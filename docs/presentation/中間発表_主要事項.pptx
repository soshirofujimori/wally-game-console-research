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f473bc07609c48ff"/><Relationship Type="http://schemas.openxmlformats.org/officeDocument/2006/relationships/extended-properties" Target="/docProps/app.xml" Id="Rbc99b1b0a674456b"/><Relationship Type="http://schemas.openxmlformats.org/officeDocument/2006/relationships/officeDocument" Target="/ppt/presentation.xml" Id="R610b068d595749fe"/></Relationships>
</file>

<file path=ppt/presentation.xml><?xml version="1.0" encoding="utf-8"?>
<p:presentation xmlns:p="http://schemas.openxmlformats.org/presentationml/2006/main">
  <p:sldMasterIdLst>
    <p:sldMasterId xmlns:r="http://schemas.openxmlformats.org/officeDocument/2006/relationships" id="2147483648" r:id="Ra2ec5b00e07e4923"/>
  </p:sldMasterIdLst>
  <p:notesMasterIdLst>
    <p:notesMasterId xmlns:r="http://schemas.openxmlformats.org/officeDocument/2006/relationships" r:id="R6d8267d16c614374"/>
  </p:notesMasterIdLst>
  <p:sldIdLst>
    <p:sldId xmlns:r="http://schemas.openxmlformats.org/officeDocument/2006/relationships" id="256" r:id="Rd33cf836505e4782"/>
    <p:sldId xmlns:r="http://schemas.openxmlformats.org/officeDocument/2006/relationships" id="257" r:id="Rb7aa0011180c4010"/>
    <p:sldId xmlns:r="http://schemas.openxmlformats.org/officeDocument/2006/relationships" id="258" r:id="R6bcc78cd74f44dfc"/>
    <p:sldId xmlns:r="http://schemas.openxmlformats.org/officeDocument/2006/relationships" id="259" r:id="R8bd6bf9057e2400c"/>
    <p:sldId xmlns:r="http://schemas.openxmlformats.org/officeDocument/2006/relationships" id="260" r:id="R002e651e204b41d1"/>
    <p:sldId xmlns:r="http://schemas.openxmlformats.org/officeDocument/2006/relationships" id="261" r:id="R80725dda55194231"/>
    <p:sldId xmlns:r="http://schemas.openxmlformats.org/officeDocument/2006/relationships" id="262" r:id="Rdf23678617514c72"/>
    <p:sldId xmlns:r="http://schemas.openxmlformats.org/officeDocument/2006/relationships" id="263" r:id="Ra7d6494e5a914989"/>
    <p:sldId xmlns:r="http://schemas.openxmlformats.org/officeDocument/2006/relationships" id="264" r:id="Rfb5a38569e2b4260"/>
    <p:sldId xmlns:r="http://schemas.openxmlformats.org/officeDocument/2006/relationships" id="265" r:id="R8c3f305928634817"/>
    <p:sldId xmlns:r="http://schemas.openxmlformats.org/officeDocument/2006/relationships" id="266" r:id="R79ecd2b56a3241c0"/>
    <p:sldId xmlns:r="http://schemas.openxmlformats.org/officeDocument/2006/relationships" id="267" r:id="Ra22a514e98e742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84042f2b24348e4"/><Relationship Type="http://schemas.openxmlformats.org/officeDocument/2006/relationships/slideMaster" Target="/ppt/slideMasters/slideMaster1.xml" Id="Ra2ec5b00e07e4923"/><Relationship Type="http://schemas.openxmlformats.org/officeDocument/2006/relationships/notesMaster" Target="/ppt/notesMasters/notesMaster1.xml" Id="R6d8267d16c614374"/><Relationship Type="http://schemas.openxmlformats.org/officeDocument/2006/relationships/presProps" Target="/ppt/presProps.xml" Id="R0c986b6e0a104766"/><Relationship Type="http://schemas.openxmlformats.org/officeDocument/2006/relationships/tableStyles" Target="/ppt/tableStyles.xml" Id="R4ab6bcc179344920"/><Relationship Type="http://schemas.openxmlformats.org/officeDocument/2006/relationships/slide" Target="/ppt/slides/slide1.xml" Id="Rd33cf836505e4782"/><Relationship Type="http://schemas.openxmlformats.org/officeDocument/2006/relationships/slide" Target="/ppt/slides/slide2.xml" Id="Rb7aa0011180c4010"/><Relationship Type="http://schemas.openxmlformats.org/officeDocument/2006/relationships/slide" Target="/ppt/slides/slide3.xml" Id="R6bcc78cd74f44dfc"/><Relationship Type="http://schemas.openxmlformats.org/officeDocument/2006/relationships/slide" Target="/ppt/slides/slide4.xml" Id="R8bd6bf9057e2400c"/><Relationship Type="http://schemas.openxmlformats.org/officeDocument/2006/relationships/slide" Target="/ppt/slides/slide5.xml" Id="R002e651e204b41d1"/><Relationship Type="http://schemas.openxmlformats.org/officeDocument/2006/relationships/slide" Target="/ppt/slides/slide6.xml" Id="R80725dda55194231"/><Relationship Type="http://schemas.openxmlformats.org/officeDocument/2006/relationships/slide" Target="/ppt/slides/slide7.xml" Id="Rdf23678617514c72"/><Relationship Type="http://schemas.openxmlformats.org/officeDocument/2006/relationships/slide" Target="/ppt/slides/slide8.xml" Id="Ra7d6494e5a914989"/><Relationship Type="http://schemas.openxmlformats.org/officeDocument/2006/relationships/slide" Target="/ppt/slides/slide9.xml" Id="Rfb5a38569e2b4260"/><Relationship Type="http://schemas.openxmlformats.org/officeDocument/2006/relationships/slide" Target="/ppt/slides/slide10.xml" Id="R8c3f305928634817"/><Relationship Type="http://schemas.openxmlformats.org/officeDocument/2006/relationships/slide" Target="/ppt/slides/slide11.xml" Id="R79ecd2b56a3241c0"/><Relationship Type="http://schemas.openxmlformats.org/officeDocument/2006/relationships/slide" Target="/ppt/slides/slide12.xml" Id="Ra22a514e98e74284"/></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4379c7b336554bec"/></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921b24981e5945a6"/><Relationship Type="http://schemas.openxmlformats.org/officeDocument/2006/relationships/notesMaster" Target="/ppt/notesMasters/notesMaster1.xml" Id="R9aaaf90a3a04499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b6574a7082e40ec"/><Relationship Type="http://schemas.openxmlformats.org/officeDocument/2006/relationships/notesMaster" Target="/ppt/notesMasters/notesMaster1.xml" Id="R282b483b1b6342f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0d9e792310c49b8"/><Relationship Type="http://schemas.openxmlformats.org/officeDocument/2006/relationships/notesMaster" Target="/ppt/notesMasters/notesMaster1.xml" Id="R4fcc0b27ed994e17"/></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8aeefca755446f5"/><Relationship Type="http://schemas.openxmlformats.org/officeDocument/2006/relationships/notesMaster" Target="/ppt/notesMasters/notesMaster1.xml" Id="Re8307adf22e44664"/></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e4dac288e3a4bba"/><Relationship Type="http://schemas.openxmlformats.org/officeDocument/2006/relationships/notesMaster" Target="/ppt/notesMasters/notesMaster1.xml" Id="R013731c0e3534dd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624fd6dab02b4b0d"/><Relationship Type="http://schemas.openxmlformats.org/officeDocument/2006/relationships/notesMaster" Target="/ppt/notesMasters/notesMaster1.xml" Id="Re2cdb937ad6b4400"/></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f39ae2a44d9e467a"/><Relationship Type="http://schemas.openxmlformats.org/officeDocument/2006/relationships/notesMaster" Target="/ppt/notesMasters/notesMaster1.xml" Id="R4099a001fa8646ed"/></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3ba4ce870b254f47"/><Relationship Type="http://schemas.openxmlformats.org/officeDocument/2006/relationships/notesMaster" Target="/ppt/notesMasters/notesMaster1.xml" Id="R0bd32669261546f4"/></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b9ee1f2af0e4c42"/><Relationship Type="http://schemas.openxmlformats.org/officeDocument/2006/relationships/notesMaster" Target="/ppt/notesMasters/notesMaster1.xml" Id="Raaf690508c8549f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72f6f84685c34453"/><Relationship Type="http://schemas.openxmlformats.org/officeDocument/2006/relationships/notesMaster" Target="/ppt/notesMasters/notesMaster1.xml" Id="R027614ce78cc465f"/></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705e9b7ef8174da2"/><Relationship Type="http://schemas.openxmlformats.org/officeDocument/2006/relationships/notesMaster" Target="/ppt/notesMasters/notesMaster1.xml" Id="R462849c54d164c3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daa39cbcc43f475d"/><Relationship Type="http://schemas.openxmlformats.org/officeDocument/2006/relationships/notesMaster" Target="/ppt/notesMasters/notesMaster1.xml" Id="Rc2b1fb06b8124f0d"/></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説明時間の目安：10秒</a:t>
            </a:r>
          </a:p>
          <a:p xmlns:a="http://schemas.openxmlformats.org/drawingml/2006/main">
            <a:r>
              <a:t/>
            </a:r>
          </a:p>
          <a:p xmlns:a="http://schemas.openxmlformats.org/drawingml/2006/main">
            <a:r>
              <a:t>公開CPUのWallyへ描画回路をつなぎ、ブロック崩しを動かしました。今日はCPUの1回の書込みを追い、描画命令をどう届けるかを説明します。</a:t>
            </a:r>
          </a:p>
          <a:p xmlns:a="http://schemas.openxmlformats.org/drawingml/2006/main">
            <a:r>
              <a:t/>
            </a:r>
          </a:p>
          <a:p xmlns:a="http://schemas.openxmlformats.org/drawingml/2006/main">
            <a:r>
              <a:t>出典：Harris, S. L. and Harris, D., Digital Design and Computer Architecture: RISC-V Edition (2021), Chapter 7. Official figure source: https://pages.hmc.edu/harris/ddca/ddcarv.html (DDCArv_Figures.zip). Harris et al., RISC-V System-on-Chip Design, Chapters 7–13, 20, 22–23. Official figure source: https://pages.hmc.edu/harris/ddca/rvsocd.html (RVSoCD_figs.zip). Product revision 261832d48832dd6e26c4971ab8893ce61200688b. console/fpga/src/fpgaTopNexysVideo.sv; console/fpga/src/rasterix.sv; console/fpga/src/rasterix_apb.sv; console/fpga/generator/axiscdc.tcl.</a:t>
            </a:r>
          </a:p>
          <a:p xmlns:a="http://schemas.openxmlformats.org/drawingml/2006/main">
            <a:r>
              <a:t/>
            </a:r>
          </a:p>
          <a:p xmlns:a="http://schemas.openxmlformats.org/drawingml/2006/main">
            <a:r>
              <a:t>補足説明：目的は、Wallyを拡張する学習者が参照できる接続設計と実機の確認例を示すこと。学習効果の実験は行っていない。DDCAからWallyまでのCPUを本研究で新たに設計した、という意味ではない。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説明時間の目安：30秒</a:t>
            </a:r>
          </a:p>
          <a:p xmlns:a="http://schemas.openxmlformats.org/drawingml/2006/main">
            <a:r>
              <a:t/>
            </a:r>
          </a:p>
          <a:p xmlns:a="http://schemas.openxmlformats.org/drawingml/2006/main">
            <a:r>
              <a:t>まずCPUの読み書きだけを取り出します。x0は常に0を読むレジスタで、データメモリの0番地に3があるとします。ALUが0足す0で番地を作り、メモリから3が返ります。下の青い線で戻し、CPU内のx1へ保存します。次もこの図を使います。</a:t>
            </a:r>
          </a:p>
          <a:p xmlns:a="http://schemas.openxmlformats.org/drawingml/2006/main">
            <a:r>
              <a:t/>
            </a:r>
          </a:p>
          <a:p xmlns:a="http://schemas.openxmlformats.org/drawingml/2006/main">
            <a:r>
              <a:t>出典：Harris, S. L. and Harris, D., Digital Design and Computer Architecture: RISC-V Edition (2021), Chapter 7. Official figure source: https://pages.hmc.edu/harris/ddca/ddcarv.html (DDCArv_Figures.zip). Figure 7.8, redrawn as an editable reduced datapath.</a:t>
            </a:r>
          </a:p>
          <a:p xmlns:a="http://schemas.openxmlformats.org/drawingml/2006/main">
            <a:r>
              <a:t/>
            </a:r>
          </a:p>
          <a:p xmlns:a="http://schemas.openxmlformats.org/drawingml/2006/main">
            <a:r>
              <a:t>補足説明：DDCA図7.8に対応する主要な読み書きのブロックを位置と配線で示す。A1は読出すレジスタ番号0、A3は書込むレジスタ番号1、RD1はx0から読んだ値0、WD3はx1へ保存する値3。Aはデータメモリの番地、RDは読出し値。即値ブロックは命令のフィールドから即値を作り符号拡張する処理をまとめたもの。命令からA1・A3・即値・制御を作る配線、PC、命令メモリ、PC+4、クロック線は省略。MemWrite=0なのでデータメモリは書き換えない。薄い灰色は今回使わないポート。32ビットの値の線を1本で表している。これはDDCAの単一サイクルlwの説明で、Wally全体のRTL配線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説明時間の目安：30秒</a:t>
            </a:r>
          </a:p>
          <a:p xmlns:a="http://schemas.openxmlformats.org/drawingml/2006/main">
            <a:r>
              <a:t/>
            </a:r>
          </a:p>
          <a:p xmlns:a="http://schemas.openxmlformats.org/drawingml/2006/main">
            <a:r>
              <a:t>次は同じ図でswを見ます。x0の0に即値4を足すので、メモリへ渡す番地は4です。一方、x1から読んだ3は新しい青い線を通って、メモリの書込み値へ届きます。MemWriteを1にして保存します。今度はレジスタへ値を戻す必要がないので、RegWriteは0です。</a:t>
            </a:r>
          </a:p>
          <a:p xmlns:a="http://schemas.openxmlformats.org/drawingml/2006/main">
            <a:r>
              <a:t/>
            </a:r>
          </a:p>
          <a:p xmlns:a="http://schemas.openxmlformats.org/drawingml/2006/main">
            <a:r>
              <a:t>出典：Harris, S. L. and Harris, D., Digital Design and Computer Architecture: RISC-V Edition (2021), Chapter 7. Official figure source: https://pages.hmc.edu/harris/ddca/ddcarv.html (DDCArv_Figures.zip). Figure 7.12 and the store datapath in §7.3.2.</a:t>
            </a:r>
          </a:p>
          <a:p xmlns:a="http://schemas.openxmlformats.org/drawingml/2006/main">
            <a:r>
              <a:t/>
            </a:r>
          </a:p>
          <a:p xmlns:a="http://schemas.openxmlformats.org/drawingml/2006/main">
            <a:r>
              <a:t>補足説明：sw x1,4(x0)でrs1=0、rs2=1、S形式の即値=4。Register FileのA1=0、A2=1、RD1=0、RD2=3となる。ALUはRD1+即値で4を作る。RD2はALUへ加える値ではなくデータメモリのWDへ渡す。RegWrite=0でA3とWD3は保存に使われない。swの命令ビット[11:7]はrdではなく即値の一部なので、A3を宛先レジスタ番号として解釈しない。A3は図で未使用を示すダッシュにしている。MemWrite=1でメモリへ書く。クロック立上りで保存する。図は今回必要な経路のみで、バイト許可・取消し等の条件を一般のRAM実装にそのまま置換できるという意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説明時間の目安：30秒</a:t>
            </a:r>
          </a:p>
          <a:p xmlns:a="http://schemas.openxmlformats.org/drawingml/2006/main">
            <a:r>
              <a:t/>
            </a:r>
          </a:p>
          <a:p xmlns:a="http://schemas.openxmlformats.org/drawingml/2006/main">
            <a:r>
              <a:t>左のレジスタとALUを残し、メモリだった位置へバス接続を置きます。番地、書く値、書込みの指定を外へ出せば、外部メモリを操作できます。相手の準備ができていなければ待ち、完了が返ると、この転送を終えます。</a:t>
            </a:r>
          </a:p>
          <a:p xmlns:a="http://schemas.openxmlformats.org/drawingml/2006/main">
            <a:r>
              <a:t/>
            </a:r>
          </a:p>
          <a:p xmlns:a="http://schemas.openxmlformats.org/drawingml/2006/main">
            <a:r>
              <a:t>出典：RVSOC Chapter 9, §9.5.1–9.5.4. Product revision 261832d48832dd6e26c4971ab8893ce61200688b. console/fpga/src/fpgaTopNexysVideo.sv; console/fpga/src/rasterix.sv; console/fpga/src/rasterix_apb.sv; console/fpga/generator/axiscdc.tcl. console/src/lsu/lsu.sv; console/src/ebu/ebu.sv; console/fpga/src/fpgaTopNexysVideo.sv.</a:t>
            </a:r>
          </a:p>
          <a:p xmlns:a="http://schemas.openxmlformats.org/drawingml/2006/main">
            <a:r>
              <a:t/>
            </a:r>
          </a:p>
          <a:p xmlns:a="http://schemas.openxmlformats.org/drawingml/2006/main">
            <a:r>
              <a:t>補足説明：読み書きの外部接続だけを説明する模式図。命令読出し経路、EBU、段間レジスタ、キャッシュ、MMUは簡略図では省略する。これらは実機に存在し、6枚目の詳細図で主要な位置を示す。sw x1,0(x2)で基準番地B、書く値Dを使う例で、ALUの仮想番地とバス上の物理番地Aは異なり得る。バス側はHADDR、HWDATA、HWRITEおよびHREADYを代表として示すが、これらの信号がすべて同じ相で有効という意味ではない。実機のDDR3経路はAHBからAXIへの変換とクロック領域間の接続も含む。これを右の箱にまとめた。ここでの完了はCPUの転送完了であり、ゲーム画面の生成完了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説明時間の目安：35秒</a:t>
            </a:r>
          </a:p>
          <a:p xmlns:a="http://schemas.openxmlformats.org/drawingml/2006/main">
            <a:r>
              <a:t/>
            </a:r>
          </a:p>
          <a:p xmlns:a="http://schemas.openxmlformats.org/drawingml/2006/main">
            <a:r>
              <a:t>同じバスへ、用途の異なる機器をつなぎます。DDR3側は、実行中の命令やデータを読み書きする経路です。SDカード側は、APBからSPI制御回路を操作する経路で、プログラムを保存してあります。Linuxは必要な内容をSDカードからDDR3へ読み込み、CPUが実行します。このAPBへのつなぎ方を、描画回路の追加にも使います。</a:t>
            </a:r>
          </a:p>
          <a:p xmlns:a="http://schemas.openxmlformats.org/drawingml/2006/main">
            <a:r>
              <a:t/>
            </a:r>
          </a:p>
          <a:p xmlns:a="http://schemas.openxmlformats.org/drawingml/2006/main">
            <a:r>
              <a:t>出典：RVSOC Chapter 9 and §23.2.1. Product revision 261832d48832dd6e26c4971ab8893ce61200688b. console/fpga/src/fpgaTopNexysVideo.sv; console/fpga/src/rasterix.sv; console/fpga/src/rasterix_apb.sv; console/fpga/generator/axiscdc.tcl. console/src/uncore/uncore.sv; console/linux/devicetree/wally-nexysvideo.dts; console/config/derivlist.txt.</a:t>
            </a:r>
          </a:p>
          <a:p xmlns:a="http://schemas.openxmlformats.org/drawingml/2006/main">
            <a:r>
              <a:t/>
            </a:r>
          </a:p>
          <a:p xmlns:a="http://schemas.openxmlformats.org/drawingml/2006/main">
            <a:r>
              <a:t>補足説明：簡略図ではEBUと命令読出しを省く。右の各線は要求、データ、応答などの信号群をまとめた接続であり、一本の電線ではない。範囲比較による接続先の選択は既存uncoreのアドレスデコードとAHB/APBブリッジが行う。DDR3は0x80000000から512 MiB。SDカード制御はspi_apbの2個目のインスタンスで、SDC_BASE=0x00013000。カード自体をRAMのように直接ロード／ストアするのではなく、制御回路のレジスタを操作してSPI転送を進める。デバイスツリーのspi@13000配下にmmc-spi-slotを定義している。FPGA派生設定でSDCを有効にする。ユーザープログラムのコードやデータはOSが必要に応じてDDR3へ読み込む。すべてのファイルを一度にコピーすることや、CPUがSDカードから直接命令フェッチすることを意味しない。SDカードとDDR3はNexys Video基板上でFPGAチップの外にあり、制御回路はFPGA内。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説明時間の目安：45秒</a:t>
            </a:r>
          </a:p>
          <a:p xmlns:a="http://schemas.openxmlformats.org/drawingml/2006/main">
            <a:r>
              <a:t/>
            </a:r>
          </a:p>
          <a:p xmlns:a="http://schemas.openxmlformats.org/drawingml/2006/main">
            <a:r>
              <a:t>ここまでは読み書きだけを取り出していました。実際のWallyには、値を途中で保存する縦長のレジスタや、どの値を使うかを選ぶ回路があります。先ほどのレジスタとALUもこの中にあります。この回路記述を合成し、FPGAという、内部の論理回路と配線を設定できるチップへ実装します。DDR3とSDカードはチップの外です。本研究では、この構成のAPB接続へ描画回路を追加します。</a:t>
            </a:r>
          </a:p>
          <a:p xmlns:a="http://schemas.openxmlformats.org/drawingml/2006/main">
            <a:r>
              <a:t/>
            </a:r>
          </a:p>
          <a:p xmlns:a="http://schemas.openxmlformats.org/drawingml/2006/main">
            <a:r>
              <a:t>出典：RVSOC Chapters 7–11 and 23; DDCA Chapter 7. Product revision 261832d48832dd6e26c4971ab8893ce61200688b. console/fpga/src/fpgaTopNexysVideo.sv; console/fpga/src/rasterix.sv; console/fpga/src/rasterix_apb.sv; console/fpga/generator/axiscdc.tcl. console/src/ieu/datapath.sv; console/src/ifu/ifu.sv; console/src/lsu/lsu.sv; console/src/wally/wallypipelinedcore.sv; console/src/uncore/uncore.sv.</a:t>
            </a:r>
          </a:p>
          <a:p xmlns:a="http://schemas.openxmlformats.org/drawingml/2006/main">
            <a:r>
              <a:t/>
            </a:r>
          </a:p>
          <a:p xmlns:a="http://schemas.openxmlformats.org/drawingml/2006/main">
            <a:r>
              <a:t>補足説明：実際のRTLに対応する主要な機能とデータ経路を描き直した図。全信号・全MUX・全段レジスタを網羅したRTL回路図でも、FPGA内の物理配置図でもない。縦長の白い箱は同じ段境界で値を保持する複数のレジスタをまとめる。保持／取消し線もStall、Flush等の信号群をまとめている。Register Fileはregfile、即値はextend、読出しの段間保存はRD1EReg、RD2EReg、ImmExtEReg、E段の転送MUXはfaemuxとfbemux、即値選択はsrcbmux、演算器はaluに対応する。ALUの番地IEUAdrEはLSUのAddressMRegを通りIEUAdrMとなる。書く値はForwardedSrcBEからWriteDataMRegを通りWriteDataMとなる。計算結果の経路はIEUResultM、IFResultM、IFResultW等を簡略化したもの。W段のresultmuxWは5入力で、図では整数計算とロードの経路を描き、CSR・乗除算・浮動小数点・アトミック等の入力を省く。転送はResultWからの例を描き、IFResultMからの経路を省く。PC相対演算用のsrcamux、分岐比較、例外や予測の内部、幅調整は省略。iMMU/dMMUは番地変換と保護、I$/D$はキャッシュ。MMIOがDキャッシュを通らずバスへ進む経路を明示する。M段ではMMIOの書込データをバス接続へ渡す経路を描き、Dキャッシュへの書込み経路は省く。キャッシュのアクセスや補充・書戻しは図の双方向の接続にまとめ、タグやステートマシンは省略。ReadDataWを作るバイト抽出・符号拡張等も省く。命令側とデータ側がEBUで仲裁され、その後uncoreの番地選択へ進む。DDR3側はAHB/AXI変換、クロック接続、共有AXI接続、DDR3制御を通る。SPI制御はAPB上にあり、SDカードの端子へつながる。描画回路追加前の接続関係を示すためRasterIXは6枚目には描かず、7枚目に加える。Nexys Videoの本体CPUでWallyをソフトウェア実行する意味ではなく、FPGAのLUT、フリップフロップ、BRAM等で回路を構成する。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説明時間の目安：30秒</a:t>
            </a:r>
          </a:p>
          <a:p xmlns:a="http://schemas.openxmlformats.org/drawingml/2006/main">
            <a:r>
              <a:t/>
            </a:r>
          </a:p>
          <a:p xmlns:a="http://schemas.openxmlformats.org/drawingml/2006/main">
            <a:r>
              <a:t>同じ図の右側へ、描画用の接続回路とRasterIXを加えます。CPUの書込みはAPBを通ってFIFOへ入り、RasterIXが受け取ります。作った画素は共有するDDR3へ保存し、表示回路が読み出して映像を送ります。CPUを作り替えるのでなく、周辺回路とメモリの接続を追加した構成です。</a:t>
            </a:r>
          </a:p>
          <a:p xmlns:a="http://schemas.openxmlformats.org/drawingml/2006/main">
            <a:r>
              <a:t/>
            </a:r>
          </a:p>
          <a:p xmlns:a="http://schemas.openxmlformats.org/drawingml/2006/main">
            <a:r>
              <a:t>出典：Product revision 261832d48832dd6e26c4971ab8893ce61200688b. console/fpga/src/fpgaTopNexysVideo.sv; console/fpga/src/rasterix.sv; console/fpga/src/rasterix_apb.sv; console/fpga/generator/axiscdc.tcl. console/fpga/src/rasterix_apb.sv; console/fpga/src/rasterix.sv; console/fpga/src/rasterixdisplay.sv; console/fpga/generator/rasterixmem.tcl; console/linux/devicetree/wally-nexysvideo-rasterix.dts.</a:t>
            </a:r>
          </a:p>
          <a:p xmlns:a="http://schemas.openxmlformats.org/drawingml/2006/main">
            <a:r>
              <a:t/>
            </a:r>
          </a:p>
          <a:p xmlns:a="http://schemas.openxmlformats.org/drawingml/2006/main">
            <a:r>
              <a:t>補足説明：6枚目と同じWally主要回路を同じ位置に保ち、APBコマンド接続、非同期FIFO、RasterIX、表示回路とDDR3の共有接続を加える。CPU20 MHz、RasterIX100 MHz。APBのEXT_IO領域0x10080000〜0x100800ffを使用し、通常CMD窓口はオフセット0。CPUにはコマンドを送るソフトウェアも必要である。RasterIX本体は公式サブモジュールを変更せず用いる。FIFOの保存と受渡しの内部は8・9枚目で拡大する。GPUと表示のAXI要求は共有接続で仲裁され、単に複数出力を短絡する配線ではない。図の双方向線は要求・データ・応答を含む信号群を表す。DDR3へ向かうGPU側の命令・テクスチャ経路、IFのフレームバッファ書込み、表示の読出し等のポート詳細はまとめている。実装はRasterIX_IFで、内部の作業領域を経てDDR3へ画像を転送する。表示はHDMI端子からDVI形式の信号を出す。上流コードの変更ではなく外側の接続回路を設計した。CPUコア・基本uncoreは既存設計で、本研究の新規CPU設計と誤解しないよう区別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説明時間の目安：30秒</a:t>
            </a:r>
          </a:p>
          <a:p xmlns:a="http://schemas.openxmlformats.org/drawingml/2006/main">
            <a:r>
              <a:t/>
            </a:r>
          </a:p>
          <a:p xmlns:a="http://schemas.openxmlformats.org/drawingml/2006/main">
            <a:r>
              <a:t>追加した接続回路の中を見ます。正しい窓口への32ビット書込みかを確認し、書く値DをFIFOのデータ入力へつなぎます。同時に、このデータが有効だと知らせます。FIFOから受取可能の信号が返ってきたら、それをAPBの完了信号へ返します。番地の付いた書込みを、値と受取条件へ変換しています。</a:t>
            </a:r>
          </a:p>
          <a:p xmlns:a="http://schemas.openxmlformats.org/drawingml/2006/main">
            <a:r>
              <a:t/>
            </a:r>
          </a:p>
          <a:p xmlns:a="http://schemas.openxmlformats.org/drawingml/2006/main">
            <a:r>
              <a:t>出典：Product revision 261832d48832dd6e26c4971ab8893ce61200688b. console/fpga/src/fpgaTopNexysVideo.sv; console/fpga/src/rasterix.sv; console/fpga/src/rasterix_apb.sv; console/fpga/generator/axiscdc.tcl. console/fpga/src/rasterix_apb.sv, assignments to WordWrite, CommandWrite, CmdValid, CmdData and PREADY; console/fpga/src/rasterix.sv, commandfifo.</a:t>
            </a:r>
          </a:p>
          <a:p xmlns:a="http://schemas.openxmlformats.org/drawingml/2006/main">
            <a:r>
              <a:t/>
            </a:r>
          </a:p>
          <a:p xmlns:a="http://schemas.openxmlformats.org/drawingml/2006/main">
            <a:r>
              <a:t>補足説明：図は通常のCMD窓口0x00へのアラインされた32ビット書込みに限定する。この場合、RV64ではCmdData=PWDATA[31:0]、WordWrite=&amp;PSTRB[3:0]。一般式はCommandWrite=PSEL &amp; PENABLE &amp; PWRITE &amp; WordWrite &amp; (PADDR[7:3]==0)、CmdValid=CommandWrite、CmdData=WriteData。CmdLast=PADDR[2]もFIFOへ送るが、この例は0である。コマンド書込み中はPREADY=CmdReadyで、他のレジスタアクセスではPREADYの意味や選び方が異なる。この接続は主に組合せの条件判定と信号接続で、rasterix_apb内に命令語を保存する独立のレジスタを追加したという説明ではない。命令の保存はFIFOが行う。FIFOはAMDのAXI4-Stream Data FIFO IPで、RasterIX本体も既存実装を利用した。CPUが実行するswという命令と、Dというデータとして送る描画命令の1語は別である。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説明時間の目安：30秒</a:t>
            </a:r>
          </a:p>
          <a:p xmlns:a="http://schemas.openxmlformats.org/drawingml/2006/main">
            <a:r>
              <a:t/>
            </a:r>
          </a:p>
          <a:p xmlns:a="http://schemas.openxmlformats.org/drawingml/2006/main">
            <a:r>
              <a:t>受取可能が0の間は、値Dと有効信号を保ちます。この間、FIFOには保存されません。有効と受取可能が両方1になったクロックの立上りで、初めて1語を保存します。同じ立上りでAPBの書込みも完了します。何周期待っても、同じ語を何度も保存する仕組みではありません。</a:t>
            </a:r>
          </a:p>
          <a:p xmlns:a="http://schemas.openxmlformats.org/drawingml/2006/main">
            <a:r>
              <a:t/>
            </a:r>
          </a:p>
          <a:p xmlns:a="http://schemas.openxmlformats.org/drawingml/2006/main">
            <a:r>
              <a:t>出典：Product revision 261832d48832dd6e26c4971ab8893ce61200688b. console/fpga/src/fpgaTopNexysVideo.sv; console/fpga/src/rasterix.sv; console/fpga/src/rasterix_apb.sv; console/fpga/generator/axiscdc.tcl. console/fpga/src/rasterix_apb.sv; console/src/uncore/ahbapbbridge.sv; console/fpga/src/rasterix.sv; console/fpga/generator/axiscdc.tcl.</a:t>
            </a:r>
          </a:p>
          <a:p xmlns:a="http://schemas.openxmlformats.org/drawingml/2006/main">
            <a:r>
              <a:t/>
            </a:r>
          </a:p>
          <a:p xmlns:a="http://schemas.openxmlformats.org/drawingml/2006/main">
            <a:r>
              <a:t>補足説明：表はCPU側クロックの連続する立上り直前の値を示す説明用の例であり、実測波形ではない。CMD書込みのアクセス相でPSEL=PENABLE=PWRITE=1、対象窓口と32ビットのストローブが正しいことを前提にする。準備相と前後の転送は表に含めない。CmdValidとCmdReadyがともに1の立上りだけ、FIFO入力のハンドシェイクが成立する。この間のPREADYはCmdReadyと等しく、同じ立上りでAPB書込みが完了する。待ちの間はPADDR、PWDATA、制御を安定に保つ。完了後はPENABLEを落とすため、同じAPB転送を次の立上りで再び受け付けない。CmdReadyはFIFO入力が安全に受け取れることを示す信号であり、空き数の単純な組合せ比較と同一とは限らない。100MHz側での読出しやRasterIXによる描画完了は、この20MHz側の受入れより後の別の出来事である。有限の説明例は全実機状況の検証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説明時間の目安：20秒</a:t>
            </a:r>
          </a:p>
          <a:p xmlns:a="http://schemas.openxmlformats.org/drawingml/2006/main">
            <a:r>
              <a:t/>
            </a:r>
          </a:p>
          <a:p xmlns:a="http://schemas.openxmlformats.org/drawingml/2006/main">
            <a:r>
              <a:t>FIFOはCPU側で語を保存し、100MHzのRasterIX側へ順に渡します。RasterIXは命令列を処理して画素の色を作り、DDR3へ保存します。表示回路がその画素を読み、HDMI端子へ送ります。FIFOへ1語を渡せたことと、描画が終わったことは別です。</a:t>
            </a:r>
          </a:p>
          <a:p xmlns:a="http://schemas.openxmlformats.org/drawingml/2006/main">
            <a:r>
              <a:t/>
            </a:r>
          </a:p>
          <a:p xmlns:a="http://schemas.openxmlformats.org/drawingml/2006/main">
            <a:r>
              <a:t>出典：Product revision 261832d48832dd6e26c4971ab8893ce61200688b. console/fpga/src/fpgaTopNexysVideo.sv; console/fpga/src/rasterix.sv; console/fpga/src/rasterix_apb.sv; console/fpga/generator/axiscdc.tcl. console/fpga/src/rasterixdisplay.sv; console/fpga/generator/rasterixmem.tcl; console/linux/devicetree/wally-nexysvideo-rasterix.dts.</a:t>
            </a:r>
          </a:p>
          <a:p xmlns:a="http://schemas.openxmlformats.org/drawingml/2006/main">
            <a:r>
              <a:t/>
            </a:r>
          </a:p>
          <a:p xmlns:a="http://schemas.openxmlformats.org/drawingml/2006/main">
            <a:r>
              <a:t>補足説明：非同期FIFOは、20MHz側と100MHz側がそれぞれのクロックで語を受け渡すための接続。書込みから読出しまでの固定サイクル数はこの図から主張しない。二つのクロックを同じ周波数に変える回路ではない。安全なクロック領域間転送を行う方法はFIFOだけとは限らず、この発表は方式間の性能比較を扱わない。RasterIXにはCPUがソフトウェアで用意した複数語の描画命令列を送る。1語ごとに図形が完成するとは限らない。図は画素データの主な流れを示し、DDR3へのAXI要求・仲裁・戻り値やテクスチャの読出しなどを省く。DDR3には画像2枚を用意し、描画後に表示先を切り替えているが、今回は切替手順の内部を説明対象から外した。画像用領域はLinuxの通常の割当てから予約する。表示回路はRasterIXに含まれるdvi_framebufferを利用し、HDMI端子からDVI形式の映像を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説明時間の目安：25秒</a:t>
            </a:r>
          </a:p>
          <a:p xmlns:a="http://schemas.openxmlformats.org/drawingml/2006/main">
            <a:r>
              <a:t/>
            </a:r>
          </a:p>
          <a:p xmlns:a="http://schemas.openxmlformats.org/drawingml/2006/main">
            <a:r>
              <a:t>この構成で640掛ける480画素のブロック崩しが動きました。四つの条件で期待画像との一致を確認しました。さらに5分間の自動プレイを記録し、別の試行では30秒の映像を確認しました。現在は自動操作で、専用コントローラーの接続はこれからです。</a:t>
            </a:r>
          </a:p>
          <a:p xmlns:a="http://schemas.openxmlformats.org/drawingml/2006/main">
            <a:r>
              <a:t/>
            </a:r>
          </a:p>
          <a:p xmlns:a="http://schemas.openxmlformats.org/drawingml/2006/main">
            <a:r>
              <a:t>出典：docs/thesis/再現資料/実験記録/E6/fresh-product/qualification/qualification.json; docs/thesis/再現資料/実験記録/E6/report/results/video/validation.json. Photograph: docs/thesis/figs/fifo-study-game.png. Product revision 261832d48832dd6e26c4971ab8893ce61200688b. console/fpga/src/fpgaTopNexysVideo.sv; console/fpga/src/rasterix.sv; console/fpga/src/rasterix_apb.sv; console/fpga/generator/axiscdc.tcl.</a:t>
            </a:r>
          </a:p>
          <a:p xmlns:a="http://schemas.openxmlformats.org/drawingml/2006/main">
            <a:r>
              <a:t/>
            </a:r>
          </a:p>
          <a:p xmlns:a="http://schemas.openxmlformats.org/drawingml/2006/main">
            <a:r>
              <a:t>補足説明：4条件は3種類の描画条件と再起動後の1条件。これらの条件で全画面を期待画像と比較した。5分の記録は300.011秒の自動プレイで、30秒の取得映像とは別試行。動画のフレーム数をゲームFPSとして用いていない。ゲームには描画負荷を軽減する実装を含むが、この案はその最適化の優劣を主張しない。録画の取得経路は実験環境であり、ゲーム機の公開構成と分けている。映像を受信できない場合の条件の特定は残っており、全ての表示機器での互換性を確認したわけではない。専用コントローラーは将来項目で未検証。資料は既存実験E6の結果を示し、新たな実機計測を行ったという意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説明時間の目安：15秒</a:t>
            </a:r>
          </a:p>
          <a:p xmlns:a="http://schemas.openxmlformats.org/drawingml/2006/main">
            <a:r>
              <a:t/>
            </a:r>
          </a:p>
          <a:p xmlns:a="http://schemas.openxmlformats.org/drawingml/2006/main">
            <a:r>
              <a:t>既存の読み書きの仕組みに接続回路を加え、描画命令を渡せるようにしました。Wallyを拡張する学習者に向けた設計例です。次は専用コントローラーで操作できることを確認します。</a:t>
            </a:r>
          </a:p>
          <a:p xmlns:a="http://schemas.openxmlformats.org/drawingml/2006/main">
            <a:r>
              <a:t/>
            </a:r>
          </a:p>
          <a:p xmlns:a="http://schemas.openxmlformats.org/drawingml/2006/main">
            <a:r>
              <a:t>出典：Product revision 261832d48832dd6e26c4971ab8893ce61200688b. console/fpga/src/fpgaTopNexysVideo.sv; console/fpga/src/rasterix.sv; console/fpga/src/rasterix_apb.sv; console/fpga/generator/axiscdc.tcl. docs/thesis/再現資料/実験記録/E6/fresh-product/qualification/qualification.json; docs/thesis/再現資料/実験記録/E6/report/results/video/validation.json. Photograph: docs/thesis/figs/fifo-study-game.png.</a:t>
            </a:r>
          </a:p>
          <a:p xmlns:a="http://schemas.openxmlformats.org/drawingml/2006/main">
            <a:r>
              <a:t/>
            </a:r>
          </a:p>
          <a:p xmlns:a="http://schemas.openxmlformats.org/drawingml/2006/main">
            <a:r>
              <a:t>補足説明：学習者向けの拡張例としての利用を想定しているが、教育効果を学習実験で評価したわけではない。CPUやRasterIX本体を新たに設計したという主張ではなく、既存回路間をつなぐアダプタ、メモリ接続、切替制御とソフトウェア側の接続を実装した。専用コントローラーは未実装・未検証であり今後の項目。実機の結果は実験E6に基づ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ac2c39882f74dc0"/></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82d0349218814006"/></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456c883ffc784e84"/></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ea89f3a057694a2d"/></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bd7cec1166fa4ca2"/></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8f42c043c5b04b7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082A57-0D35-43DD-90F4-40D83D75E7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EA6553-6B27-4533-AF27-DF43D98A0B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B903A2-265A-4CDE-9655-B8C150A982A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E8B169-2D1B-4D7E-AB0E-CE52256E59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41D8E3-51DD-4F13-86F8-BA775410F1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FACE110-4C6E-44D7-8970-16B302A460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DE2D94-FACF-4C3E-9CFB-FE36EE693C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F9C61F-A4B8-4695-943E-17E7BB6676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E034C0-6F80-45B2-B702-B6C6487473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40C80E-22D1-48C5-ACD5-B71965F733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987545b943e47ba"/><Relationship Type="http://schemas.openxmlformats.org/officeDocument/2006/relationships/slideLayout" Target="/ppt/slideLayouts/slideLayout1.xml" Id="Rc425994752094c04"/><Relationship Type="http://schemas.openxmlformats.org/officeDocument/2006/relationships/slideLayout" Target="/ppt/slideLayouts/slideLayout2.xml" Id="R355f9ef56bed403d"/><Relationship Type="http://schemas.openxmlformats.org/officeDocument/2006/relationships/slideLayout" Target="/ppt/slideLayouts/slideLayout3.xml" Id="R5f970d7536074547"/><Relationship Type="http://schemas.openxmlformats.org/officeDocument/2006/relationships/slideLayout" Target="/ppt/slideLayouts/slideLayout4.xml" Id="R11a09130b68f4e18"/><Relationship Type="http://schemas.openxmlformats.org/officeDocument/2006/relationships/slideLayout" Target="/ppt/slideLayouts/slideLayout5.xml" Id="R92405087c1ad41d9"/><Relationship Type="http://schemas.openxmlformats.org/officeDocument/2006/relationships/slideLayout" Target="/ppt/slideLayouts/slideLayout6.xml" Id="R9655943423984fb9"/></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25994752094c04"/>
    <p:sldLayoutId xmlns:r="http://schemas.openxmlformats.org/officeDocument/2006/relationships" id="2147483650" r:id="R355f9ef56bed403d"/>
    <p:sldLayoutId xmlns:r="http://schemas.openxmlformats.org/officeDocument/2006/relationships" id="2147483651" r:id="R5f970d7536074547"/>
    <p:sldLayoutId xmlns:r="http://schemas.openxmlformats.org/officeDocument/2006/relationships" id="2147483652" r:id="R11a09130b68f4e18"/>
    <p:sldLayoutId xmlns:r="http://schemas.openxmlformats.org/officeDocument/2006/relationships" id="2147483653" r:id="R92405087c1ad41d9"/>
    <p:sldLayoutId xmlns:r="http://schemas.openxmlformats.org/officeDocument/2006/relationships" id="2147483654" r:id="R9655943423984f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827a8e233fa049bc"/><Relationship Type="http://schemas.openxmlformats.org/officeDocument/2006/relationships/notesSlide" Target="/ppt/notesSlides/notesSlide1.xml" Id="Rc50eed1da8634bf5"/></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babd7b86d90e4f8e"/><Relationship Type="http://schemas.openxmlformats.org/officeDocument/2006/relationships/notesSlide" Target="/ppt/notesSlides/notesSlide2.xml" Id="R9cd8560705c3413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e376c182f5d0491f"/><Relationship Type="http://schemas.openxmlformats.org/officeDocument/2006/relationships/notesSlide" Target="/ppt/notesSlides/notesSlide3.xml" Id="Ra8393e58ade4403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2f37a8ccd2b14799"/><Relationship Type="http://schemas.openxmlformats.org/officeDocument/2006/relationships/notesSlide" Target="/ppt/notesSlides/notesSlide4.xml" Id="R3c80dc35bc824ede"/></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1526aa59e0d84ff0"/><Relationship Type="http://schemas.openxmlformats.org/officeDocument/2006/relationships/notesSlide" Target="/ppt/notesSlides/notesSlide5.xml" Id="R4d9f7cd4a4f94597"/></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c11a49b31eb847aa"/><Relationship Type="http://schemas.openxmlformats.org/officeDocument/2006/relationships/notesSlide" Target="/ppt/notesSlides/notesSlide6.xml" Id="R47e36fa90ce04aa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9c52b2bfcf3c4c51"/><Relationship Type="http://schemas.openxmlformats.org/officeDocument/2006/relationships/notesSlide" Target="/ppt/notesSlides/notesSlide7.xml" Id="Rbbbf702a9d3a4b9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f66752943fd04546"/><Relationship Type="http://schemas.openxmlformats.org/officeDocument/2006/relationships/notesSlide" Target="/ppt/notesSlides/notesSlide8.xml" Id="R400a38e54d484d9e"/></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ab88d277d1c9472b"/><Relationship Type="http://schemas.openxmlformats.org/officeDocument/2006/relationships/notesSlide" Target="/ppt/notesSlides/notesSlide9.xml" Id="R45dd2f4e7f6a431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a8696550a32431d"/><Relationship Type="http://schemas.openxmlformats.org/officeDocument/2006/relationships/notesSlide" Target="/ppt/notesSlides/notesSlide10.xml" Id="R499c92282de74da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a3377efde09540b1"/><Relationship Type="http://schemas.openxmlformats.org/officeDocument/2006/relationships/image" Target="/ppt/media/image.png" Id="R13e8a6cc7e45469c"/><Relationship Type="http://schemas.openxmlformats.org/officeDocument/2006/relationships/notesSlide" Target="/ppt/notesSlides/notesSlide11.xml" Id="R544d66d7448b41dc"/></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188c33204093463a"/><Relationship Type="http://schemas.openxmlformats.org/officeDocument/2006/relationships/notesSlide" Target="/ppt/notesSlides/notesSlide12.xml" Id="R4596c3e92cb14eb0"/></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1">
            <a:extLst xmlns:a="http://schemas.openxmlformats.org/drawingml/2006/main">
              <a:ext uri="{FF2B5EF4-FFF2-40B4-BE49-F238E27FC236}">
                <a16:creationId xmlns:a16="http://schemas.microsoft.com/office/drawing/2014/main" id="{66AC4119-C53A-40DC-95F7-F60CE0CC4366}"/>
              </a:ext>
            </a:extLst>
          </p:cNvPr>
          <p:cNvSpPr>
            <a:spLocks xmlns:a="http://schemas.openxmlformats.org/drawingml/2006/main" noGrp="1"/>
          </p:cNvSpPr>
          <p:nvPr/>
        </p:nvSpPr>
        <p:spPr>
          <a:xfrm xmlns:a="http://schemas.openxmlformats.org/drawingml/2006/main">
            <a:off x="609600" y="381000"/>
            <a:ext cx="9886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Yu Gothic"/>
                <a:ea typeface="Yu Gothic"/>
                <a:cs typeface="Yu Gothic"/>
              </a:defRPr>
            </a:defPPr>
            <a:lvl1pPr algn="l">
              <a:defRPr sz="2850" b="1">
                <a:solidFill>
                  <a:srgbClr val="231F20"/>
                </a:solidFill>
                <a:latin typeface="Yu Gothic"/>
                <a:ea typeface="Yu Gothic"/>
                <a:cs typeface="Yu Gothic"/>
              </a:defRPr>
            </a:lvl1pPr>
            <a:lvl2pPr algn="l">
              <a:defRPr sz="2850" b="1">
                <a:solidFill>
                  <a:srgbClr val="231F20"/>
                </a:solidFill>
                <a:latin typeface="Yu Gothic"/>
                <a:ea typeface="Yu Gothic"/>
                <a:cs typeface="Yu Gothic"/>
              </a:defRPr>
            </a:lvl2pPr>
            <a:lvl3pPr algn="l">
              <a:defRPr sz="2850" b="1">
                <a:solidFill>
                  <a:srgbClr val="231F20"/>
                </a:solidFill>
                <a:latin typeface="Yu Gothic"/>
                <a:ea typeface="Yu Gothic"/>
                <a:cs typeface="Yu Gothic"/>
              </a:defRPr>
            </a:lvl3pPr>
            <a:lvl4pPr algn="l">
              <a:defRPr sz="2850" b="1">
                <a:solidFill>
                  <a:srgbClr val="231F20"/>
                </a:solidFill>
                <a:latin typeface="Yu Gothic"/>
                <a:ea typeface="Yu Gothic"/>
                <a:cs typeface="Yu Gothic"/>
              </a:defRPr>
            </a:lvl4pPr>
            <a:lvl5pPr algn="l">
              <a:defRPr sz="2850" b="1">
                <a:solidFill>
                  <a:srgbClr val="231F20"/>
                </a:solidFill>
                <a:latin typeface="Yu Gothic"/>
                <a:ea typeface="Yu Gothic"/>
                <a:cs typeface="Yu Gothic"/>
              </a:defRPr>
            </a:lvl5pPr>
            <a:lvl6pPr algn="l">
              <a:defRPr sz="2850" b="1">
                <a:solidFill>
                  <a:srgbClr val="231F20"/>
                </a:solidFill>
                <a:latin typeface="Yu Gothic"/>
                <a:ea typeface="Yu Gothic"/>
                <a:cs typeface="Yu Gothic"/>
              </a:defRPr>
            </a:lvl6pPr>
            <a:lvl7pPr algn="l">
              <a:defRPr sz="2850" b="1">
                <a:solidFill>
                  <a:srgbClr val="231F20"/>
                </a:solidFill>
                <a:latin typeface="Yu Gothic"/>
                <a:ea typeface="Yu Gothic"/>
                <a:cs typeface="Yu Gothic"/>
              </a:defRPr>
            </a:lvl7pPr>
            <a:lvl8pPr algn="l">
              <a:defRPr sz="2850" b="1">
                <a:solidFill>
                  <a:srgbClr val="231F20"/>
                </a:solidFill>
                <a:latin typeface="Yu Gothic"/>
                <a:ea typeface="Yu Gothic"/>
                <a:cs typeface="Yu Gothic"/>
              </a:defRPr>
            </a:lvl8pPr>
            <a:lvl9pPr algn="l">
              <a:defRPr sz="2850" b="1">
                <a:solidFill>
                  <a:srgbClr val="231F20"/>
                </a:solidFill>
                <a:latin typeface="Yu Gothic"/>
                <a:ea typeface="Yu Gothic"/>
                <a:cs typeface="Yu Gothic"/>
              </a:defRPr>
            </a:lvl9pPr>
          </a:lstStyle>
          <a:p xmlns:a="http://schemas.openxmlformats.org/drawingml/2006/main">
            <a:pPr algn="l">
              <a:defRPr sz="2850" b="1">
                <a:solidFill>
                  <a:srgbClr val="231F20"/>
                </a:solidFill>
                <a:latin typeface="Yu Gothic"/>
                <a:ea typeface="Yu Gothic"/>
                <a:cs typeface="Yu Gothic"/>
              </a:defRPr>
            </a:pPr>
            <a:r>
              <a:rPr sz="2850" b="1">
                <a:solidFill>
                  <a:srgbClr val="231F20"/>
                </a:solidFill>
                <a:latin typeface="Yu Gothic"/>
                <a:ea typeface="Yu Gothic"/>
                <a:cs typeface="Yu Gothic"/>
              </a:rPr>
              <a:t>FPGAを用いた二次元ゲーム機の設計と実装</a:t>
            </a:r>
          </a:p>
        </p:txBody>
      </p:sp>
      <p:sp>
        <p:nvSpPr>
          <p:cNvPr id="2" name="text-2">
            <a:extLst xmlns:a="http://schemas.openxmlformats.org/drawingml/2006/main">
              <a:ext uri="{FF2B5EF4-FFF2-40B4-BE49-F238E27FC236}">
                <a16:creationId xmlns:a16="http://schemas.microsoft.com/office/drawing/2014/main" id="{717B6363-0DBB-4BEE-B84B-C776CEB177A9}"/>
              </a:ext>
            </a:extLst>
          </p:cNvPr>
          <p:cNvSpPr>
            <a:spLocks xmlns:a="http://schemas.openxmlformats.org/drawingml/2006/main" noGrp="1"/>
          </p:cNvSpPr>
          <p:nvPr/>
        </p:nvSpPr>
        <p:spPr>
          <a:xfrm xmlns:a="http://schemas.openxmlformats.org/drawingml/2006/main">
            <a:off x="10563225" y="190500"/>
            <a:ext cx="10096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7950" b="1">
                <a:solidFill>
                  <a:srgbClr val="0078BA"/>
                </a:solidFill>
                <a:latin typeface="Arial"/>
                <a:ea typeface="Arial"/>
                <a:cs typeface="Arial"/>
              </a:defRPr>
            </a:defPPr>
            <a:lvl1pPr algn="r">
              <a:defRPr sz="7950" b="1">
                <a:solidFill>
                  <a:srgbClr val="0078BA"/>
                </a:solidFill>
                <a:latin typeface="Arial"/>
                <a:ea typeface="Arial"/>
                <a:cs typeface="Arial"/>
              </a:defRPr>
            </a:lvl1pPr>
            <a:lvl2pPr algn="r">
              <a:defRPr sz="7950" b="1">
                <a:solidFill>
                  <a:srgbClr val="0078BA"/>
                </a:solidFill>
                <a:latin typeface="Arial"/>
                <a:ea typeface="Arial"/>
                <a:cs typeface="Arial"/>
              </a:defRPr>
            </a:lvl2pPr>
            <a:lvl3pPr algn="r">
              <a:defRPr sz="7950" b="1">
                <a:solidFill>
                  <a:srgbClr val="0078BA"/>
                </a:solidFill>
                <a:latin typeface="Arial"/>
                <a:ea typeface="Arial"/>
                <a:cs typeface="Arial"/>
              </a:defRPr>
            </a:lvl3pPr>
            <a:lvl4pPr algn="r">
              <a:defRPr sz="7950" b="1">
                <a:solidFill>
                  <a:srgbClr val="0078BA"/>
                </a:solidFill>
                <a:latin typeface="Arial"/>
                <a:ea typeface="Arial"/>
                <a:cs typeface="Arial"/>
              </a:defRPr>
            </a:lvl4pPr>
            <a:lvl5pPr algn="r">
              <a:defRPr sz="7950" b="1">
                <a:solidFill>
                  <a:srgbClr val="0078BA"/>
                </a:solidFill>
                <a:latin typeface="Arial"/>
                <a:ea typeface="Arial"/>
                <a:cs typeface="Arial"/>
              </a:defRPr>
            </a:lvl5pPr>
            <a:lvl6pPr algn="r">
              <a:defRPr sz="7950" b="1">
                <a:solidFill>
                  <a:srgbClr val="0078BA"/>
                </a:solidFill>
                <a:latin typeface="Arial"/>
                <a:ea typeface="Arial"/>
                <a:cs typeface="Arial"/>
              </a:defRPr>
            </a:lvl6pPr>
            <a:lvl7pPr algn="r">
              <a:defRPr sz="7950" b="1">
                <a:solidFill>
                  <a:srgbClr val="0078BA"/>
                </a:solidFill>
                <a:latin typeface="Arial"/>
                <a:ea typeface="Arial"/>
                <a:cs typeface="Arial"/>
              </a:defRPr>
            </a:lvl7pPr>
            <a:lvl8pPr algn="r">
              <a:defRPr sz="7950" b="1">
                <a:solidFill>
                  <a:srgbClr val="0078BA"/>
                </a:solidFill>
                <a:latin typeface="Arial"/>
                <a:ea typeface="Arial"/>
                <a:cs typeface="Arial"/>
              </a:defRPr>
            </a:lvl8pPr>
            <a:lvl9pPr algn="r">
              <a:defRPr sz="7950" b="1">
                <a:solidFill>
                  <a:srgbClr val="0078BA"/>
                </a:solidFill>
                <a:latin typeface="Arial"/>
                <a:ea typeface="Arial"/>
                <a:cs typeface="Arial"/>
              </a:defRPr>
            </a:lvl9pPr>
          </a:lstStyle>
          <a:p xmlns:a="http://schemas.openxmlformats.org/drawingml/2006/main">
            <a:pPr algn="r">
              <a:defRPr sz="7950" b="1">
                <a:solidFill>
                  <a:srgbClr val="0078BA"/>
                </a:solidFill>
                <a:latin typeface="Arial"/>
                <a:ea typeface="Arial"/>
                <a:cs typeface="Arial"/>
              </a:defRPr>
            </a:pPr>
            <a:r>
              <a:rPr sz="7950" b="1">
                <a:solidFill>
                  <a:srgbClr val="0078BA"/>
                </a:solidFill>
                <a:latin typeface="Arial"/>
                <a:ea typeface="Arial"/>
                <a:cs typeface="Arial"/>
              </a:rPr>
              <a:t>1</a:t>
            </a:r>
          </a:p>
        </p:txBody>
      </p:sp>
      <p:sp>
        <p:nvSpPr>
          <p:cNvPr id="3" name="text-3">
            <a:extLst xmlns:a="http://schemas.openxmlformats.org/drawingml/2006/main">
              <a:ext uri="{FF2B5EF4-FFF2-40B4-BE49-F238E27FC236}">
                <a16:creationId xmlns:a16="http://schemas.microsoft.com/office/drawing/2014/main" id="{7ACADB7A-F863-413E-9BB9-2EB3A40C7362}"/>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1</a:t>
            </a:r>
          </a:p>
        </p:txBody>
      </p:sp>
      <p:sp>
        <p:nvSpPr>
          <p:cNvPr id="4" name="text-4">
            <a:extLst xmlns:a="http://schemas.openxmlformats.org/drawingml/2006/main">
              <a:ext uri="{FF2B5EF4-FFF2-40B4-BE49-F238E27FC236}">
                <a16:creationId xmlns:a16="http://schemas.microsoft.com/office/drawing/2014/main" id="{A81CA8CB-2C65-4A55-BF6A-44039D73A8F0}"/>
              </a:ext>
            </a:extLst>
          </p:cNvPr>
          <p:cNvSpPr>
            <a:spLocks xmlns:a="http://schemas.openxmlformats.org/drawingml/2006/main" noGrp="1"/>
          </p:cNvSpPr>
          <p:nvPr/>
        </p:nvSpPr>
        <p:spPr>
          <a:xfrm xmlns:a="http://schemas.openxmlformats.org/drawingml/2006/main">
            <a:off x="609600" y="1476375"/>
            <a:ext cx="10858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750" b="1">
                <a:solidFill>
                  <a:srgbClr val="231F20"/>
                </a:solidFill>
                <a:latin typeface="Yu Gothic"/>
                <a:ea typeface="Yu Gothic"/>
                <a:cs typeface="Yu Gothic"/>
              </a:defRPr>
            </a:defPPr>
            <a:lvl1pPr algn="l">
              <a:defRPr sz="3750" b="1">
                <a:solidFill>
                  <a:srgbClr val="231F20"/>
                </a:solidFill>
                <a:latin typeface="Yu Gothic"/>
                <a:ea typeface="Yu Gothic"/>
                <a:cs typeface="Yu Gothic"/>
              </a:defRPr>
            </a:lvl1pPr>
            <a:lvl2pPr algn="l">
              <a:defRPr sz="3750" b="1">
                <a:solidFill>
                  <a:srgbClr val="231F20"/>
                </a:solidFill>
                <a:latin typeface="Yu Gothic"/>
                <a:ea typeface="Yu Gothic"/>
                <a:cs typeface="Yu Gothic"/>
              </a:defRPr>
            </a:lvl2pPr>
            <a:lvl3pPr algn="l">
              <a:defRPr sz="3750" b="1">
                <a:solidFill>
                  <a:srgbClr val="231F20"/>
                </a:solidFill>
                <a:latin typeface="Yu Gothic"/>
                <a:ea typeface="Yu Gothic"/>
                <a:cs typeface="Yu Gothic"/>
              </a:defRPr>
            </a:lvl3pPr>
            <a:lvl4pPr algn="l">
              <a:defRPr sz="3750" b="1">
                <a:solidFill>
                  <a:srgbClr val="231F20"/>
                </a:solidFill>
                <a:latin typeface="Yu Gothic"/>
                <a:ea typeface="Yu Gothic"/>
                <a:cs typeface="Yu Gothic"/>
              </a:defRPr>
            </a:lvl4pPr>
            <a:lvl5pPr algn="l">
              <a:defRPr sz="3750" b="1">
                <a:solidFill>
                  <a:srgbClr val="231F20"/>
                </a:solidFill>
                <a:latin typeface="Yu Gothic"/>
                <a:ea typeface="Yu Gothic"/>
                <a:cs typeface="Yu Gothic"/>
              </a:defRPr>
            </a:lvl5pPr>
            <a:lvl6pPr algn="l">
              <a:defRPr sz="3750" b="1">
                <a:solidFill>
                  <a:srgbClr val="231F20"/>
                </a:solidFill>
                <a:latin typeface="Yu Gothic"/>
                <a:ea typeface="Yu Gothic"/>
                <a:cs typeface="Yu Gothic"/>
              </a:defRPr>
            </a:lvl6pPr>
            <a:lvl7pPr algn="l">
              <a:defRPr sz="3750" b="1">
                <a:solidFill>
                  <a:srgbClr val="231F20"/>
                </a:solidFill>
                <a:latin typeface="Yu Gothic"/>
                <a:ea typeface="Yu Gothic"/>
                <a:cs typeface="Yu Gothic"/>
              </a:defRPr>
            </a:lvl7pPr>
            <a:lvl8pPr algn="l">
              <a:defRPr sz="3750" b="1">
                <a:solidFill>
                  <a:srgbClr val="231F20"/>
                </a:solidFill>
                <a:latin typeface="Yu Gothic"/>
                <a:ea typeface="Yu Gothic"/>
                <a:cs typeface="Yu Gothic"/>
              </a:defRPr>
            </a:lvl8pPr>
            <a:lvl9pPr algn="l">
              <a:defRPr sz="3750" b="1">
                <a:solidFill>
                  <a:srgbClr val="231F20"/>
                </a:solidFill>
                <a:latin typeface="Yu Gothic"/>
                <a:ea typeface="Yu Gothic"/>
                <a:cs typeface="Yu Gothic"/>
              </a:defRPr>
            </a:lvl9pPr>
          </a:lstStyle>
          <a:p xmlns:a="http://schemas.openxmlformats.org/drawingml/2006/main">
            <a:pPr algn="l">
              <a:defRPr sz="3750" b="1">
                <a:solidFill>
                  <a:srgbClr val="231F20"/>
                </a:solidFill>
                <a:latin typeface="Yu Gothic"/>
                <a:ea typeface="Yu Gothic"/>
                <a:cs typeface="Yu Gothic"/>
              </a:defRPr>
            </a:pPr>
            <a:r>
              <a:rPr sz="3750" b="1">
                <a:solidFill>
                  <a:srgbClr val="231F20"/>
                </a:solidFill>
                <a:latin typeface="Yu Gothic"/>
                <a:ea typeface="Yu Gothic"/>
                <a:cs typeface="Yu Gothic"/>
              </a:rPr>
              <a:t>CPUの1回の書込みを、</a:t>
            </a:r>
          </a:p>
          <a:p xmlns:a="http://schemas.openxmlformats.org/drawingml/2006/main">
            <a:pPr algn="l">
              <a:defRPr sz="3750" b="1">
                <a:solidFill>
                  <a:srgbClr val="231F20"/>
                </a:solidFill>
                <a:latin typeface="Yu Gothic"/>
                <a:ea typeface="Yu Gothic"/>
                <a:cs typeface="Yu Gothic"/>
              </a:defRPr>
            </a:pPr>
            <a:r>
              <a:rPr sz="3750" b="1">
                <a:solidFill>
                  <a:srgbClr val="231F20"/>
                </a:solidFill>
                <a:latin typeface="Yu Gothic"/>
                <a:ea typeface="Yu Gothic"/>
                <a:cs typeface="Yu Gothic"/>
              </a:rPr>
              <a:t>描画回路へ届ける</a:t>
            </a:r>
          </a:p>
        </p:txBody>
      </p:sp>
      <p:sp>
        <p:nvSpPr>
          <p:cNvPr id="5" name="text-5">
            <a:extLst xmlns:a="http://schemas.openxmlformats.org/drawingml/2006/main">
              <a:ext uri="{FF2B5EF4-FFF2-40B4-BE49-F238E27FC236}">
                <a16:creationId xmlns:a16="http://schemas.microsoft.com/office/drawing/2014/main" id="{9AE476A5-BF5F-4786-B3A0-AA8C3318E36C}"/>
              </a:ext>
            </a:extLst>
          </p:cNvPr>
          <p:cNvSpPr>
            <a:spLocks xmlns:a="http://schemas.openxmlformats.org/drawingml/2006/main" noGrp="1"/>
          </p:cNvSpPr>
          <p:nvPr/>
        </p:nvSpPr>
        <p:spPr>
          <a:xfrm xmlns:a="http://schemas.openxmlformats.org/drawingml/2006/main">
            <a:off x="609600" y="32861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0">
                <a:solidFill>
                  <a:srgbClr val="231F20"/>
                </a:solidFill>
                <a:latin typeface="Yu Gothic"/>
                <a:ea typeface="Yu Gothic"/>
                <a:cs typeface="Yu Gothic"/>
              </a:defRPr>
            </a:defPPr>
            <a:lvl1pPr algn="l">
              <a:defRPr sz="2175" b="0">
                <a:solidFill>
                  <a:srgbClr val="231F20"/>
                </a:solidFill>
                <a:latin typeface="Yu Gothic"/>
                <a:ea typeface="Yu Gothic"/>
                <a:cs typeface="Yu Gothic"/>
              </a:defRPr>
            </a:lvl1pPr>
            <a:lvl2pPr algn="l">
              <a:defRPr sz="2175" b="0">
                <a:solidFill>
                  <a:srgbClr val="231F20"/>
                </a:solidFill>
                <a:latin typeface="Yu Gothic"/>
                <a:ea typeface="Yu Gothic"/>
                <a:cs typeface="Yu Gothic"/>
              </a:defRPr>
            </a:lvl2pPr>
            <a:lvl3pPr algn="l">
              <a:defRPr sz="2175" b="0">
                <a:solidFill>
                  <a:srgbClr val="231F20"/>
                </a:solidFill>
                <a:latin typeface="Yu Gothic"/>
                <a:ea typeface="Yu Gothic"/>
                <a:cs typeface="Yu Gothic"/>
              </a:defRPr>
            </a:lvl3pPr>
            <a:lvl4pPr algn="l">
              <a:defRPr sz="2175" b="0">
                <a:solidFill>
                  <a:srgbClr val="231F20"/>
                </a:solidFill>
                <a:latin typeface="Yu Gothic"/>
                <a:ea typeface="Yu Gothic"/>
                <a:cs typeface="Yu Gothic"/>
              </a:defRPr>
            </a:lvl4pPr>
            <a:lvl5pPr algn="l">
              <a:defRPr sz="2175" b="0">
                <a:solidFill>
                  <a:srgbClr val="231F20"/>
                </a:solidFill>
                <a:latin typeface="Yu Gothic"/>
                <a:ea typeface="Yu Gothic"/>
                <a:cs typeface="Yu Gothic"/>
              </a:defRPr>
            </a:lvl5pPr>
            <a:lvl6pPr algn="l">
              <a:defRPr sz="2175" b="0">
                <a:solidFill>
                  <a:srgbClr val="231F20"/>
                </a:solidFill>
                <a:latin typeface="Yu Gothic"/>
                <a:ea typeface="Yu Gothic"/>
                <a:cs typeface="Yu Gothic"/>
              </a:defRPr>
            </a:lvl6pPr>
            <a:lvl7pPr algn="l">
              <a:defRPr sz="2175" b="0">
                <a:solidFill>
                  <a:srgbClr val="231F20"/>
                </a:solidFill>
                <a:latin typeface="Yu Gothic"/>
                <a:ea typeface="Yu Gothic"/>
                <a:cs typeface="Yu Gothic"/>
              </a:defRPr>
            </a:lvl7pPr>
            <a:lvl8pPr algn="l">
              <a:defRPr sz="2175" b="0">
                <a:solidFill>
                  <a:srgbClr val="231F20"/>
                </a:solidFill>
                <a:latin typeface="Yu Gothic"/>
                <a:ea typeface="Yu Gothic"/>
                <a:cs typeface="Yu Gothic"/>
              </a:defRPr>
            </a:lvl8pPr>
            <a:lvl9pPr algn="l">
              <a:defRPr sz="2175" b="0">
                <a:solidFill>
                  <a:srgbClr val="231F20"/>
                </a:solidFill>
                <a:latin typeface="Yu Gothic"/>
                <a:ea typeface="Yu Gothic"/>
                <a:cs typeface="Yu Gothic"/>
              </a:defRPr>
            </a:lvl9pPr>
          </a:lstStyle>
          <a:p xmlns:a="http://schemas.openxmlformats.org/drawingml/2006/main">
            <a:pPr algn="l">
              <a:defRPr sz="2175" b="0">
                <a:solidFill>
                  <a:srgbClr val="231F20"/>
                </a:solidFill>
                <a:latin typeface="Yu Gothic"/>
                <a:ea typeface="Yu Gothic"/>
                <a:cs typeface="Yu Gothic"/>
              </a:defRPr>
            </a:pPr>
            <a:r>
              <a:rPr sz="2175" b="0">
                <a:solidFill>
                  <a:srgbClr val="231F20"/>
                </a:solidFill>
                <a:latin typeface="Yu Gothic"/>
                <a:ea typeface="Yu Gothic"/>
                <a:cs typeface="Yu Gothic"/>
              </a:rPr>
              <a:t>Wallyを拡張する学習者に向けた、ゲーム機の設計例</a:t>
            </a:r>
          </a:p>
        </p:txBody>
      </p:sp>
      <p:sp>
        <p:nvSpPr>
          <p:cNvPr id="6" name="block-6">
            <a:extLst xmlns:a="http://schemas.openxmlformats.org/drawingml/2006/main">
              <a:ext uri="{FF2B5EF4-FFF2-40B4-BE49-F238E27FC236}">
                <a16:creationId xmlns:a16="http://schemas.microsoft.com/office/drawing/2014/main" id="{B8585B8A-7AB9-4574-92EE-9A38DE71CAD9}"/>
              </a:ext>
            </a:extLst>
          </p:cNvPr>
          <p:cNvSpPr>
            <a:spLocks xmlns:a="http://schemas.openxmlformats.org/drawingml/2006/main" noGrp="1"/>
          </p:cNvSpPr>
          <p:nvPr/>
        </p:nvSpPr>
        <p:spPr>
          <a:xfrm xmlns:a="http://schemas.openxmlformats.org/drawingml/2006/main">
            <a:off x="609600" y="4543425"/>
            <a:ext cx="2362200" cy="61912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7" name="text-7">
            <a:extLst xmlns:a="http://schemas.openxmlformats.org/drawingml/2006/main">
              <a:ext uri="{FF2B5EF4-FFF2-40B4-BE49-F238E27FC236}">
                <a16:creationId xmlns:a16="http://schemas.microsoft.com/office/drawing/2014/main" id="{F5688781-B03F-4BCC-AAD7-5D37D0B49620}"/>
              </a:ext>
            </a:extLst>
          </p:cNvPr>
          <p:cNvSpPr>
            <a:spLocks xmlns:a="http://schemas.openxmlformats.org/drawingml/2006/main" noGrp="1"/>
          </p:cNvSpPr>
          <p:nvPr/>
        </p:nvSpPr>
        <p:spPr>
          <a:xfrm xmlns:a="http://schemas.openxmlformats.org/drawingml/2006/main">
            <a:off x="685800" y="4600575"/>
            <a:ext cx="2209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950" b="1">
                <a:solidFill>
                  <a:srgbClr val="231F20"/>
                </a:solidFill>
                <a:latin typeface="Yu Gothic"/>
                <a:ea typeface="Yu Gothic"/>
                <a:cs typeface="Yu Gothic"/>
              </a:defRPr>
            </a:defPPr>
            <a:lvl1pPr algn="ctr">
              <a:defRPr sz="1950" b="1">
                <a:solidFill>
                  <a:srgbClr val="231F20"/>
                </a:solidFill>
                <a:latin typeface="Yu Gothic"/>
                <a:ea typeface="Yu Gothic"/>
                <a:cs typeface="Yu Gothic"/>
              </a:defRPr>
            </a:lvl1pPr>
            <a:lvl2pPr algn="ctr">
              <a:defRPr sz="1950" b="1">
                <a:solidFill>
                  <a:srgbClr val="231F20"/>
                </a:solidFill>
                <a:latin typeface="Yu Gothic"/>
                <a:ea typeface="Yu Gothic"/>
                <a:cs typeface="Yu Gothic"/>
              </a:defRPr>
            </a:lvl2pPr>
            <a:lvl3pPr algn="ctr">
              <a:defRPr sz="1950" b="1">
                <a:solidFill>
                  <a:srgbClr val="231F20"/>
                </a:solidFill>
                <a:latin typeface="Yu Gothic"/>
                <a:ea typeface="Yu Gothic"/>
                <a:cs typeface="Yu Gothic"/>
              </a:defRPr>
            </a:lvl3pPr>
            <a:lvl4pPr algn="ctr">
              <a:defRPr sz="1950" b="1">
                <a:solidFill>
                  <a:srgbClr val="231F20"/>
                </a:solidFill>
                <a:latin typeface="Yu Gothic"/>
                <a:ea typeface="Yu Gothic"/>
                <a:cs typeface="Yu Gothic"/>
              </a:defRPr>
            </a:lvl4pPr>
            <a:lvl5pPr algn="ctr">
              <a:defRPr sz="1950" b="1">
                <a:solidFill>
                  <a:srgbClr val="231F20"/>
                </a:solidFill>
                <a:latin typeface="Yu Gothic"/>
                <a:ea typeface="Yu Gothic"/>
                <a:cs typeface="Yu Gothic"/>
              </a:defRPr>
            </a:lvl5pPr>
            <a:lvl6pPr algn="ctr">
              <a:defRPr sz="1950" b="1">
                <a:solidFill>
                  <a:srgbClr val="231F20"/>
                </a:solidFill>
                <a:latin typeface="Yu Gothic"/>
                <a:ea typeface="Yu Gothic"/>
                <a:cs typeface="Yu Gothic"/>
              </a:defRPr>
            </a:lvl6pPr>
            <a:lvl7pPr algn="ctr">
              <a:defRPr sz="1950" b="1">
                <a:solidFill>
                  <a:srgbClr val="231F20"/>
                </a:solidFill>
                <a:latin typeface="Yu Gothic"/>
                <a:ea typeface="Yu Gothic"/>
                <a:cs typeface="Yu Gothic"/>
              </a:defRPr>
            </a:lvl7pPr>
            <a:lvl8pPr algn="ctr">
              <a:defRPr sz="1950" b="1">
                <a:solidFill>
                  <a:srgbClr val="231F20"/>
                </a:solidFill>
                <a:latin typeface="Yu Gothic"/>
                <a:ea typeface="Yu Gothic"/>
                <a:cs typeface="Yu Gothic"/>
              </a:defRPr>
            </a:lvl8pPr>
            <a:lvl9pPr algn="ctr">
              <a:defRPr sz="1950" b="1">
                <a:solidFill>
                  <a:srgbClr val="231F20"/>
                </a:solidFill>
                <a:latin typeface="Yu Gothic"/>
                <a:ea typeface="Yu Gothic"/>
                <a:cs typeface="Yu Gothic"/>
              </a:defRPr>
            </a:lvl9pPr>
          </a:lstStyle>
          <a:p xmlns:a="http://schemas.openxmlformats.org/drawingml/2006/main">
            <a:pPr algn="ctr">
              <a:defRPr sz="1950" b="1">
                <a:solidFill>
                  <a:srgbClr val="231F20"/>
                </a:solidFill>
                <a:latin typeface="Yu Gothic"/>
                <a:ea typeface="Yu Gothic"/>
                <a:cs typeface="Yu Gothic"/>
              </a:defRPr>
            </a:pPr>
            <a:r>
              <a:rPr sz="1950" b="1">
                <a:solidFill>
                  <a:srgbClr val="231F20"/>
                </a:solidFill>
                <a:latin typeface="Yu Gothic"/>
                <a:ea typeface="Yu Gothic"/>
                <a:cs typeface="Yu Gothic"/>
              </a:rPr>
              <a:t>メモリへの書込み</a:t>
            </a:r>
          </a:p>
        </p:txBody>
      </p:sp>
      <p:sp>
        <p:nvSpPr>
          <p:cNvPr id="8" name="wire-8">
            <a:extLst xmlns:a="http://schemas.openxmlformats.org/drawingml/2006/main">
              <a:ext uri="{FF2B5EF4-FFF2-40B4-BE49-F238E27FC236}">
                <a16:creationId xmlns:a16="http://schemas.microsoft.com/office/drawing/2014/main" id="{B4D86968-B4C8-4617-B285-0BD2AB67B676}"/>
              </a:ext>
            </a:extLst>
          </p:cNvPr>
          <p:cNvSpPr>
            <a:spLocks xmlns:a="http://schemas.openxmlformats.org/drawingml/2006/main" noGrp="1"/>
          </p:cNvSpPr>
          <p:nvPr/>
        </p:nvSpPr>
        <p:spPr>
          <a:xfrm xmlns:a="http://schemas.openxmlformats.org/drawingml/2006/main">
            <a:off x="2971800" y="4848225"/>
            <a:ext cx="371475" cy="9525"/>
          </a:xfrm>
          <a:custGeom xmlns:a="http://schemas.openxmlformats.org/drawingml/2006/main">
            <a:pathLst>
              <a:path w="371475" h="9525">
                <a:moveTo>
                  <a:pt x="0" y="0"/>
                </a:moveTo>
                <a:lnTo>
                  <a:pt x="371475" y="0"/>
                </a:lnTo>
              </a:path>
            </a:pathLst>
          </a:custGeom>
          <a:noFill xmlns:a="http://schemas.openxmlformats.org/drawingml/2006/main"/>
          <a:ln xmlns:a="http://schemas.openxmlformats.org/drawingml/2006/main" w="22860">
            <a:solidFill>
              <a:srgbClr val="231F20"/>
            </a:solidFill>
          </a:ln>
        </p:spPr>
      </p:sp>
      <p:sp>
        <p:nvSpPr>
          <p:cNvPr id="9" name="circuit-9">
            <a:extLst xmlns:a="http://schemas.openxmlformats.org/drawingml/2006/main">
              <a:ext uri="{FF2B5EF4-FFF2-40B4-BE49-F238E27FC236}">
                <a16:creationId xmlns:a16="http://schemas.microsoft.com/office/drawing/2014/main" id="{EEAB7859-59AE-4D87-8090-49A5A5E9321E}"/>
              </a:ext>
            </a:extLst>
          </p:cNvPr>
          <p:cNvSpPr>
            <a:spLocks xmlns:a="http://schemas.openxmlformats.org/drawingml/2006/main" noGrp="1"/>
          </p:cNvSpPr>
          <p:nvPr/>
        </p:nvSpPr>
        <p:spPr>
          <a:xfrm xmlns:a="http://schemas.openxmlformats.org/drawingml/2006/main">
            <a:off x="3248025" y="48101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0" name="block-10">
            <a:extLst xmlns:a="http://schemas.openxmlformats.org/drawingml/2006/main">
              <a:ext uri="{FF2B5EF4-FFF2-40B4-BE49-F238E27FC236}">
                <a16:creationId xmlns:a16="http://schemas.microsoft.com/office/drawing/2014/main" id="{21CCEA25-0E1E-4529-864D-3AC9E0AFA05F}"/>
              </a:ext>
            </a:extLst>
          </p:cNvPr>
          <p:cNvSpPr>
            <a:spLocks xmlns:a="http://schemas.openxmlformats.org/drawingml/2006/main" noGrp="1"/>
          </p:cNvSpPr>
          <p:nvPr/>
        </p:nvSpPr>
        <p:spPr>
          <a:xfrm xmlns:a="http://schemas.openxmlformats.org/drawingml/2006/main">
            <a:off x="3457575" y="4543425"/>
            <a:ext cx="2362200" cy="61912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1" name="text-11">
            <a:extLst xmlns:a="http://schemas.openxmlformats.org/drawingml/2006/main">
              <a:ext uri="{FF2B5EF4-FFF2-40B4-BE49-F238E27FC236}">
                <a16:creationId xmlns:a16="http://schemas.microsoft.com/office/drawing/2014/main" id="{4B647E3D-030B-4262-BFCA-6558FD86B011}"/>
              </a:ext>
            </a:extLst>
          </p:cNvPr>
          <p:cNvSpPr>
            <a:spLocks xmlns:a="http://schemas.openxmlformats.org/drawingml/2006/main" noGrp="1"/>
          </p:cNvSpPr>
          <p:nvPr/>
        </p:nvSpPr>
        <p:spPr>
          <a:xfrm xmlns:a="http://schemas.openxmlformats.org/drawingml/2006/main">
            <a:off x="3533775" y="4600575"/>
            <a:ext cx="2209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950" b="1">
                <a:solidFill>
                  <a:srgbClr val="231F20"/>
                </a:solidFill>
                <a:latin typeface="Yu Gothic"/>
                <a:ea typeface="Yu Gothic"/>
                <a:cs typeface="Yu Gothic"/>
              </a:defRPr>
            </a:defPPr>
            <a:lvl1pPr algn="ctr">
              <a:defRPr sz="1950" b="1">
                <a:solidFill>
                  <a:srgbClr val="231F20"/>
                </a:solidFill>
                <a:latin typeface="Yu Gothic"/>
                <a:ea typeface="Yu Gothic"/>
                <a:cs typeface="Yu Gothic"/>
              </a:defRPr>
            </a:lvl1pPr>
            <a:lvl2pPr algn="ctr">
              <a:defRPr sz="1950" b="1">
                <a:solidFill>
                  <a:srgbClr val="231F20"/>
                </a:solidFill>
                <a:latin typeface="Yu Gothic"/>
                <a:ea typeface="Yu Gothic"/>
                <a:cs typeface="Yu Gothic"/>
              </a:defRPr>
            </a:lvl2pPr>
            <a:lvl3pPr algn="ctr">
              <a:defRPr sz="1950" b="1">
                <a:solidFill>
                  <a:srgbClr val="231F20"/>
                </a:solidFill>
                <a:latin typeface="Yu Gothic"/>
                <a:ea typeface="Yu Gothic"/>
                <a:cs typeface="Yu Gothic"/>
              </a:defRPr>
            </a:lvl3pPr>
            <a:lvl4pPr algn="ctr">
              <a:defRPr sz="1950" b="1">
                <a:solidFill>
                  <a:srgbClr val="231F20"/>
                </a:solidFill>
                <a:latin typeface="Yu Gothic"/>
                <a:ea typeface="Yu Gothic"/>
                <a:cs typeface="Yu Gothic"/>
              </a:defRPr>
            </a:lvl4pPr>
            <a:lvl5pPr algn="ctr">
              <a:defRPr sz="1950" b="1">
                <a:solidFill>
                  <a:srgbClr val="231F20"/>
                </a:solidFill>
                <a:latin typeface="Yu Gothic"/>
                <a:ea typeface="Yu Gothic"/>
                <a:cs typeface="Yu Gothic"/>
              </a:defRPr>
            </a:lvl5pPr>
            <a:lvl6pPr algn="ctr">
              <a:defRPr sz="1950" b="1">
                <a:solidFill>
                  <a:srgbClr val="231F20"/>
                </a:solidFill>
                <a:latin typeface="Yu Gothic"/>
                <a:ea typeface="Yu Gothic"/>
                <a:cs typeface="Yu Gothic"/>
              </a:defRPr>
            </a:lvl6pPr>
            <a:lvl7pPr algn="ctr">
              <a:defRPr sz="1950" b="1">
                <a:solidFill>
                  <a:srgbClr val="231F20"/>
                </a:solidFill>
                <a:latin typeface="Yu Gothic"/>
                <a:ea typeface="Yu Gothic"/>
                <a:cs typeface="Yu Gothic"/>
              </a:defRPr>
            </a:lvl7pPr>
            <a:lvl8pPr algn="ctr">
              <a:defRPr sz="1950" b="1">
                <a:solidFill>
                  <a:srgbClr val="231F20"/>
                </a:solidFill>
                <a:latin typeface="Yu Gothic"/>
                <a:ea typeface="Yu Gothic"/>
                <a:cs typeface="Yu Gothic"/>
              </a:defRPr>
            </a:lvl8pPr>
            <a:lvl9pPr algn="ctr">
              <a:defRPr sz="1950" b="1">
                <a:solidFill>
                  <a:srgbClr val="231F20"/>
                </a:solidFill>
                <a:latin typeface="Yu Gothic"/>
                <a:ea typeface="Yu Gothic"/>
                <a:cs typeface="Yu Gothic"/>
              </a:defRPr>
            </a:lvl9pPr>
          </a:lstStyle>
          <a:p xmlns:a="http://schemas.openxmlformats.org/drawingml/2006/main">
            <a:pPr algn="ctr">
              <a:defRPr sz="1950" b="1">
                <a:solidFill>
                  <a:srgbClr val="231F20"/>
                </a:solidFill>
                <a:latin typeface="Yu Gothic"/>
                <a:ea typeface="Yu Gothic"/>
                <a:cs typeface="Yu Gothic"/>
              </a:defRPr>
            </a:pPr>
            <a:r>
              <a:rPr sz="1950" b="1">
                <a:solidFill>
                  <a:srgbClr val="231F20"/>
                </a:solidFill>
                <a:latin typeface="Yu Gothic"/>
                <a:ea typeface="Yu Gothic"/>
                <a:cs typeface="Yu Gothic"/>
              </a:rPr>
              <a:t>番地で相手を選ぶ</a:t>
            </a:r>
          </a:p>
        </p:txBody>
      </p:sp>
      <p:sp>
        <p:nvSpPr>
          <p:cNvPr id="12" name="wire-12">
            <a:extLst xmlns:a="http://schemas.openxmlformats.org/drawingml/2006/main">
              <a:ext uri="{FF2B5EF4-FFF2-40B4-BE49-F238E27FC236}">
                <a16:creationId xmlns:a16="http://schemas.microsoft.com/office/drawing/2014/main" id="{26093749-5301-46AD-8B25-A157A74BB43E}"/>
              </a:ext>
            </a:extLst>
          </p:cNvPr>
          <p:cNvSpPr>
            <a:spLocks xmlns:a="http://schemas.openxmlformats.org/drawingml/2006/main" noGrp="1"/>
          </p:cNvSpPr>
          <p:nvPr/>
        </p:nvSpPr>
        <p:spPr>
          <a:xfrm xmlns:a="http://schemas.openxmlformats.org/drawingml/2006/main">
            <a:off x="5819775" y="4848225"/>
            <a:ext cx="371475" cy="9525"/>
          </a:xfrm>
          <a:custGeom xmlns:a="http://schemas.openxmlformats.org/drawingml/2006/main">
            <a:pathLst>
              <a:path w="371475" h="9525">
                <a:moveTo>
                  <a:pt x="0" y="0"/>
                </a:moveTo>
                <a:lnTo>
                  <a:pt x="371475" y="0"/>
                </a:lnTo>
              </a:path>
            </a:pathLst>
          </a:custGeom>
          <a:noFill xmlns:a="http://schemas.openxmlformats.org/drawingml/2006/main"/>
          <a:ln xmlns:a="http://schemas.openxmlformats.org/drawingml/2006/main" w="22860">
            <a:solidFill>
              <a:srgbClr val="231F20"/>
            </a:solidFill>
          </a:ln>
        </p:spPr>
      </p:sp>
      <p:sp>
        <p:nvSpPr>
          <p:cNvPr id="13" name="circuit-13">
            <a:extLst xmlns:a="http://schemas.openxmlformats.org/drawingml/2006/main">
              <a:ext uri="{FF2B5EF4-FFF2-40B4-BE49-F238E27FC236}">
                <a16:creationId xmlns:a16="http://schemas.microsoft.com/office/drawing/2014/main" id="{8C166C6E-73A3-4F3E-8BF5-DEDD51289234}"/>
              </a:ext>
            </a:extLst>
          </p:cNvPr>
          <p:cNvSpPr>
            <a:spLocks xmlns:a="http://schemas.openxmlformats.org/drawingml/2006/main" noGrp="1"/>
          </p:cNvSpPr>
          <p:nvPr/>
        </p:nvSpPr>
        <p:spPr>
          <a:xfrm xmlns:a="http://schemas.openxmlformats.org/drawingml/2006/main">
            <a:off x="6096000" y="48101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4" name="block-14">
            <a:extLst xmlns:a="http://schemas.openxmlformats.org/drawingml/2006/main">
              <a:ext uri="{FF2B5EF4-FFF2-40B4-BE49-F238E27FC236}">
                <a16:creationId xmlns:a16="http://schemas.microsoft.com/office/drawing/2014/main" id="{B27862E2-69A1-46DE-AFB2-103A83A3A542}"/>
              </a:ext>
            </a:extLst>
          </p:cNvPr>
          <p:cNvSpPr>
            <a:spLocks xmlns:a="http://schemas.openxmlformats.org/drawingml/2006/main" noGrp="1"/>
          </p:cNvSpPr>
          <p:nvPr/>
        </p:nvSpPr>
        <p:spPr>
          <a:xfrm xmlns:a="http://schemas.openxmlformats.org/drawingml/2006/main">
            <a:off x="6305550" y="4543425"/>
            <a:ext cx="2362200" cy="61912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5" name="text-15">
            <a:extLst xmlns:a="http://schemas.openxmlformats.org/drawingml/2006/main">
              <a:ext uri="{FF2B5EF4-FFF2-40B4-BE49-F238E27FC236}">
                <a16:creationId xmlns:a16="http://schemas.microsoft.com/office/drawing/2014/main" id="{4D415A25-E5C9-425E-ADBF-5FFB14C9AB52}"/>
              </a:ext>
            </a:extLst>
          </p:cNvPr>
          <p:cNvSpPr>
            <a:spLocks xmlns:a="http://schemas.openxmlformats.org/drawingml/2006/main" noGrp="1"/>
          </p:cNvSpPr>
          <p:nvPr/>
        </p:nvSpPr>
        <p:spPr>
          <a:xfrm xmlns:a="http://schemas.openxmlformats.org/drawingml/2006/main">
            <a:off x="6381750" y="4600575"/>
            <a:ext cx="2209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950" b="1">
                <a:solidFill>
                  <a:srgbClr val="231F20"/>
                </a:solidFill>
                <a:latin typeface="Yu Gothic"/>
                <a:ea typeface="Yu Gothic"/>
                <a:cs typeface="Yu Gothic"/>
              </a:defRPr>
            </a:defPPr>
            <a:lvl1pPr algn="ctr">
              <a:defRPr sz="1950" b="1">
                <a:solidFill>
                  <a:srgbClr val="231F20"/>
                </a:solidFill>
                <a:latin typeface="Yu Gothic"/>
                <a:ea typeface="Yu Gothic"/>
                <a:cs typeface="Yu Gothic"/>
              </a:defRPr>
            </a:lvl1pPr>
            <a:lvl2pPr algn="ctr">
              <a:defRPr sz="1950" b="1">
                <a:solidFill>
                  <a:srgbClr val="231F20"/>
                </a:solidFill>
                <a:latin typeface="Yu Gothic"/>
                <a:ea typeface="Yu Gothic"/>
                <a:cs typeface="Yu Gothic"/>
              </a:defRPr>
            </a:lvl2pPr>
            <a:lvl3pPr algn="ctr">
              <a:defRPr sz="1950" b="1">
                <a:solidFill>
                  <a:srgbClr val="231F20"/>
                </a:solidFill>
                <a:latin typeface="Yu Gothic"/>
                <a:ea typeface="Yu Gothic"/>
                <a:cs typeface="Yu Gothic"/>
              </a:defRPr>
            </a:lvl3pPr>
            <a:lvl4pPr algn="ctr">
              <a:defRPr sz="1950" b="1">
                <a:solidFill>
                  <a:srgbClr val="231F20"/>
                </a:solidFill>
                <a:latin typeface="Yu Gothic"/>
                <a:ea typeface="Yu Gothic"/>
                <a:cs typeface="Yu Gothic"/>
              </a:defRPr>
            </a:lvl4pPr>
            <a:lvl5pPr algn="ctr">
              <a:defRPr sz="1950" b="1">
                <a:solidFill>
                  <a:srgbClr val="231F20"/>
                </a:solidFill>
                <a:latin typeface="Yu Gothic"/>
                <a:ea typeface="Yu Gothic"/>
                <a:cs typeface="Yu Gothic"/>
              </a:defRPr>
            </a:lvl5pPr>
            <a:lvl6pPr algn="ctr">
              <a:defRPr sz="1950" b="1">
                <a:solidFill>
                  <a:srgbClr val="231F20"/>
                </a:solidFill>
                <a:latin typeface="Yu Gothic"/>
                <a:ea typeface="Yu Gothic"/>
                <a:cs typeface="Yu Gothic"/>
              </a:defRPr>
            </a:lvl6pPr>
            <a:lvl7pPr algn="ctr">
              <a:defRPr sz="1950" b="1">
                <a:solidFill>
                  <a:srgbClr val="231F20"/>
                </a:solidFill>
                <a:latin typeface="Yu Gothic"/>
                <a:ea typeface="Yu Gothic"/>
                <a:cs typeface="Yu Gothic"/>
              </a:defRPr>
            </a:lvl7pPr>
            <a:lvl8pPr algn="ctr">
              <a:defRPr sz="1950" b="1">
                <a:solidFill>
                  <a:srgbClr val="231F20"/>
                </a:solidFill>
                <a:latin typeface="Yu Gothic"/>
                <a:ea typeface="Yu Gothic"/>
                <a:cs typeface="Yu Gothic"/>
              </a:defRPr>
            </a:lvl8pPr>
            <a:lvl9pPr algn="ctr">
              <a:defRPr sz="1950" b="1">
                <a:solidFill>
                  <a:srgbClr val="231F20"/>
                </a:solidFill>
                <a:latin typeface="Yu Gothic"/>
                <a:ea typeface="Yu Gothic"/>
                <a:cs typeface="Yu Gothic"/>
              </a:defRPr>
            </a:lvl9pPr>
          </a:lstStyle>
          <a:p xmlns:a="http://schemas.openxmlformats.org/drawingml/2006/main">
            <a:pPr algn="ctr">
              <a:defRPr sz="1950" b="1">
                <a:solidFill>
                  <a:srgbClr val="231F20"/>
                </a:solidFill>
                <a:latin typeface="Yu Gothic"/>
                <a:ea typeface="Yu Gothic"/>
                <a:cs typeface="Yu Gothic"/>
              </a:defRPr>
            </a:pPr>
            <a:r>
              <a:rPr sz="1950" b="1">
                <a:solidFill>
                  <a:srgbClr val="231F20"/>
                </a:solidFill>
                <a:latin typeface="Yu Gothic"/>
                <a:ea typeface="Yu Gothic"/>
                <a:cs typeface="Yu Gothic"/>
              </a:rPr>
              <a:t>受渡しを変換</a:t>
            </a:r>
          </a:p>
        </p:txBody>
      </p:sp>
      <p:sp>
        <p:nvSpPr>
          <p:cNvPr id="16" name="wire-16">
            <a:extLst xmlns:a="http://schemas.openxmlformats.org/drawingml/2006/main">
              <a:ext uri="{FF2B5EF4-FFF2-40B4-BE49-F238E27FC236}">
                <a16:creationId xmlns:a16="http://schemas.microsoft.com/office/drawing/2014/main" id="{D49DDF3C-5062-4459-90E2-9CBFA5A66DD1}"/>
              </a:ext>
            </a:extLst>
          </p:cNvPr>
          <p:cNvSpPr>
            <a:spLocks xmlns:a="http://schemas.openxmlformats.org/drawingml/2006/main" noGrp="1"/>
          </p:cNvSpPr>
          <p:nvPr/>
        </p:nvSpPr>
        <p:spPr>
          <a:xfrm xmlns:a="http://schemas.openxmlformats.org/drawingml/2006/main">
            <a:off x="8667750" y="4848225"/>
            <a:ext cx="371475" cy="9525"/>
          </a:xfrm>
          <a:custGeom xmlns:a="http://schemas.openxmlformats.org/drawingml/2006/main">
            <a:pathLst>
              <a:path w="371475" h="9525">
                <a:moveTo>
                  <a:pt x="0" y="0"/>
                </a:moveTo>
                <a:lnTo>
                  <a:pt x="371475" y="0"/>
                </a:lnTo>
              </a:path>
            </a:pathLst>
          </a:custGeom>
          <a:noFill xmlns:a="http://schemas.openxmlformats.org/drawingml/2006/main"/>
          <a:ln xmlns:a="http://schemas.openxmlformats.org/drawingml/2006/main" w="22860">
            <a:solidFill>
              <a:srgbClr val="231F20"/>
            </a:solidFill>
          </a:ln>
        </p:spPr>
      </p:sp>
      <p:sp>
        <p:nvSpPr>
          <p:cNvPr id="17" name="circuit-17">
            <a:extLst xmlns:a="http://schemas.openxmlformats.org/drawingml/2006/main">
              <a:ext uri="{FF2B5EF4-FFF2-40B4-BE49-F238E27FC236}">
                <a16:creationId xmlns:a16="http://schemas.microsoft.com/office/drawing/2014/main" id="{1D93A5DF-B66A-4DD8-B859-71D7A7C98740}"/>
              </a:ext>
            </a:extLst>
          </p:cNvPr>
          <p:cNvSpPr>
            <a:spLocks xmlns:a="http://schemas.openxmlformats.org/drawingml/2006/main" noGrp="1"/>
          </p:cNvSpPr>
          <p:nvPr/>
        </p:nvSpPr>
        <p:spPr>
          <a:xfrm xmlns:a="http://schemas.openxmlformats.org/drawingml/2006/main">
            <a:off x="8943975" y="48101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8" name="block-18">
            <a:extLst xmlns:a="http://schemas.openxmlformats.org/drawingml/2006/main">
              <a:ext uri="{FF2B5EF4-FFF2-40B4-BE49-F238E27FC236}">
                <a16:creationId xmlns:a16="http://schemas.microsoft.com/office/drawing/2014/main" id="{02CDAF1A-79D2-4A36-9680-577CACCA993A}"/>
              </a:ext>
            </a:extLst>
          </p:cNvPr>
          <p:cNvSpPr>
            <a:spLocks xmlns:a="http://schemas.openxmlformats.org/drawingml/2006/main" noGrp="1"/>
          </p:cNvSpPr>
          <p:nvPr/>
        </p:nvSpPr>
        <p:spPr>
          <a:xfrm xmlns:a="http://schemas.openxmlformats.org/drawingml/2006/main">
            <a:off x="9153525" y="4543425"/>
            <a:ext cx="2362200" cy="619125"/>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19" name="text-19">
            <a:extLst xmlns:a="http://schemas.openxmlformats.org/drawingml/2006/main">
              <a:ext uri="{FF2B5EF4-FFF2-40B4-BE49-F238E27FC236}">
                <a16:creationId xmlns:a16="http://schemas.microsoft.com/office/drawing/2014/main" id="{F20A1705-3FB7-4109-BBB9-8DEF75999C21}"/>
              </a:ext>
            </a:extLst>
          </p:cNvPr>
          <p:cNvSpPr>
            <a:spLocks xmlns:a="http://schemas.openxmlformats.org/drawingml/2006/main" noGrp="1"/>
          </p:cNvSpPr>
          <p:nvPr/>
        </p:nvSpPr>
        <p:spPr>
          <a:xfrm xmlns:a="http://schemas.openxmlformats.org/drawingml/2006/main">
            <a:off x="9229725" y="4600575"/>
            <a:ext cx="2209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950" b="1">
                <a:solidFill>
                  <a:srgbClr val="231F20"/>
                </a:solidFill>
                <a:latin typeface="Yu Gothic"/>
                <a:ea typeface="Yu Gothic"/>
                <a:cs typeface="Yu Gothic"/>
              </a:defRPr>
            </a:defPPr>
            <a:lvl1pPr algn="ctr">
              <a:defRPr sz="1950" b="1">
                <a:solidFill>
                  <a:srgbClr val="231F20"/>
                </a:solidFill>
                <a:latin typeface="Yu Gothic"/>
                <a:ea typeface="Yu Gothic"/>
                <a:cs typeface="Yu Gothic"/>
              </a:defRPr>
            </a:lvl1pPr>
            <a:lvl2pPr algn="ctr">
              <a:defRPr sz="1950" b="1">
                <a:solidFill>
                  <a:srgbClr val="231F20"/>
                </a:solidFill>
                <a:latin typeface="Yu Gothic"/>
                <a:ea typeface="Yu Gothic"/>
                <a:cs typeface="Yu Gothic"/>
              </a:defRPr>
            </a:lvl2pPr>
            <a:lvl3pPr algn="ctr">
              <a:defRPr sz="1950" b="1">
                <a:solidFill>
                  <a:srgbClr val="231F20"/>
                </a:solidFill>
                <a:latin typeface="Yu Gothic"/>
                <a:ea typeface="Yu Gothic"/>
                <a:cs typeface="Yu Gothic"/>
              </a:defRPr>
            </a:lvl3pPr>
            <a:lvl4pPr algn="ctr">
              <a:defRPr sz="1950" b="1">
                <a:solidFill>
                  <a:srgbClr val="231F20"/>
                </a:solidFill>
                <a:latin typeface="Yu Gothic"/>
                <a:ea typeface="Yu Gothic"/>
                <a:cs typeface="Yu Gothic"/>
              </a:defRPr>
            </a:lvl4pPr>
            <a:lvl5pPr algn="ctr">
              <a:defRPr sz="1950" b="1">
                <a:solidFill>
                  <a:srgbClr val="231F20"/>
                </a:solidFill>
                <a:latin typeface="Yu Gothic"/>
                <a:ea typeface="Yu Gothic"/>
                <a:cs typeface="Yu Gothic"/>
              </a:defRPr>
            </a:lvl5pPr>
            <a:lvl6pPr algn="ctr">
              <a:defRPr sz="1950" b="1">
                <a:solidFill>
                  <a:srgbClr val="231F20"/>
                </a:solidFill>
                <a:latin typeface="Yu Gothic"/>
                <a:ea typeface="Yu Gothic"/>
                <a:cs typeface="Yu Gothic"/>
              </a:defRPr>
            </a:lvl6pPr>
            <a:lvl7pPr algn="ctr">
              <a:defRPr sz="1950" b="1">
                <a:solidFill>
                  <a:srgbClr val="231F20"/>
                </a:solidFill>
                <a:latin typeface="Yu Gothic"/>
                <a:ea typeface="Yu Gothic"/>
                <a:cs typeface="Yu Gothic"/>
              </a:defRPr>
            </a:lvl7pPr>
            <a:lvl8pPr algn="ctr">
              <a:defRPr sz="1950" b="1">
                <a:solidFill>
                  <a:srgbClr val="231F20"/>
                </a:solidFill>
                <a:latin typeface="Yu Gothic"/>
                <a:ea typeface="Yu Gothic"/>
                <a:cs typeface="Yu Gothic"/>
              </a:defRPr>
            </a:lvl8pPr>
            <a:lvl9pPr algn="ctr">
              <a:defRPr sz="1950" b="1">
                <a:solidFill>
                  <a:srgbClr val="231F20"/>
                </a:solidFill>
                <a:latin typeface="Yu Gothic"/>
                <a:ea typeface="Yu Gothic"/>
                <a:cs typeface="Yu Gothic"/>
              </a:defRPr>
            </a:lvl9pPr>
          </a:lstStyle>
          <a:p xmlns:a="http://schemas.openxmlformats.org/drawingml/2006/main">
            <a:pPr algn="ctr">
              <a:defRPr sz="1950" b="1">
                <a:solidFill>
                  <a:srgbClr val="231F20"/>
                </a:solidFill>
                <a:latin typeface="Yu Gothic"/>
                <a:ea typeface="Yu Gothic"/>
                <a:cs typeface="Yu Gothic"/>
              </a:defRPr>
            </a:pPr>
            <a:r>
              <a:rPr sz="1950" b="1">
                <a:solidFill>
                  <a:srgbClr val="231F20"/>
                </a:solidFill>
                <a:latin typeface="Yu Gothic"/>
                <a:ea typeface="Yu Gothic"/>
                <a:cs typeface="Yu Gothic"/>
              </a:rPr>
              <a:t>実機で画面を確認</a:t>
            </a:r>
          </a:p>
        </p:txBody>
      </p:sp>
      <p:sp>
        <p:nvSpPr>
          <p:cNvPr id="20" name="text-20">
            <a:extLst xmlns:a="http://schemas.openxmlformats.org/drawingml/2006/main">
              <a:ext uri="{FF2B5EF4-FFF2-40B4-BE49-F238E27FC236}">
                <a16:creationId xmlns:a16="http://schemas.microsoft.com/office/drawing/2014/main" id="{BBEC7104-A43C-4288-9D94-97A13BE9377C}"/>
              </a:ext>
            </a:extLst>
          </p:cNvPr>
          <p:cNvSpPr>
            <a:spLocks xmlns:a="http://schemas.openxmlformats.org/drawingml/2006/main" noGrp="1"/>
          </p:cNvSpPr>
          <p:nvPr/>
        </p:nvSpPr>
        <p:spPr>
          <a:xfrm xmlns:a="http://schemas.openxmlformats.org/drawingml/2006/main">
            <a:off x="609600" y="5353050"/>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950" b="0">
                <a:solidFill>
                  <a:srgbClr val="777777"/>
                </a:solidFill>
                <a:latin typeface="Yu Gothic"/>
                <a:ea typeface="Yu Gothic"/>
                <a:cs typeface="Yu Gothic"/>
              </a:defRPr>
            </a:defPPr>
            <a:lvl1pPr algn="ctr">
              <a:defRPr sz="1950" b="0">
                <a:solidFill>
                  <a:srgbClr val="777777"/>
                </a:solidFill>
                <a:latin typeface="Yu Gothic"/>
                <a:ea typeface="Yu Gothic"/>
                <a:cs typeface="Yu Gothic"/>
              </a:defRPr>
            </a:lvl1pPr>
            <a:lvl2pPr algn="ctr">
              <a:defRPr sz="1950" b="0">
                <a:solidFill>
                  <a:srgbClr val="777777"/>
                </a:solidFill>
                <a:latin typeface="Yu Gothic"/>
                <a:ea typeface="Yu Gothic"/>
                <a:cs typeface="Yu Gothic"/>
              </a:defRPr>
            </a:lvl2pPr>
            <a:lvl3pPr algn="ctr">
              <a:defRPr sz="1950" b="0">
                <a:solidFill>
                  <a:srgbClr val="777777"/>
                </a:solidFill>
                <a:latin typeface="Yu Gothic"/>
                <a:ea typeface="Yu Gothic"/>
                <a:cs typeface="Yu Gothic"/>
              </a:defRPr>
            </a:lvl3pPr>
            <a:lvl4pPr algn="ctr">
              <a:defRPr sz="1950" b="0">
                <a:solidFill>
                  <a:srgbClr val="777777"/>
                </a:solidFill>
                <a:latin typeface="Yu Gothic"/>
                <a:ea typeface="Yu Gothic"/>
                <a:cs typeface="Yu Gothic"/>
              </a:defRPr>
            </a:lvl4pPr>
            <a:lvl5pPr algn="ctr">
              <a:defRPr sz="1950" b="0">
                <a:solidFill>
                  <a:srgbClr val="777777"/>
                </a:solidFill>
                <a:latin typeface="Yu Gothic"/>
                <a:ea typeface="Yu Gothic"/>
                <a:cs typeface="Yu Gothic"/>
              </a:defRPr>
            </a:lvl5pPr>
            <a:lvl6pPr algn="ctr">
              <a:defRPr sz="1950" b="0">
                <a:solidFill>
                  <a:srgbClr val="777777"/>
                </a:solidFill>
                <a:latin typeface="Yu Gothic"/>
                <a:ea typeface="Yu Gothic"/>
                <a:cs typeface="Yu Gothic"/>
              </a:defRPr>
            </a:lvl6pPr>
            <a:lvl7pPr algn="ctr">
              <a:defRPr sz="1950" b="0">
                <a:solidFill>
                  <a:srgbClr val="777777"/>
                </a:solidFill>
                <a:latin typeface="Yu Gothic"/>
                <a:ea typeface="Yu Gothic"/>
                <a:cs typeface="Yu Gothic"/>
              </a:defRPr>
            </a:lvl7pPr>
            <a:lvl8pPr algn="ctr">
              <a:defRPr sz="1950" b="0">
                <a:solidFill>
                  <a:srgbClr val="777777"/>
                </a:solidFill>
                <a:latin typeface="Yu Gothic"/>
                <a:ea typeface="Yu Gothic"/>
                <a:cs typeface="Yu Gothic"/>
              </a:defRPr>
            </a:lvl8pPr>
            <a:lvl9pPr algn="ctr">
              <a:defRPr sz="1950" b="0">
                <a:solidFill>
                  <a:srgbClr val="777777"/>
                </a:solidFill>
                <a:latin typeface="Yu Gothic"/>
                <a:ea typeface="Yu Gothic"/>
                <a:cs typeface="Yu Gothic"/>
              </a:defRPr>
            </a:lvl9pPr>
          </a:lstStyle>
          <a:p xmlns:a="http://schemas.openxmlformats.org/drawingml/2006/main">
            <a:pPr algn="ctr">
              <a:defRPr sz="1950" b="0">
                <a:solidFill>
                  <a:srgbClr val="777777"/>
                </a:solidFill>
                <a:latin typeface="Yu Gothic"/>
                <a:ea typeface="Yu Gothic"/>
                <a:cs typeface="Yu Gothic"/>
              </a:defRPr>
            </a:pPr>
            <a:r>
              <a:rPr sz="1950" b="0">
                <a:solidFill>
                  <a:srgbClr val="777777"/>
                </a:solidFill>
                <a:latin typeface="Yu Gothic"/>
                <a:ea typeface="Yu Gothic"/>
                <a:cs typeface="Yu Gothic"/>
              </a:rPr>
              <a:t>既存の教科書・公開設計</a:t>
            </a:r>
          </a:p>
        </p:txBody>
      </p:sp>
      <p:sp>
        <p:nvSpPr>
          <p:cNvPr id="21" name="text-21">
            <a:extLst xmlns:a="http://schemas.openxmlformats.org/drawingml/2006/main">
              <a:ext uri="{FF2B5EF4-FFF2-40B4-BE49-F238E27FC236}">
                <a16:creationId xmlns:a16="http://schemas.microsoft.com/office/drawing/2014/main" id="{C22DFCEB-971E-4420-AA4C-AF33C5A9ED27}"/>
              </a:ext>
            </a:extLst>
          </p:cNvPr>
          <p:cNvSpPr>
            <a:spLocks xmlns:a="http://schemas.openxmlformats.org/drawingml/2006/main" noGrp="1"/>
          </p:cNvSpPr>
          <p:nvPr/>
        </p:nvSpPr>
        <p:spPr>
          <a:xfrm xmlns:a="http://schemas.openxmlformats.org/drawingml/2006/main">
            <a:off x="6305550" y="5353050"/>
            <a:ext cx="5276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950" b="1">
                <a:solidFill>
                  <a:srgbClr val="231F20"/>
                </a:solidFill>
                <a:latin typeface="Yu Gothic"/>
                <a:ea typeface="Yu Gothic"/>
                <a:cs typeface="Yu Gothic"/>
              </a:defRPr>
            </a:defPPr>
            <a:lvl1pPr algn="ctr">
              <a:defRPr sz="1950" b="1">
                <a:solidFill>
                  <a:srgbClr val="231F20"/>
                </a:solidFill>
                <a:latin typeface="Yu Gothic"/>
                <a:ea typeface="Yu Gothic"/>
                <a:cs typeface="Yu Gothic"/>
              </a:defRPr>
            </a:lvl1pPr>
            <a:lvl2pPr algn="ctr">
              <a:defRPr sz="1950" b="1">
                <a:solidFill>
                  <a:srgbClr val="231F20"/>
                </a:solidFill>
                <a:latin typeface="Yu Gothic"/>
                <a:ea typeface="Yu Gothic"/>
                <a:cs typeface="Yu Gothic"/>
              </a:defRPr>
            </a:lvl2pPr>
            <a:lvl3pPr algn="ctr">
              <a:defRPr sz="1950" b="1">
                <a:solidFill>
                  <a:srgbClr val="231F20"/>
                </a:solidFill>
                <a:latin typeface="Yu Gothic"/>
                <a:ea typeface="Yu Gothic"/>
                <a:cs typeface="Yu Gothic"/>
              </a:defRPr>
            </a:lvl3pPr>
            <a:lvl4pPr algn="ctr">
              <a:defRPr sz="1950" b="1">
                <a:solidFill>
                  <a:srgbClr val="231F20"/>
                </a:solidFill>
                <a:latin typeface="Yu Gothic"/>
                <a:ea typeface="Yu Gothic"/>
                <a:cs typeface="Yu Gothic"/>
              </a:defRPr>
            </a:lvl4pPr>
            <a:lvl5pPr algn="ctr">
              <a:defRPr sz="1950" b="1">
                <a:solidFill>
                  <a:srgbClr val="231F20"/>
                </a:solidFill>
                <a:latin typeface="Yu Gothic"/>
                <a:ea typeface="Yu Gothic"/>
                <a:cs typeface="Yu Gothic"/>
              </a:defRPr>
            </a:lvl5pPr>
            <a:lvl6pPr algn="ctr">
              <a:defRPr sz="1950" b="1">
                <a:solidFill>
                  <a:srgbClr val="231F20"/>
                </a:solidFill>
                <a:latin typeface="Yu Gothic"/>
                <a:ea typeface="Yu Gothic"/>
                <a:cs typeface="Yu Gothic"/>
              </a:defRPr>
            </a:lvl6pPr>
            <a:lvl7pPr algn="ctr">
              <a:defRPr sz="1950" b="1">
                <a:solidFill>
                  <a:srgbClr val="231F20"/>
                </a:solidFill>
                <a:latin typeface="Yu Gothic"/>
                <a:ea typeface="Yu Gothic"/>
                <a:cs typeface="Yu Gothic"/>
              </a:defRPr>
            </a:lvl7pPr>
            <a:lvl8pPr algn="ctr">
              <a:defRPr sz="1950" b="1">
                <a:solidFill>
                  <a:srgbClr val="231F20"/>
                </a:solidFill>
                <a:latin typeface="Yu Gothic"/>
                <a:ea typeface="Yu Gothic"/>
                <a:cs typeface="Yu Gothic"/>
              </a:defRPr>
            </a:lvl8pPr>
            <a:lvl9pPr algn="ctr">
              <a:defRPr sz="1950" b="1">
                <a:solidFill>
                  <a:srgbClr val="231F20"/>
                </a:solidFill>
                <a:latin typeface="Yu Gothic"/>
                <a:ea typeface="Yu Gothic"/>
                <a:cs typeface="Yu Gothic"/>
              </a:defRPr>
            </a:lvl9pPr>
          </a:lstStyle>
          <a:p xmlns:a="http://schemas.openxmlformats.org/drawingml/2006/main">
            <a:pPr algn="ctr">
              <a:defRPr sz="1950" b="1">
                <a:solidFill>
                  <a:srgbClr val="231F20"/>
                </a:solidFill>
                <a:latin typeface="Yu Gothic"/>
                <a:ea typeface="Yu Gothic"/>
                <a:cs typeface="Yu Gothic"/>
              </a:defRPr>
            </a:pPr>
            <a:r>
              <a:rPr sz="1950" b="1">
                <a:solidFill>
                  <a:srgbClr val="231F20"/>
                </a:solidFill>
                <a:latin typeface="Yu Gothic"/>
                <a:ea typeface="Yu Gothic"/>
                <a:cs typeface="Yu Gothic"/>
              </a:rPr>
              <a:t>本研究で接続を設計・検証</a:t>
            </a:r>
          </a:p>
        </p:txBody>
      </p:sp>
      <p:sp>
        <p:nvSpPr>
          <p:cNvPr id="22" name="text-22">
            <a:extLst xmlns:a="http://schemas.openxmlformats.org/drawingml/2006/main">
              <a:ext uri="{FF2B5EF4-FFF2-40B4-BE49-F238E27FC236}">
                <a16:creationId xmlns:a16="http://schemas.microsoft.com/office/drawing/2014/main" id="{EC65D622-CC0D-46D4-AC9E-317C6B2559A6}"/>
              </a:ext>
            </a:extLst>
          </p:cNvPr>
          <p:cNvSpPr>
            <a:spLocks xmlns:a="http://schemas.openxmlformats.org/drawingml/2006/main" noGrp="1"/>
          </p:cNvSpPr>
          <p:nvPr/>
        </p:nvSpPr>
        <p:spPr>
          <a:xfrm xmlns:a="http://schemas.openxmlformats.org/drawingml/2006/main">
            <a:off x="609600" y="6334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777777"/>
                </a:solidFill>
                <a:latin typeface="Yu Gothic"/>
                <a:ea typeface="Yu Gothic"/>
                <a:cs typeface="Yu Gothic"/>
              </a:defRPr>
            </a:defPPr>
            <a:lvl1pPr algn="l">
              <a:defRPr sz="1200" b="0">
                <a:solidFill>
                  <a:srgbClr val="777777"/>
                </a:solidFill>
                <a:latin typeface="Yu Gothic"/>
                <a:ea typeface="Yu Gothic"/>
                <a:cs typeface="Yu Gothic"/>
              </a:defRPr>
            </a:lvl1pPr>
            <a:lvl2pPr algn="l">
              <a:defRPr sz="1200" b="0">
                <a:solidFill>
                  <a:srgbClr val="777777"/>
                </a:solidFill>
                <a:latin typeface="Yu Gothic"/>
                <a:ea typeface="Yu Gothic"/>
                <a:cs typeface="Yu Gothic"/>
              </a:defRPr>
            </a:lvl2pPr>
            <a:lvl3pPr algn="l">
              <a:defRPr sz="1200" b="0">
                <a:solidFill>
                  <a:srgbClr val="777777"/>
                </a:solidFill>
                <a:latin typeface="Yu Gothic"/>
                <a:ea typeface="Yu Gothic"/>
                <a:cs typeface="Yu Gothic"/>
              </a:defRPr>
            </a:lvl3pPr>
            <a:lvl4pPr algn="l">
              <a:defRPr sz="1200" b="0">
                <a:solidFill>
                  <a:srgbClr val="777777"/>
                </a:solidFill>
                <a:latin typeface="Yu Gothic"/>
                <a:ea typeface="Yu Gothic"/>
                <a:cs typeface="Yu Gothic"/>
              </a:defRPr>
            </a:lvl4pPr>
            <a:lvl5pPr algn="l">
              <a:defRPr sz="1200" b="0">
                <a:solidFill>
                  <a:srgbClr val="777777"/>
                </a:solidFill>
                <a:latin typeface="Yu Gothic"/>
                <a:ea typeface="Yu Gothic"/>
                <a:cs typeface="Yu Gothic"/>
              </a:defRPr>
            </a:lvl5pPr>
            <a:lvl6pPr algn="l">
              <a:defRPr sz="1200" b="0">
                <a:solidFill>
                  <a:srgbClr val="777777"/>
                </a:solidFill>
                <a:latin typeface="Yu Gothic"/>
                <a:ea typeface="Yu Gothic"/>
                <a:cs typeface="Yu Gothic"/>
              </a:defRPr>
            </a:lvl6pPr>
            <a:lvl7pPr algn="l">
              <a:defRPr sz="1200" b="0">
                <a:solidFill>
                  <a:srgbClr val="777777"/>
                </a:solidFill>
                <a:latin typeface="Yu Gothic"/>
                <a:ea typeface="Yu Gothic"/>
                <a:cs typeface="Yu Gothic"/>
              </a:defRPr>
            </a:lvl7pPr>
            <a:lvl8pPr algn="l">
              <a:defRPr sz="1200" b="0">
                <a:solidFill>
                  <a:srgbClr val="777777"/>
                </a:solidFill>
                <a:latin typeface="Yu Gothic"/>
                <a:ea typeface="Yu Gothic"/>
                <a:cs typeface="Yu Gothic"/>
              </a:defRPr>
            </a:lvl8pPr>
            <a:lvl9pPr algn="l">
              <a:defRPr sz="1200" b="0">
                <a:solidFill>
                  <a:srgbClr val="777777"/>
                </a:solidFill>
                <a:latin typeface="Yu Gothic"/>
                <a:ea typeface="Yu Gothic"/>
                <a:cs typeface="Yu Gothic"/>
              </a:defRPr>
            </a:lvl9pPr>
          </a:lstStyle>
          <a:p xmlns:a="http://schemas.openxmlformats.org/drawingml/2006/main">
            <a:pPr algn="l">
              <a:defRPr sz="1200" b="0">
                <a:solidFill>
                  <a:srgbClr val="777777"/>
                </a:solidFill>
                <a:latin typeface="Yu Gothic"/>
                <a:ea typeface="Yu Gothic"/>
                <a:cs typeface="Yu Gothic"/>
              </a:defRPr>
            </a:pPr>
            <a:r>
              <a:rPr sz="1200" b="0">
                <a:solidFill>
                  <a:srgbClr val="777777"/>
                </a:solidFill>
                <a:latin typeface="Yu Gothic"/>
                <a:ea typeface="Yu Gothic"/>
                <a:cs typeface="Yu Gothic"/>
              </a:rPr>
              <a:t>DDCA：Digital Design and Computer Architecture　　RVSOC：RISC-V System-on-Chip Design</a:t>
            </a:r>
          </a:p>
        </p:txBody>
      </p:sp>
    </p:spTree>
    <p:extLst>
      <p:ext uri="{BB962C8B-B14F-4D97-AF65-F5344CB8AC3E}">
        <p14:creationId xmlns:p14="http://schemas.microsoft.com/office/powerpoint/2010/main" val="2090162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text-23">
            <a:extLst xmlns:a="http://schemas.openxmlformats.org/drawingml/2006/main">
              <a:ext uri="{FF2B5EF4-FFF2-40B4-BE49-F238E27FC236}">
                <a16:creationId xmlns:a16="http://schemas.microsoft.com/office/drawing/2014/main" id="{EAA85AF3-3184-4B41-AA57-3541E97B6235}"/>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2</a:t>
            </a:r>
          </a:p>
        </p:txBody>
      </p:sp>
      <p:sp>
        <p:nvSpPr>
          <p:cNvPr id="2" name="text-24">
            <a:extLst xmlns:a="http://schemas.openxmlformats.org/drawingml/2006/main">
              <a:ext uri="{FF2B5EF4-FFF2-40B4-BE49-F238E27FC236}">
                <a16:creationId xmlns:a16="http://schemas.microsoft.com/office/drawing/2014/main" id="{6BE0EB3E-AAF8-4423-88E0-B7BACB0C9D3A}"/>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lw：メモリの値をレジスタへ読む</a:t>
            </a:r>
          </a:p>
        </p:txBody>
      </p:sp>
      <p:sp>
        <p:nvSpPr>
          <p:cNvPr id="3" name="text-25">
            <a:extLst xmlns:a="http://schemas.openxmlformats.org/drawingml/2006/main">
              <a:ext uri="{FF2B5EF4-FFF2-40B4-BE49-F238E27FC236}">
                <a16:creationId xmlns:a16="http://schemas.microsoft.com/office/drawing/2014/main" id="{6A3F4DF9-F7A1-40BE-B754-7D26167BE077}"/>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2</a:t>
            </a:r>
          </a:p>
        </p:txBody>
      </p:sp>
      <p:sp>
        <p:nvSpPr>
          <p:cNvPr id="4" name="text-26">
            <a:extLst xmlns:a="http://schemas.openxmlformats.org/drawingml/2006/main">
              <a:ext uri="{FF2B5EF4-FFF2-40B4-BE49-F238E27FC236}">
                <a16:creationId xmlns:a16="http://schemas.microsoft.com/office/drawing/2014/main" id="{54E14094-A11D-46B8-8F31-72B725501E04}"/>
              </a:ext>
            </a:extLst>
          </p:cNvPr>
          <p:cNvSpPr>
            <a:spLocks xmlns:a="http://schemas.openxmlformats.org/drawingml/2006/main" noGrp="1"/>
          </p:cNvSpPr>
          <p:nvPr/>
        </p:nvSpPr>
        <p:spPr>
          <a:xfrm xmlns:a="http://schemas.openxmlformats.org/drawingml/2006/main">
            <a:off x="609600" y="12954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572C3"/>
                </a:solidFill>
                <a:latin typeface="Yu Gothic"/>
                <a:ea typeface="Yu Gothic"/>
                <a:cs typeface="Yu Gothic"/>
              </a:defRPr>
            </a:defPPr>
            <a:lvl1pPr algn="l">
              <a:defRPr sz="2175" b="1">
                <a:solidFill>
                  <a:srgbClr val="1572C3"/>
                </a:solidFill>
                <a:latin typeface="Yu Gothic"/>
                <a:ea typeface="Yu Gothic"/>
                <a:cs typeface="Yu Gothic"/>
              </a:defRPr>
            </a:lvl1pPr>
            <a:lvl2pPr algn="l">
              <a:defRPr sz="2175" b="1">
                <a:solidFill>
                  <a:srgbClr val="1572C3"/>
                </a:solidFill>
                <a:latin typeface="Yu Gothic"/>
                <a:ea typeface="Yu Gothic"/>
                <a:cs typeface="Yu Gothic"/>
              </a:defRPr>
            </a:lvl2pPr>
            <a:lvl3pPr algn="l">
              <a:defRPr sz="2175" b="1">
                <a:solidFill>
                  <a:srgbClr val="1572C3"/>
                </a:solidFill>
                <a:latin typeface="Yu Gothic"/>
                <a:ea typeface="Yu Gothic"/>
                <a:cs typeface="Yu Gothic"/>
              </a:defRPr>
            </a:lvl3pPr>
            <a:lvl4pPr algn="l">
              <a:defRPr sz="2175" b="1">
                <a:solidFill>
                  <a:srgbClr val="1572C3"/>
                </a:solidFill>
                <a:latin typeface="Yu Gothic"/>
                <a:ea typeface="Yu Gothic"/>
                <a:cs typeface="Yu Gothic"/>
              </a:defRPr>
            </a:lvl4pPr>
            <a:lvl5pPr algn="l">
              <a:defRPr sz="2175" b="1">
                <a:solidFill>
                  <a:srgbClr val="1572C3"/>
                </a:solidFill>
                <a:latin typeface="Yu Gothic"/>
                <a:ea typeface="Yu Gothic"/>
                <a:cs typeface="Yu Gothic"/>
              </a:defRPr>
            </a:lvl5pPr>
            <a:lvl6pPr algn="l">
              <a:defRPr sz="2175" b="1">
                <a:solidFill>
                  <a:srgbClr val="1572C3"/>
                </a:solidFill>
                <a:latin typeface="Yu Gothic"/>
                <a:ea typeface="Yu Gothic"/>
                <a:cs typeface="Yu Gothic"/>
              </a:defRPr>
            </a:lvl6pPr>
            <a:lvl7pPr algn="l">
              <a:defRPr sz="2175" b="1">
                <a:solidFill>
                  <a:srgbClr val="1572C3"/>
                </a:solidFill>
                <a:latin typeface="Yu Gothic"/>
                <a:ea typeface="Yu Gothic"/>
                <a:cs typeface="Yu Gothic"/>
              </a:defRPr>
            </a:lvl7pPr>
            <a:lvl8pPr algn="l">
              <a:defRPr sz="2175" b="1">
                <a:solidFill>
                  <a:srgbClr val="1572C3"/>
                </a:solidFill>
                <a:latin typeface="Yu Gothic"/>
                <a:ea typeface="Yu Gothic"/>
                <a:cs typeface="Yu Gothic"/>
              </a:defRPr>
            </a:lvl8pPr>
            <a:lvl9pPr algn="l">
              <a:defRPr sz="2175" b="1">
                <a:solidFill>
                  <a:srgbClr val="1572C3"/>
                </a:solidFill>
                <a:latin typeface="Yu Gothic"/>
                <a:ea typeface="Yu Gothic"/>
                <a:cs typeface="Yu Gothic"/>
              </a:defRPr>
            </a:lvl9pPr>
          </a:lstStyle>
          <a:p xmlns:a="http://schemas.openxmlformats.org/drawingml/2006/main">
            <a:pPr algn="l">
              <a:defRPr sz="2175" b="1">
                <a:solidFill>
                  <a:srgbClr val="1572C3"/>
                </a:solidFill>
                <a:latin typeface="Yu Gothic"/>
                <a:ea typeface="Yu Gothic"/>
                <a:cs typeface="Yu Gothic"/>
              </a:defRPr>
            </a:pPr>
            <a:r>
              <a:rPr sz="2175" b="1">
                <a:solidFill>
                  <a:srgbClr val="1572C3"/>
                </a:solidFill>
                <a:latin typeface="Yu Gothic"/>
                <a:ea typeface="Yu Gothic"/>
                <a:cs typeface="Yu Gothic"/>
              </a:rPr>
              <a:t>lw x1, 0(x0)　：　番地 0 + 0 の値を、x1へ読む</a:t>
            </a:r>
          </a:p>
        </p:txBody>
      </p:sp>
      <p:sp>
        <p:nvSpPr>
          <p:cNvPr id="5" name="block-27">
            <a:extLst xmlns:a="http://schemas.openxmlformats.org/drawingml/2006/main">
              <a:ext uri="{FF2B5EF4-FFF2-40B4-BE49-F238E27FC236}">
                <a16:creationId xmlns:a16="http://schemas.microsoft.com/office/drawing/2014/main" id="{4D0EFA9C-23C9-4F13-A454-592D5D4A758D}"/>
              </a:ext>
            </a:extLst>
          </p:cNvPr>
          <p:cNvSpPr>
            <a:spLocks xmlns:a="http://schemas.openxmlformats.org/drawingml/2006/main" noGrp="1"/>
          </p:cNvSpPr>
          <p:nvPr/>
        </p:nvSpPr>
        <p:spPr>
          <a:xfrm xmlns:a="http://schemas.openxmlformats.org/drawingml/2006/main">
            <a:off x="1219200" y="2838450"/>
            <a:ext cx="1676400" cy="2228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 name="text-28">
            <a:extLst xmlns:a="http://schemas.openxmlformats.org/drawingml/2006/main">
              <a:ext uri="{FF2B5EF4-FFF2-40B4-BE49-F238E27FC236}">
                <a16:creationId xmlns:a16="http://schemas.microsoft.com/office/drawing/2014/main" id="{980640D2-E3C3-4F0C-974A-C3DE32D953AA}"/>
              </a:ext>
            </a:extLst>
          </p:cNvPr>
          <p:cNvSpPr>
            <a:spLocks xmlns:a="http://schemas.openxmlformats.org/drawingml/2006/main" noGrp="1"/>
          </p:cNvSpPr>
          <p:nvPr/>
        </p:nvSpPr>
        <p:spPr>
          <a:xfrm xmlns:a="http://schemas.openxmlformats.org/drawingml/2006/main">
            <a:off x="1666875" y="3467100"/>
            <a:ext cx="1085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231F20"/>
                </a:solidFill>
                <a:latin typeface="Arial"/>
                <a:ea typeface="Arial"/>
                <a:cs typeface="Arial"/>
              </a:defRPr>
            </a:defPPr>
            <a:lvl1pPr algn="ctr">
              <a:defRPr sz="1500" b="1">
                <a:solidFill>
                  <a:srgbClr val="231F20"/>
                </a:solidFill>
                <a:latin typeface="Arial"/>
                <a:ea typeface="Arial"/>
                <a:cs typeface="Arial"/>
              </a:defRPr>
            </a:lvl1pPr>
            <a:lvl2pPr algn="ctr">
              <a:defRPr sz="1500" b="1">
                <a:solidFill>
                  <a:srgbClr val="231F20"/>
                </a:solidFill>
                <a:latin typeface="Arial"/>
                <a:ea typeface="Arial"/>
                <a:cs typeface="Arial"/>
              </a:defRPr>
            </a:lvl2pPr>
            <a:lvl3pPr algn="ctr">
              <a:defRPr sz="1500" b="1">
                <a:solidFill>
                  <a:srgbClr val="231F20"/>
                </a:solidFill>
                <a:latin typeface="Arial"/>
                <a:ea typeface="Arial"/>
                <a:cs typeface="Arial"/>
              </a:defRPr>
            </a:lvl3pPr>
            <a:lvl4pPr algn="ctr">
              <a:defRPr sz="1500" b="1">
                <a:solidFill>
                  <a:srgbClr val="231F20"/>
                </a:solidFill>
                <a:latin typeface="Arial"/>
                <a:ea typeface="Arial"/>
                <a:cs typeface="Arial"/>
              </a:defRPr>
            </a:lvl4pPr>
            <a:lvl5pPr algn="ctr">
              <a:defRPr sz="1500" b="1">
                <a:solidFill>
                  <a:srgbClr val="231F20"/>
                </a:solidFill>
                <a:latin typeface="Arial"/>
                <a:ea typeface="Arial"/>
                <a:cs typeface="Arial"/>
              </a:defRPr>
            </a:lvl5pPr>
            <a:lvl6pPr algn="ctr">
              <a:defRPr sz="1500" b="1">
                <a:solidFill>
                  <a:srgbClr val="231F20"/>
                </a:solidFill>
                <a:latin typeface="Arial"/>
                <a:ea typeface="Arial"/>
                <a:cs typeface="Arial"/>
              </a:defRPr>
            </a:lvl6pPr>
            <a:lvl7pPr algn="ctr">
              <a:defRPr sz="1500" b="1">
                <a:solidFill>
                  <a:srgbClr val="231F20"/>
                </a:solidFill>
                <a:latin typeface="Arial"/>
                <a:ea typeface="Arial"/>
                <a:cs typeface="Arial"/>
              </a:defRPr>
            </a:lvl7pPr>
            <a:lvl8pPr algn="ctr">
              <a:defRPr sz="1500" b="1">
                <a:solidFill>
                  <a:srgbClr val="231F20"/>
                </a:solidFill>
                <a:latin typeface="Arial"/>
                <a:ea typeface="Arial"/>
                <a:cs typeface="Arial"/>
              </a:defRPr>
            </a:lvl8pPr>
            <a:lvl9pPr algn="ctr">
              <a:defRPr sz="1500" b="1">
                <a:solidFill>
                  <a:srgbClr val="231F20"/>
                </a:solidFill>
                <a:latin typeface="Arial"/>
                <a:ea typeface="Arial"/>
                <a:cs typeface="Arial"/>
              </a:defRPr>
            </a:lvl9pPr>
          </a:lstStyle>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Register</a:t>
            </a:r>
          </a:p>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File</a:t>
            </a:r>
          </a:p>
        </p:txBody>
      </p:sp>
      <p:sp>
        <p:nvSpPr>
          <p:cNvPr id="7" name="text-29">
            <a:extLst xmlns:a="http://schemas.openxmlformats.org/drawingml/2006/main">
              <a:ext uri="{FF2B5EF4-FFF2-40B4-BE49-F238E27FC236}">
                <a16:creationId xmlns:a16="http://schemas.microsoft.com/office/drawing/2014/main" id="{E80042A2-618C-4143-A498-5CAD1C5670C1}"/>
              </a:ext>
            </a:extLst>
          </p:cNvPr>
          <p:cNvSpPr>
            <a:spLocks xmlns:a="http://schemas.openxmlformats.org/drawingml/2006/main" noGrp="1"/>
          </p:cNvSpPr>
          <p:nvPr/>
        </p:nvSpPr>
        <p:spPr>
          <a:xfrm xmlns:a="http://schemas.openxmlformats.org/drawingml/2006/main">
            <a:off x="131445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A1</a:t>
            </a:r>
          </a:p>
        </p:txBody>
      </p:sp>
      <p:sp>
        <p:nvSpPr>
          <p:cNvPr id="8" name="text-30">
            <a:extLst xmlns:a="http://schemas.openxmlformats.org/drawingml/2006/main">
              <a:ext uri="{FF2B5EF4-FFF2-40B4-BE49-F238E27FC236}">
                <a16:creationId xmlns:a16="http://schemas.microsoft.com/office/drawing/2014/main" id="{9240C3AE-FFD3-42C9-AB3D-47567E599066}"/>
              </a:ext>
            </a:extLst>
          </p:cNvPr>
          <p:cNvSpPr>
            <a:spLocks xmlns:a="http://schemas.openxmlformats.org/drawingml/2006/main" noGrp="1"/>
          </p:cNvSpPr>
          <p:nvPr/>
        </p:nvSpPr>
        <p:spPr>
          <a:xfrm xmlns:a="http://schemas.openxmlformats.org/drawingml/2006/main">
            <a:off x="131445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A2</a:t>
            </a:r>
          </a:p>
        </p:txBody>
      </p:sp>
      <p:sp>
        <p:nvSpPr>
          <p:cNvPr id="9" name="text-31">
            <a:extLst xmlns:a="http://schemas.openxmlformats.org/drawingml/2006/main">
              <a:ext uri="{FF2B5EF4-FFF2-40B4-BE49-F238E27FC236}">
                <a16:creationId xmlns:a16="http://schemas.microsoft.com/office/drawing/2014/main" id="{EC959354-18F6-4ADD-89A0-F54F8C56BA36}"/>
              </a:ext>
            </a:extLst>
          </p:cNvPr>
          <p:cNvSpPr>
            <a:spLocks xmlns:a="http://schemas.openxmlformats.org/drawingml/2006/main" noGrp="1"/>
          </p:cNvSpPr>
          <p:nvPr/>
        </p:nvSpPr>
        <p:spPr>
          <a:xfrm xmlns:a="http://schemas.openxmlformats.org/drawingml/2006/main">
            <a:off x="1314450" y="4286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A3</a:t>
            </a:r>
          </a:p>
        </p:txBody>
      </p:sp>
      <p:sp>
        <p:nvSpPr>
          <p:cNvPr id="10" name="text-32">
            <a:extLst xmlns:a="http://schemas.openxmlformats.org/drawingml/2006/main">
              <a:ext uri="{FF2B5EF4-FFF2-40B4-BE49-F238E27FC236}">
                <a16:creationId xmlns:a16="http://schemas.microsoft.com/office/drawing/2014/main" id="{6F98AC42-79D8-483C-9F6F-F3600437E679}"/>
              </a:ext>
            </a:extLst>
          </p:cNvPr>
          <p:cNvSpPr>
            <a:spLocks xmlns:a="http://schemas.openxmlformats.org/drawingml/2006/main" noGrp="1"/>
          </p:cNvSpPr>
          <p:nvPr/>
        </p:nvSpPr>
        <p:spPr>
          <a:xfrm xmlns:a="http://schemas.openxmlformats.org/drawingml/2006/main">
            <a:off x="1314450" y="47053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WD3</a:t>
            </a:r>
          </a:p>
        </p:txBody>
      </p:sp>
      <p:sp>
        <p:nvSpPr>
          <p:cNvPr id="11" name="text-33">
            <a:extLst xmlns:a="http://schemas.openxmlformats.org/drawingml/2006/main">
              <a:ext uri="{FF2B5EF4-FFF2-40B4-BE49-F238E27FC236}">
                <a16:creationId xmlns:a16="http://schemas.microsoft.com/office/drawing/2014/main" id="{C7BC4763-6E16-4129-BC73-2AEA513E91B2}"/>
              </a:ext>
            </a:extLst>
          </p:cNvPr>
          <p:cNvSpPr>
            <a:spLocks xmlns:a="http://schemas.openxmlformats.org/drawingml/2006/main" noGrp="1"/>
          </p:cNvSpPr>
          <p:nvPr/>
        </p:nvSpPr>
        <p:spPr>
          <a:xfrm xmlns:a="http://schemas.openxmlformats.org/drawingml/2006/main">
            <a:off x="240030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RD1</a:t>
            </a:r>
          </a:p>
        </p:txBody>
      </p:sp>
      <p:sp>
        <p:nvSpPr>
          <p:cNvPr id="12" name="text-34">
            <a:extLst xmlns:a="http://schemas.openxmlformats.org/drawingml/2006/main">
              <a:ext uri="{FF2B5EF4-FFF2-40B4-BE49-F238E27FC236}">
                <a16:creationId xmlns:a16="http://schemas.microsoft.com/office/drawing/2014/main" id="{A63312F9-EC6D-429D-B3D2-64DC3AF07B7C}"/>
              </a:ext>
            </a:extLst>
          </p:cNvPr>
          <p:cNvSpPr>
            <a:spLocks xmlns:a="http://schemas.openxmlformats.org/drawingml/2006/main" noGrp="1"/>
          </p:cNvSpPr>
          <p:nvPr/>
        </p:nvSpPr>
        <p:spPr>
          <a:xfrm xmlns:a="http://schemas.openxmlformats.org/drawingml/2006/main">
            <a:off x="240030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RD2</a:t>
            </a:r>
          </a:p>
        </p:txBody>
      </p:sp>
      <p:sp>
        <p:nvSpPr>
          <p:cNvPr id="13" name="text-35">
            <a:extLst xmlns:a="http://schemas.openxmlformats.org/drawingml/2006/main">
              <a:ext uri="{FF2B5EF4-FFF2-40B4-BE49-F238E27FC236}">
                <a16:creationId xmlns:a16="http://schemas.microsoft.com/office/drawing/2014/main" id="{C4B1C05A-3FE5-4AB3-881A-47E2AF88D0D7}"/>
              </a:ext>
            </a:extLst>
          </p:cNvPr>
          <p:cNvSpPr>
            <a:spLocks xmlns:a="http://schemas.openxmlformats.org/drawingml/2006/main" noGrp="1"/>
          </p:cNvSpPr>
          <p:nvPr/>
        </p:nvSpPr>
        <p:spPr>
          <a:xfrm xmlns:a="http://schemas.openxmlformats.org/drawingml/2006/main">
            <a:off x="1924050" y="28575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WE3</a:t>
            </a:r>
          </a:p>
        </p:txBody>
      </p:sp>
      <p:sp>
        <p:nvSpPr>
          <p:cNvPr id="14" name="text-36">
            <a:extLst xmlns:a="http://schemas.openxmlformats.org/drawingml/2006/main">
              <a:ext uri="{FF2B5EF4-FFF2-40B4-BE49-F238E27FC236}">
                <a16:creationId xmlns:a16="http://schemas.microsoft.com/office/drawing/2014/main" id="{8DAEF69D-6D3F-460B-BD74-7BE2D578E470}"/>
              </a:ext>
            </a:extLst>
          </p:cNvPr>
          <p:cNvSpPr>
            <a:spLocks xmlns:a="http://schemas.openxmlformats.org/drawingml/2006/main" noGrp="1"/>
          </p:cNvSpPr>
          <p:nvPr/>
        </p:nvSpPr>
        <p:spPr>
          <a:xfrm xmlns:a="http://schemas.openxmlformats.org/drawingml/2006/main">
            <a:off x="1219200" y="1971675"/>
            <a:ext cx="1676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レジスタ</a:t>
            </a:r>
          </a:p>
        </p:txBody>
      </p:sp>
      <p:sp>
        <p:nvSpPr>
          <p:cNvPr id="15" name="text-37">
            <a:extLst xmlns:a="http://schemas.openxmlformats.org/drawingml/2006/main">
              <a:ext uri="{FF2B5EF4-FFF2-40B4-BE49-F238E27FC236}">
                <a16:creationId xmlns:a16="http://schemas.microsoft.com/office/drawing/2014/main" id="{11CA76EC-A53B-4C9A-94A6-475548E634AC}"/>
              </a:ext>
            </a:extLst>
          </p:cNvPr>
          <p:cNvSpPr>
            <a:spLocks xmlns:a="http://schemas.openxmlformats.org/drawingml/2006/main" noGrp="1"/>
          </p:cNvSpPr>
          <p:nvPr/>
        </p:nvSpPr>
        <p:spPr>
          <a:xfrm xmlns:a="http://schemas.openxmlformats.org/drawingml/2006/main">
            <a:off x="1219200" y="2295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1572C3"/>
                </a:solidFill>
                <a:latin typeface="Arial"/>
                <a:ea typeface="Arial"/>
                <a:cs typeface="Arial"/>
              </a:defRPr>
            </a:defPPr>
            <a:lvl1pPr algn="l">
              <a:defRPr sz="1575" b="0">
                <a:solidFill>
                  <a:srgbClr val="1572C3"/>
                </a:solidFill>
                <a:latin typeface="Arial"/>
                <a:ea typeface="Arial"/>
                <a:cs typeface="Arial"/>
              </a:defRPr>
            </a:lvl1pPr>
            <a:lvl2pPr algn="l">
              <a:defRPr sz="1575" b="0">
                <a:solidFill>
                  <a:srgbClr val="1572C3"/>
                </a:solidFill>
                <a:latin typeface="Arial"/>
                <a:ea typeface="Arial"/>
                <a:cs typeface="Arial"/>
              </a:defRPr>
            </a:lvl2pPr>
            <a:lvl3pPr algn="l">
              <a:defRPr sz="1575" b="0">
                <a:solidFill>
                  <a:srgbClr val="1572C3"/>
                </a:solidFill>
                <a:latin typeface="Arial"/>
                <a:ea typeface="Arial"/>
                <a:cs typeface="Arial"/>
              </a:defRPr>
            </a:lvl3pPr>
            <a:lvl4pPr algn="l">
              <a:defRPr sz="1575" b="0">
                <a:solidFill>
                  <a:srgbClr val="1572C3"/>
                </a:solidFill>
                <a:latin typeface="Arial"/>
                <a:ea typeface="Arial"/>
                <a:cs typeface="Arial"/>
              </a:defRPr>
            </a:lvl4pPr>
            <a:lvl5pPr algn="l">
              <a:defRPr sz="1575" b="0">
                <a:solidFill>
                  <a:srgbClr val="1572C3"/>
                </a:solidFill>
                <a:latin typeface="Arial"/>
                <a:ea typeface="Arial"/>
                <a:cs typeface="Arial"/>
              </a:defRPr>
            </a:lvl5pPr>
            <a:lvl6pPr algn="l">
              <a:defRPr sz="1575" b="0">
                <a:solidFill>
                  <a:srgbClr val="1572C3"/>
                </a:solidFill>
                <a:latin typeface="Arial"/>
                <a:ea typeface="Arial"/>
                <a:cs typeface="Arial"/>
              </a:defRPr>
            </a:lvl6pPr>
            <a:lvl7pPr algn="l">
              <a:defRPr sz="1575" b="0">
                <a:solidFill>
                  <a:srgbClr val="1572C3"/>
                </a:solidFill>
                <a:latin typeface="Arial"/>
                <a:ea typeface="Arial"/>
                <a:cs typeface="Arial"/>
              </a:defRPr>
            </a:lvl7pPr>
            <a:lvl8pPr algn="l">
              <a:defRPr sz="1575" b="0">
                <a:solidFill>
                  <a:srgbClr val="1572C3"/>
                </a:solidFill>
                <a:latin typeface="Arial"/>
                <a:ea typeface="Arial"/>
                <a:cs typeface="Arial"/>
              </a:defRPr>
            </a:lvl8pPr>
            <a:lvl9pPr algn="l">
              <a:defRPr sz="1575" b="0">
                <a:solidFill>
                  <a:srgbClr val="1572C3"/>
                </a:solidFill>
                <a:latin typeface="Arial"/>
                <a:ea typeface="Arial"/>
                <a:cs typeface="Arial"/>
              </a:defRPr>
            </a:lvl9pPr>
          </a:lstStyle>
          <a:p xmlns:a="http://schemas.openxmlformats.org/drawingml/2006/main">
            <a:pPr algn="l">
              <a:defRPr sz="1575" b="0">
                <a:solidFill>
                  <a:srgbClr val="1572C3"/>
                </a:solidFill>
                <a:latin typeface="Arial"/>
                <a:ea typeface="Arial"/>
                <a:cs typeface="Arial"/>
              </a:defRPr>
            </a:pPr>
            <a:r>
              <a:rPr sz="1575" b="0">
                <a:solidFill>
                  <a:srgbClr val="1572C3"/>
                </a:solidFill>
                <a:latin typeface="Arial"/>
                <a:ea typeface="Arial"/>
                <a:cs typeface="Arial"/>
              </a:rPr>
              <a:t>RegWrite = 1</a:t>
            </a:r>
          </a:p>
        </p:txBody>
      </p:sp>
      <p:sp>
        <p:nvSpPr>
          <p:cNvPr id="16" name="wire-38">
            <a:extLst xmlns:a="http://schemas.openxmlformats.org/drawingml/2006/main">
              <a:ext uri="{FF2B5EF4-FFF2-40B4-BE49-F238E27FC236}">
                <a16:creationId xmlns:a16="http://schemas.microsoft.com/office/drawing/2014/main" id="{03580D47-28B7-4642-A860-9C6B0FD28340}"/>
              </a:ext>
            </a:extLst>
          </p:cNvPr>
          <p:cNvSpPr>
            <a:spLocks xmlns:a="http://schemas.openxmlformats.org/drawingml/2006/main" noGrp="1"/>
          </p:cNvSpPr>
          <p:nvPr/>
        </p:nvSpPr>
        <p:spPr>
          <a:xfrm xmlns:a="http://schemas.openxmlformats.org/drawingml/2006/main">
            <a:off x="2133600"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1572C3"/>
            </a:solidFill>
          </a:ln>
        </p:spPr>
      </p:sp>
      <p:sp>
        <p:nvSpPr>
          <p:cNvPr id="17" name="circuit-39">
            <a:extLst xmlns:a="http://schemas.openxmlformats.org/drawingml/2006/main">
              <a:ext uri="{FF2B5EF4-FFF2-40B4-BE49-F238E27FC236}">
                <a16:creationId xmlns:a16="http://schemas.microsoft.com/office/drawing/2014/main" id="{34C34B19-C2A5-4AFD-A4DB-2735E0F41FE9}"/>
              </a:ext>
            </a:extLst>
          </p:cNvPr>
          <p:cNvSpPr>
            <a:spLocks xmlns:a="http://schemas.openxmlformats.org/drawingml/2006/main" noGrp="1"/>
          </p:cNvSpPr>
          <p:nvPr/>
        </p:nvSpPr>
        <p:spPr>
          <a:xfrm xmlns:a="http://schemas.openxmlformats.org/drawingml/2006/main">
            <a:off x="2095500"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1572C3"/>
          </a:solidFill>
          <a:ln xmlns:a="http://schemas.openxmlformats.org/drawingml/2006/main" w="9525">
            <a:solidFill>
              <a:srgbClr val="1572C3"/>
            </a:solidFill>
          </a:ln>
        </p:spPr>
      </p:sp>
      <p:sp>
        <p:nvSpPr>
          <p:cNvPr id="18" name="wire-40">
            <a:extLst xmlns:a="http://schemas.openxmlformats.org/drawingml/2006/main">
              <a:ext uri="{FF2B5EF4-FFF2-40B4-BE49-F238E27FC236}">
                <a16:creationId xmlns:a16="http://schemas.microsoft.com/office/drawing/2014/main" id="{667D8E68-5973-4BC5-BE50-0E96A675B297}"/>
              </a:ext>
            </a:extLst>
          </p:cNvPr>
          <p:cNvSpPr>
            <a:spLocks xmlns:a="http://schemas.openxmlformats.org/drawingml/2006/main" noGrp="1"/>
          </p:cNvSpPr>
          <p:nvPr/>
        </p:nvSpPr>
        <p:spPr>
          <a:xfrm xmlns:a="http://schemas.openxmlformats.org/drawingml/2006/main">
            <a:off x="981075" y="3276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19" name="circuit-41">
            <a:extLst xmlns:a="http://schemas.openxmlformats.org/drawingml/2006/main">
              <a:ext uri="{FF2B5EF4-FFF2-40B4-BE49-F238E27FC236}">
                <a16:creationId xmlns:a16="http://schemas.microsoft.com/office/drawing/2014/main" id="{4ACFB3C7-7797-4135-8117-1048C99E0175}"/>
              </a:ext>
            </a:extLst>
          </p:cNvPr>
          <p:cNvSpPr>
            <a:spLocks xmlns:a="http://schemas.openxmlformats.org/drawingml/2006/main" noGrp="1"/>
          </p:cNvSpPr>
          <p:nvPr/>
        </p:nvSpPr>
        <p:spPr>
          <a:xfrm xmlns:a="http://schemas.openxmlformats.org/drawingml/2006/main">
            <a:off x="112395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0" name="text-42">
            <a:extLst xmlns:a="http://schemas.openxmlformats.org/drawingml/2006/main">
              <a:ext uri="{FF2B5EF4-FFF2-40B4-BE49-F238E27FC236}">
                <a16:creationId xmlns:a16="http://schemas.microsoft.com/office/drawing/2014/main" id="{BB18490E-8CAD-44CB-A0D3-F1A77D70D8D4}"/>
              </a:ext>
            </a:extLst>
          </p:cNvPr>
          <p:cNvSpPr>
            <a:spLocks xmlns:a="http://schemas.openxmlformats.org/drawingml/2006/main" noGrp="1"/>
          </p:cNvSpPr>
          <p:nvPr/>
        </p:nvSpPr>
        <p:spPr>
          <a:xfrm xmlns:a="http://schemas.openxmlformats.org/drawingml/2006/main">
            <a:off x="552450" y="3114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0</a:t>
            </a:r>
          </a:p>
        </p:txBody>
      </p:sp>
      <p:sp>
        <p:nvSpPr>
          <p:cNvPr id="21" name="wire-43">
            <a:extLst xmlns:a="http://schemas.openxmlformats.org/drawingml/2006/main">
              <a:ext uri="{FF2B5EF4-FFF2-40B4-BE49-F238E27FC236}">
                <a16:creationId xmlns:a16="http://schemas.microsoft.com/office/drawing/2014/main" id="{305C5738-E510-4C54-A77D-F6E8B2BF2F7D}"/>
              </a:ext>
            </a:extLst>
          </p:cNvPr>
          <p:cNvSpPr>
            <a:spLocks xmlns:a="http://schemas.openxmlformats.org/drawingml/2006/main" noGrp="1"/>
          </p:cNvSpPr>
          <p:nvPr/>
        </p:nvSpPr>
        <p:spPr>
          <a:xfrm xmlns:a="http://schemas.openxmlformats.org/drawingml/2006/main">
            <a:off x="981075" y="39814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B9BEC6"/>
            </a:solidFill>
          </a:ln>
        </p:spPr>
      </p:sp>
      <p:sp>
        <p:nvSpPr>
          <p:cNvPr id="22" name="circuit-44">
            <a:extLst xmlns:a="http://schemas.openxmlformats.org/drawingml/2006/main">
              <a:ext uri="{FF2B5EF4-FFF2-40B4-BE49-F238E27FC236}">
                <a16:creationId xmlns:a16="http://schemas.microsoft.com/office/drawing/2014/main" id="{EA324DEF-7B60-49C2-BF03-CA585B86AAE6}"/>
              </a:ext>
            </a:extLst>
          </p:cNvPr>
          <p:cNvSpPr>
            <a:spLocks xmlns:a="http://schemas.openxmlformats.org/drawingml/2006/main" noGrp="1"/>
          </p:cNvSpPr>
          <p:nvPr/>
        </p:nvSpPr>
        <p:spPr>
          <a:xfrm xmlns:a="http://schemas.openxmlformats.org/drawingml/2006/main">
            <a:off x="112395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B9BEC6"/>
          </a:solidFill>
          <a:ln xmlns:a="http://schemas.openxmlformats.org/drawingml/2006/main" w="9525">
            <a:solidFill>
              <a:srgbClr val="B9BEC6"/>
            </a:solidFill>
          </a:ln>
        </p:spPr>
      </p:sp>
      <p:sp>
        <p:nvSpPr>
          <p:cNvPr id="23" name="text-45">
            <a:extLst xmlns:a="http://schemas.openxmlformats.org/drawingml/2006/main">
              <a:ext uri="{FF2B5EF4-FFF2-40B4-BE49-F238E27FC236}">
                <a16:creationId xmlns:a16="http://schemas.microsoft.com/office/drawing/2014/main" id="{A8BFAD8F-FF7A-440B-B6F0-94B772817C5B}"/>
              </a:ext>
            </a:extLst>
          </p:cNvPr>
          <p:cNvSpPr>
            <a:spLocks xmlns:a="http://schemas.openxmlformats.org/drawingml/2006/main" noGrp="1"/>
          </p:cNvSpPr>
          <p:nvPr/>
        </p:nvSpPr>
        <p:spPr>
          <a:xfrm xmlns:a="http://schemas.openxmlformats.org/drawingml/2006/main">
            <a:off x="552450" y="381952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B9BEC6"/>
                </a:solidFill>
                <a:latin typeface="Yu Gothic"/>
                <a:ea typeface="Yu Gothic"/>
                <a:cs typeface="Yu Gothic"/>
              </a:defRPr>
            </a:defPPr>
            <a:lvl1pPr algn="ctr">
              <a:defRPr sz="1725" b="0">
                <a:solidFill>
                  <a:srgbClr val="B9BEC6"/>
                </a:solidFill>
                <a:latin typeface="Yu Gothic"/>
                <a:ea typeface="Yu Gothic"/>
                <a:cs typeface="Yu Gothic"/>
              </a:defRPr>
            </a:lvl1pPr>
            <a:lvl2pPr algn="ctr">
              <a:defRPr sz="1725" b="0">
                <a:solidFill>
                  <a:srgbClr val="B9BEC6"/>
                </a:solidFill>
                <a:latin typeface="Yu Gothic"/>
                <a:ea typeface="Yu Gothic"/>
                <a:cs typeface="Yu Gothic"/>
              </a:defRPr>
            </a:lvl2pPr>
            <a:lvl3pPr algn="ctr">
              <a:defRPr sz="1725" b="0">
                <a:solidFill>
                  <a:srgbClr val="B9BEC6"/>
                </a:solidFill>
                <a:latin typeface="Yu Gothic"/>
                <a:ea typeface="Yu Gothic"/>
                <a:cs typeface="Yu Gothic"/>
              </a:defRPr>
            </a:lvl3pPr>
            <a:lvl4pPr algn="ctr">
              <a:defRPr sz="1725" b="0">
                <a:solidFill>
                  <a:srgbClr val="B9BEC6"/>
                </a:solidFill>
                <a:latin typeface="Yu Gothic"/>
                <a:ea typeface="Yu Gothic"/>
                <a:cs typeface="Yu Gothic"/>
              </a:defRPr>
            </a:lvl4pPr>
            <a:lvl5pPr algn="ctr">
              <a:defRPr sz="1725" b="0">
                <a:solidFill>
                  <a:srgbClr val="B9BEC6"/>
                </a:solidFill>
                <a:latin typeface="Yu Gothic"/>
                <a:ea typeface="Yu Gothic"/>
                <a:cs typeface="Yu Gothic"/>
              </a:defRPr>
            </a:lvl5pPr>
            <a:lvl6pPr algn="ctr">
              <a:defRPr sz="1725" b="0">
                <a:solidFill>
                  <a:srgbClr val="B9BEC6"/>
                </a:solidFill>
                <a:latin typeface="Yu Gothic"/>
                <a:ea typeface="Yu Gothic"/>
                <a:cs typeface="Yu Gothic"/>
              </a:defRPr>
            </a:lvl6pPr>
            <a:lvl7pPr algn="ctr">
              <a:defRPr sz="1725" b="0">
                <a:solidFill>
                  <a:srgbClr val="B9BEC6"/>
                </a:solidFill>
                <a:latin typeface="Yu Gothic"/>
                <a:ea typeface="Yu Gothic"/>
                <a:cs typeface="Yu Gothic"/>
              </a:defRPr>
            </a:lvl7pPr>
            <a:lvl8pPr algn="ctr">
              <a:defRPr sz="1725" b="0">
                <a:solidFill>
                  <a:srgbClr val="B9BEC6"/>
                </a:solidFill>
                <a:latin typeface="Yu Gothic"/>
                <a:ea typeface="Yu Gothic"/>
                <a:cs typeface="Yu Gothic"/>
              </a:defRPr>
            </a:lvl8pPr>
            <a:lvl9pPr algn="ctr">
              <a:defRPr sz="1725" b="0">
                <a:solidFill>
                  <a:srgbClr val="B9BEC6"/>
                </a:solidFill>
                <a:latin typeface="Yu Gothic"/>
                <a:ea typeface="Yu Gothic"/>
                <a:cs typeface="Yu Gothic"/>
              </a:defRPr>
            </a:lvl9pPr>
          </a:lstStyle>
          <a:p xmlns:a="http://schemas.openxmlformats.org/drawingml/2006/main">
            <a:pPr algn="ctr">
              <a:defRPr sz="1725" b="0">
                <a:solidFill>
                  <a:srgbClr val="B9BEC6"/>
                </a:solidFill>
                <a:latin typeface="Yu Gothic"/>
                <a:ea typeface="Yu Gothic"/>
                <a:cs typeface="Yu Gothic"/>
              </a:defRPr>
            </a:pPr>
            <a:r>
              <a:rPr sz="1725" b="0">
                <a:solidFill>
                  <a:srgbClr val="B9BEC6"/>
                </a:solidFill>
                <a:latin typeface="Yu Gothic"/>
                <a:ea typeface="Yu Gothic"/>
                <a:cs typeface="Yu Gothic"/>
              </a:rPr>
              <a:t>—</a:t>
            </a:r>
          </a:p>
        </p:txBody>
      </p:sp>
      <p:sp>
        <p:nvSpPr>
          <p:cNvPr id="24" name="wire-46">
            <a:extLst xmlns:a="http://schemas.openxmlformats.org/drawingml/2006/main">
              <a:ext uri="{FF2B5EF4-FFF2-40B4-BE49-F238E27FC236}">
                <a16:creationId xmlns:a16="http://schemas.microsoft.com/office/drawing/2014/main" id="{FF630F54-E7B5-4896-8C03-708239C5BB86}"/>
              </a:ext>
            </a:extLst>
          </p:cNvPr>
          <p:cNvSpPr>
            <a:spLocks xmlns:a="http://schemas.openxmlformats.org/drawingml/2006/main" noGrp="1"/>
          </p:cNvSpPr>
          <p:nvPr/>
        </p:nvSpPr>
        <p:spPr>
          <a:xfrm xmlns:a="http://schemas.openxmlformats.org/drawingml/2006/main">
            <a:off x="981075" y="4419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25" name="circuit-47">
            <a:extLst xmlns:a="http://schemas.openxmlformats.org/drawingml/2006/main">
              <a:ext uri="{FF2B5EF4-FFF2-40B4-BE49-F238E27FC236}">
                <a16:creationId xmlns:a16="http://schemas.microsoft.com/office/drawing/2014/main" id="{7A5D88ED-4199-46DE-9FB4-1DF9B7CE63D2}"/>
              </a:ext>
            </a:extLst>
          </p:cNvPr>
          <p:cNvSpPr>
            <a:spLocks xmlns:a="http://schemas.openxmlformats.org/drawingml/2006/main" noGrp="1"/>
          </p:cNvSpPr>
          <p:nvPr/>
        </p:nvSpPr>
        <p:spPr>
          <a:xfrm xmlns:a="http://schemas.openxmlformats.org/drawingml/2006/main">
            <a:off x="1123950" y="4381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6" name="text-48">
            <a:extLst xmlns:a="http://schemas.openxmlformats.org/drawingml/2006/main">
              <a:ext uri="{FF2B5EF4-FFF2-40B4-BE49-F238E27FC236}">
                <a16:creationId xmlns:a16="http://schemas.microsoft.com/office/drawing/2014/main" id="{A2E60290-447D-43C2-BF4D-52A1F587A27A}"/>
              </a:ext>
            </a:extLst>
          </p:cNvPr>
          <p:cNvSpPr>
            <a:spLocks xmlns:a="http://schemas.openxmlformats.org/drawingml/2006/main" noGrp="1"/>
          </p:cNvSpPr>
          <p:nvPr/>
        </p:nvSpPr>
        <p:spPr>
          <a:xfrm xmlns:a="http://schemas.openxmlformats.org/drawingml/2006/main">
            <a:off x="552450" y="4257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1</a:t>
            </a:r>
          </a:p>
        </p:txBody>
      </p:sp>
      <p:sp>
        <p:nvSpPr>
          <p:cNvPr id="27" name="wire-49">
            <a:extLst xmlns:a="http://schemas.openxmlformats.org/drawingml/2006/main">
              <a:ext uri="{FF2B5EF4-FFF2-40B4-BE49-F238E27FC236}">
                <a16:creationId xmlns:a16="http://schemas.microsoft.com/office/drawing/2014/main" id="{DBD6D7FD-6E06-417A-9DD7-D0F6BDE2D12B}"/>
              </a:ext>
            </a:extLst>
          </p:cNvPr>
          <p:cNvSpPr>
            <a:spLocks xmlns:a="http://schemas.openxmlformats.org/drawingml/2006/main" noGrp="1"/>
          </p:cNvSpPr>
          <p:nvPr/>
        </p:nvSpPr>
        <p:spPr>
          <a:xfrm xmlns:a="http://schemas.openxmlformats.org/drawingml/2006/main">
            <a:off x="2895600" y="3276600"/>
            <a:ext cx="819150" cy="9525"/>
          </a:xfrm>
          <a:custGeom xmlns:a="http://schemas.openxmlformats.org/drawingml/2006/main">
            <a:pathLst>
              <a:path w="819150" h="9525">
                <a:moveTo>
                  <a:pt x="0" y="0"/>
                </a:moveTo>
                <a:lnTo>
                  <a:pt x="819150" y="0"/>
                </a:lnTo>
              </a:path>
            </a:pathLst>
          </a:custGeom>
          <a:noFill xmlns:a="http://schemas.openxmlformats.org/drawingml/2006/main"/>
          <a:ln xmlns:a="http://schemas.openxmlformats.org/drawingml/2006/main" w="22860">
            <a:solidFill>
              <a:srgbClr val="231F20"/>
            </a:solidFill>
          </a:ln>
        </p:spPr>
      </p:sp>
      <p:sp>
        <p:nvSpPr>
          <p:cNvPr id="28" name="circuit-50">
            <a:extLst xmlns:a="http://schemas.openxmlformats.org/drawingml/2006/main">
              <a:ext uri="{FF2B5EF4-FFF2-40B4-BE49-F238E27FC236}">
                <a16:creationId xmlns:a16="http://schemas.microsoft.com/office/drawing/2014/main" id="{FD362910-398B-4CEC-9393-2EE8087459F7}"/>
              </a:ext>
            </a:extLst>
          </p:cNvPr>
          <p:cNvSpPr>
            <a:spLocks xmlns:a="http://schemas.openxmlformats.org/drawingml/2006/main" noGrp="1"/>
          </p:cNvSpPr>
          <p:nvPr/>
        </p:nvSpPr>
        <p:spPr>
          <a:xfrm xmlns:a="http://schemas.openxmlformats.org/drawingml/2006/main">
            <a:off x="361950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9" name="text-51">
            <a:extLst xmlns:a="http://schemas.openxmlformats.org/drawingml/2006/main">
              <a:ext uri="{FF2B5EF4-FFF2-40B4-BE49-F238E27FC236}">
                <a16:creationId xmlns:a16="http://schemas.microsoft.com/office/drawing/2014/main" id="{62D1621E-6A24-4328-B9EF-AAE01ED2118A}"/>
              </a:ext>
            </a:extLst>
          </p:cNvPr>
          <p:cNvSpPr>
            <a:spLocks xmlns:a="http://schemas.openxmlformats.org/drawingml/2006/main" noGrp="1"/>
          </p:cNvSpPr>
          <p:nvPr/>
        </p:nvSpPr>
        <p:spPr>
          <a:xfrm xmlns:a="http://schemas.openxmlformats.org/drawingml/2006/main">
            <a:off x="3067050" y="2952750"/>
            <a:ext cx="447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1572C3"/>
                </a:solidFill>
                <a:latin typeface="Arial"/>
                <a:ea typeface="Arial"/>
                <a:cs typeface="Arial"/>
              </a:defRPr>
            </a:defPPr>
            <a:lvl1pPr algn="ctr">
              <a:defRPr sz="1725" b="1">
                <a:solidFill>
                  <a:srgbClr val="1572C3"/>
                </a:solidFill>
                <a:latin typeface="Arial"/>
                <a:ea typeface="Arial"/>
                <a:cs typeface="Arial"/>
              </a:defRPr>
            </a:lvl1pPr>
            <a:lvl2pPr algn="ctr">
              <a:defRPr sz="1725" b="1">
                <a:solidFill>
                  <a:srgbClr val="1572C3"/>
                </a:solidFill>
                <a:latin typeface="Arial"/>
                <a:ea typeface="Arial"/>
                <a:cs typeface="Arial"/>
              </a:defRPr>
            </a:lvl2pPr>
            <a:lvl3pPr algn="ctr">
              <a:defRPr sz="1725" b="1">
                <a:solidFill>
                  <a:srgbClr val="1572C3"/>
                </a:solidFill>
                <a:latin typeface="Arial"/>
                <a:ea typeface="Arial"/>
                <a:cs typeface="Arial"/>
              </a:defRPr>
            </a:lvl3pPr>
            <a:lvl4pPr algn="ctr">
              <a:defRPr sz="1725" b="1">
                <a:solidFill>
                  <a:srgbClr val="1572C3"/>
                </a:solidFill>
                <a:latin typeface="Arial"/>
                <a:ea typeface="Arial"/>
                <a:cs typeface="Arial"/>
              </a:defRPr>
            </a:lvl4pPr>
            <a:lvl5pPr algn="ctr">
              <a:defRPr sz="1725" b="1">
                <a:solidFill>
                  <a:srgbClr val="1572C3"/>
                </a:solidFill>
                <a:latin typeface="Arial"/>
                <a:ea typeface="Arial"/>
                <a:cs typeface="Arial"/>
              </a:defRPr>
            </a:lvl5pPr>
            <a:lvl6pPr algn="ctr">
              <a:defRPr sz="1725" b="1">
                <a:solidFill>
                  <a:srgbClr val="1572C3"/>
                </a:solidFill>
                <a:latin typeface="Arial"/>
                <a:ea typeface="Arial"/>
                <a:cs typeface="Arial"/>
              </a:defRPr>
            </a:lvl6pPr>
            <a:lvl7pPr algn="ctr">
              <a:defRPr sz="1725" b="1">
                <a:solidFill>
                  <a:srgbClr val="1572C3"/>
                </a:solidFill>
                <a:latin typeface="Arial"/>
                <a:ea typeface="Arial"/>
                <a:cs typeface="Arial"/>
              </a:defRPr>
            </a:lvl7pPr>
            <a:lvl8pPr algn="ctr">
              <a:defRPr sz="1725" b="1">
                <a:solidFill>
                  <a:srgbClr val="1572C3"/>
                </a:solidFill>
                <a:latin typeface="Arial"/>
                <a:ea typeface="Arial"/>
                <a:cs typeface="Arial"/>
              </a:defRPr>
            </a:lvl8pPr>
            <a:lvl9pPr algn="ctr">
              <a:defRPr sz="1725" b="1">
                <a:solidFill>
                  <a:srgbClr val="1572C3"/>
                </a:solidFill>
                <a:latin typeface="Arial"/>
                <a:ea typeface="Arial"/>
                <a:cs typeface="Arial"/>
              </a:defRPr>
            </a:lvl9pPr>
          </a:lstStyle>
          <a:p xmlns:a="http://schemas.openxmlformats.org/drawingml/2006/main">
            <a:pPr algn="ctr">
              <a:defRPr sz="1725" b="1">
                <a:solidFill>
                  <a:srgbClr val="1572C3"/>
                </a:solidFill>
                <a:latin typeface="Arial"/>
                <a:ea typeface="Arial"/>
                <a:cs typeface="Arial"/>
              </a:defRPr>
            </a:pPr>
            <a:r>
              <a:rPr sz="1725" b="1">
                <a:solidFill>
                  <a:srgbClr val="1572C3"/>
                </a:solidFill>
                <a:latin typeface="Arial"/>
                <a:ea typeface="Arial"/>
                <a:cs typeface="Arial"/>
              </a:rPr>
              <a:t>0</a:t>
            </a:r>
          </a:p>
        </p:txBody>
      </p:sp>
      <p:sp>
        <p:nvSpPr>
          <p:cNvPr id="30" name="circuit-52">
            <a:extLst xmlns:a="http://schemas.openxmlformats.org/drawingml/2006/main">
              <a:ext uri="{FF2B5EF4-FFF2-40B4-BE49-F238E27FC236}">
                <a16:creationId xmlns:a16="http://schemas.microsoft.com/office/drawing/2014/main" id="{71150CE2-B707-41D6-B0E3-AD969484534B}"/>
              </a:ext>
            </a:extLst>
          </p:cNvPr>
          <p:cNvSpPr>
            <a:spLocks xmlns:a="http://schemas.openxmlformats.org/drawingml/2006/main" noGrp="1"/>
          </p:cNvSpPr>
          <p:nvPr/>
        </p:nvSpPr>
        <p:spPr>
          <a:xfrm xmlns:a="http://schemas.openxmlformats.org/drawingml/2006/main">
            <a:off x="3714750" y="3048000"/>
            <a:ext cx="857250" cy="1143000"/>
          </a:xfrm>
          <a:custGeom xmlns:a="http://schemas.openxmlformats.org/drawingml/2006/main">
            <a:pathLst>
              <a:path w="857250" h="1143000">
                <a:moveTo>
                  <a:pt x="0" y="0"/>
                </a:moveTo>
                <a:lnTo>
                  <a:pt x="857250" y="219075"/>
                </a:lnTo>
                <a:lnTo>
                  <a:pt x="857250" y="933450"/>
                </a:lnTo>
                <a:lnTo>
                  <a:pt x="0" y="1143000"/>
                </a:lnTo>
                <a:lnTo>
                  <a:pt x="0" y="733425"/>
                </a:lnTo>
                <a:lnTo>
                  <a:pt x="266700" y="581025"/>
                </a:lnTo>
                <a:lnTo>
                  <a:pt x="0" y="428625"/>
                </a:lnTo>
                <a:close/>
              </a:path>
            </a:pathLst>
          </a:custGeom>
          <a:solidFill xmlns:a="http://schemas.openxmlformats.org/drawingml/2006/main">
            <a:srgbClr val="FFFFFF"/>
          </a:solidFill>
          <a:ln xmlns:a="http://schemas.openxmlformats.org/drawingml/2006/main" w="16193">
            <a:solidFill>
              <a:srgbClr val="231F20"/>
            </a:solidFill>
          </a:ln>
        </p:spPr>
      </p:sp>
      <p:sp>
        <p:nvSpPr>
          <p:cNvPr id="31" name="text-53">
            <a:extLst xmlns:a="http://schemas.openxmlformats.org/drawingml/2006/main">
              <a:ext uri="{FF2B5EF4-FFF2-40B4-BE49-F238E27FC236}">
                <a16:creationId xmlns:a16="http://schemas.microsoft.com/office/drawing/2014/main" id="{CCE0E21B-5CE1-40F0-A5D9-DF11DD4A8377}"/>
              </a:ext>
            </a:extLst>
          </p:cNvPr>
          <p:cNvSpPr>
            <a:spLocks xmlns:a="http://schemas.openxmlformats.org/drawingml/2006/main" noGrp="1"/>
          </p:cNvSpPr>
          <p:nvPr/>
        </p:nvSpPr>
        <p:spPr>
          <a:xfrm xmlns:a="http://schemas.openxmlformats.org/drawingml/2006/main">
            <a:off x="4048125" y="3333750"/>
            <a:ext cx="457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775" b="0">
                <a:solidFill>
                  <a:srgbClr val="231F20"/>
                </a:solidFill>
                <a:latin typeface="Yu Gothic"/>
                <a:ea typeface="Yu Gothic"/>
                <a:cs typeface="Yu Gothic"/>
              </a:defRPr>
            </a:defPPr>
            <a:lvl1pPr algn="ctr">
              <a:defRPr sz="2775" b="0">
                <a:solidFill>
                  <a:srgbClr val="231F20"/>
                </a:solidFill>
                <a:latin typeface="Yu Gothic"/>
                <a:ea typeface="Yu Gothic"/>
                <a:cs typeface="Yu Gothic"/>
              </a:defRPr>
            </a:lvl1pPr>
            <a:lvl2pPr algn="ctr">
              <a:defRPr sz="2775" b="0">
                <a:solidFill>
                  <a:srgbClr val="231F20"/>
                </a:solidFill>
                <a:latin typeface="Yu Gothic"/>
                <a:ea typeface="Yu Gothic"/>
                <a:cs typeface="Yu Gothic"/>
              </a:defRPr>
            </a:lvl2pPr>
            <a:lvl3pPr algn="ctr">
              <a:defRPr sz="2775" b="0">
                <a:solidFill>
                  <a:srgbClr val="231F20"/>
                </a:solidFill>
                <a:latin typeface="Yu Gothic"/>
                <a:ea typeface="Yu Gothic"/>
                <a:cs typeface="Yu Gothic"/>
              </a:defRPr>
            </a:lvl3pPr>
            <a:lvl4pPr algn="ctr">
              <a:defRPr sz="2775" b="0">
                <a:solidFill>
                  <a:srgbClr val="231F20"/>
                </a:solidFill>
                <a:latin typeface="Yu Gothic"/>
                <a:ea typeface="Yu Gothic"/>
                <a:cs typeface="Yu Gothic"/>
              </a:defRPr>
            </a:lvl4pPr>
            <a:lvl5pPr algn="ctr">
              <a:defRPr sz="2775" b="0">
                <a:solidFill>
                  <a:srgbClr val="231F20"/>
                </a:solidFill>
                <a:latin typeface="Yu Gothic"/>
                <a:ea typeface="Yu Gothic"/>
                <a:cs typeface="Yu Gothic"/>
              </a:defRPr>
            </a:lvl5pPr>
            <a:lvl6pPr algn="ctr">
              <a:defRPr sz="2775" b="0">
                <a:solidFill>
                  <a:srgbClr val="231F20"/>
                </a:solidFill>
                <a:latin typeface="Yu Gothic"/>
                <a:ea typeface="Yu Gothic"/>
                <a:cs typeface="Yu Gothic"/>
              </a:defRPr>
            </a:lvl6pPr>
            <a:lvl7pPr algn="ctr">
              <a:defRPr sz="2775" b="0">
                <a:solidFill>
                  <a:srgbClr val="231F20"/>
                </a:solidFill>
                <a:latin typeface="Yu Gothic"/>
                <a:ea typeface="Yu Gothic"/>
                <a:cs typeface="Yu Gothic"/>
              </a:defRPr>
            </a:lvl7pPr>
            <a:lvl8pPr algn="ctr">
              <a:defRPr sz="2775" b="0">
                <a:solidFill>
                  <a:srgbClr val="231F20"/>
                </a:solidFill>
                <a:latin typeface="Yu Gothic"/>
                <a:ea typeface="Yu Gothic"/>
                <a:cs typeface="Yu Gothic"/>
              </a:defRPr>
            </a:lvl8pPr>
            <a:lvl9pPr algn="ctr">
              <a:defRPr sz="2775" b="0">
                <a:solidFill>
                  <a:srgbClr val="231F20"/>
                </a:solidFill>
                <a:latin typeface="Yu Gothic"/>
                <a:ea typeface="Yu Gothic"/>
                <a:cs typeface="Yu Gothic"/>
              </a:defRPr>
            </a:lvl9pPr>
          </a:lstStyle>
          <a:p xmlns:a="http://schemas.openxmlformats.org/drawingml/2006/main">
            <a:pPr algn="ctr">
              <a:defRPr sz="2775" b="0">
                <a:solidFill>
                  <a:srgbClr val="231F20"/>
                </a:solidFill>
                <a:latin typeface="Yu Gothic"/>
                <a:ea typeface="Yu Gothic"/>
                <a:cs typeface="Yu Gothic"/>
              </a:defRPr>
            </a:pPr>
            <a:r>
              <a:rPr sz="2775" b="0">
                <a:solidFill>
                  <a:srgbClr val="231F20"/>
                </a:solidFill>
                <a:latin typeface="Yu Gothic"/>
                <a:ea typeface="Yu Gothic"/>
                <a:cs typeface="Yu Gothic"/>
              </a:rPr>
              <a:t>＋</a:t>
            </a:r>
          </a:p>
        </p:txBody>
      </p:sp>
      <p:sp>
        <p:nvSpPr>
          <p:cNvPr id="32" name="text-54">
            <a:extLst xmlns:a="http://schemas.openxmlformats.org/drawingml/2006/main">
              <a:ext uri="{FF2B5EF4-FFF2-40B4-BE49-F238E27FC236}">
                <a16:creationId xmlns:a16="http://schemas.microsoft.com/office/drawing/2014/main" id="{E23CDB19-B3C5-4C43-A5BC-BF4C83F39042}"/>
              </a:ext>
            </a:extLst>
          </p:cNvPr>
          <p:cNvSpPr>
            <a:spLocks xmlns:a="http://schemas.openxmlformats.org/drawingml/2006/main" noGrp="1"/>
          </p:cNvSpPr>
          <p:nvPr/>
        </p:nvSpPr>
        <p:spPr>
          <a:xfrm xmlns:a="http://schemas.openxmlformats.org/drawingml/2006/main">
            <a:off x="3324225" y="260032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231F20"/>
                </a:solidFill>
                <a:latin typeface="Yu Gothic"/>
                <a:ea typeface="Yu Gothic"/>
                <a:cs typeface="Yu Gothic"/>
              </a:defRPr>
            </a:defPPr>
            <a:lvl1pPr algn="ctr">
              <a:defRPr sz="1725" b="1">
                <a:solidFill>
                  <a:srgbClr val="231F20"/>
                </a:solidFill>
                <a:latin typeface="Yu Gothic"/>
                <a:ea typeface="Yu Gothic"/>
                <a:cs typeface="Yu Gothic"/>
              </a:defRPr>
            </a:lvl1pPr>
            <a:lvl2pPr algn="ctr">
              <a:defRPr sz="1725" b="1">
                <a:solidFill>
                  <a:srgbClr val="231F20"/>
                </a:solidFill>
                <a:latin typeface="Yu Gothic"/>
                <a:ea typeface="Yu Gothic"/>
                <a:cs typeface="Yu Gothic"/>
              </a:defRPr>
            </a:lvl2pPr>
            <a:lvl3pPr algn="ctr">
              <a:defRPr sz="1725" b="1">
                <a:solidFill>
                  <a:srgbClr val="231F20"/>
                </a:solidFill>
                <a:latin typeface="Yu Gothic"/>
                <a:ea typeface="Yu Gothic"/>
                <a:cs typeface="Yu Gothic"/>
              </a:defRPr>
            </a:lvl3pPr>
            <a:lvl4pPr algn="ctr">
              <a:defRPr sz="1725" b="1">
                <a:solidFill>
                  <a:srgbClr val="231F20"/>
                </a:solidFill>
                <a:latin typeface="Yu Gothic"/>
                <a:ea typeface="Yu Gothic"/>
                <a:cs typeface="Yu Gothic"/>
              </a:defRPr>
            </a:lvl4pPr>
            <a:lvl5pPr algn="ctr">
              <a:defRPr sz="1725" b="1">
                <a:solidFill>
                  <a:srgbClr val="231F20"/>
                </a:solidFill>
                <a:latin typeface="Yu Gothic"/>
                <a:ea typeface="Yu Gothic"/>
                <a:cs typeface="Yu Gothic"/>
              </a:defRPr>
            </a:lvl5pPr>
            <a:lvl6pPr algn="ctr">
              <a:defRPr sz="1725" b="1">
                <a:solidFill>
                  <a:srgbClr val="231F20"/>
                </a:solidFill>
                <a:latin typeface="Yu Gothic"/>
                <a:ea typeface="Yu Gothic"/>
                <a:cs typeface="Yu Gothic"/>
              </a:defRPr>
            </a:lvl6pPr>
            <a:lvl7pPr algn="ctr">
              <a:defRPr sz="1725" b="1">
                <a:solidFill>
                  <a:srgbClr val="231F20"/>
                </a:solidFill>
                <a:latin typeface="Yu Gothic"/>
                <a:ea typeface="Yu Gothic"/>
                <a:cs typeface="Yu Gothic"/>
              </a:defRPr>
            </a:lvl7pPr>
            <a:lvl8pPr algn="ctr">
              <a:defRPr sz="1725" b="1">
                <a:solidFill>
                  <a:srgbClr val="231F20"/>
                </a:solidFill>
                <a:latin typeface="Yu Gothic"/>
                <a:ea typeface="Yu Gothic"/>
                <a:cs typeface="Yu Gothic"/>
              </a:defRPr>
            </a:lvl8pPr>
            <a:lvl9pPr algn="ctr">
              <a:defRPr sz="1725" b="1">
                <a:solidFill>
                  <a:srgbClr val="231F20"/>
                </a:solidFill>
                <a:latin typeface="Yu Gothic"/>
                <a:ea typeface="Yu Gothic"/>
                <a:cs typeface="Yu Gothic"/>
              </a:defRPr>
            </a:lvl9pPr>
          </a:lstStyle>
          <a:p xmlns:a="http://schemas.openxmlformats.org/drawingml/2006/main">
            <a:pPr algn="ctr">
              <a:defRPr sz="1725" b="1">
                <a:solidFill>
                  <a:srgbClr val="231F20"/>
                </a:solidFill>
                <a:latin typeface="Yu Gothic"/>
                <a:ea typeface="Yu Gothic"/>
                <a:cs typeface="Yu Gothic"/>
              </a:defRPr>
            </a:pPr>
            <a:r>
              <a:rPr sz="1725" b="1">
                <a:solidFill>
                  <a:srgbClr val="231F20"/>
                </a:solidFill>
                <a:latin typeface="Yu Gothic"/>
                <a:ea typeface="Yu Gothic"/>
                <a:cs typeface="Yu Gothic"/>
              </a:rPr>
              <a:t>ALU（加算）</a:t>
            </a:r>
          </a:p>
        </p:txBody>
      </p:sp>
      <p:sp>
        <p:nvSpPr>
          <p:cNvPr id="33" name="block-55">
            <a:extLst xmlns:a="http://schemas.openxmlformats.org/drawingml/2006/main">
              <a:ext uri="{FF2B5EF4-FFF2-40B4-BE49-F238E27FC236}">
                <a16:creationId xmlns:a16="http://schemas.microsoft.com/office/drawing/2014/main" id="{D7937423-542A-47F7-A594-B6453D438D5D}"/>
              </a:ext>
            </a:extLst>
          </p:cNvPr>
          <p:cNvSpPr>
            <a:spLocks xmlns:a="http://schemas.openxmlformats.org/drawingml/2006/main" noGrp="1"/>
          </p:cNvSpPr>
          <p:nvPr/>
        </p:nvSpPr>
        <p:spPr>
          <a:xfrm xmlns:a="http://schemas.openxmlformats.org/drawingml/2006/main">
            <a:off x="3619500" y="4953000"/>
            <a:ext cx="1143000"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34" name="text-56">
            <a:extLst xmlns:a="http://schemas.openxmlformats.org/drawingml/2006/main">
              <a:ext uri="{FF2B5EF4-FFF2-40B4-BE49-F238E27FC236}">
                <a16:creationId xmlns:a16="http://schemas.microsoft.com/office/drawing/2014/main" id="{BF86B97D-8D30-402B-A89B-49DD0C7EDE14}"/>
              </a:ext>
            </a:extLst>
          </p:cNvPr>
          <p:cNvSpPr>
            <a:spLocks xmlns:a="http://schemas.openxmlformats.org/drawingml/2006/main" noGrp="1"/>
          </p:cNvSpPr>
          <p:nvPr/>
        </p:nvSpPr>
        <p:spPr>
          <a:xfrm xmlns:a="http://schemas.openxmlformats.org/drawingml/2006/main">
            <a:off x="3695700" y="501015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00" b="1">
                <a:solidFill>
                  <a:srgbClr val="231F20"/>
                </a:solidFill>
                <a:latin typeface="Arial"/>
                <a:ea typeface="Arial"/>
                <a:cs typeface="Arial"/>
              </a:defRPr>
            </a:defPPr>
            <a:lvl1pPr algn="ctr">
              <a:defRPr sz="2100" b="1">
                <a:solidFill>
                  <a:srgbClr val="231F20"/>
                </a:solidFill>
                <a:latin typeface="Arial"/>
                <a:ea typeface="Arial"/>
                <a:cs typeface="Arial"/>
              </a:defRPr>
            </a:lvl1pPr>
            <a:lvl2pPr algn="ctr">
              <a:defRPr sz="2100" b="1">
                <a:solidFill>
                  <a:srgbClr val="231F20"/>
                </a:solidFill>
                <a:latin typeface="Arial"/>
                <a:ea typeface="Arial"/>
                <a:cs typeface="Arial"/>
              </a:defRPr>
            </a:lvl2pPr>
            <a:lvl3pPr algn="ctr">
              <a:defRPr sz="2100" b="1">
                <a:solidFill>
                  <a:srgbClr val="231F20"/>
                </a:solidFill>
                <a:latin typeface="Arial"/>
                <a:ea typeface="Arial"/>
                <a:cs typeface="Arial"/>
              </a:defRPr>
            </a:lvl3pPr>
            <a:lvl4pPr algn="ctr">
              <a:defRPr sz="2100" b="1">
                <a:solidFill>
                  <a:srgbClr val="231F20"/>
                </a:solidFill>
                <a:latin typeface="Arial"/>
                <a:ea typeface="Arial"/>
                <a:cs typeface="Arial"/>
              </a:defRPr>
            </a:lvl4pPr>
            <a:lvl5pPr algn="ctr">
              <a:defRPr sz="2100" b="1">
                <a:solidFill>
                  <a:srgbClr val="231F20"/>
                </a:solidFill>
                <a:latin typeface="Arial"/>
                <a:ea typeface="Arial"/>
                <a:cs typeface="Arial"/>
              </a:defRPr>
            </a:lvl5pPr>
            <a:lvl6pPr algn="ctr">
              <a:defRPr sz="2100" b="1">
                <a:solidFill>
                  <a:srgbClr val="231F20"/>
                </a:solidFill>
                <a:latin typeface="Arial"/>
                <a:ea typeface="Arial"/>
                <a:cs typeface="Arial"/>
              </a:defRPr>
            </a:lvl6pPr>
            <a:lvl7pPr algn="ctr">
              <a:defRPr sz="2100" b="1">
                <a:solidFill>
                  <a:srgbClr val="231F20"/>
                </a:solidFill>
                <a:latin typeface="Arial"/>
                <a:ea typeface="Arial"/>
                <a:cs typeface="Arial"/>
              </a:defRPr>
            </a:lvl7pPr>
            <a:lvl8pPr algn="ctr">
              <a:defRPr sz="2100" b="1">
                <a:solidFill>
                  <a:srgbClr val="231F20"/>
                </a:solidFill>
                <a:latin typeface="Arial"/>
                <a:ea typeface="Arial"/>
                <a:cs typeface="Arial"/>
              </a:defRPr>
            </a:lvl8pPr>
            <a:lvl9pPr algn="ctr">
              <a:defRPr sz="2100" b="1">
                <a:solidFill>
                  <a:srgbClr val="231F20"/>
                </a:solidFill>
                <a:latin typeface="Arial"/>
                <a:ea typeface="Arial"/>
                <a:cs typeface="Arial"/>
              </a:defRPr>
            </a:lvl9pPr>
          </a:lstStyle>
          <a:p xmlns:a="http://schemas.openxmlformats.org/drawingml/2006/main">
            <a:pPr algn="ctr">
              <a:defRPr sz="2100" b="1">
                <a:solidFill>
                  <a:srgbClr val="231F20"/>
                </a:solidFill>
                <a:latin typeface="Arial"/>
                <a:ea typeface="Arial"/>
                <a:cs typeface="Arial"/>
              </a:defRPr>
            </a:pPr>
            <a:r>
              <a:rPr sz="2100" b="1">
                <a:solidFill>
                  <a:srgbClr val="231F20"/>
                </a:solidFill>
                <a:latin typeface="Arial"/>
                <a:ea typeface="Arial"/>
                <a:cs typeface="Arial"/>
              </a:rPr>
              <a:t>0</a:t>
            </a:r>
          </a:p>
        </p:txBody>
      </p:sp>
      <p:sp>
        <p:nvSpPr>
          <p:cNvPr id="35" name="text-57">
            <a:extLst xmlns:a="http://schemas.openxmlformats.org/drawingml/2006/main">
              <a:ext uri="{FF2B5EF4-FFF2-40B4-BE49-F238E27FC236}">
                <a16:creationId xmlns:a16="http://schemas.microsoft.com/office/drawing/2014/main" id="{76D2487B-0CA6-41BA-BDD0-0C16CB8EA042}"/>
              </a:ext>
            </a:extLst>
          </p:cNvPr>
          <p:cNvSpPr>
            <a:spLocks xmlns:a="http://schemas.openxmlformats.org/drawingml/2006/main" noGrp="1"/>
          </p:cNvSpPr>
          <p:nvPr/>
        </p:nvSpPr>
        <p:spPr>
          <a:xfrm xmlns:a="http://schemas.openxmlformats.org/drawingml/2006/main">
            <a:off x="3619500" y="459105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Yu Gothic"/>
                <a:ea typeface="Yu Gothic"/>
                <a:cs typeface="Yu Gothic"/>
              </a:defRPr>
            </a:defPPr>
            <a:lvl1pPr algn="ctr">
              <a:defRPr sz="1725" b="0">
                <a:solidFill>
                  <a:srgbClr val="231F20"/>
                </a:solidFill>
                <a:latin typeface="Yu Gothic"/>
                <a:ea typeface="Yu Gothic"/>
                <a:cs typeface="Yu Gothic"/>
              </a:defRPr>
            </a:lvl1pPr>
            <a:lvl2pPr algn="ctr">
              <a:defRPr sz="1725" b="0">
                <a:solidFill>
                  <a:srgbClr val="231F20"/>
                </a:solidFill>
                <a:latin typeface="Yu Gothic"/>
                <a:ea typeface="Yu Gothic"/>
                <a:cs typeface="Yu Gothic"/>
              </a:defRPr>
            </a:lvl2pPr>
            <a:lvl3pPr algn="ctr">
              <a:defRPr sz="1725" b="0">
                <a:solidFill>
                  <a:srgbClr val="231F20"/>
                </a:solidFill>
                <a:latin typeface="Yu Gothic"/>
                <a:ea typeface="Yu Gothic"/>
                <a:cs typeface="Yu Gothic"/>
              </a:defRPr>
            </a:lvl3pPr>
            <a:lvl4pPr algn="ctr">
              <a:defRPr sz="1725" b="0">
                <a:solidFill>
                  <a:srgbClr val="231F20"/>
                </a:solidFill>
                <a:latin typeface="Yu Gothic"/>
                <a:ea typeface="Yu Gothic"/>
                <a:cs typeface="Yu Gothic"/>
              </a:defRPr>
            </a:lvl4pPr>
            <a:lvl5pPr algn="ctr">
              <a:defRPr sz="1725" b="0">
                <a:solidFill>
                  <a:srgbClr val="231F20"/>
                </a:solidFill>
                <a:latin typeface="Yu Gothic"/>
                <a:ea typeface="Yu Gothic"/>
                <a:cs typeface="Yu Gothic"/>
              </a:defRPr>
            </a:lvl5pPr>
            <a:lvl6pPr algn="ctr">
              <a:defRPr sz="1725" b="0">
                <a:solidFill>
                  <a:srgbClr val="231F20"/>
                </a:solidFill>
                <a:latin typeface="Yu Gothic"/>
                <a:ea typeface="Yu Gothic"/>
                <a:cs typeface="Yu Gothic"/>
              </a:defRPr>
            </a:lvl6pPr>
            <a:lvl7pPr algn="ctr">
              <a:defRPr sz="1725" b="0">
                <a:solidFill>
                  <a:srgbClr val="231F20"/>
                </a:solidFill>
                <a:latin typeface="Yu Gothic"/>
                <a:ea typeface="Yu Gothic"/>
                <a:cs typeface="Yu Gothic"/>
              </a:defRPr>
            </a:lvl7pPr>
            <a:lvl8pPr algn="ctr">
              <a:defRPr sz="1725" b="0">
                <a:solidFill>
                  <a:srgbClr val="231F20"/>
                </a:solidFill>
                <a:latin typeface="Yu Gothic"/>
                <a:ea typeface="Yu Gothic"/>
                <a:cs typeface="Yu Gothic"/>
              </a:defRPr>
            </a:lvl8pPr>
            <a:lvl9pPr algn="ctr">
              <a:defRPr sz="1725" b="0">
                <a:solidFill>
                  <a:srgbClr val="231F20"/>
                </a:solidFill>
                <a:latin typeface="Yu Gothic"/>
                <a:ea typeface="Yu Gothic"/>
                <a:cs typeface="Yu Gothic"/>
              </a:defRPr>
            </a:lvl9pPr>
          </a:lstStyle>
          <a:p xmlns:a="http://schemas.openxmlformats.org/drawingml/2006/main">
            <a:pPr algn="ctr">
              <a:defRPr sz="1725" b="0">
                <a:solidFill>
                  <a:srgbClr val="231F20"/>
                </a:solidFill>
                <a:latin typeface="Yu Gothic"/>
                <a:ea typeface="Yu Gothic"/>
                <a:cs typeface="Yu Gothic"/>
              </a:defRPr>
            </a:pPr>
            <a:r>
              <a:rPr sz="1725" b="0">
                <a:solidFill>
                  <a:srgbClr val="231F20"/>
                </a:solidFill>
                <a:latin typeface="Yu Gothic"/>
                <a:ea typeface="Yu Gothic"/>
                <a:cs typeface="Yu Gothic"/>
              </a:rPr>
              <a:t>即値</a:t>
            </a:r>
          </a:p>
        </p:txBody>
      </p:sp>
      <p:sp>
        <p:nvSpPr>
          <p:cNvPr id="36" name="wire-58">
            <a:extLst xmlns:a="http://schemas.openxmlformats.org/drawingml/2006/main">
              <a:ext uri="{FF2B5EF4-FFF2-40B4-BE49-F238E27FC236}">
                <a16:creationId xmlns:a16="http://schemas.microsoft.com/office/drawing/2014/main" id="{E7F4454B-975A-4F92-9CFF-48EBFAD4DB1E}"/>
              </a:ext>
            </a:extLst>
          </p:cNvPr>
          <p:cNvSpPr>
            <a:spLocks xmlns:a="http://schemas.openxmlformats.org/drawingml/2006/main" noGrp="1"/>
          </p:cNvSpPr>
          <p:nvPr/>
        </p:nvSpPr>
        <p:spPr>
          <a:xfrm xmlns:a="http://schemas.openxmlformats.org/drawingml/2006/main">
            <a:off x="3333750" y="5200650"/>
            <a:ext cx="285750" cy="9525"/>
          </a:xfrm>
          <a:custGeom xmlns:a="http://schemas.openxmlformats.org/drawingml/2006/main">
            <a:pathLst>
              <a:path w="285750" h="9525">
                <a:moveTo>
                  <a:pt x="285750" y="0"/>
                </a:moveTo>
                <a:lnTo>
                  <a:pt x="0" y="0"/>
                </a:lnTo>
              </a:path>
            </a:pathLst>
          </a:custGeom>
          <a:noFill xmlns:a="http://schemas.openxmlformats.org/drawingml/2006/main"/>
          <a:ln xmlns:a="http://schemas.openxmlformats.org/drawingml/2006/main" w="22860">
            <a:solidFill>
              <a:srgbClr val="231F20"/>
            </a:solidFill>
          </a:ln>
        </p:spPr>
      </p:sp>
      <p:sp>
        <p:nvSpPr>
          <p:cNvPr id="37" name="wire-59">
            <a:extLst xmlns:a="http://schemas.openxmlformats.org/drawingml/2006/main">
              <a:ext uri="{FF2B5EF4-FFF2-40B4-BE49-F238E27FC236}">
                <a16:creationId xmlns:a16="http://schemas.microsoft.com/office/drawing/2014/main" id="{F880F1B8-F465-4917-B5B8-4B932B4E0EAF}"/>
              </a:ext>
            </a:extLst>
          </p:cNvPr>
          <p:cNvSpPr>
            <a:spLocks xmlns:a="http://schemas.openxmlformats.org/drawingml/2006/main" noGrp="1"/>
          </p:cNvSpPr>
          <p:nvPr/>
        </p:nvSpPr>
        <p:spPr>
          <a:xfrm xmlns:a="http://schemas.openxmlformats.org/drawingml/2006/main">
            <a:off x="3333750" y="3981450"/>
            <a:ext cx="9525" cy="1219200"/>
          </a:xfrm>
          <a:custGeom xmlns:a="http://schemas.openxmlformats.org/drawingml/2006/main">
            <a:pathLst>
              <a:path w="9525" h="1219200">
                <a:moveTo>
                  <a:pt x="0" y="1219200"/>
                </a:moveTo>
                <a:lnTo>
                  <a:pt x="0" y="0"/>
                </a:lnTo>
              </a:path>
            </a:pathLst>
          </a:custGeom>
          <a:noFill xmlns:a="http://schemas.openxmlformats.org/drawingml/2006/main"/>
          <a:ln xmlns:a="http://schemas.openxmlformats.org/drawingml/2006/main" w="22860">
            <a:solidFill>
              <a:srgbClr val="231F20"/>
            </a:solidFill>
          </a:ln>
        </p:spPr>
      </p:sp>
      <p:sp>
        <p:nvSpPr>
          <p:cNvPr id="38" name="wire-60">
            <a:extLst xmlns:a="http://schemas.openxmlformats.org/drawingml/2006/main">
              <a:ext uri="{FF2B5EF4-FFF2-40B4-BE49-F238E27FC236}">
                <a16:creationId xmlns:a16="http://schemas.microsoft.com/office/drawing/2014/main" id="{A14C0BF5-FEE4-4780-B3E3-3821554E2D3F}"/>
              </a:ext>
            </a:extLst>
          </p:cNvPr>
          <p:cNvSpPr>
            <a:spLocks xmlns:a="http://schemas.openxmlformats.org/drawingml/2006/main" noGrp="1"/>
          </p:cNvSpPr>
          <p:nvPr/>
        </p:nvSpPr>
        <p:spPr>
          <a:xfrm xmlns:a="http://schemas.openxmlformats.org/drawingml/2006/main">
            <a:off x="3333750" y="39814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2860">
            <a:solidFill>
              <a:srgbClr val="231F20"/>
            </a:solidFill>
          </a:ln>
        </p:spPr>
      </p:sp>
      <p:sp>
        <p:nvSpPr>
          <p:cNvPr id="39" name="circuit-61">
            <a:extLst xmlns:a="http://schemas.openxmlformats.org/drawingml/2006/main">
              <a:ext uri="{FF2B5EF4-FFF2-40B4-BE49-F238E27FC236}">
                <a16:creationId xmlns:a16="http://schemas.microsoft.com/office/drawing/2014/main" id="{4FB9B1B0-9A59-4851-B277-95A339D73613}"/>
              </a:ext>
            </a:extLst>
          </p:cNvPr>
          <p:cNvSpPr>
            <a:spLocks xmlns:a="http://schemas.openxmlformats.org/drawingml/2006/main" noGrp="1"/>
          </p:cNvSpPr>
          <p:nvPr/>
        </p:nvSpPr>
        <p:spPr>
          <a:xfrm xmlns:a="http://schemas.openxmlformats.org/drawingml/2006/main">
            <a:off x="361950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0" name="text-62">
            <a:extLst xmlns:a="http://schemas.openxmlformats.org/drawingml/2006/main">
              <a:ext uri="{FF2B5EF4-FFF2-40B4-BE49-F238E27FC236}">
                <a16:creationId xmlns:a16="http://schemas.microsoft.com/office/drawing/2014/main" id="{822C788A-D50D-4F64-91EC-B341676AC020}"/>
              </a:ext>
            </a:extLst>
          </p:cNvPr>
          <p:cNvSpPr>
            <a:spLocks xmlns:a="http://schemas.openxmlformats.org/drawingml/2006/main" noGrp="1"/>
          </p:cNvSpPr>
          <p:nvPr/>
        </p:nvSpPr>
        <p:spPr>
          <a:xfrm xmlns:a="http://schemas.openxmlformats.org/drawingml/2006/main">
            <a:off x="3581400" y="5467350"/>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0">
                <a:solidFill>
                  <a:srgbClr val="777777"/>
                </a:solidFill>
                <a:latin typeface="Yu Gothic"/>
                <a:ea typeface="Yu Gothic"/>
                <a:cs typeface="Yu Gothic"/>
              </a:defRPr>
            </a:defPPr>
            <a:lvl1pPr algn="ctr">
              <a:defRPr sz="1350" b="0">
                <a:solidFill>
                  <a:srgbClr val="777777"/>
                </a:solidFill>
                <a:latin typeface="Yu Gothic"/>
                <a:ea typeface="Yu Gothic"/>
                <a:cs typeface="Yu Gothic"/>
              </a:defRPr>
            </a:lvl1pPr>
            <a:lvl2pPr algn="ctr">
              <a:defRPr sz="1350" b="0">
                <a:solidFill>
                  <a:srgbClr val="777777"/>
                </a:solidFill>
                <a:latin typeface="Yu Gothic"/>
                <a:ea typeface="Yu Gothic"/>
                <a:cs typeface="Yu Gothic"/>
              </a:defRPr>
            </a:lvl2pPr>
            <a:lvl3pPr algn="ctr">
              <a:defRPr sz="1350" b="0">
                <a:solidFill>
                  <a:srgbClr val="777777"/>
                </a:solidFill>
                <a:latin typeface="Yu Gothic"/>
                <a:ea typeface="Yu Gothic"/>
                <a:cs typeface="Yu Gothic"/>
              </a:defRPr>
            </a:lvl3pPr>
            <a:lvl4pPr algn="ctr">
              <a:defRPr sz="1350" b="0">
                <a:solidFill>
                  <a:srgbClr val="777777"/>
                </a:solidFill>
                <a:latin typeface="Yu Gothic"/>
                <a:ea typeface="Yu Gothic"/>
                <a:cs typeface="Yu Gothic"/>
              </a:defRPr>
            </a:lvl4pPr>
            <a:lvl5pPr algn="ctr">
              <a:defRPr sz="1350" b="0">
                <a:solidFill>
                  <a:srgbClr val="777777"/>
                </a:solidFill>
                <a:latin typeface="Yu Gothic"/>
                <a:ea typeface="Yu Gothic"/>
                <a:cs typeface="Yu Gothic"/>
              </a:defRPr>
            </a:lvl5pPr>
            <a:lvl6pPr algn="ctr">
              <a:defRPr sz="1350" b="0">
                <a:solidFill>
                  <a:srgbClr val="777777"/>
                </a:solidFill>
                <a:latin typeface="Yu Gothic"/>
                <a:ea typeface="Yu Gothic"/>
                <a:cs typeface="Yu Gothic"/>
              </a:defRPr>
            </a:lvl6pPr>
            <a:lvl7pPr algn="ctr">
              <a:defRPr sz="1350" b="0">
                <a:solidFill>
                  <a:srgbClr val="777777"/>
                </a:solidFill>
                <a:latin typeface="Yu Gothic"/>
                <a:ea typeface="Yu Gothic"/>
                <a:cs typeface="Yu Gothic"/>
              </a:defRPr>
            </a:lvl7pPr>
            <a:lvl8pPr algn="ctr">
              <a:defRPr sz="1350" b="0">
                <a:solidFill>
                  <a:srgbClr val="777777"/>
                </a:solidFill>
                <a:latin typeface="Yu Gothic"/>
                <a:ea typeface="Yu Gothic"/>
                <a:cs typeface="Yu Gothic"/>
              </a:defRPr>
            </a:lvl8pPr>
            <a:lvl9pPr algn="ctr">
              <a:defRPr sz="1350" b="0">
                <a:solidFill>
                  <a:srgbClr val="777777"/>
                </a:solidFill>
                <a:latin typeface="Yu Gothic"/>
                <a:ea typeface="Yu Gothic"/>
                <a:cs typeface="Yu Gothic"/>
              </a:defRPr>
            </a:lvl9pPr>
          </a:lstStyle>
          <a:p xmlns:a="http://schemas.openxmlformats.org/drawingml/2006/main">
            <a:pPr algn="ctr">
              <a:defRPr sz="1350" b="0">
                <a:solidFill>
                  <a:srgbClr val="777777"/>
                </a:solidFill>
                <a:latin typeface="Yu Gothic"/>
                <a:ea typeface="Yu Gothic"/>
                <a:cs typeface="Yu Gothic"/>
              </a:defRPr>
            </a:pPr>
            <a:r>
              <a:rPr sz="1350" b="0">
                <a:solidFill>
                  <a:srgbClr val="777777"/>
                </a:solidFill>
                <a:latin typeface="Yu Gothic"/>
                <a:ea typeface="Yu Gothic"/>
                <a:cs typeface="Yu Gothic"/>
              </a:rPr>
              <a:t>命令の指定</a:t>
            </a:r>
          </a:p>
        </p:txBody>
      </p:sp>
      <p:sp>
        <p:nvSpPr>
          <p:cNvPr id="41" name="wire-63">
            <a:extLst xmlns:a="http://schemas.openxmlformats.org/drawingml/2006/main">
              <a:ext uri="{FF2B5EF4-FFF2-40B4-BE49-F238E27FC236}">
                <a16:creationId xmlns:a16="http://schemas.microsoft.com/office/drawing/2014/main" id="{0B863560-A5E5-482F-B0EA-E2B9FE45187E}"/>
              </a:ext>
            </a:extLst>
          </p:cNvPr>
          <p:cNvSpPr>
            <a:spLocks xmlns:a="http://schemas.openxmlformats.org/drawingml/2006/main" noGrp="1"/>
          </p:cNvSpPr>
          <p:nvPr/>
        </p:nvSpPr>
        <p:spPr>
          <a:xfrm xmlns:a="http://schemas.openxmlformats.org/drawingml/2006/main">
            <a:off x="4572000" y="361950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22860">
            <a:solidFill>
              <a:srgbClr val="231F20"/>
            </a:solidFill>
          </a:ln>
        </p:spPr>
      </p:sp>
      <p:sp>
        <p:nvSpPr>
          <p:cNvPr id="42" name="circuit-64">
            <a:extLst xmlns:a="http://schemas.openxmlformats.org/drawingml/2006/main">
              <a:ext uri="{FF2B5EF4-FFF2-40B4-BE49-F238E27FC236}">
                <a16:creationId xmlns:a16="http://schemas.microsoft.com/office/drawing/2014/main" id="{7DB7A987-BFB5-42AF-84A0-121C8B96FAD4}"/>
              </a:ext>
            </a:extLst>
          </p:cNvPr>
          <p:cNvSpPr>
            <a:spLocks xmlns:a="http://schemas.openxmlformats.org/drawingml/2006/main" noGrp="1"/>
          </p:cNvSpPr>
          <p:nvPr/>
        </p:nvSpPr>
        <p:spPr>
          <a:xfrm xmlns:a="http://schemas.openxmlformats.org/drawingml/2006/main">
            <a:off x="5429250" y="35814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3" name="text-65">
            <a:extLst xmlns:a="http://schemas.openxmlformats.org/drawingml/2006/main">
              <a:ext uri="{FF2B5EF4-FFF2-40B4-BE49-F238E27FC236}">
                <a16:creationId xmlns:a16="http://schemas.microsoft.com/office/drawing/2014/main" id="{B39A6B2E-E925-4801-8187-ED0ECFCE77DF}"/>
              </a:ext>
            </a:extLst>
          </p:cNvPr>
          <p:cNvSpPr>
            <a:spLocks xmlns:a="http://schemas.openxmlformats.org/drawingml/2006/main" noGrp="1"/>
          </p:cNvSpPr>
          <p:nvPr/>
        </p:nvSpPr>
        <p:spPr>
          <a:xfrm xmlns:a="http://schemas.openxmlformats.org/drawingml/2006/main">
            <a:off x="4610100" y="3257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1">
                <a:solidFill>
                  <a:srgbClr val="1572C3"/>
                </a:solidFill>
                <a:latin typeface="Yu Gothic"/>
                <a:ea typeface="Yu Gothic"/>
                <a:cs typeface="Yu Gothic"/>
              </a:defRPr>
            </a:defPPr>
            <a:lvl1pPr algn="ctr">
              <a:defRPr sz="1575" b="1">
                <a:solidFill>
                  <a:srgbClr val="1572C3"/>
                </a:solidFill>
                <a:latin typeface="Yu Gothic"/>
                <a:ea typeface="Yu Gothic"/>
                <a:cs typeface="Yu Gothic"/>
              </a:defRPr>
            </a:lvl1pPr>
            <a:lvl2pPr algn="ctr">
              <a:defRPr sz="1575" b="1">
                <a:solidFill>
                  <a:srgbClr val="1572C3"/>
                </a:solidFill>
                <a:latin typeface="Yu Gothic"/>
                <a:ea typeface="Yu Gothic"/>
                <a:cs typeface="Yu Gothic"/>
              </a:defRPr>
            </a:lvl2pPr>
            <a:lvl3pPr algn="ctr">
              <a:defRPr sz="1575" b="1">
                <a:solidFill>
                  <a:srgbClr val="1572C3"/>
                </a:solidFill>
                <a:latin typeface="Yu Gothic"/>
                <a:ea typeface="Yu Gothic"/>
                <a:cs typeface="Yu Gothic"/>
              </a:defRPr>
            </a:lvl3pPr>
            <a:lvl4pPr algn="ctr">
              <a:defRPr sz="1575" b="1">
                <a:solidFill>
                  <a:srgbClr val="1572C3"/>
                </a:solidFill>
                <a:latin typeface="Yu Gothic"/>
                <a:ea typeface="Yu Gothic"/>
                <a:cs typeface="Yu Gothic"/>
              </a:defRPr>
            </a:lvl4pPr>
            <a:lvl5pPr algn="ctr">
              <a:defRPr sz="1575" b="1">
                <a:solidFill>
                  <a:srgbClr val="1572C3"/>
                </a:solidFill>
                <a:latin typeface="Yu Gothic"/>
                <a:ea typeface="Yu Gothic"/>
                <a:cs typeface="Yu Gothic"/>
              </a:defRPr>
            </a:lvl5pPr>
            <a:lvl6pPr algn="ctr">
              <a:defRPr sz="1575" b="1">
                <a:solidFill>
                  <a:srgbClr val="1572C3"/>
                </a:solidFill>
                <a:latin typeface="Yu Gothic"/>
                <a:ea typeface="Yu Gothic"/>
                <a:cs typeface="Yu Gothic"/>
              </a:defRPr>
            </a:lvl6pPr>
            <a:lvl7pPr algn="ctr">
              <a:defRPr sz="1575" b="1">
                <a:solidFill>
                  <a:srgbClr val="1572C3"/>
                </a:solidFill>
                <a:latin typeface="Yu Gothic"/>
                <a:ea typeface="Yu Gothic"/>
                <a:cs typeface="Yu Gothic"/>
              </a:defRPr>
            </a:lvl7pPr>
            <a:lvl8pPr algn="ctr">
              <a:defRPr sz="1575" b="1">
                <a:solidFill>
                  <a:srgbClr val="1572C3"/>
                </a:solidFill>
                <a:latin typeface="Yu Gothic"/>
                <a:ea typeface="Yu Gothic"/>
                <a:cs typeface="Yu Gothic"/>
              </a:defRPr>
            </a:lvl8pPr>
            <a:lvl9pPr algn="ctr">
              <a:defRPr sz="1575" b="1">
                <a:solidFill>
                  <a:srgbClr val="1572C3"/>
                </a:solidFill>
                <a:latin typeface="Yu Gothic"/>
                <a:ea typeface="Yu Gothic"/>
                <a:cs typeface="Yu Gothic"/>
              </a:defRPr>
            </a:lvl9pPr>
          </a:lstStyle>
          <a:p xmlns:a="http://schemas.openxmlformats.org/drawingml/2006/main">
            <a:pPr algn="ctr">
              <a:defRPr sz="1575" b="1">
                <a:solidFill>
                  <a:srgbClr val="1572C3"/>
                </a:solidFill>
                <a:latin typeface="Yu Gothic"/>
                <a:ea typeface="Yu Gothic"/>
                <a:cs typeface="Yu Gothic"/>
              </a:defRPr>
            </a:pPr>
            <a:r>
              <a:rPr sz="1575" b="1">
                <a:solidFill>
                  <a:srgbClr val="1572C3"/>
                </a:solidFill>
                <a:latin typeface="Yu Gothic"/>
                <a:ea typeface="Yu Gothic"/>
                <a:cs typeface="Yu Gothic"/>
              </a:rPr>
              <a:t>番地 0</a:t>
            </a:r>
          </a:p>
        </p:txBody>
      </p:sp>
      <p:sp>
        <p:nvSpPr>
          <p:cNvPr id="44" name="wire-66">
            <a:extLst xmlns:a="http://schemas.openxmlformats.org/drawingml/2006/main">
              <a:ext uri="{FF2B5EF4-FFF2-40B4-BE49-F238E27FC236}">
                <a16:creationId xmlns:a16="http://schemas.microsoft.com/office/drawing/2014/main" id="{94B88FED-B0B3-4F37-A55C-178A446007D9}"/>
              </a:ext>
            </a:extLst>
          </p:cNvPr>
          <p:cNvSpPr>
            <a:spLocks xmlns:a="http://schemas.openxmlformats.org/drawingml/2006/main" noGrp="1"/>
          </p:cNvSpPr>
          <p:nvPr/>
        </p:nvSpPr>
        <p:spPr>
          <a:xfrm xmlns:a="http://schemas.openxmlformats.org/drawingml/2006/main">
            <a:off x="2895600" y="398145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22860">
            <a:solidFill>
              <a:srgbClr val="B9BEC6"/>
            </a:solidFill>
          </a:ln>
        </p:spPr>
      </p:sp>
      <p:sp>
        <p:nvSpPr>
          <p:cNvPr id="45" name="wire-67">
            <a:extLst xmlns:a="http://schemas.openxmlformats.org/drawingml/2006/main">
              <a:ext uri="{FF2B5EF4-FFF2-40B4-BE49-F238E27FC236}">
                <a16:creationId xmlns:a16="http://schemas.microsoft.com/office/drawing/2014/main" id="{43066336-C285-429F-AA9D-C3A99C1D274F}"/>
              </a:ext>
            </a:extLst>
          </p:cNvPr>
          <p:cNvSpPr>
            <a:spLocks xmlns:a="http://schemas.openxmlformats.org/drawingml/2006/main" noGrp="1"/>
          </p:cNvSpPr>
          <p:nvPr/>
        </p:nvSpPr>
        <p:spPr>
          <a:xfrm xmlns:a="http://schemas.openxmlformats.org/drawingml/2006/main">
            <a:off x="5267325" y="4476750"/>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22860">
            <a:solidFill>
              <a:srgbClr val="B9BEC6"/>
            </a:solidFill>
          </a:ln>
        </p:spPr>
      </p:sp>
      <p:sp>
        <p:nvSpPr>
          <p:cNvPr id="46" name="block-68">
            <a:extLst xmlns:a="http://schemas.openxmlformats.org/drawingml/2006/main">
              <a:ext uri="{FF2B5EF4-FFF2-40B4-BE49-F238E27FC236}">
                <a16:creationId xmlns:a16="http://schemas.microsoft.com/office/drawing/2014/main" id="{75576BB0-F554-4F3A-96C9-0F061140E359}"/>
              </a:ext>
            </a:extLst>
          </p:cNvPr>
          <p:cNvSpPr>
            <a:spLocks xmlns:a="http://schemas.openxmlformats.org/drawingml/2006/main" noGrp="1"/>
          </p:cNvSpPr>
          <p:nvPr/>
        </p:nvSpPr>
        <p:spPr>
          <a:xfrm xmlns:a="http://schemas.openxmlformats.org/drawingml/2006/main">
            <a:off x="5524500" y="2838450"/>
            <a:ext cx="1657350" cy="2228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47" name="text-69">
            <a:extLst xmlns:a="http://schemas.openxmlformats.org/drawingml/2006/main">
              <a:ext uri="{FF2B5EF4-FFF2-40B4-BE49-F238E27FC236}">
                <a16:creationId xmlns:a16="http://schemas.microsoft.com/office/drawing/2014/main" id="{999DBD07-E889-43A3-B775-65A3BFECCB40}"/>
              </a:ext>
            </a:extLst>
          </p:cNvPr>
          <p:cNvSpPr>
            <a:spLocks xmlns:a="http://schemas.openxmlformats.org/drawingml/2006/main" noGrp="1"/>
          </p:cNvSpPr>
          <p:nvPr/>
        </p:nvSpPr>
        <p:spPr>
          <a:xfrm xmlns:a="http://schemas.openxmlformats.org/drawingml/2006/main">
            <a:off x="5781675" y="3095625"/>
            <a:ext cx="12096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データ</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メモリ</a:t>
            </a:r>
          </a:p>
        </p:txBody>
      </p:sp>
      <p:sp>
        <p:nvSpPr>
          <p:cNvPr id="48" name="text-70">
            <a:extLst xmlns:a="http://schemas.openxmlformats.org/drawingml/2006/main">
              <a:ext uri="{FF2B5EF4-FFF2-40B4-BE49-F238E27FC236}">
                <a16:creationId xmlns:a16="http://schemas.microsoft.com/office/drawing/2014/main" id="{6B6F1DBB-5472-4F9E-A9D1-A2AF70F3CF0F}"/>
              </a:ext>
            </a:extLst>
          </p:cNvPr>
          <p:cNvSpPr>
            <a:spLocks xmlns:a="http://schemas.openxmlformats.org/drawingml/2006/main" noGrp="1"/>
          </p:cNvSpPr>
          <p:nvPr/>
        </p:nvSpPr>
        <p:spPr>
          <a:xfrm xmlns:a="http://schemas.openxmlformats.org/drawingml/2006/main">
            <a:off x="5619750" y="3476625"/>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Arial"/>
                <a:ea typeface="Arial"/>
                <a:cs typeface="Arial"/>
              </a:defRPr>
            </a:defPPr>
            <a:lvl1pPr algn="l">
              <a:defRPr sz="1500" b="0">
                <a:solidFill>
                  <a:srgbClr val="231F20"/>
                </a:solidFill>
                <a:latin typeface="Arial"/>
                <a:ea typeface="Arial"/>
                <a:cs typeface="Arial"/>
              </a:defRPr>
            </a:lvl1pPr>
            <a:lvl2pPr algn="l">
              <a:defRPr sz="1500" b="0">
                <a:solidFill>
                  <a:srgbClr val="231F20"/>
                </a:solidFill>
                <a:latin typeface="Arial"/>
                <a:ea typeface="Arial"/>
                <a:cs typeface="Arial"/>
              </a:defRPr>
            </a:lvl2pPr>
            <a:lvl3pPr algn="l">
              <a:defRPr sz="1500" b="0">
                <a:solidFill>
                  <a:srgbClr val="231F20"/>
                </a:solidFill>
                <a:latin typeface="Arial"/>
                <a:ea typeface="Arial"/>
                <a:cs typeface="Arial"/>
              </a:defRPr>
            </a:lvl3pPr>
            <a:lvl4pPr algn="l">
              <a:defRPr sz="1500" b="0">
                <a:solidFill>
                  <a:srgbClr val="231F20"/>
                </a:solidFill>
                <a:latin typeface="Arial"/>
                <a:ea typeface="Arial"/>
                <a:cs typeface="Arial"/>
              </a:defRPr>
            </a:lvl4pPr>
            <a:lvl5pPr algn="l">
              <a:defRPr sz="1500" b="0">
                <a:solidFill>
                  <a:srgbClr val="231F20"/>
                </a:solidFill>
                <a:latin typeface="Arial"/>
                <a:ea typeface="Arial"/>
                <a:cs typeface="Arial"/>
              </a:defRPr>
            </a:lvl5pPr>
            <a:lvl6pPr algn="l">
              <a:defRPr sz="1500" b="0">
                <a:solidFill>
                  <a:srgbClr val="231F20"/>
                </a:solidFill>
                <a:latin typeface="Arial"/>
                <a:ea typeface="Arial"/>
                <a:cs typeface="Arial"/>
              </a:defRPr>
            </a:lvl6pPr>
            <a:lvl7pPr algn="l">
              <a:defRPr sz="1500" b="0">
                <a:solidFill>
                  <a:srgbClr val="231F20"/>
                </a:solidFill>
                <a:latin typeface="Arial"/>
                <a:ea typeface="Arial"/>
                <a:cs typeface="Arial"/>
              </a:defRPr>
            </a:lvl7pPr>
            <a:lvl8pPr algn="l">
              <a:defRPr sz="1500" b="0">
                <a:solidFill>
                  <a:srgbClr val="231F20"/>
                </a:solidFill>
                <a:latin typeface="Arial"/>
                <a:ea typeface="Arial"/>
                <a:cs typeface="Arial"/>
              </a:defRPr>
            </a:lvl8pPr>
            <a:lvl9pPr algn="l">
              <a:defRPr sz="1500" b="0">
                <a:solidFill>
                  <a:srgbClr val="231F20"/>
                </a:solidFill>
                <a:latin typeface="Arial"/>
                <a:ea typeface="Arial"/>
                <a:cs typeface="Arial"/>
              </a:defRPr>
            </a:lvl9pPr>
          </a:lstStyle>
          <a:p xmlns:a="http://schemas.openxmlformats.org/drawingml/2006/main">
            <a:pPr algn="l">
              <a:defRPr sz="1500" b="0">
                <a:solidFill>
                  <a:srgbClr val="231F20"/>
                </a:solidFill>
                <a:latin typeface="Arial"/>
                <a:ea typeface="Arial"/>
                <a:cs typeface="Arial"/>
              </a:defRPr>
            </a:pPr>
            <a:r>
              <a:rPr sz="1500" b="0">
                <a:solidFill>
                  <a:srgbClr val="231F20"/>
                </a:solidFill>
                <a:latin typeface="Arial"/>
                <a:ea typeface="Arial"/>
                <a:cs typeface="Arial"/>
              </a:rPr>
              <a:t>A</a:t>
            </a:r>
          </a:p>
        </p:txBody>
      </p:sp>
      <p:sp>
        <p:nvSpPr>
          <p:cNvPr id="49" name="text-71">
            <a:extLst xmlns:a="http://schemas.openxmlformats.org/drawingml/2006/main">
              <a:ext uri="{FF2B5EF4-FFF2-40B4-BE49-F238E27FC236}">
                <a16:creationId xmlns:a16="http://schemas.microsoft.com/office/drawing/2014/main" id="{C1642A71-528A-4C5F-B18D-3D48134B9082}"/>
              </a:ext>
            </a:extLst>
          </p:cNvPr>
          <p:cNvSpPr>
            <a:spLocks xmlns:a="http://schemas.openxmlformats.org/drawingml/2006/main" noGrp="1"/>
          </p:cNvSpPr>
          <p:nvPr/>
        </p:nvSpPr>
        <p:spPr>
          <a:xfrm xmlns:a="http://schemas.openxmlformats.org/drawingml/2006/main">
            <a:off x="5619750" y="4324350"/>
            <a:ext cx="400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B9BEC6"/>
                </a:solidFill>
                <a:latin typeface="Arial"/>
                <a:ea typeface="Arial"/>
                <a:cs typeface="Arial"/>
              </a:defRPr>
            </a:defPPr>
            <a:lvl1pPr algn="l">
              <a:defRPr sz="1500" b="0">
                <a:solidFill>
                  <a:srgbClr val="B9BEC6"/>
                </a:solidFill>
                <a:latin typeface="Arial"/>
                <a:ea typeface="Arial"/>
                <a:cs typeface="Arial"/>
              </a:defRPr>
            </a:lvl1pPr>
            <a:lvl2pPr algn="l">
              <a:defRPr sz="1500" b="0">
                <a:solidFill>
                  <a:srgbClr val="B9BEC6"/>
                </a:solidFill>
                <a:latin typeface="Arial"/>
                <a:ea typeface="Arial"/>
                <a:cs typeface="Arial"/>
              </a:defRPr>
            </a:lvl2pPr>
            <a:lvl3pPr algn="l">
              <a:defRPr sz="1500" b="0">
                <a:solidFill>
                  <a:srgbClr val="B9BEC6"/>
                </a:solidFill>
                <a:latin typeface="Arial"/>
                <a:ea typeface="Arial"/>
                <a:cs typeface="Arial"/>
              </a:defRPr>
            </a:lvl3pPr>
            <a:lvl4pPr algn="l">
              <a:defRPr sz="1500" b="0">
                <a:solidFill>
                  <a:srgbClr val="B9BEC6"/>
                </a:solidFill>
                <a:latin typeface="Arial"/>
                <a:ea typeface="Arial"/>
                <a:cs typeface="Arial"/>
              </a:defRPr>
            </a:lvl4pPr>
            <a:lvl5pPr algn="l">
              <a:defRPr sz="1500" b="0">
                <a:solidFill>
                  <a:srgbClr val="B9BEC6"/>
                </a:solidFill>
                <a:latin typeface="Arial"/>
                <a:ea typeface="Arial"/>
                <a:cs typeface="Arial"/>
              </a:defRPr>
            </a:lvl5pPr>
            <a:lvl6pPr algn="l">
              <a:defRPr sz="1500" b="0">
                <a:solidFill>
                  <a:srgbClr val="B9BEC6"/>
                </a:solidFill>
                <a:latin typeface="Arial"/>
                <a:ea typeface="Arial"/>
                <a:cs typeface="Arial"/>
              </a:defRPr>
            </a:lvl6pPr>
            <a:lvl7pPr algn="l">
              <a:defRPr sz="1500" b="0">
                <a:solidFill>
                  <a:srgbClr val="B9BEC6"/>
                </a:solidFill>
                <a:latin typeface="Arial"/>
                <a:ea typeface="Arial"/>
                <a:cs typeface="Arial"/>
              </a:defRPr>
            </a:lvl7pPr>
            <a:lvl8pPr algn="l">
              <a:defRPr sz="1500" b="0">
                <a:solidFill>
                  <a:srgbClr val="B9BEC6"/>
                </a:solidFill>
                <a:latin typeface="Arial"/>
                <a:ea typeface="Arial"/>
                <a:cs typeface="Arial"/>
              </a:defRPr>
            </a:lvl8pPr>
            <a:lvl9pPr algn="l">
              <a:defRPr sz="1500" b="0">
                <a:solidFill>
                  <a:srgbClr val="B9BEC6"/>
                </a:solidFill>
                <a:latin typeface="Arial"/>
                <a:ea typeface="Arial"/>
                <a:cs typeface="Arial"/>
              </a:defRPr>
            </a:lvl9pPr>
          </a:lstStyle>
          <a:p xmlns:a="http://schemas.openxmlformats.org/drawingml/2006/main">
            <a:pPr algn="l">
              <a:defRPr sz="1500" b="0">
                <a:solidFill>
                  <a:srgbClr val="B9BEC6"/>
                </a:solidFill>
                <a:latin typeface="Arial"/>
                <a:ea typeface="Arial"/>
                <a:cs typeface="Arial"/>
              </a:defRPr>
            </a:pPr>
            <a:r>
              <a:rPr sz="1500" b="0">
                <a:solidFill>
                  <a:srgbClr val="B9BEC6"/>
                </a:solidFill>
                <a:latin typeface="Arial"/>
                <a:ea typeface="Arial"/>
                <a:cs typeface="Arial"/>
              </a:rPr>
              <a:t>WD</a:t>
            </a:r>
          </a:p>
        </p:txBody>
      </p:sp>
      <p:sp>
        <p:nvSpPr>
          <p:cNvPr id="50" name="text-72">
            <a:extLst xmlns:a="http://schemas.openxmlformats.org/drawingml/2006/main">
              <a:ext uri="{FF2B5EF4-FFF2-40B4-BE49-F238E27FC236}">
                <a16:creationId xmlns:a16="http://schemas.microsoft.com/office/drawing/2014/main" id="{6B0F1CA9-75A6-4CB4-A6BE-234FDA1FB1B3}"/>
              </a:ext>
            </a:extLst>
          </p:cNvPr>
          <p:cNvSpPr>
            <a:spLocks xmlns:a="http://schemas.openxmlformats.org/drawingml/2006/main" noGrp="1"/>
          </p:cNvSpPr>
          <p:nvPr/>
        </p:nvSpPr>
        <p:spPr>
          <a:xfrm xmlns:a="http://schemas.openxmlformats.org/drawingml/2006/main">
            <a:off x="6772275" y="4029075"/>
            <a:ext cx="371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Arial"/>
                <a:ea typeface="Arial"/>
                <a:cs typeface="Arial"/>
              </a:defRPr>
            </a:defPPr>
            <a:lvl1pPr algn="l">
              <a:defRPr sz="1500" b="0">
                <a:solidFill>
                  <a:srgbClr val="231F20"/>
                </a:solidFill>
                <a:latin typeface="Arial"/>
                <a:ea typeface="Arial"/>
                <a:cs typeface="Arial"/>
              </a:defRPr>
            </a:lvl1pPr>
            <a:lvl2pPr algn="l">
              <a:defRPr sz="1500" b="0">
                <a:solidFill>
                  <a:srgbClr val="231F20"/>
                </a:solidFill>
                <a:latin typeface="Arial"/>
                <a:ea typeface="Arial"/>
                <a:cs typeface="Arial"/>
              </a:defRPr>
            </a:lvl2pPr>
            <a:lvl3pPr algn="l">
              <a:defRPr sz="1500" b="0">
                <a:solidFill>
                  <a:srgbClr val="231F20"/>
                </a:solidFill>
                <a:latin typeface="Arial"/>
                <a:ea typeface="Arial"/>
                <a:cs typeface="Arial"/>
              </a:defRPr>
            </a:lvl3pPr>
            <a:lvl4pPr algn="l">
              <a:defRPr sz="1500" b="0">
                <a:solidFill>
                  <a:srgbClr val="231F20"/>
                </a:solidFill>
                <a:latin typeface="Arial"/>
                <a:ea typeface="Arial"/>
                <a:cs typeface="Arial"/>
              </a:defRPr>
            </a:lvl4pPr>
            <a:lvl5pPr algn="l">
              <a:defRPr sz="1500" b="0">
                <a:solidFill>
                  <a:srgbClr val="231F20"/>
                </a:solidFill>
                <a:latin typeface="Arial"/>
                <a:ea typeface="Arial"/>
                <a:cs typeface="Arial"/>
              </a:defRPr>
            </a:lvl5pPr>
            <a:lvl6pPr algn="l">
              <a:defRPr sz="1500" b="0">
                <a:solidFill>
                  <a:srgbClr val="231F20"/>
                </a:solidFill>
                <a:latin typeface="Arial"/>
                <a:ea typeface="Arial"/>
                <a:cs typeface="Arial"/>
              </a:defRPr>
            </a:lvl6pPr>
            <a:lvl7pPr algn="l">
              <a:defRPr sz="1500" b="0">
                <a:solidFill>
                  <a:srgbClr val="231F20"/>
                </a:solidFill>
                <a:latin typeface="Arial"/>
                <a:ea typeface="Arial"/>
                <a:cs typeface="Arial"/>
              </a:defRPr>
            </a:lvl7pPr>
            <a:lvl8pPr algn="l">
              <a:defRPr sz="1500" b="0">
                <a:solidFill>
                  <a:srgbClr val="231F20"/>
                </a:solidFill>
                <a:latin typeface="Arial"/>
                <a:ea typeface="Arial"/>
                <a:cs typeface="Arial"/>
              </a:defRPr>
            </a:lvl8pPr>
            <a:lvl9pPr algn="l">
              <a:defRPr sz="1500" b="0">
                <a:solidFill>
                  <a:srgbClr val="231F20"/>
                </a:solidFill>
                <a:latin typeface="Arial"/>
                <a:ea typeface="Arial"/>
                <a:cs typeface="Arial"/>
              </a:defRPr>
            </a:lvl9pPr>
          </a:lstStyle>
          <a:p xmlns:a="http://schemas.openxmlformats.org/drawingml/2006/main">
            <a:pPr algn="l">
              <a:defRPr sz="1500" b="0">
                <a:solidFill>
                  <a:srgbClr val="231F20"/>
                </a:solidFill>
                <a:latin typeface="Arial"/>
                <a:ea typeface="Arial"/>
                <a:cs typeface="Arial"/>
              </a:defRPr>
            </a:pPr>
            <a:r>
              <a:rPr sz="1500" b="0">
                <a:solidFill>
                  <a:srgbClr val="231F20"/>
                </a:solidFill>
                <a:latin typeface="Arial"/>
                <a:ea typeface="Arial"/>
                <a:cs typeface="Arial"/>
              </a:rPr>
              <a:t>RD</a:t>
            </a:r>
          </a:p>
        </p:txBody>
      </p:sp>
      <p:sp>
        <p:nvSpPr>
          <p:cNvPr id="51" name="text-73">
            <a:extLst xmlns:a="http://schemas.openxmlformats.org/drawingml/2006/main">
              <a:ext uri="{FF2B5EF4-FFF2-40B4-BE49-F238E27FC236}">
                <a16:creationId xmlns:a16="http://schemas.microsoft.com/office/drawing/2014/main" id="{AF28C1A2-D7DA-4CD9-B884-2A9FC0E7CB02}"/>
              </a:ext>
            </a:extLst>
          </p:cNvPr>
          <p:cNvSpPr>
            <a:spLocks xmlns:a="http://schemas.openxmlformats.org/drawingml/2006/main" noGrp="1"/>
          </p:cNvSpPr>
          <p:nvPr/>
        </p:nvSpPr>
        <p:spPr>
          <a:xfrm xmlns:a="http://schemas.openxmlformats.org/drawingml/2006/main">
            <a:off x="6315075" y="2857500"/>
            <a:ext cx="3714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WE</a:t>
            </a:r>
          </a:p>
        </p:txBody>
      </p:sp>
      <p:sp>
        <p:nvSpPr>
          <p:cNvPr id="52" name="text-74">
            <a:extLst xmlns:a="http://schemas.openxmlformats.org/drawingml/2006/main">
              <a:ext uri="{FF2B5EF4-FFF2-40B4-BE49-F238E27FC236}">
                <a16:creationId xmlns:a16="http://schemas.microsoft.com/office/drawing/2014/main" id="{C6D88691-C1DC-4115-9BA7-0A703D62BF4B}"/>
              </a:ext>
            </a:extLst>
          </p:cNvPr>
          <p:cNvSpPr>
            <a:spLocks xmlns:a="http://schemas.openxmlformats.org/drawingml/2006/main" noGrp="1"/>
          </p:cNvSpPr>
          <p:nvPr/>
        </p:nvSpPr>
        <p:spPr>
          <a:xfrm xmlns:a="http://schemas.openxmlformats.org/drawingml/2006/main">
            <a:off x="5524500" y="22955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B9BEC6"/>
                </a:solidFill>
                <a:latin typeface="Arial"/>
                <a:ea typeface="Arial"/>
                <a:cs typeface="Arial"/>
              </a:defRPr>
            </a:defPPr>
            <a:lvl1pPr algn="l">
              <a:defRPr sz="1575" b="0">
                <a:solidFill>
                  <a:srgbClr val="B9BEC6"/>
                </a:solidFill>
                <a:latin typeface="Arial"/>
                <a:ea typeface="Arial"/>
                <a:cs typeface="Arial"/>
              </a:defRPr>
            </a:lvl1pPr>
            <a:lvl2pPr algn="l">
              <a:defRPr sz="1575" b="0">
                <a:solidFill>
                  <a:srgbClr val="B9BEC6"/>
                </a:solidFill>
                <a:latin typeface="Arial"/>
                <a:ea typeface="Arial"/>
                <a:cs typeface="Arial"/>
              </a:defRPr>
            </a:lvl2pPr>
            <a:lvl3pPr algn="l">
              <a:defRPr sz="1575" b="0">
                <a:solidFill>
                  <a:srgbClr val="B9BEC6"/>
                </a:solidFill>
                <a:latin typeface="Arial"/>
                <a:ea typeface="Arial"/>
                <a:cs typeface="Arial"/>
              </a:defRPr>
            </a:lvl3pPr>
            <a:lvl4pPr algn="l">
              <a:defRPr sz="1575" b="0">
                <a:solidFill>
                  <a:srgbClr val="B9BEC6"/>
                </a:solidFill>
                <a:latin typeface="Arial"/>
                <a:ea typeface="Arial"/>
                <a:cs typeface="Arial"/>
              </a:defRPr>
            </a:lvl4pPr>
            <a:lvl5pPr algn="l">
              <a:defRPr sz="1575" b="0">
                <a:solidFill>
                  <a:srgbClr val="B9BEC6"/>
                </a:solidFill>
                <a:latin typeface="Arial"/>
                <a:ea typeface="Arial"/>
                <a:cs typeface="Arial"/>
              </a:defRPr>
            </a:lvl5pPr>
            <a:lvl6pPr algn="l">
              <a:defRPr sz="1575" b="0">
                <a:solidFill>
                  <a:srgbClr val="B9BEC6"/>
                </a:solidFill>
                <a:latin typeface="Arial"/>
                <a:ea typeface="Arial"/>
                <a:cs typeface="Arial"/>
              </a:defRPr>
            </a:lvl6pPr>
            <a:lvl7pPr algn="l">
              <a:defRPr sz="1575" b="0">
                <a:solidFill>
                  <a:srgbClr val="B9BEC6"/>
                </a:solidFill>
                <a:latin typeface="Arial"/>
                <a:ea typeface="Arial"/>
                <a:cs typeface="Arial"/>
              </a:defRPr>
            </a:lvl7pPr>
            <a:lvl8pPr algn="l">
              <a:defRPr sz="1575" b="0">
                <a:solidFill>
                  <a:srgbClr val="B9BEC6"/>
                </a:solidFill>
                <a:latin typeface="Arial"/>
                <a:ea typeface="Arial"/>
                <a:cs typeface="Arial"/>
              </a:defRPr>
            </a:lvl8pPr>
            <a:lvl9pPr algn="l">
              <a:defRPr sz="1575" b="0">
                <a:solidFill>
                  <a:srgbClr val="B9BEC6"/>
                </a:solidFill>
                <a:latin typeface="Arial"/>
                <a:ea typeface="Arial"/>
                <a:cs typeface="Arial"/>
              </a:defRPr>
            </a:lvl9pPr>
          </a:lstStyle>
          <a:p xmlns:a="http://schemas.openxmlformats.org/drawingml/2006/main">
            <a:pPr algn="l">
              <a:defRPr sz="1575" b="0">
                <a:solidFill>
                  <a:srgbClr val="B9BEC6"/>
                </a:solidFill>
                <a:latin typeface="Arial"/>
                <a:ea typeface="Arial"/>
                <a:cs typeface="Arial"/>
              </a:defRPr>
            </a:pPr>
            <a:r>
              <a:rPr sz="1575" b="0">
                <a:solidFill>
                  <a:srgbClr val="B9BEC6"/>
                </a:solidFill>
                <a:latin typeface="Arial"/>
                <a:ea typeface="Arial"/>
                <a:cs typeface="Arial"/>
              </a:rPr>
              <a:t>MemWrite = 0</a:t>
            </a:r>
          </a:p>
        </p:txBody>
      </p:sp>
      <p:sp>
        <p:nvSpPr>
          <p:cNvPr id="53" name="wire-75">
            <a:extLst xmlns:a="http://schemas.openxmlformats.org/drawingml/2006/main">
              <a:ext uri="{FF2B5EF4-FFF2-40B4-BE49-F238E27FC236}">
                <a16:creationId xmlns:a16="http://schemas.microsoft.com/office/drawing/2014/main" id="{862EA82C-C357-4EE8-ABF4-766273382637}"/>
              </a:ext>
            </a:extLst>
          </p:cNvPr>
          <p:cNvSpPr>
            <a:spLocks xmlns:a="http://schemas.openxmlformats.org/drawingml/2006/main" noGrp="1"/>
          </p:cNvSpPr>
          <p:nvPr/>
        </p:nvSpPr>
        <p:spPr>
          <a:xfrm xmlns:a="http://schemas.openxmlformats.org/drawingml/2006/main">
            <a:off x="6467475"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B9BEC6"/>
            </a:solidFill>
          </a:ln>
        </p:spPr>
      </p:sp>
      <p:sp>
        <p:nvSpPr>
          <p:cNvPr id="54" name="circuit-76">
            <a:extLst xmlns:a="http://schemas.openxmlformats.org/drawingml/2006/main">
              <a:ext uri="{FF2B5EF4-FFF2-40B4-BE49-F238E27FC236}">
                <a16:creationId xmlns:a16="http://schemas.microsoft.com/office/drawing/2014/main" id="{D876F9D9-E954-4699-BB15-107DD4FBE27C}"/>
              </a:ext>
            </a:extLst>
          </p:cNvPr>
          <p:cNvSpPr>
            <a:spLocks xmlns:a="http://schemas.openxmlformats.org/drawingml/2006/main" noGrp="1"/>
          </p:cNvSpPr>
          <p:nvPr/>
        </p:nvSpPr>
        <p:spPr>
          <a:xfrm xmlns:a="http://schemas.openxmlformats.org/drawingml/2006/main">
            <a:off x="6429375"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B9BEC6"/>
          </a:solidFill>
          <a:ln xmlns:a="http://schemas.openxmlformats.org/drawingml/2006/main" w="9525">
            <a:solidFill>
              <a:srgbClr val="B9BEC6"/>
            </a:solidFill>
          </a:ln>
        </p:spPr>
      </p:sp>
      <p:sp>
        <p:nvSpPr>
          <p:cNvPr id="55" name="wire-77">
            <a:extLst xmlns:a="http://schemas.openxmlformats.org/drawingml/2006/main">
              <a:ext uri="{FF2B5EF4-FFF2-40B4-BE49-F238E27FC236}">
                <a16:creationId xmlns:a16="http://schemas.microsoft.com/office/drawing/2014/main" id="{D5621CDE-B4D2-4C92-B6BC-2E20897D7138}"/>
              </a:ext>
            </a:extLst>
          </p:cNvPr>
          <p:cNvSpPr>
            <a:spLocks xmlns:a="http://schemas.openxmlformats.org/drawingml/2006/main" noGrp="1"/>
          </p:cNvSpPr>
          <p:nvPr/>
        </p:nvSpPr>
        <p:spPr>
          <a:xfrm xmlns:a="http://schemas.openxmlformats.org/drawingml/2006/main">
            <a:off x="7181850" y="4171950"/>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22860">
            <a:solidFill>
              <a:srgbClr val="1572C3"/>
            </a:solidFill>
          </a:ln>
        </p:spPr>
      </p:sp>
      <p:sp>
        <p:nvSpPr>
          <p:cNvPr id="56" name="wire-78">
            <a:extLst xmlns:a="http://schemas.openxmlformats.org/drawingml/2006/main">
              <a:ext uri="{FF2B5EF4-FFF2-40B4-BE49-F238E27FC236}">
                <a16:creationId xmlns:a16="http://schemas.microsoft.com/office/drawing/2014/main" id="{DB24C983-084D-428C-9C22-8F92F58A95BB}"/>
              </a:ext>
            </a:extLst>
          </p:cNvPr>
          <p:cNvSpPr>
            <a:spLocks xmlns:a="http://schemas.openxmlformats.org/drawingml/2006/main" noGrp="1"/>
          </p:cNvSpPr>
          <p:nvPr/>
        </p:nvSpPr>
        <p:spPr>
          <a:xfrm xmlns:a="http://schemas.openxmlformats.org/drawingml/2006/main">
            <a:off x="7486650" y="4171950"/>
            <a:ext cx="9525" cy="1981200"/>
          </a:xfrm>
          <a:custGeom xmlns:a="http://schemas.openxmlformats.org/drawingml/2006/main">
            <a:pathLst>
              <a:path w="9525" h="1981200">
                <a:moveTo>
                  <a:pt x="0" y="0"/>
                </a:moveTo>
                <a:lnTo>
                  <a:pt x="0" y="1981200"/>
                </a:lnTo>
              </a:path>
            </a:pathLst>
          </a:custGeom>
          <a:noFill xmlns:a="http://schemas.openxmlformats.org/drawingml/2006/main"/>
          <a:ln xmlns:a="http://schemas.openxmlformats.org/drawingml/2006/main" w="22860">
            <a:solidFill>
              <a:srgbClr val="1572C3"/>
            </a:solidFill>
          </a:ln>
        </p:spPr>
      </p:sp>
      <p:sp>
        <p:nvSpPr>
          <p:cNvPr id="57" name="wire-79">
            <a:extLst xmlns:a="http://schemas.openxmlformats.org/drawingml/2006/main">
              <a:ext uri="{FF2B5EF4-FFF2-40B4-BE49-F238E27FC236}">
                <a16:creationId xmlns:a16="http://schemas.microsoft.com/office/drawing/2014/main" id="{0AED5E02-7587-476F-8CFF-A025DA4F8EBF}"/>
              </a:ext>
            </a:extLst>
          </p:cNvPr>
          <p:cNvSpPr>
            <a:spLocks xmlns:a="http://schemas.openxmlformats.org/drawingml/2006/main" noGrp="1"/>
          </p:cNvSpPr>
          <p:nvPr/>
        </p:nvSpPr>
        <p:spPr>
          <a:xfrm xmlns:a="http://schemas.openxmlformats.org/drawingml/2006/main">
            <a:off x="704850" y="6153150"/>
            <a:ext cx="6781800" cy="9525"/>
          </a:xfrm>
          <a:custGeom xmlns:a="http://schemas.openxmlformats.org/drawingml/2006/main">
            <a:pathLst>
              <a:path w="6781800" h="9525">
                <a:moveTo>
                  <a:pt x="6781800" y="0"/>
                </a:moveTo>
                <a:lnTo>
                  <a:pt x="0" y="0"/>
                </a:lnTo>
              </a:path>
            </a:pathLst>
          </a:custGeom>
          <a:noFill xmlns:a="http://schemas.openxmlformats.org/drawingml/2006/main"/>
          <a:ln xmlns:a="http://schemas.openxmlformats.org/drawingml/2006/main" w="22860">
            <a:solidFill>
              <a:srgbClr val="1572C3"/>
            </a:solidFill>
          </a:ln>
        </p:spPr>
      </p:sp>
      <p:sp>
        <p:nvSpPr>
          <p:cNvPr id="58" name="wire-80">
            <a:extLst xmlns:a="http://schemas.openxmlformats.org/drawingml/2006/main">
              <a:ext uri="{FF2B5EF4-FFF2-40B4-BE49-F238E27FC236}">
                <a16:creationId xmlns:a16="http://schemas.microsoft.com/office/drawing/2014/main" id="{A6938276-6299-488C-B612-B15F20E49B8D}"/>
              </a:ext>
            </a:extLst>
          </p:cNvPr>
          <p:cNvSpPr>
            <a:spLocks xmlns:a="http://schemas.openxmlformats.org/drawingml/2006/main" noGrp="1"/>
          </p:cNvSpPr>
          <p:nvPr/>
        </p:nvSpPr>
        <p:spPr>
          <a:xfrm xmlns:a="http://schemas.openxmlformats.org/drawingml/2006/main">
            <a:off x="704850" y="4838700"/>
            <a:ext cx="9525" cy="1314450"/>
          </a:xfrm>
          <a:custGeom xmlns:a="http://schemas.openxmlformats.org/drawingml/2006/main">
            <a:pathLst>
              <a:path w="9525" h="1314450">
                <a:moveTo>
                  <a:pt x="0" y="1314450"/>
                </a:moveTo>
                <a:lnTo>
                  <a:pt x="0" y="0"/>
                </a:lnTo>
              </a:path>
            </a:pathLst>
          </a:custGeom>
          <a:noFill xmlns:a="http://schemas.openxmlformats.org/drawingml/2006/main"/>
          <a:ln xmlns:a="http://schemas.openxmlformats.org/drawingml/2006/main" w="22860">
            <a:solidFill>
              <a:srgbClr val="1572C3"/>
            </a:solidFill>
          </a:ln>
        </p:spPr>
      </p:sp>
      <p:sp>
        <p:nvSpPr>
          <p:cNvPr id="59" name="wire-81">
            <a:extLst xmlns:a="http://schemas.openxmlformats.org/drawingml/2006/main">
              <a:ext uri="{FF2B5EF4-FFF2-40B4-BE49-F238E27FC236}">
                <a16:creationId xmlns:a16="http://schemas.microsoft.com/office/drawing/2014/main" id="{7647C582-1870-42D2-8840-06986FADE6C5}"/>
              </a:ext>
            </a:extLst>
          </p:cNvPr>
          <p:cNvSpPr>
            <a:spLocks xmlns:a="http://schemas.openxmlformats.org/drawingml/2006/main" noGrp="1"/>
          </p:cNvSpPr>
          <p:nvPr/>
        </p:nvSpPr>
        <p:spPr>
          <a:xfrm xmlns:a="http://schemas.openxmlformats.org/drawingml/2006/main">
            <a:off x="704850" y="4838700"/>
            <a:ext cx="514350" cy="9525"/>
          </a:xfrm>
          <a:custGeom xmlns:a="http://schemas.openxmlformats.org/drawingml/2006/main">
            <a:pathLst>
              <a:path w="514350" h="9525">
                <a:moveTo>
                  <a:pt x="0" y="0"/>
                </a:moveTo>
                <a:lnTo>
                  <a:pt x="514350" y="0"/>
                </a:lnTo>
              </a:path>
            </a:pathLst>
          </a:custGeom>
          <a:noFill xmlns:a="http://schemas.openxmlformats.org/drawingml/2006/main"/>
          <a:ln xmlns:a="http://schemas.openxmlformats.org/drawingml/2006/main" w="22860">
            <a:solidFill>
              <a:srgbClr val="1572C3"/>
            </a:solidFill>
          </a:ln>
        </p:spPr>
      </p:sp>
      <p:sp>
        <p:nvSpPr>
          <p:cNvPr id="60" name="circuit-82">
            <a:extLst xmlns:a="http://schemas.openxmlformats.org/drawingml/2006/main">
              <a:ext uri="{FF2B5EF4-FFF2-40B4-BE49-F238E27FC236}">
                <a16:creationId xmlns:a16="http://schemas.microsoft.com/office/drawing/2014/main" id="{B134A629-32E9-42C2-9F6B-617B11FBDEAC}"/>
              </a:ext>
            </a:extLst>
          </p:cNvPr>
          <p:cNvSpPr>
            <a:spLocks xmlns:a="http://schemas.openxmlformats.org/drawingml/2006/main" noGrp="1"/>
          </p:cNvSpPr>
          <p:nvPr/>
        </p:nvSpPr>
        <p:spPr>
          <a:xfrm xmlns:a="http://schemas.openxmlformats.org/drawingml/2006/main">
            <a:off x="1123950" y="48006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61" name="text-83">
            <a:extLst xmlns:a="http://schemas.openxmlformats.org/drawingml/2006/main">
              <a:ext uri="{FF2B5EF4-FFF2-40B4-BE49-F238E27FC236}">
                <a16:creationId xmlns:a16="http://schemas.microsoft.com/office/drawing/2014/main" id="{7130AA13-7501-4726-81BF-1F0D2B88B18D}"/>
              </a:ext>
            </a:extLst>
          </p:cNvPr>
          <p:cNvSpPr>
            <a:spLocks xmlns:a="http://schemas.openxmlformats.org/drawingml/2006/main" noGrp="1"/>
          </p:cNvSpPr>
          <p:nvPr/>
        </p:nvSpPr>
        <p:spPr>
          <a:xfrm xmlns:a="http://schemas.openxmlformats.org/drawingml/2006/main">
            <a:off x="3086100" y="5781675"/>
            <a:ext cx="2238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572C3"/>
                </a:solidFill>
                <a:latin typeface="Yu Gothic"/>
                <a:ea typeface="Yu Gothic"/>
                <a:cs typeface="Yu Gothic"/>
              </a:defRPr>
            </a:defPPr>
            <a:lvl1pPr algn="ctr">
              <a:defRPr sz="1800" b="0">
                <a:solidFill>
                  <a:srgbClr val="1572C3"/>
                </a:solidFill>
                <a:latin typeface="Yu Gothic"/>
                <a:ea typeface="Yu Gothic"/>
                <a:cs typeface="Yu Gothic"/>
              </a:defRPr>
            </a:lvl1pPr>
            <a:lvl2pPr algn="ctr">
              <a:defRPr sz="1800" b="0">
                <a:solidFill>
                  <a:srgbClr val="1572C3"/>
                </a:solidFill>
                <a:latin typeface="Yu Gothic"/>
                <a:ea typeface="Yu Gothic"/>
                <a:cs typeface="Yu Gothic"/>
              </a:defRPr>
            </a:lvl2pPr>
            <a:lvl3pPr algn="ctr">
              <a:defRPr sz="1800" b="0">
                <a:solidFill>
                  <a:srgbClr val="1572C3"/>
                </a:solidFill>
                <a:latin typeface="Yu Gothic"/>
                <a:ea typeface="Yu Gothic"/>
                <a:cs typeface="Yu Gothic"/>
              </a:defRPr>
            </a:lvl3pPr>
            <a:lvl4pPr algn="ctr">
              <a:defRPr sz="1800" b="0">
                <a:solidFill>
                  <a:srgbClr val="1572C3"/>
                </a:solidFill>
                <a:latin typeface="Yu Gothic"/>
                <a:ea typeface="Yu Gothic"/>
                <a:cs typeface="Yu Gothic"/>
              </a:defRPr>
            </a:lvl4pPr>
            <a:lvl5pPr algn="ctr">
              <a:defRPr sz="1800" b="0">
                <a:solidFill>
                  <a:srgbClr val="1572C3"/>
                </a:solidFill>
                <a:latin typeface="Yu Gothic"/>
                <a:ea typeface="Yu Gothic"/>
                <a:cs typeface="Yu Gothic"/>
              </a:defRPr>
            </a:lvl5pPr>
            <a:lvl6pPr algn="ctr">
              <a:defRPr sz="1800" b="0">
                <a:solidFill>
                  <a:srgbClr val="1572C3"/>
                </a:solidFill>
                <a:latin typeface="Yu Gothic"/>
                <a:ea typeface="Yu Gothic"/>
                <a:cs typeface="Yu Gothic"/>
              </a:defRPr>
            </a:lvl6pPr>
            <a:lvl7pPr algn="ctr">
              <a:defRPr sz="1800" b="0">
                <a:solidFill>
                  <a:srgbClr val="1572C3"/>
                </a:solidFill>
                <a:latin typeface="Yu Gothic"/>
                <a:ea typeface="Yu Gothic"/>
                <a:cs typeface="Yu Gothic"/>
              </a:defRPr>
            </a:lvl7pPr>
            <a:lvl8pPr algn="ctr">
              <a:defRPr sz="1800" b="0">
                <a:solidFill>
                  <a:srgbClr val="1572C3"/>
                </a:solidFill>
                <a:latin typeface="Yu Gothic"/>
                <a:ea typeface="Yu Gothic"/>
                <a:cs typeface="Yu Gothic"/>
              </a:defRPr>
            </a:lvl8pPr>
            <a:lvl9pPr algn="ctr">
              <a:defRPr sz="1800" b="0">
                <a:solidFill>
                  <a:srgbClr val="1572C3"/>
                </a:solidFill>
                <a:latin typeface="Yu Gothic"/>
                <a:ea typeface="Yu Gothic"/>
                <a:cs typeface="Yu Gothic"/>
              </a:defRPr>
            </a:lvl9pPr>
          </a:lstStyle>
          <a:p xmlns:a="http://schemas.openxmlformats.org/drawingml/2006/main">
            <a:pPr algn="ctr">
              <a:defRPr sz="1800" b="0">
                <a:solidFill>
                  <a:srgbClr val="1572C3"/>
                </a:solidFill>
                <a:latin typeface="Yu Gothic"/>
                <a:ea typeface="Yu Gothic"/>
                <a:cs typeface="Yu Gothic"/>
              </a:defRPr>
            </a:pPr>
            <a:r>
              <a:rPr sz="1800" b="0">
                <a:solidFill>
                  <a:srgbClr val="1572C3"/>
                </a:solidFill>
                <a:latin typeface="Yu Gothic"/>
                <a:ea typeface="Yu Gothic"/>
                <a:cs typeface="Yu Gothic"/>
              </a:rPr>
              <a:t>読んだ値 3</a:t>
            </a:r>
          </a:p>
        </p:txBody>
      </p:sp>
      <p:sp>
        <p:nvSpPr>
          <p:cNvPr id="62" name="text-84">
            <a:extLst xmlns:a="http://schemas.openxmlformats.org/drawingml/2006/main">
              <a:ext uri="{FF2B5EF4-FFF2-40B4-BE49-F238E27FC236}">
                <a16:creationId xmlns:a16="http://schemas.microsoft.com/office/drawing/2014/main" id="{2890612D-4C75-4E39-8957-6026E69D52D1}"/>
              </a:ext>
            </a:extLst>
          </p:cNvPr>
          <p:cNvSpPr>
            <a:spLocks xmlns:a="http://schemas.openxmlformats.org/drawingml/2006/main" noGrp="1"/>
          </p:cNvSpPr>
          <p:nvPr/>
        </p:nvSpPr>
        <p:spPr>
          <a:xfrm xmlns:a="http://schemas.openxmlformats.org/drawingml/2006/main">
            <a:off x="8096250" y="2162175"/>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231F20"/>
                </a:solidFill>
                <a:latin typeface="Yu Gothic"/>
                <a:ea typeface="Yu Gothic"/>
                <a:cs typeface="Yu Gothic"/>
              </a:defRPr>
            </a:defPPr>
            <a:lvl1pPr algn="l">
              <a:defRPr sz="1875" b="0">
                <a:solidFill>
                  <a:srgbClr val="231F20"/>
                </a:solidFill>
                <a:latin typeface="Yu Gothic"/>
                <a:ea typeface="Yu Gothic"/>
                <a:cs typeface="Yu Gothic"/>
              </a:defRPr>
            </a:lvl1pPr>
            <a:lvl2pPr algn="l">
              <a:defRPr sz="1875" b="0">
                <a:solidFill>
                  <a:srgbClr val="231F20"/>
                </a:solidFill>
                <a:latin typeface="Yu Gothic"/>
                <a:ea typeface="Yu Gothic"/>
                <a:cs typeface="Yu Gothic"/>
              </a:defRPr>
            </a:lvl2pPr>
            <a:lvl3pPr algn="l">
              <a:defRPr sz="1875" b="0">
                <a:solidFill>
                  <a:srgbClr val="231F20"/>
                </a:solidFill>
                <a:latin typeface="Yu Gothic"/>
                <a:ea typeface="Yu Gothic"/>
                <a:cs typeface="Yu Gothic"/>
              </a:defRPr>
            </a:lvl3pPr>
            <a:lvl4pPr algn="l">
              <a:defRPr sz="1875" b="0">
                <a:solidFill>
                  <a:srgbClr val="231F20"/>
                </a:solidFill>
                <a:latin typeface="Yu Gothic"/>
                <a:ea typeface="Yu Gothic"/>
                <a:cs typeface="Yu Gothic"/>
              </a:defRPr>
            </a:lvl4pPr>
            <a:lvl5pPr algn="l">
              <a:defRPr sz="1875" b="0">
                <a:solidFill>
                  <a:srgbClr val="231F20"/>
                </a:solidFill>
                <a:latin typeface="Yu Gothic"/>
                <a:ea typeface="Yu Gothic"/>
                <a:cs typeface="Yu Gothic"/>
              </a:defRPr>
            </a:lvl5pPr>
            <a:lvl6pPr algn="l">
              <a:defRPr sz="1875" b="0">
                <a:solidFill>
                  <a:srgbClr val="231F20"/>
                </a:solidFill>
                <a:latin typeface="Yu Gothic"/>
                <a:ea typeface="Yu Gothic"/>
                <a:cs typeface="Yu Gothic"/>
              </a:defRPr>
            </a:lvl6pPr>
            <a:lvl7pPr algn="l">
              <a:defRPr sz="1875" b="0">
                <a:solidFill>
                  <a:srgbClr val="231F20"/>
                </a:solidFill>
                <a:latin typeface="Yu Gothic"/>
                <a:ea typeface="Yu Gothic"/>
                <a:cs typeface="Yu Gothic"/>
              </a:defRPr>
            </a:lvl7pPr>
            <a:lvl8pPr algn="l">
              <a:defRPr sz="1875" b="0">
                <a:solidFill>
                  <a:srgbClr val="231F20"/>
                </a:solidFill>
                <a:latin typeface="Yu Gothic"/>
                <a:ea typeface="Yu Gothic"/>
                <a:cs typeface="Yu Gothic"/>
              </a:defRPr>
            </a:lvl8pPr>
            <a:lvl9pPr algn="l">
              <a:defRPr sz="1875" b="0">
                <a:solidFill>
                  <a:srgbClr val="231F20"/>
                </a:solidFill>
                <a:latin typeface="Yu Gothic"/>
                <a:ea typeface="Yu Gothic"/>
                <a:cs typeface="Yu Gothic"/>
              </a:defRPr>
            </a:lvl9pPr>
          </a:lstStyle>
          <a:p xmlns:a="http://schemas.openxmlformats.org/drawingml/2006/main">
            <a:pPr algn="l">
              <a:defRPr sz="1875" b="0">
                <a:solidFill>
                  <a:srgbClr val="231F20"/>
                </a:solidFill>
                <a:latin typeface="Yu Gothic"/>
                <a:ea typeface="Yu Gothic"/>
                <a:cs typeface="Yu Gothic"/>
              </a:defRPr>
            </a:pPr>
            <a:r>
              <a:rPr sz="1875" b="0">
                <a:solidFill>
                  <a:srgbClr val="231F20"/>
                </a:solidFill>
                <a:latin typeface="Yu Gothic"/>
                <a:ea typeface="Yu Gothic"/>
                <a:cs typeface="Yu Gothic"/>
              </a:rPr>
              <a:t>x0：常に0</a:t>
            </a:r>
          </a:p>
          <a:p xmlns:a="http://schemas.openxmlformats.org/drawingml/2006/main">
            <a:pPr algn="l">
              <a:defRPr sz="1875" b="0">
                <a:solidFill>
                  <a:srgbClr val="231F20"/>
                </a:solidFill>
                <a:latin typeface="Yu Gothic"/>
                <a:ea typeface="Yu Gothic"/>
                <a:cs typeface="Yu Gothic"/>
              </a:defRPr>
            </a:pPr>
            <a:r>
              <a:rPr sz="1875" b="0">
                <a:solidFill>
                  <a:srgbClr val="231F20"/>
                </a:solidFill>
                <a:latin typeface="Yu Gothic"/>
                <a:ea typeface="Yu Gothic"/>
                <a:cs typeface="Yu Gothic"/>
              </a:rPr>
              <a:t>x1：CPU内の保存場所</a:t>
            </a:r>
          </a:p>
        </p:txBody>
      </p:sp>
      <p:sp>
        <p:nvSpPr>
          <p:cNvPr id="63" name="text-85">
            <a:extLst xmlns:a="http://schemas.openxmlformats.org/drawingml/2006/main">
              <a:ext uri="{FF2B5EF4-FFF2-40B4-BE49-F238E27FC236}">
                <a16:creationId xmlns:a16="http://schemas.microsoft.com/office/drawing/2014/main" id="{A90BFE46-65E6-49C7-88C7-61C71F6D473D}"/>
              </a:ext>
            </a:extLst>
          </p:cNvPr>
          <p:cNvSpPr>
            <a:spLocks xmlns:a="http://schemas.openxmlformats.org/drawingml/2006/main" noGrp="1"/>
          </p:cNvSpPr>
          <p:nvPr/>
        </p:nvSpPr>
        <p:spPr>
          <a:xfrm xmlns:a="http://schemas.openxmlformats.org/drawingml/2006/main">
            <a:off x="8096250" y="3238500"/>
            <a:ext cx="34766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0">
                <a:solidFill>
                  <a:srgbClr val="231F20"/>
                </a:solidFill>
                <a:latin typeface="Yu Gothic"/>
                <a:ea typeface="Yu Gothic"/>
                <a:cs typeface="Yu Gothic"/>
              </a:defRPr>
            </a:defPPr>
            <a:lvl1pPr algn="l">
              <a:defRPr sz="1950" b="0">
                <a:solidFill>
                  <a:srgbClr val="231F20"/>
                </a:solidFill>
                <a:latin typeface="Yu Gothic"/>
                <a:ea typeface="Yu Gothic"/>
                <a:cs typeface="Yu Gothic"/>
              </a:defRPr>
            </a:lvl1pPr>
            <a:lvl2pPr algn="l">
              <a:defRPr sz="1950" b="0">
                <a:solidFill>
                  <a:srgbClr val="231F20"/>
                </a:solidFill>
                <a:latin typeface="Yu Gothic"/>
                <a:ea typeface="Yu Gothic"/>
                <a:cs typeface="Yu Gothic"/>
              </a:defRPr>
            </a:lvl2pPr>
            <a:lvl3pPr algn="l">
              <a:defRPr sz="1950" b="0">
                <a:solidFill>
                  <a:srgbClr val="231F20"/>
                </a:solidFill>
                <a:latin typeface="Yu Gothic"/>
                <a:ea typeface="Yu Gothic"/>
                <a:cs typeface="Yu Gothic"/>
              </a:defRPr>
            </a:lvl3pPr>
            <a:lvl4pPr algn="l">
              <a:defRPr sz="1950" b="0">
                <a:solidFill>
                  <a:srgbClr val="231F20"/>
                </a:solidFill>
                <a:latin typeface="Yu Gothic"/>
                <a:ea typeface="Yu Gothic"/>
                <a:cs typeface="Yu Gothic"/>
              </a:defRPr>
            </a:lvl4pPr>
            <a:lvl5pPr algn="l">
              <a:defRPr sz="1950" b="0">
                <a:solidFill>
                  <a:srgbClr val="231F20"/>
                </a:solidFill>
                <a:latin typeface="Yu Gothic"/>
                <a:ea typeface="Yu Gothic"/>
                <a:cs typeface="Yu Gothic"/>
              </a:defRPr>
            </a:lvl5pPr>
            <a:lvl6pPr algn="l">
              <a:defRPr sz="1950" b="0">
                <a:solidFill>
                  <a:srgbClr val="231F20"/>
                </a:solidFill>
                <a:latin typeface="Yu Gothic"/>
                <a:ea typeface="Yu Gothic"/>
                <a:cs typeface="Yu Gothic"/>
              </a:defRPr>
            </a:lvl6pPr>
            <a:lvl7pPr algn="l">
              <a:defRPr sz="1950" b="0">
                <a:solidFill>
                  <a:srgbClr val="231F20"/>
                </a:solidFill>
                <a:latin typeface="Yu Gothic"/>
                <a:ea typeface="Yu Gothic"/>
                <a:cs typeface="Yu Gothic"/>
              </a:defRPr>
            </a:lvl7pPr>
            <a:lvl8pPr algn="l">
              <a:defRPr sz="1950" b="0">
                <a:solidFill>
                  <a:srgbClr val="231F20"/>
                </a:solidFill>
                <a:latin typeface="Yu Gothic"/>
                <a:ea typeface="Yu Gothic"/>
                <a:cs typeface="Yu Gothic"/>
              </a:defRPr>
            </a:lvl8pPr>
            <a:lvl9pPr algn="l">
              <a:defRPr sz="1950" b="0">
                <a:solidFill>
                  <a:srgbClr val="231F20"/>
                </a:solidFill>
                <a:latin typeface="Yu Gothic"/>
                <a:ea typeface="Yu Gothic"/>
                <a:cs typeface="Yu Gothic"/>
              </a:defRPr>
            </a:lvl9pPr>
          </a:lstStyle>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① 0 + 0で番地を作る</a:t>
            </a:r>
          </a:p>
          <a:p xmlns:a="http://schemas.openxmlformats.org/drawingml/2006/main">
            <a:r>
              <a:t/>
            </a:r>
          </a:p>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② 0番地の3を読む</a:t>
            </a:r>
          </a:p>
          <a:p xmlns:a="http://schemas.openxmlformats.org/drawingml/2006/main">
            <a:r>
              <a:t/>
            </a:r>
          </a:p>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③ x1へ3を保存する</a:t>
            </a:r>
          </a:p>
        </p:txBody>
      </p:sp>
      <p:sp>
        <p:nvSpPr>
          <p:cNvPr id="64" name="text-86">
            <a:extLst xmlns:a="http://schemas.openxmlformats.org/drawingml/2006/main">
              <a:ext uri="{FF2B5EF4-FFF2-40B4-BE49-F238E27FC236}">
                <a16:creationId xmlns:a16="http://schemas.microsoft.com/office/drawing/2014/main" id="{2D3A5927-7D4D-4FC6-8D8E-E459BC406694}"/>
              </a:ext>
            </a:extLst>
          </p:cNvPr>
          <p:cNvSpPr>
            <a:spLocks xmlns:a="http://schemas.openxmlformats.org/drawingml/2006/main" noGrp="1"/>
          </p:cNvSpPr>
          <p:nvPr/>
        </p:nvSpPr>
        <p:spPr>
          <a:xfrm xmlns:a="http://schemas.openxmlformats.org/drawingml/2006/main">
            <a:off x="8096250" y="5715000"/>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231F20"/>
                </a:solidFill>
                <a:latin typeface="Yu Gothic"/>
                <a:ea typeface="Yu Gothic"/>
                <a:cs typeface="Yu Gothic"/>
              </a:defRPr>
            </a:defPPr>
            <a:lvl1pPr algn="l">
              <a:defRPr sz="1875" b="1">
                <a:solidFill>
                  <a:srgbClr val="231F20"/>
                </a:solidFill>
                <a:latin typeface="Yu Gothic"/>
                <a:ea typeface="Yu Gothic"/>
                <a:cs typeface="Yu Gothic"/>
              </a:defRPr>
            </a:lvl1pPr>
            <a:lvl2pPr algn="l">
              <a:defRPr sz="1875" b="1">
                <a:solidFill>
                  <a:srgbClr val="231F20"/>
                </a:solidFill>
                <a:latin typeface="Yu Gothic"/>
                <a:ea typeface="Yu Gothic"/>
                <a:cs typeface="Yu Gothic"/>
              </a:defRPr>
            </a:lvl2pPr>
            <a:lvl3pPr algn="l">
              <a:defRPr sz="1875" b="1">
                <a:solidFill>
                  <a:srgbClr val="231F20"/>
                </a:solidFill>
                <a:latin typeface="Yu Gothic"/>
                <a:ea typeface="Yu Gothic"/>
                <a:cs typeface="Yu Gothic"/>
              </a:defRPr>
            </a:lvl3pPr>
            <a:lvl4pPr algn="l">
              <a:defRPr sz="1875" b="1">
                <a:solidFill>
                  <a:srgbClr val="231F20"/>
                </a:solidFill>
                <a:latin typeface="Yu Gothic"/>
                <a:ea typeface="Yu Gothic"/>
                <a:cs typeface="Yu Gothic"/>
              </a:defRPr>
            </a:lvl4pPr>
            <a:lvl5pPr algn="l">
              <a:defRPr sz="1875" b="1">
                <a:solidFill>
                  <a:srgbClr val="231F20"/>
                </a:solidFill>
                <a:latin typeface="Yu Gothic"/>
                <a:ea typeface="Yu Gothic"/>
                <a:cs typeface="Yu Gothic"/>
              </a:defRPr>
            </a:lvl5pPr>
            <a:lvl6pPr algn="l">
              <a:defRPr sz="1875" b="1">
                <a:solidFill>
                  <a:srgbClr val="231F20"/>
                </a:solidFill>
                <a:latin typeface="Yu Gothic"/>
                <a:ea typeface="Yu Gothic"/>
                <a:cs typeface="Yu Gothic"/>
              </a:defRPr>
            </a:lvl6pPr>
            <a:lvl7pPr algn="l">
              <a:defRPr sz="1875" b="1">
                <a:solidFill>
                  <a:srgbClr val="231F20"/>
                </a:solidFill>
                <a:latin typeface="Yu Gothic"/>
                <a:ea typeface="Yu Gothic"/>
                <a:cs typeface="Yu Gothic"/>
              </a:defRPr>
            </a:lvl7pPr>
            <a:lvl8pPr algn="l">
              <a:defRPr sz="1875" b="1">
                <a:solidFill>
                  <a:srgbClr val="231F20"/>
                </a:solidFill>
                <a:latin typeface="Yu Gothic"/>
                <a:ea typeface="Yu Gothic"/>
                <a:cs typeface="Yu Gothic"/>
              </a:defRPr>
            </a:lvl8pPr>
            <a:lvl9pPr algn="l">
              <a:defRPr sz="1875" b="1">
                <a:solidFill>
                  <a:srgbClr val="231F20"/>
                </a:solidFill>
                <a:latin typeface="Yu Gothic"/>
                <a:ea typeface="Yu Gothic"/>
                <a:cs typeface="Yu Gothic"/>
              </a:defRPr>
            </a:lvl9pPr>
          </a:lstStyle>
          <a:p xmlns:a="http://schemas.openxmlformats.org/drawingml/2006/main">
            <a:pPr algn="l">
              <a:defRPr sz="1875" b="1">
                <a:solidFill>
                  <a:srgbClr val="231F20"/>
                </a:solidFill>
                <a:latin typeface="Yu Gothic"/>
                <a:ea typeface="Yu Gothic"/>
                <a:cs typeface="Yu Gothic"/>
              </a:defRPr>
            </a:pPr>
            <a:r>
              <a:rPr sz="1875" b="1">
                <a:solidFill>
                  <a:srgbClr val="231F20"/>
                </a:solidFill>
                <a:latin typeface="Yu Gothic"/>
                <a:ea typeface="Yu Gothic"/>
                <a:cs typeface="Yu Gothic"/>
              </a:rPr>
              <a:t>初期状態：0番地に3</a:t>
            </a:r>
          </a:p>
        </p:txBody>
      </p:sp>
      <p:sp>
        <p:nvSpPr>
          <p:cNvPr id="65" name="text-87">
            <a:extLst xmlns:a="http://schemas.openxmlformats.org/drawingml/2006/main">
              <a:ext uri="{FF2B5EF4-FFF2-40B4-BE49-F238E27FC236}">
                <a16:creationId xmlns:a16="http://schemas.microsoft.com/office/drawing/2014/main" id="{D9BBF9AB-305E-4595-9A5A-C1655D8D214B}"/>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2</a:t>
            </a:r>
          </a:p>
        </p:txBody>
      </p:sp>
      <p:sp>
        <p:nvSpPr>
          <p:cNvPr id="66" name="text-88">
            <a:extLst xmlns:a="http://schemas.openxmlformats.org/drawingml/2006/main">
              <a:ext uri="{FF2B5EF4-FFF2-40B4-BE49-F238E27FC236}">
                <a16:creationId xmlns:a16="http://schemas.microsoft.com/office/drawing/2014/main" id="{EAADB11F-54C3-4FB0-8C8D-312027BEE7BD}"/>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DDCA 図7.8を簡略化して描き直し。A：番地／番号　RD：読出し値　WD：書込み値　WE：書込許可</a:t>
            </a:r>
          </a:p>
        </p:txBody>
      </p:sp>
    </p:spTree>
    <p:extLst>
      <p:ext uri="{BB962C8B-B14F-4D97-AF65-F5344CB8AC3E}">
        <p14:creationId xmlns:p14="http://schemas.microsoft.com/office/powerpoint/2010/main" val="20209934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text-89">
            <a:extLst xmlns:a="http://schemas.openxmlformats.org/drawingml/2006/main">
              <a:ext uri="{FF2B5EF4-FFF2-40B4-BE49-F238E27FC236}">
                <a16:creationId xmlns:a16="http://schemas.microsoft.com/office/drawing/2014/main" id="{C788749D-020A-4A8B-8779-0FDBA9876D71}"/>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3</a:t>
            </a:r>
          </a:p>
        </p:txBody>
      </p:sp>
      <p:sp>
        <p:nvSpPr>
          <p:cNvPr id="2" name="text-90">
            <a:extLst xmlns:a="http://schemas.openxmlformats.org/drawingml/2006/main">
              <a:ext uri="{FF2B5EF4-FFF2-40B4-BE49-F238E27FC236}">
                <a16:creationId xmlns:a16="http://schemas.microsoft.com/office/drawing/2014/main" id="{C83849E5-27CB-4667-A7A6-6DCD1178BCCA}"/>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sw：レジスタの値をメモリへ書く</a:t>
            </a:r>
          </a:p>
        </p:txBody>
      </p:sp>
      <p:sp>
        <p:nvSpPr>
          <p:cNvPr id="3" name="text-91">
            <a:extLst xmlns:a="http://schemas.openxmlformats.org/drawingml/2006/main">
              <a:ext uri="{FF2B5EF4-FFF2-40B4-BE49-F238E27FC236}">
                <a16:creationId xmlns:a16="http://schemas.microsoft.com/office/drawing/2014/main" id="{2C03779E-A1A1-40D5-AFAC-E276889DA544}"/>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3</a:t>
            </a:r>
          </a:p>
        </p:txBody>
      </p:sp>
      <p:sp>
        <p:nvSpPr>
          <p:cNvPr id="4" name="text-92">
            <a:extLst xmlns:a="http://schemas.openxmlformats.org/drawingml/2006/main">
              <a:ext uri="{FF2B5EF4-FFF2-40B4-BE49-F238E27FC236}">
                <a16:creationId xmlns:a16="http://schemas.microsoft.com/office/drawing/2014/main" id="{FE9381CC-B714-42B2-842A-2BC3386C9185}"/>
              </a:ext>
            </a:extLst>
          </p:cNvPr>
          <p:cNvSpPr>
            <a:spLocks xmlns:a="http://schemas.openxmlformats.org/drawingml/2006/main" noGrp="1"/>
          </p:cNvSpPr>
          <p:nvPr/>
        </p:nvSpPr>
        <p:spPr>
          <a:xfrm xmlns:a="http://schemas.openxmlformats.org/drawingml/2006/main">
            <a:off x="609600" y="12954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572C3"/>
                </a:solidFill>
                <a:latin typeface="Yu Gothic"/>
                <a:ea typeface="Yu Gothic"/>
                <a:cs typeface="Yu Gothic"/>
              </a:defRPr>
            </a:defPPr>
            <a:lvl1pPr algn="l">
              <a:defRPr sz="2175" b="1">
                <a:solidFill>
                  <a:srgbClr val="1572C3"/>
                </a:solidFill>
                <a:latin typeface="Yu Gothic"/>
                <a:ea typeface="Yu Gothic"/>
                <a:cs typeface="Yu Gothic"/>
              </a:defRPr>
            </a:lvl1pPr>
            <a:lvl2pPr algn="l">
              <a:defRPr sz="2175" b="1">
                <a:solidFill>
                  <a:srgbClr val="1572C3"/>
                </a:solidFill>
                <a:latin typeface="Yu Gothic"/>
                <a:ea typeface="Yu Gothic"/>
                <a:cs typeface="Yu Gothic"/>
              </a:defRPr>
            </a:lvl2pPr>
            <a:lvl3pPr algn="l">
              <a:defRPr sz="2175" b="1">
                <a:solidFill>
                  <a:srgbClr val="1572C3"/>
                </a:solidFill>
                <a:latin typeface="Yu Gothic"/>
                <a:ea typeface="Yu Gothic"/>
                <a:cs typeface="Yu Gothic"/>
              </a:defRPr>
            </a:lvl3pPr>
            <a:lvl4pPr algn="l">
              <a:defRPr sz="2175" b="1">
                <a:solidFill>
                  <a:srgbClr val="1572C3"/>
                </a:solidFill>
                <a:latin typeface="Yu Gothic"/>
                <a:ea typeface="Yu Gothic"/>
                <a:cs typeface="Yu Gothic"/>
              </a:defRPr>
            </a:lvl4pPr>
            <a:lvl5pPr algn="l">
              <a:defRPr sz="2175" b="1">
                <a:solidFill>
                  <a:srgbClr val="1572C3"/>
                </a:solidFill>
                <a:latin typeface="Yu Gothic"/>
                <a:ea typeface="Yu Gothic"/>
                <a:cs typeface="Yu Gothic"/>
              </a:defRPr>
            </a:lvl5pPr>
            <a:lvl6pPr algn="l">
              <a:defRPr sz="2175" b="1">
                <a:solidFill>
                  <a:srgbClr val="1572C3"/>
                </a:solidFill>
                <a:latin typeface="Yu Gothic"/>
                <a:ea typeface="Yu Gothic"/>
                <a:cs typeface="Yu Gothic"/>
              </a:defRPr>
            </a:lvl6pPr>
            <a:lvl7pPr algn="l">
              <a:defRPr sz="2175" b="1">
                <a:solidFill>
                  <a:srgbClr val="1572C3"/>
                </a:solidFill>
                <a:latin typeface="Yu Gothic"/>
                <a:ea typeface="Yu Gothic"/>
                <a:cs typeface="Yu Gothic"/>
              </a:defRPr>
            </a:lvl7pPr>
            <a:lvl8pPr algn="l">
              <a:defRPr sz="2175" b="1">
                <a:solidFill>
                  <a:srgbClr val="1572C3"/>
                </a:solidFill>
                <a:latin typeface="Yu Gothic"/>
                <a:ea typeface="Yu Gothic"/>
                <a:cs typeface="Yu Gothic"/>
              </a:defRPr>
            </a:lvl8pPr>
            <a:lvl9pPr algn="l">
              <a:defRPr sz="2175" b="1">
                <a:solidFill>
                  <a:srgbClr val="1572C3"/>
                </a:solidFill>
                <a:latin typeface="Yu Gothic"/>
                <a:ea typeface="Yu Gothic"/>
                <a:cs typeface="Yu Gothic"/>
              </a:defRPr>
            </a:lvl9pPr>
          </a:lstStyle>
          <a:p xmlns:a="http://schemas.openxmlformats.org/drawingml/2006/main">
            <a:pPr algn="l">
              <a:defRPr sz="2175" b="1">
                <a:solidFill>
                  <a:srgbClr val="1572C3"/>
                </a:solidFill>
                <a:latin typeface="Yu Gothic"/>
                <a:ea typeface="Yu Gothic"/>
                <a:cs typeface="Yu Gothic"/>
              </a:defRPr>
            </a:pPr>
            <a:r>
              <a:rPr sz="2175" b="1">
                <a:solidFill>
                  <a:srgbClr val="1572C3"/>
                </a:solidFill>
                <a:latin typeface="Yu Gothic"/>
                <a:ea typeface="Yu Gothic"/>
                <a:cs typeface="Yu Gothic"/>
              </a:rPr>
              <a:t>sw x1, 4(x0)　：　番地 0 + 4 へ、x1の3を書く</a:t>
            </a:r>
          </a:p>
        </p:txBody>
      </p:sp>
      <p:sp>
        <p:nvSpPr>
          <p:cNvPr id="5" name="block-93">
            <a:extLst xmlns:a="http://schemas.openxmlformats.org/drawingml/2006/main">
              <a:ext uri="{FF2B5EF4-FFF2-40B4-BE49-F238E27FC236}">
                <a16:creationId xmlns:a16="http://schemas.microsoft.com/office/drawing/2014/main" id="{426099EF-11D8-4C6D-874E-0F32E08BB10F}"/>
              </a:ext>
            </a:extLst>
          </p:cNvPr>
          <p:cNvSpPr>
            <a:spLocks xmlns:a="http://schemas.openxmlformats.org/drawingml/2006/main" noGrp="1"/>
          </p:cNvSpPr>
          <p:nvPr/>
        </p:nvSpPr>
        <p:spPr>
          <a:xfrm xmlns:a="http://schemas.openxmlformats.org/drawingml/2006/main">
            <a:off x="1219200" y="2838450"/>
            <a:ext cx="1676400" cy="2228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 name="text-94">
            <a:extLst xmlns:a="http://schemas.openxmlformats.org/drawingml/2006/main">
              <a:ext uri="{FF2B5EF4-FFF2-40B4-BE49-F238E27FC236}">
                <a16:creationId xmlns:a16="http://schemas.microsoft.com/office/drawing/2014/main" id="{E8D2D22B-232F-45E6-8FB5-C36BD210C00E}"/>
              </a:ext>
            </a:extLst>
          </p:cNvPr>
          <p:cNvSpPr>
            <a:spLocks xmlns:a="http://schemas.openxmlformats.org/drawingml/2006/main" noGrp="1"/>
          </p:cNvSpPr>
          <p:nvPr/>
        </p:nvSpPr>
        <p:spPr>
          <a:xfrm xmlns:a="http://schemas.openxmlformats.org/drawingml/2006/main">
            <a:off x="1666875" y="3467100"/>
            <a:ext cx="1085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231F20"/>
                </a:solidFill>
                <a:latin typeface="Arial"/>
                <a:ea typeface="Arial"/>
                <a:cs typeface="Arial"/>
              </a:defRPr>
            </a:defPPr>
            <a:lvl1pPr algn="ctr">
              <a:defRPr sz="1500" b="1">
                <a:solidFill>
                  <a:srgbClr val="231F20"/>
                </a:solidFill>
                <a:latin typeface="Arial"/>
                <a:ea typeface="Arial"/>
                <a:cs typeface="Arial"/>
              </a:defRPr>
            </a:lvl1pPr>
            <a:lvl2pPr algn="ctr">
              <a:defRPr sz="1500" b="1">
                <a:solidFill>
                  <a:srgbClr val="231F20"/>
                </a:solidFill>
                <a:latin typeface="Arial"/>
                <a:ea typeface="Arial"/>
                <a:cs typeface="Arial"/>
              </a:defRPr>
            </a:lvl2pPr>
            <a:lvl3pPr algn="ctr">
              <a:defRPr sz="1500" b="1">
                <a:solidFill>
                  <a:srgbClr val="231F20"/>
                </a:solidFill>
                <a:latin typeface="Arial"/>
                <a:ea typeface="Arial"/>
                <a:cs typeface="Arial"/>
              </a:defRPr>
            </a:lvl3pPr>
            <a:lvl4pPr algn="ctr">
              <a:defRPr sz="1500" b="1">
                <a:solidFill>
                  <a:srgbClr val="231F20"/>
                </a:solidFill>
                <a:latin typeface="Arial"/>
                <a:ea typeface="Arial"/>
                <a:cs typeface="Arial"/>
              </a:defRPr>
            </a:lvl4pPr>
            <a:lvl5pPr algn="ctr">
              <a:defRPr sz="1500" b="1">
                <a:solidFill>
                  <a:srgbClr val="231F20"/>
                </a:solidFill>
                <a:latin typeface="Arial"/>
                <a:ea typeface="Arial"/>
                <a:cs typeface="Arial"/>
              </a:defRPr>
            </a:lvl5pPr>
            <a:lvl6pPr algn="ctr">
              <a:defRPr sz="1500" b="1">
                <a:solidFill>
                  <a:srgbClr val="231F20"/>
                </a:solidFill>
                <a:latin typeface="Arial"/>
                <a:ea typeface="Arial"/>
                <a:cs typeface="Arial"/>
              </a:defRPr>
            </a:lvl6pPr>
            <a:lvl7pPr algn="ctr">
              <a:defRPr sz="1500" b="1">
                <a:solidFill>
                  <a:srgbClr val="231F20"/>
                </a:solidFill>
                <a:latin typeface="Arial"/>
                <a:ea typeface="Arial"/>
                <a:cs typeface="Arial"/>
              </a:defRPr>
            </a:lvl7pPr>
            <a:lvl8pPr algn="ctr">
              <a:defRPr sz="1500" b="1">
                <a:solidFill>
                  <a:srgbClr val="231F20"/>
                </a:solidFill>
                <a:latin typeface="Arial"/>
                <a:ea typeface="Arial"/>
                <a:cs typeface="Arial"/>
              </a:defRPr>
            </a:lvl8pPr>
            <a:lvl9pPr algn="ctr">
              <a:defRPr sz="1500" b="1">
                <a:solidFill>
                  <a:srgbClr val="231F20"/>
                </a:solidFill>
                <a:latin typeface="Arial"/>
                <a:ea typeface="Arial"/>
                <a:cs typeface="Arial"/>
              </a:defRPr>
            </a:lvl9pPr>
          </a:lstStyle>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Register</a:t>
            </a:r>
          </a:p>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File</a:t>
            </a:r>
          </a:p>
        </p:txBody>
      </p:sp>
      <p:sp>
        <p:nvSpPr>
          <p:cNvPr id="7" name="text-95">
            <a:extLst xmlns:a="http://schemas.openxmlformats.org/drawingml/2006/main">
              <a:ext uri="{FF2B5EF4-FFF2-40B4-BE49-F238E27FC236}">
                <a16:creationId xmlns:a16="http://schemas.microsoft.com/office/drawing/2014/main" id="{0C2FE0A7-9A92-4C10-98E1-5E54B7861D6E}"/>
              </a:ext>
            </a:extLst>
          </p:cNvPr>
          <p:cNvSpPr>
            <a:spLocks xmlns:a="http://schemas.openxmlformats.org/drawingml/2006/main" noGrp="1"/>
          </p:cNvSpPr>
          <p:nvPr/>
        </p:nvSpPr>
        <p:spPr>
          <a:xfrm xmlns:a="http://schemas.openxmlformats.org/drawingml/2006/main">
            <a:off x="131445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A1</a:t>
            </a:r>
          </a:p>
        </p:txBody>
      </p:sp>
      <p:sp>
        <p:nvSpPr>
          <p:cNvPr id="8" name="text-96">
            <a:extLst xmlns:a="http://schemas.openxmlformats.org/drawingml/2006/main">
              <a:ext uri="{FF2B5EF4-FFF2-40B4-BE49-F238E27FC236}">
                <a16:creationId xmlns:a16="http://schemas.microsoft.com/office/drawing/2014/main" id="{E5E7F52E-EF02-4788-9C6B-C6AA73A4BA86}"/>
              </a:ext>
            </a:extLst>
          </p:cNvPr>
          <p:cNvSpPr>
            <a:spLocks xmlns:a="http://schemas.openxmlformats.org/drawingml/2006/main" noGrp="1"/>
          </p:cNvSpPr>
          <p:nvPr/>
        </p:nvSpPr>
        <p:spPr>
          <a:xfrm xmlns:a="http://schemas.openxmlformats.org/drawingml/2006/main">
            <a:off x="131445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A2</a:t>
            </a:r>
          </a:p>
        </p:txBody>
      </p:sp>
      <p:sp>
        <p:nvSpPr>
          <p:cNvPr id="9" name="text-97">
            <a:extLst xmlns:a="http://schemas.openxmlformats.org/drawingml/2006/main">
              <a:ext uri="{FF2B5EF4-FFF2-40B4-BE49-F238E27FC236}">
                <a16:creationId xmlns:a16="http://schemas.microsoft.com/office/drawing/2014/main" id="{F389F692-E09F-4B42-9B8E-5D3D1B00420A}"/>
              </a:ext>
            </a:extLst>
          </p:cNvPr>
          <p:cNvSpPr>
            <a:spLocks xmlns:a="http://schemas.openxmlformats.org/drawingml/2006/main" noGrp="1"/>
          </p:cNvSpPr>
          <p:nvPr/>
        </p:nvSpPr>
        <p:spPr>
          <a:xfrm xmlns:a="http://schemas.openxmlformats.org/drawingml/2006/main">
            <a:off x="1314450" y="4286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A3</a:t>
            </a:r>
          </a:p>
        </p:txBody>
      </p:sp>
      <p:sp>
        <p:nvSpPr>
          <p:cNvPr id="10" name="text-98">
            <a:extLst xmlns:a="http://schemas.openxmlformats.org/drawingml/2006/main">
              <a:ext uri="{FF2B5EF4-FFF2-40B4-BE49-F238E27FC236}">
                <a16:creationId xmlns:a16="http://schemas.microsoft.com/office/drawing/2014/main" id="{7A80F828-CD63-4464-AC05-5CC9707C2858}"/>
              </a:ext>
            </a:extLst>
          </p:cNvPr>
          <p:cNvSpPr>
            <a:spLocks xmlns:a="http://schemas.openxmlformats.org/drawingml/2006/main" noGrp="1"/>
          </p:cNvSpPr>
          <p:nvPr/>
        </p:nvSpPr>
        <p:spPr>
          <a:xfrm xmlns:a="http://schemas.openxmlformats.org/drawingml/2006/main">
            <a:off x="1314450" y="47053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WD3</a:t>
            </a:r>
          </a:p>
        </p:txBody>
      </p:sp>
      <p:sp>
        <p:nvSpPr>
          <p:cNvPr id="11" name="text-99">
            <a:extLst xmlns:a="http://schemas.openxmlformats.org/drawingml/2006/main">
              <a:ext uri="{FF2B5EF4-FFF2-40B4-BE49-F238E27FC236}">
                <a16:creationId xmlns:a16="http://schemas.microsoft.com/office/drawing/2014/main" id="{060C8283-EC22-42C3-999C-B929C9119892}"/>
              </a:ext>
            </a:extLst>
          </p:cNvPr>
          <p:cNvSpPr>
            <a:spLocks xmlns:a="http://schemas.openxmlformats.org/drawingml/2006/main" noGrp="1"/>
          </p:cNvSpPr>
          <p:nvPr/>
        </p:nvSpPr>
        <p:spPr>
          <a:xfrm xmlns:a="http://schemas.openxmlformats.org/drawingml/2006/main">
            <a:off x="240030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RD1</a:t>
            </a:r>
          </a:p>
        </p:txBody>
      </p:sp>
      <p:sp>
        <p:nvSpPr>
          <p:cNvPr id="12" name="text-100">
            <a:extLst xmlns:a="http://schemas.openxmlformats.org/drawingml/2006/main">
              <a:ext uri="{FF2B5EF4-FFF2-40B4-BE49-F238E27FC236}">
                <a16:creationId xmlns:a16="http://schemas.microsoft.com/office/drawing/2014/main" id="{66F1BC88-B4C5-4732-8A2F-858058C8FAF1}"/>
              </a:ext>
            </a:extLst>
          </p:cNvPr>
          <p:cNvSpPr>
            <a:spLocks xmlns:a="http://schemas.openxmlformats.org/drawingml/2006/main" noGrp="1"/>
          </p:cNvSpPr>
          <p:nvPr/>
        </p:nvSpPr>
        <p:spPr>
          <a:xfrm xmlns:a="http://schemas.openxmlformats.org/drawingml/2006/main">
            <a:off x="240030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RD2</a:t>
            </a:r>
          </a:p>
        </p:txBody>
      </p:sp>
      <p:sp>
        <p:nvSpPr>
          <p:cNvPr id="13" name="text-101">
            <a:extLst xmlns:a="http://schemas.openxmlformats.org/drawingml/2006/main">
              <a:ext uri="{FF2B5EF4-FFF2-40B4-BE49-F238E27FC236}">
                <a16:creationId xmlns:a16="http://schemas.microsoft.com/office/drawing/2014/main" id="{0692D35F-52D4-48A4-80E5-52A511EA7CAA}"/>
              </a:ext>
            </a:extLst>
          </p:cNvPr>
          <p:cNvSpPr>
            <a:spLocks xmlns:a="http://schemas.openxmlformats.org/drawingml/2006/main" noGrp="1"/>
          </p:cNvSpPr>
          <p:nvPr/>
        </p:nvSpPr>
        <p:spPr>
          <a:xfrm xmlns:a="http://schemas.openxmlformats.org/drawingml/2006/main">
            <a:off x="1924050" y="28575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WE3</a:t>
            </a:r>
          </a:p>
        </p:txBody>
      </p:sp>
      <p:sp>
        <p:nvSpPr>
          <p:cNvPr id="14" name="text-102">
            <a:extLst xmlns:a="http://schemas.openxmlformats.org/drawingml/2006/main">
              <a:ext uri="{FF2B5EF4-FFF2-40B4-BE49-F238E27FC236}">
                <a16:creationId xmlns:a16="http://schemas.microsoft.com/office/drawing/2014/main" id="{64B73FC8-ED96-4B5E-8CFE-BF2807CFA434}"/>
              </a:ext>
            </a:extLst>
          </p:cNvPr>
          <p:cNvSpPr>
            <a:spLocks xmlns:a="http://schemas.openxmlformats.org/drawingml/2006/main" noGrp="1"/>
          </p:cNvSpPr>
          <p:nvPr/>
        </p:nvSpPr>
        <p:spPr>
          <a:xfrm xmlns:a="http://schemas.openxmlformats.org/drawingml/2006/main">
            <a:off x="1219200" y="1971675"/>
            <a:ext cx="1676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レジスタ</a:t>
            </a:r>
          </a:p>
        </p:txBody>
      </p:sp>
      <p:sp>
        <p:nvSpPr>
          <p:cNvPr id="15" name="text-103">
            <a:extLst xmlns:a="http://schemas.openxmlformats.org/drawingml/2006/main">
              <a:ext uri="{FF2B5EF4-FFF2-40B4-BE49-F238E27FC236}">
                <a16:creationId xmlns:a16="http://schemas.microsoft.com/office/drawing/2014/main" id="{3417D79A-15B4-48F8-B7EB-C66AA993EB08}"/>
              </a:ext>
            </a:extLst>
          </p:cNvPr>
          <p:cNvSpPr>
            <a:spLocks xmlns:a="http://schemas.openxmlformats.org/drawingml/2006/main" noGrp="1"/>
          </p:cNvSpPr>
          <p:nvPr/>
        </p:nvSpPr>
        <p:spPr>
          <a:xfrm xmlns:a="http://schemas.openxmlformats.org/drawingml/2006/main">
            <a:off x="1219200" y="2295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B9BEC6"/>
                </a:solidFill>
                <a:latin typeface="Arial"/>
                <a:ea typeface="Arial"/>
                <a:cs typeface="Arial"/>
              </a:defRPr>
            </a:defPPr>
            <a:lvl1pPr algn="l">
              <a:defRPr sz="1575" b="0">
                <a:solidFill>
                  <a:srgbClr val="B9BEC6"/>
                </a:solidFill>
                <a:latin typeface="Arial"/>
                <a:ea typeface="Arial"/>
                <a:cs typeface="Arial"/>
              </a:defRPr>
            </a:lvl1pPr>
            <a:lvl2pPr algn="l">
              <a:defRPr sz="1575" b="0">
                <a:solidFill>
                  <a:srgbClr val="B9BEC6"/>
                </a:solidFill>
                <a:latin typeface="Arial"/>
                <a:ea typeface="Arial"/>
                <a:cs typeface="Arial"/>
              </a:defRPr>
            </a:lvl2pPr>
            <a:lvl3pPr algn="l">
              <a:defRPr sz="1575" b="0">
                <a:solidFill>
                  <a:srgbClr val="B9BEC6"/>
                </a:solidFill>
                <a:latin typeface="Arial"/>
                <a:ea typeface="Arial"/>
                <a:cs typeface="Arial"/>
              </a:defRPr>
            </a:lvl3pPr>
            <a:lvl4pPr algn="l">
              <a:defRPr sz="1575" b="0">
                <a:solidFill>
                  <a:srgbClr val="B9BEC6"/>
                </a:solidFill>
                <a:latin typeface="Arial"/>
                <a:ea typeface="Arial"/>
                <a:cs typeface="Arial"/>
              </a:defRPr>
            </a:lvl4pPr>
            <a:lvl5pPr algn="l">
              <a:defRPr sz="1575" b="0">
                <a:solidFill>
                  <a:srgbClr val="B9BEC6"/>
                </a:solidFill>
                <a:latin typeface="Arial"/>
                <a:ea typeface="Arial"/>
                <a:cs typeface="Arial"/>
              </a:defRPr>
            </a:lvl5pPr>
            <a:lvl6pPr algn="l">
              <a:defRPr sz="1575" b="0">
                <a:solidFill>
                  <a:srgbClr val="B9BEC6"/>
                </a:solidFill>
                <a:latin typeface="Arial"/>
                <a:ea typeface="Arial"/>
                <a:cs typeface="Arial"/>
              </a:defRPr>
            </a:lvl6pPr>
            <a:lvl7pPr algn="l">
              <a:defRPr sz="1575" b="0">
                <a:solidFill>
                  <a:srgbClr val="B9BEC6"/>
                </a:solidFill>
                <a:latin typeface="Arial"/>
                <a:ea typeface="Arial"/>
                <a:cs typeface="Arial"/>
              </a:defRPr>
            </a:lvl7pPr>
            <a:lvl8pPr algn="l">
              <a:defRPr sz="1575" b="0">
                <a:solidFill>
                  <a:srgbClr val="B9BEC6"/>
                </a:solidFill>
                <a:latin typeface="Arial"/>
                <a:ea typeface="Arial"/>
                <a:cs typeface="Arial"/>
              </a:defRPr>
            </a:lvl8pPr>
            <a:lvl9pPr algn="l">
              <a:defRPr sz="1575" b="0">
                <a:solidFill>
                  <a:srgbClr val="B9BEC6"/>
                </a:solidFill>
                <a:latin typeface="Arial"/>
                <a:ea typeface="Arial"/>
                <a:cs typeface="Arial"/>
              </a:defRPr>
            </a:lvl9pPr>
          </a:lstStyle>
          <a:p xmlns:a="http://schemas.openxmlformats.org/drawingml/2006/main">
            <a:pPr algn="l">
              <a:defRPr sz="1575" b="0">
                <a:solidFill>
                  <a:srgbClr val="B9BEC6"/>
                </a:solidFill>
                <a:latin typeface="Arial"/>
                <a:ea typeface="Arial"/>
                <a:cs typeface="Arial"/>
              </a:defRPr>
            </a:pPr>
            <a:r>
              <a:rPr sz="1575" b="0">
                <a:solidFill>
                  <a:srgbClr val="B9BEC6"/>
                </a:solidFill>
                <a:latin typeface="Arial"/>
                <a:ea typeface="Arial"/>
                <a:cs typeface="Arial"/>
              </a:rPr>
              <a:t>RegWrite = 0</a:t>
            </a:r>
          </a:p>
        </p:txBody>
      </p:sp>
      <p:sp>
        <p:nvSpPr>
          <p:cNvPr id="16" name="wire-104">
            <a:extLst xmlns:a="http://schemas.openxmlformats.org/drawingml/2006/main">
              <a:ext uri="{FF2B5EF4-FFF2-40B4-BE49-F238E27FC236}">
                <a16:creationId xmlns:a16="http://schemas.microsoft.com/office/drawing/2014/main" id="{BDD900AA-B1A9-4547-8663-6B16FE631927}"/>
              </a:ext>
            </a:extLst>
          </p:cNvPr>
          <p:cNvSpPr>
            <a:spLocks xmlns:a="http://schemas.openxmlformats.org/drawingml/2006/main" noGrp="1"/>
          </p:cNvSpPr>
          <p:nvPr/>
        </p:nvSpPr>
        <p:spPr>
          <a:xfrm xmlns:a="http://schemas.openxmlformats.org/drawingml/2006/main">
            <a:off x="2133600"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B9BEC6"/>
            </a:solidFill>
          </a:ln>
        </p:spPr>
      </p:sp>
      <p:sp>
        <p:nvSpPr>
          <p:cNvPr id="17" name="circuit-105">
            <a:extLst xmlns:a="http://schemas.openxmlformats.org/drawingml/2006/main">
              <a:ext uri="{FF2B5EF4-FFF2-40B4-BE49-F238E27FC236}">
                <a16:creationId xmlns:a16="http://schemas.microsoft.com/office/drawing/2014/main" id="{BB77F9A9-D99A-479F-8757-2C346D79D4F0}"/>
              </a:ext>
            </a:extLst>
          </p:cNvPr>
          <p:cNvSpPr>
            <a:spLocks xmlns:a="http://schemas.openxmlformats.org/drawingml/2006/main" noGrp="1"/>
          </p:cNvSpPr>
          <p:nvPr/>
        </p:nvSpPr>
        <p:spPr>
          <a:xfrm xmlns:a="http://schemas.openxmlformats.org/drawingml/2006/main">
            <a:off x="2095500"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B9BEC6"/>
          </a:solidFill>
          <a:ln xmlns:a="http://schemas.openxmlformats.org/drawingml/2006/main" w="9525">
            <a:solidFill>
              <a:srgbClr val="B9BEC6"/>
            </a:solidFill>
          </a:ln>
        </p:spPr>
      </p:sp>
      <p:sp>
        <p:nvSpPr>
          <p:cNvPr id="18" name="wire-106">
            <a:extLst xmlns:a="http://schemas.openxmlformats.org/drawingml/2006/main">
              <a:ext uri="{FF2B5EF4-FFF2-40B4-BE49-F238E27FC236}">
                <a16:creationId xmlns:a16="http://schemas.microsoft.com/office/drawing/2014/main" id="{5365F5C5-1DE2-423D-8568-64181F59058B}"/>
              </a:ext>
            </a:extLst>
          </p:cNvPr>
          <p:cNvSpPr>
            <a:spLocks xmlns:a="http://schemas.openxmlformats.org/drawingml/2006/main" noGrp="1"/>
          </p:cNvSpPr>
          <p:nvPr/>
        </p:nvSpPr>
        <p:spPr>
          <a:xfrm xmlns:a="http://schemas.openxmlformats.org/drawingml/2006/main">
            <a:off x="981075" y="3276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19" name="circuit-107">
            <a:extLst xmlns:a="http://schemas.openxmlformats.org/drawingml/2006/main">
              <a:ext uri="{FF2B5EF4-FFF2-40B4-BE49-F238E27FC236}">
                <a16:creationId xmlns:a16="http://schemas.microsoft.com/office/drawing/2014/main" id="{A97B6808-ACEB-48D5-BA6B-4CEE8C6B0B6F}"/>
              </a:ext>
            </a:extLst>
          </p:cNvPr>
          <p:cNvSpPr>
            <a:spLocks xmlns:a="http://schemas.openxmlformats.org/drawingml/2006/main" noGrp="1"/>
          </p:cNvSpPr>
          <p:nvPr/>
        </p:nvSpPr>
        <p:spPr>
          <a:xfrm xmlns:a="http://schemas.openxmlformats.org/drawingml/2006/main">
            <a:off x="112395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0" name="text-108">
            <a:extLst xmlns:a="http://schemas.openxmlformats.org/drawingml/2006/main">
              <a:ext uri="{FF2B5EF4-FFF2-40B4-BE49-F238E27FC236}">
                <a16:creationId xmlns:a16="http://schemas.microsoft.com/office/drawing/2014/main" id="{D6A8CC68-5A9C-4D67-93CC-B086C0944C97}"/>
              </a:ext>
            </a:extLst>
          </p:cNvPr>
          <p:cNvSpPr>
            <a:spLocks xmlns:a="http://schemas.openxmlformats.org/drawingml/2006/main" noGrp="1"/>
          </p:cNvSpPr>
          <p:nvPr/>
        </p:nvSpPr>
        <p:spPr>
          <a:xfrm xmlns:a="http://schemas.openxmlformats.org/drawingml/2006/main">
            <a:off x="552450" y="3114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0</a:t>
            </a:r>
          </a:p>
        </p:txBody>
      </p:sp>
      <p:sp>
        <p:nvSpPr>
          <p:cNvPr id="21" name="wire-109">
            <a:extLst xmlns:a="http://schemas.openxmlformats.org/drawingml/2006/main">
              <a:ext uri="{FF2B5EF4-FFF2-40B4-BE49-F238E27FC236}">
                <a16:creationId xmlns:a16="http://schemas.microsoft.com/office/drawing/2014/main" id="{E901EDB8-1A9A-4B8D-B00F-7530C515377B}"/>
              </a:ext>
            </a:extLst>
          </p:cNvPr>
          <p:cNvSpPr>
            <a:spLocks xmlns:a="http://schemas.openxmlformats.org/drawingml/2006/main" noGrp="1"/>
          </p:cNvSpPr>
          <p:nvPr/>
        </p:nvSpPr>
        <p:spPr>
          <a:xfrm xmlns:a="http://schemas.openxmlformats.org/drawingml/2006/main">
            <a:off x="981075" y="39814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22" name="circuit-110">
            <a:extLst xmlns:a="http://schemas.openxmlformats.org/drawingml/2006/main">
              <a:ext uri="{FF2B5EF4-FFF2-40B4-BE49-F238E27FC236}">
                <a16:creationId xmlns:a16="http://schemas.microsoft.com/office/drawing/2014/main" id="{2D606BAA-F5E9-445E-8011-AB61B9C923CA}"/>
              </a:ext>
            </a:extLst>
          </p:cNvPr>
          <p:cNvSpPr>
            <a:spLocks xmlns:a="http://schemas.openxmlformats.org/drawingml/2006/main" noGrp="1"/>
          </p:cNvSpPr>
          <p:nvPr/>
        </p:nvSpPr>
        <p:spPr>
          <a:xfrm xmlns:a="http://schemas.openxmlformats.org/drawingml/2006/main">
            <a:off x="112395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3" name="text-111">
            <a:extLst xmlns:a="http://schemas.openxmlformats.org/drawingml/2006/main">
              <a:ext uri="{FF2B5EF4-FFF2-40B4-BE49-F238E27FC236}">
                <a16:creationId xmlns:a16="http://schemas.microsoft.com/office/drawing/2014/main" id="{D0076494-D675-4D2F-BD9B-FF44E70657E1}"/>
              </a:ext>
            </a:extLst>
          </p:cNvPr>
          <p:cNvSpPr>
            <a:spLocks xmlns:a="http://schemas.openxmlformats.org/drawingml/2006/main" noGrp="1"/>
          </p:cNvSpPr>
          <p:nvPr/>
        </p:nvSpPr>
        <p:spPr>
          <a:xfrm xmlns:a="http://schemas.openxmlformats.org/drawingml/2006/main">
            <a:off x="552450" y="381952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1</a:t>
            </a:r>
          </a:p>
        </p:txBody>
      </p:sp>
      <p:sp>
        <p:nvSpPr>
          <p:cNvPr id="24" name="wire-112">
            <a:extLst xmlns:a="http://schemas.openxmlformats.org/drawingml/2006/main">
              <a:ext uri="{FF2B5EF4-FFF2-40B4-BE49-F238E27FC236}">
                <a16:creationId xmlns:a16="http://schemas.microsoft.com/office/drawing/2014/main" id="{D0E383CB-70E0-4C37-BD74-4CABA3B7DDBB}"/>
              </a:ext>
            </a:extLst>
          </p:cNvPr>
          <p:cNvSpPr>
            <a:spLocks xmlns:a="http://schemas.openxmlformats.org/drawingml/2006/main" noGrp="1"/>
          </p:cNvSpPr>
          <p:nvPr/>
        </p:nvSpPr>
        <p:spPr>
          <a:xfrm xmlns:a="http://schemas.openxmlformats.org/drawingml/2006/main">
            <a:off x="981075" y="4419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B9BEC6"/>
            </a:solidFill>
          </a:ln>
        </p:spPr>
      </p:sp>
      <p:sp>
        <p:nvSpPr>
          <p:cNvPr id="25" name="circuit-113">
            <a:extLst xmlns:a="http://schemas.openxmlformats.org/drawingml/2006/main">
              <a:ext uri="{FF2B5EF4-FFF2-40B4-BE49-F238E27FC236}">
                <a16:creationId xmlns:a16="http://schemas.microsoft.com/office/drawing/2014/main" id="{E472536C-87E4-453B-B952-AEA0D7257ACC}"/>
              </a:ext>
            </a:extLst>
          </p:cNvPr>
          <p:cNvSpPr>
            <a:spLocks xmlns:a="http://schemas.openxmlformats.org/drawingml/2006/main" noGrp="1"/>
          </p:cNvSpPr>
          <p:nvPr/>
        </p:nvSpPr>
        <p:spPr>
          <a:xfrm xmlns:a="http://schemas.openxmlformats.org/drawingml/2006/main">
            <a:off x="1123950" y="4381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B9BEC6"/>
          </a:solidFill>
          <a:ln xmlns:a="http://schemas.openxmlformats.org/drawingml/2006/main" w="9525">
            <a:solidFill>
              <a:srgbClr val="B9BEC6"/>
            </a:solidFill>
          </a:ln>
        </p:spPr>
      </p:sp>
      <p:sp>
        <p:nvSpPr>
          <p:cNvPr id="26" name="text-114">
            <a:extLst xmlns:a="http://schemas.openxmlformats.org/drawingml/2006/main">
              <a:ext uri="{FF2B5EF4-FFF2-40B4-BE49-F238E27FC236}">
                <a16:creationId xmlns:a16="http://schemas.microsoft.com/office/drawing/2014/main" id="{BEA3166B-B42D-42D0-ADED-9FE9BA0DE115}"/>
              </a:ext>
            </a:extLst>
          </p:cNvPr>
          <p:cNvSpPr>
            <a:spLocks xmlns:a="http://schemas.openxmlformats.org/drawingml/2006/main" noGrp="1"/>
          </p:cNvSpPr>
          <p:nvPr/>
        </p:nvSpPr>
        <p:spPr>
          <a:xfrm xmlns:a="http://schemas.openxmlformats.org/drawingml/2006/main">
            <a:off x="552450" y="4257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B9BEC6"/>
                </a:solidFill>
                <a:latin typeface="Yu Gothic"/>
                <a:ea typeface="Yu Gothic"/>
                <a:cs typeface="Yu Gothic"/>
              </a:defRPr>
            </a:defPPr>
            <a:lvl1pPr algn="ctr">
              <a:defRPr sz="1725" b="0">
                <a:solidFill>
                  <a:srgbClr val="B9BEC6"/>
                </a:solidFill>
                <a:latin typeface="Yu Gothic"/>
                <a:ea typeface="Yu Gothic"/>
                <a:cs typeface="Yu Gothic"/>
              </a:defRPr>
            </a:lvl1pPr>
            <a:lvl2pPr algn="ctr">
              <a:defRPr sz="1725" b="0">
                <a:solidFill>
                  <a:srgbClr val="B9BEC6"/>
                </a:solidFill>
                <a:latin typeface="Yu Gothic"/>
                <a:ea typeface="Yu Gothic"/>
                <a:cs typeface="Yu Gothic"/>
              </a:defRPr>
            </a:lvl2pPr>
            <a:lvl3pPr algn="ctr">
              <a:defRPr sz="1725" b="0">
                <a:solidFill>
                  <a:srgbClr val="B9BEC6"/>
                </a:solidFill>
                <a:latin typeface="Yu Gothic"/>
                <a:ea typeface="Yu Gothic"/>
                <a:cs typeface="Yu Gothic"/>
              </a:defRPr>
            </a:lvl3pPr>
            <a:lvl4pPr algn="ctr">
              <a:defRPr sz="1725" b="0">
                <a:solidFill>
                  <a:srgbClr val="B9BEC6"/>
                </a:solidFill>
                <a:latin typeface="Yu Gothic"/>
                <a:ea typeface="Yu Gothic"/>
                <a:cs typeface="Yu Gothic"/>
              </a:defRPr>
            </a:lvl4pPr>
            <a:lvl5pPr algn="ctr">
              <a:defRPr sz="1725" b="0">
                <a:solidFill>
                  <a:srgbClr val="B9BEC6"/>
                </a:solidFill>
                <a:latin typeface="Yu Gothic"/>
                <a:ea typeface="Yu Gothic"/>
                <a:cs typeface="Yu Gothic"/>
              </a:defRPr>
            </a:lvl5pPr>
            <a:lvl6pPr algn="ctr">
              <a:defRPr sz="1725" b="0">
                <a:solidFill>
                  <a:srgbClr val="B9BEC6"/>
                </a:solidFill>
                <a:latin typeface="Yu Gothic"/>
                <a:ea typeface="Yu Gothic"/>
                <a:cs typeface="Yu Gothic"/>
              </a:defRPr>
            </a:lvl6pPr>
            <a:lvl7pPr algn="ctr">
              <a:defRPr sz="1725" b="0">
                <a:solidFill>
                  <a:srgbClr val="B9BEC6"/>
                </a:solidFill>
                <a:latin typeface="Yu Gothic"/>
                <a:ea typeface="Yu Gothic"/>
                <a:cs typeface="Yu Gothic"/>
              </a:defRPr>
            </a:lvl7pPr>
            <a:lvl8pPr algn="ctr">
              <a:defRPr sz="1725" b="0">
                <a:solidFill>
                  <a:srgbClr val="B9BEC6"/>
                </a:solidFill>
                <a:latin typeface="Yu Gothic"/>
                <a:ea typeface="Yu Gothic"/>
                <a:cs typeface="Yu Gothic"/>
              </a:defRPr>
            </a:lvl8pPr>
            <a:lvl9pPr algn="ctr">
              <a:defRPr sz="1725" b="0">
                <a:solidFill>
                  <a:srgbClr val="B9BEC6"/>
                </a:solidFill>
                <a:latin typeface="Yu Gothic"/>
                <a:ea typeface="Yu Gothic"/>
                <a:cs typeface="Yu Gothic"/>
              </a:defRPr>
            </a:lvl9pPr>
          </a:lstStyle>
          <a:p xmlns:a="http://schemas.openxmlformats.org/drawingml/2006/main">
            <a:pPr algn="ctr">
              <a:defRPr sz="1725" b="0">
                <a:solidFill>
                  <a:srgbClr val="B9BEC6"/>
                </a:solidFill>
                <a:latin typeface="Yu Gothic"/>
                <a:ea typeface="Yu Gothic"/>
                <a:cs typeface="Yu Gothic"/>
              </a:defRPr>
            </a:pPr>
            <a:r>
              <a:rPr sz="1725" b="0">
                <a:solidFill>
                  <a:srgbClr val="B9BEC6"/>
                </a:solidFill>
                <a:latin typeface="Yu Gothic"/>
                <a:ea typeface="Yu Gothic"/>
                <a:cs typeface="Yu Gothic"/>
              </a:rPr>
              <a:t>—</a:t>
            </a:r>
          </a:p>
        </p:txBody>
      </p:sp>
      <p:sp>
        <p:nvSpPr>
          <p:cNvPr id="27" name="wire-115">
            <a:extLst xmlns:a="http://schemas.openxmlformats.org/drawingml/2006/main">
              <a:ext uri="{FF2B5EF4-FFF2-40B4-BE49-F238E27FC236}">
                <a16:creationId xmlns:a16="http://schemas.microsoft.com/office/drawing/2014/main" id="{51D8BFBF-41EE-404A-90A6-8545E3294E2F}"/>
              </a:ext>
            </a:extLst>
          </p:cNvPr>
          <p:cNvSpPr>
            <a:spLocks xmlns:a="http://schemas.openxmlformats.org/drawingml/2006/main" noGrp="1"/>
          </p:cNvSpPr>
          <p:nvPr/>
        </p:nvSpPr>
        <p:spPr>
          <a:xfrm xmlns:a="http://schemas.openxmlformats.org/drawingml/2006/main">
            <a:off x="2895600" y="3276600"/>
            <a:ext cx="819150" cy="9525"/>
          </a:xfrm>
          <a:custGeom xmlns:a="http://schemas.openxmlformats.org/drawingml/2006/main">
            <a:pathLst>
              <a:path w="819150" h="9525">
                <a:moveTo>
                  <a:pt x="0" y="0"/>
                </a:moveTo>
                <a:lnTo>
                  <a:pt x="819150" y="0"/>
                </a:lnTo>
              </a:path>
            </a:pathLst>
          </a:custGeom>
          <a:noFill xmlns:a="http://schemas.openxmlformats.org/drawingml/2006/main"/>
          <a:ln xmlns:a="http://schemas.openxmlformats.org/drawingml/2006/main" w="22860">
            <a:solidFill>
              <a:srgbClr val="231F20"/>
            </a:solidFill>
          </a:ln>
        </p:spPr>
      </p:sp>
      <p:sp>
        <p:nvSpPr>
          <p:cNvPr id="28" name="circuit-116">
            <a:extLst xmlns:a="http://schemas.openxmlformats.org/drawingml/2006/main">
              <a:ext uri="{FF2B5EF4-FFF2-40B4-BE49-F238E27FC236}">
                <a16:creationId xmlns:a16="http://schemas.microsoft.com/office/drawing/2014/main" id="{E0C68AEC-4921-43D9-8053-08DBC980FA1B}"/>
              </a:ext>
            </a:extLst>
          </p:cNvPr>
          <p:cNvSpPr>
            <a:spLocks xmlns:a="http://schemas.openxmlformats.org/drawingml/2006/main" noGrp="1"/>
          </p:cNvSpPr>
          <p:nvPr/>
        </p:nvSpPr>
        <p:spPr>
          <a:xfrm xmlns:a="http://schemas.openxmlformats.org/drawingml/2006/main">
            <a:off x="361950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9" name="text-117">
            <a:extLst xmlns:a="http://schemas.openxmlformats.org/drawingml/2006/main">
              <a:ext uri="{FF2B5EF4-FFF2-40B4-BE49-F238E27FC236}">
                <a16:creationId xmlns:a16="http://schemas.microsoft.com/office/drawing/2014/main" id="{8BDCA052-DF4F-48A5-944C-554D75055AD3}"/>
              </a:ext>
            </a:extLst>
          </p:cNvPr>
          <p:cNvSpPr>
            <a:spLocks xmlns:a="http://schemas.openxmlformats.org/drawingml/2006/main" noGrp="1"/>
          </p:cNvSpPr>
          <p:nvPr/>
        </p:nvSpPr>
        <p:spPr>
          <a:xfrm xmlns:a="http://schemas.openxmlformats.org/drawingml/2006/main">
            <a:off x="3067050" y="2952750"/>
            <a:ext cx="447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1572C3"/>
                </a:solidFill>
                <a:latin typeface="Arial"/>
                <a:ea typeface="Arial"/>
                <a:cs typeface="Arial"/>
              </a:defRPr>
            </a:defPPr>
            <a:lvl1pPr algn="ctr">
              <a:defRPr sz="1725" b="1">
                <a:solidFill>
                  <a:srgbClr val="1572C3"/>
                </a:solidFill>
                <a:latin typeface="Arial"/>
                <a:ea typeface="Arial"/>
                <a:cs typeface="Arial"/>
              </a:defRPr>
            </a:lvl1pPr>
            <a:lvl2pPr algn="ctr">
              <a:defRPr sz="1725" b="1">
                <a:solidFill>
                  <a:srgbClr val="1572C3"/>
                </a:solidFill>
                <a:latin typeface="Arial"/>
                <a:ea typeface="Arial"/>
                <a:cs typeface="Arial"/>
              </a:defRPr>
            </a:lvl2pPr>
            <a:lvl3pPr algn="ctr">
              <a:defRPr sz="1725" b="1">
                <a:solidFill>
                  <a:srgbClr val="1572C3"/>
                </a:solidFill>
                <a:latin typeface="Arial"/>
                <a:ea typeface="Arial"/>
                <a:cs typeface="Arial"/>
              </a:defRPr>
            </a:lvl3pPr>
            <a:lvl4pPr algn="ctr">
              <a:defRPr sz="1725" b="1">
                <a:solidFill>
                  <a:srgbClr val="1572C3"/>
                </a:solidFill>
                <a:latin typeface="Arial"/>
                <a:ea typeface="Arial"/>
                <a:cs typeface="Arial"/>
              </a:defRPr>
            </a:lvl4pPr>
            <a:lvl5pPr algn="ctr">
              <a:defRPr sz="1725" b="1">
                <a:solidFill>
                  <a:srgbClr val="1572C3"/>
                </a:solidFill>
                <a:latin typeface="Arial"/>
                <a:ea typeface="Arial"/>
                <a:cs typeface="Arial"/>
              </a:defRPr>
            </a:lvl5pPr>
            <a:lvl6pPr algn="ctr">
              <a:defRPr sz="1725" b="1">
                <a:solidFill>
                  <a:srgbClr val="1572C3"/>
                </a:solidFill>
                <a:latin typeface="Arial"/>
                <a:ea typeface="Arial"/>
                <a:cs typeface="Arial"/>
              </a:defRPr>
            </a:lvl6pPr>
            <a:lvl7pPr algn="ctr">
              <a:defRPr sz="1725" b="1">
                <a:solidFill>
                  <a:srgbClr val="1572C3"/>
                </a:solidFill>
                <a:latin typeface="Arial"/>
                <a:ea typeface="Arial"/>
                <a:cs typeface="Arial"/>
              </a:defRPr>
            </a:lvl7pPr>
            <a:lvl8pPr algn="ctr">
              <a:defRPr sz="1725" b="1">
                <a:solidFill>
                  <a:srgbClr val="1572C3"/>
                </a:solidFill>
                <a:latin typeface="Arial"/>
                <a:ea typeface="Arial"/>
                <a:cs typeface="Arial"/>
              </a:defRPr>
            </a:lvl8pPr>
            <a:lvl9pPr algn="ctr">
              <a:defRPr sz="1725" b="1">
                <a:solidFill>
                  <a:srgbClr val="1572C3"/>
                </a:solidFill>
                <a:latin typeface="Arial"/>
                <a:ea typeface="Arial"/>
                <a:cs typeface="Arial"/>
              </a:defRPr>
            </a:lvl9pPr>
          </a:lstStyle>
          <a:p xmlns:a="http://schemas.openxmlformats.org/drawingml/2006/main">
            <a:pPr algn="ctr">
              <a:defRPr sz="1725" b="1">
                <a:solidFill>
                  <a:srgbClr val="1572C3"/>
                </a:solidFill>
                <a:latin typeface="Arial"/>
                <a:ea typeface="Arial"/>
                <a:cs typeface="Arial"/>
              </a:defRPr>
            </a:pPr>
            <a:r>
              <a:rPr sz="1725" b="1">
                <a:solidFill>
                  <a:srgbClr val="1572C3"/>
                </a:solidFill>
                <a:latin typeface="Arial"/>
                <a:ea typeface="Arial"/>
                <a:cs typeface="Arial"/>
              </a:rPr>
              <a:t>0</a:t>
            </a:r>
          </a:p>
        </p:txBody>
      </p:sp>
      <p:sp>
        <p:nvSpPr>
          <p:cNvPr id="30" name="circuit-118">
            <a:extLst xmlns:a="http://schemas.openxmlformats.org/drawingml/2006/main">
              <a:ext uri="{FF2B5EF4-FFF2-40B4-BE49-F238E27FC236}">
                <a16:creationId xmlns:a16="http://schemas.microsoft.com/office/drawing/2014/main" id="{C46E4AFD-65BA-4F5F-8D31-F380F888987B}"/>
              </a:ext>
            </a:extLst>
          </p:cNvPr>
          <p:cNvSpPr>
            <a:spLocks xmlns:a="http://schemas.openxmlformats.org/drawingml/2006/main" noGrp="1"/>
          </p:cNvSpPr>
          <p:nvPr/>
        </p:nvSpPr>
        <p:spPr>
          <a:xfrm xmlns:a="http://schemas.openxmlformats.org/drawingml/2006/main">
            <a:off x="3714750" y="3048000"/>
            <a:ext cx="857250" cy="1143000"/>
          </a:xfrm>
          <a:custGeom xmlns:a="http://schemas.openxmlformats.org/drawingml/2006/main">
            <a:pathLst>
              <a:path w="857250" h="1143000">
                <a:moveTo>
                  <a:pt x="0" y="0"/>
                </a:moveTo>
                <a:lnTo>
                  <a:pt x="857250" y="219075"/>
                </a:lnTo>
                <a:lnTo>
                  <a:pt x="857250" y="933450"/>
                </a:lnTo>
                <a:lnTo>
                  <a:pt x="0" y="1143000"/>
                </a:lnTo>
                <a:lnTo>
                  <a:pt x="0" y="733425"/>
                </a:lnTo>
                <a:lnTo>
                  <a:pt x="266700" y="581025"/>
                </a:lnTo>
                <a:lnTo>
                  <a:pt x="0" y="428625"/>
                </a:lnTo>
                <a:close/>
              </a:path>
            </a:pathLst>
          </a:custGeom>
          <a:solidFill xmlns:a="http://schemas.openxmlformats.org/drawingml/2006/main">
            <a:srgbClr val="FFFFFF"/>
          </a:solidFill>
          <a:ln xmlns:a="http://schemas.openxmlformats.org/drawingml/2006/main" w="16193">
            <a:solidFill>
              <a:srgbClr val="231F20"/>
            </a:solidFill>
          </a:ln>
        </p:spPr>
      </p:sp>
      <p:sp>
        <p:nvSpPr>
          <p:cNvPr id="31" name="text-119">
            <a:extLst xmlns:a="http://schemas.openxmlformats.org/drawingml/2006/main">
              <a:ext uri="{FF2B5EF4-FFF2-40B4-BE49-F238E27FC236}">
                <a16:creationId xmlns:a16="http://schemas.microsoft.com/office/drawing/2014/main" id="{BC1073C5-C183-474E-A173-618F4941F8CA}"/>
              </a:ext>
            </a:extLst>
          </p:cNvPr>
          <p:cNvSpPr>
            <a:spLocks xmlns:a="http://schemas.openxmlformats.org/drawingml/2006/main" noGrp="1"/>
          </p:cNvSpPr>
          <p:nvPr/>
        </p:nvSpPr>
        <p:spPr>
          <a:xfrm xmlns:a="http://schemas.openxmlformats.org/drawingml/2006/main">
            <a:off x="4048125" y="3333750"/>
            <a:ext cx="457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775" b="0">
                <a:solidFill>
                  <a:srgbClr val="231F20"/>
                </a:solidFill>
                <a:latin typeface="Yu Gothic"/>
                <a:ea typeface="Yu Gothic"/>
                <a:cs typeface="Yu Gothic"/>
              </a:defRPr>
            </a:defPPr>
            <a:lvl1pPr algn="ctr">
              <a:defRPr sz="2775" b="0">
                <a:solidFill>
                  <a:srgbClr val="231F20"/>
                </a:solidFill>
                <a:latin typeface="Yu Gothic"/>
                <a:ea typeface="Yu Gothic"/>
                <a:cs typeface="Yu Gothic"/>
              </a:defRPr>
            </a:lvl1pPr>
            <a:lvl2pPr algn="ctr">
              <a:defRPr sz="2775" b="0">
                <a:solidFill>
                  <a:srgbClr val="231F20"/>
                </a:solidFill>
                <a:latin typeface="Yu Gothic"/>
                <a:ea typeface="Yu Gothic"/>
                <a:cs typeface="Yu Gothic"/>
              </a:defRPr>
            </a:lvl2pPr>
            <a:lvl3pPr algn="ctr">
              <a:defRPr sz="2775" b="0">
                <a:solidFill>
                  <a:srgbClr val="231F20"/>
                </a:solidFill>
                <a:latin typeface="Yu Gothic"/>
                <a:ea typeface="Yu Gothic"/>
                <a:cs typeface="Yu Gothic"/>
              </a:defRPr>
            </a:lvl3pPr>
            <a:lvl4pPr algn="ctr">
              <a:defRPr sz="2775" b="0">
                <a:solidFill>
                  <a:srgbClr val="231F20"/>
                </a:solidFill>
                <a:latin typeface="Yu Gothic"/>
                <a:ea typeface="Yu Gothic"/>
                <a:cs typeface="Yu Gothic"/>
              </a:defRPr>
            </a:lvl4pPr>
            <a:lvl5pPr algn="ctr">
              <a:defRPr sz="2775" b="0">
                <a:solidFill>
                  <a:srgbClr val="231F20"/>
                </a:solidFill>
                <a:latin typeface="Yu Gothic"/>
                <a:ea typeface="Yu Gothic"/>
                <a:cs typeface="Yu Gothic"/>
              </a:defRPr>
            </a:lvl5pPr>
            <a:lvl6pPr algn="ctr">
              <a:defRPr sz="2775" b="0">
                <a:solidFill>
                  <a:srgbClr val="231F20"/>
                </a:solidFill>
                <a:latin typeface="Yu Gothic"/>
                <a:ea typeface="Yu Gothic"/>
                <a:cs typeface="Yu Gothic"/>
              </a:defRPr>
            </a:lvl6pPr>
            <a:lvl7pPr algn="ctr">
              <a:defRPr sz="2775" b="0">
                <a:solidFill>
                  <a:srgbClr val="231F20"/>
                </a:solidFill>
                <a:latin typeface="Yu Gothic"/>
                <a:ea typeface="Yu Gothic"/>
                <a:cs typeface="Yu Gothic"/>
              </a:defRPr>
            </a:lvl7pPr>
            <a:lvl8pPr algn="ctr">
              <a:defRPr sz="2775" b="0">
                <a:solidFill>
                  <a:srgbClr val="231F20"/>
                </a:solidFill>
                <a:latin typeface="Yu Gothic"/>
                <a:ea typeface="Yu Gothic"/>
                <a:cs typeface="Yu Gothic"/>
              </a:defRPr>
            </a:lvl8pPr>
            <a:lvl9pPr algn="ctr">
              <a:defRPr sz="2775" b="0">
                <a:solidFill>
                  <a:srgbClr val="231F20"/>
                </a:solidFill>
                <a:latin typeface="Yu Gothic"/>
                <a:ea typeface="Yu Gothic"/>
                <a:cs typeface="Yu Gothic"/>
              </a:defRPr>
            </a:lvl9pPr>
          </a:lstStyle>
          <a:p xmlns:a="http://schemas.openxmlformats.org/drawingml/2006/main">
            <a:pPr algn="ctr">
              <a:defRPr sz="2775" b="0">
                <a:solidFill>
                  <a:srgbClr val="231F20"/>
                </a:solidFill>
                <a:latin typeface="Yu Gothic"/>
                <a:ea typeface="Yu Gothic"/>
                <a:cs typeface="Yu Gothic"/>
              </a:defRPr>
            </a:pPr>
            <a:r>
              <a:rPr sz="2775" b="0">
                <a:solidFill>
                  <a:srgbClr val="231F20"/>
                </a:solidFill>
                <a:latin typeface="Yu Gothic"/>
                <a:ea typeface="Yu Gothic"/>
                <a:cs typeface="Yu Gothic"/>
              </a:rPr>
              <a:t>＋</a:t>
            </a:r>
          </a:p>
        </p:txBody>
      </p:sp>
      <p:sp>
        <p:nvSpPr>
          <p:cNvPr id="32" name="text-120">
            <a:extLst xmlns:a="http://schemas.openxmlformats.org/drawingml/2006/main">
              <a:ext uri="{FF2B5EF4-FFF2-40B4-BE49-F238E27FC236}">
                <a16:creationId xmlns:a16="http://schemas.microsoft.com/office/drawing/2014/main" id="{7C1B7D82-911C-490D-9CA0-03A776B5AC29}"/>
              </a:ext>
            </a:extLst>
          </p:cNvPr>
          <p:cNvSpPr>
            <a:spLocks xmlns:a="http://schemas.openxmlformats.org/drawingml/2006/main" noGrp="1"/>
          </p:cNvSpPr>
          <p:nvPr/>
        </p:nvSpPr>
        <p:spPr>
          <a:xfrm xmlns:a="http://schemas.openxmlformats.org/drawingml/2006/main">
            <a:off x="3324225" y="260032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231F20"/>
                </a:solidFill>
                <a:latin typeface="Yu Gothic"/>
                <a:ea typeface="Yu Gothic"/>
                <a:cs typeface="Yu Gothic"/>
              </a:defRPr>
            </a:defPPr>
            <a:lvl1pPr algn="ctr">
              <a:defRPr sz="1725" b="1">
                <a:solidFill>
                  <a:srgbClr val="231F20"/>
                </a:solidFill>
                <a:latin typeface="Yu Gothic"/>
                <a:ea typeface="Yu Gothic"/>
                <a:cs typeface="Yu Gothic"/>
              </a:defRPr>
            </a:lvl1pPr>
            <a:lvl2pPr algn="ctr">
              <a:defRPr sz="1725" b="1">
                <a:solidFill>
                  <a:srgbClr val="231F20"/>
                </a:solidFill>
                <a:latin typeface="Yu Gothic"/>
                <a:ea typeface="Yu Gothic"/>
                <a:cs typeface="Yu Gothic"/>
              </a:defRPr>
            </a:lvl2pPr>
            <a:lvl3pPr algn="ctr">
              <a:defRPr sz="1725" b="1">
                <a:solidFill>
                  <a:srgbClr val="231F20"/>
                </a:solidFill>
                <a:latin typeface="Yu Gothic"/>
                <a:ea typeface="Yu Gothic"/>
                <a:cs typeface="Yu Gothic"/>
              </a:defRPr>
            </a:lvl3pPr>
            <a:lvl4pPr algn="ctr">
              <a:defRPr sz="1725" b="1">
                <a:solidFill>
                  <a:srgbClr val="231F20"/>
                </a:solidFill>
                <a:latin typeface="Yu Gothic"/>
                <a:ea typeface="Yu Gothic"/>
                <a:cs typeface="Yu Gothic"/>
              </a:defRPr>
            </a:lvl4pPr>
            <a:lvl5pPr algn="ctr">
              <a:defRPr sz="1725" b="1">
                <a:solidFill>
                  <a:srgbClr val="231F20"/>
                </a:solidFill>
                <a:latin typeface="Yu Gothic"/>
                <a:ea typeface="Yu Gothic"/>
                <a:cs typeface="Yu Gothic"/>
              </a:defRPr>
            </a:lvl5pPr>
            <a:lvl6pPr algn="ctr">
              <a:defRPr sz="1725" b="1">
                <a:solidFill>
                  <a:srgbClr val="231F20"/>
                </a:solidFill>
                <a:latin typeface="Yu Gothic"/>
                <a:ea typeface="Yu Gothic"/>
                <a:cs typeface="Yu Gothic"/>
              </a:defRPr>
            </a:lvl6pPr>
            <a:lvl7pPr algn="ctr">
              <a:defRPr sz="1725" b="1">
                <a:solidFill>
                  <a:srgbClr val="231F20"/>
                </a:solidFill>
                <a:latin typeface="Yu Gothic"/>
                <a:ea typeface="Yu Gothic"/>
                <a:cs typeface="Yu Gothic"/>
              </a:defRPr>
            </a:lvl7pPr>
            <a:lvl8pPr algn="ctr">
              <a:defRPr sz="1725" b="1">
                <a:solidFill>
                  <a:srgbClr val="231F20"/>
                </a:solidFill>
                <a:latin typeface="Yu Gothic"/>
                <a:ea typeface="Yu Gothic"/>
                <a:cs typeface="Yu Gothic"/>
              </a:defRPr>
            </a:lvl8pPr>
            <a:lvl9pPr algn="ctr">
              <a:defRPr sz="1725" b="1">
                <a:solidFill>
                  <a:srgbClr val="231F20"/>
                </a:solidFill>
                <a:latin typeface="Yu Gothic"/>
                <a:ea typeface="Yu Gothic"/>
                <a:cs typeface="Yu Gothic"/>
              </a:defRPr>
            </a:lvl9pPr>
          </a:lstStyle>
          <a:p xmlns:a="http://schemas.openxmlformats.org/drawingml/2006/main">
            <a:pPr algn="ctr">
              <a:defRPr sz="1725" b="1">
                <a:solidFill>
                  <a:srgbClr val="231F20"/>
                </a:solidFill>
                <a:latin typeface="Yu Gothic"/>
                <a:ea typeface="Yu Gothic"/>
                <a:cs typeface="Yu Gothic"/>
              </a:defRPr>
            </a:pPr>
            <a:r>
              <a:rPr sz="1725" b="1">
                <a:solidFill>
                  <a:srgbClr val="231F20"/>
                </a:solidFill>
                <a:latin typeface="Yu Gothic"/>
                <a:ea typeface="Yu Gothic"/>
                <a:cs typeface="Yu Gothic"/>
              </a:rPr>
              <a:t>ALU（加算）</a:t>
            </a:r>
          </a:p>
        </p:txBody>
      </p:sp>
      <p:sp>
        <p:nvSpPr>
          <p:cNvPr id="33" name="block-121">
            <a:extLst xmlns:a="http://schemas.openxmlformats.org/drawingml/2006/main">
              <a:ext uri="{FF2B5EF4-FFF2-40B4-BE49-F238E27FC236}">
                <a16:creationId xmlns:a16="http://schemas.microsoft.com/office/drawing/2014/main" id="{133F47DC-D572-46DC-89B9-B85C71BCCD0A}"/>
              </a:ext>
            </a:extLst>
          </p:cNvPr>
          <p:cNvSpPr>
            <a:spLocks xmlns:a="http://schemas.openxmlformats.org/drawingml/2006/main" noGrp="1"/>
          </p:cNvSpPr>
          <p:nvPr/>
        </p:nvSpPr>
        <p:spPr>
          <a:xfrm xmlns:a="http://schemas.openxmlformats.org/drawingml/2006/main">
            <a:off x="3619500" y="4953000"/>
            <a:ext cx="1143000"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34" name="text-122">
            <a:extLst xmlns:a="http://schemas.openxmlformats.org/drawingml/2006/main">
              <a:ext uri="{FF2B5EF4-FFF2-40B4-BE49-F238E27FC236}">
                <a16:creationId xmlns:a16="http://schemas.microsoft.com/office/drawing/2014/main" id="{FCB332C1-269F-4822-B5FD-A7EEF25A6EEC}"/>
              </a:ext>
            </a:extLst>
          </p:cNvPr>
          <p:cNvSpPr>
            <a:spLocks xmlns:a="http://schemas.openxmlformats.org/drawingml/2006/main" noGrp="1"/>
          </p:cNvSpPr>
          <p:nvPr/>
        </p:nvSpPr>
        <p:spPr>
          <a:xfrm xmlns:a="http://schemas.openxmlformats.org/drawingml/2006/main">
            <a:off x="3695700" y="501015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00" b="1">
                <a:solidFill>
                  <a:srgbClr val="231F20"/>
                </a:solidFill>
                <a:latin typeface="Arial"/>
                <a:ea typeface="Arial"/>
                <a:cs typeface="Arial"/>
              </a:defRPr>
            </a:defPPr>
            <a:lvl1pPr algn="ctr">
              <a:defRPr sz="2100" b="1">
                <a:solidFill>
                  <a:srgbClr val="231F20"/>
                </a:solidFill>
                <a:latin typeface="Arial"/>
                <a:ea typeface="Arial"/>
                <a:cs typeface="Arial"/>
              </a:defRPr>
            </a:lvl1pPr>
            <a:lvl2pPr algn="ctr">
              <a:defRPr sz="2100" b="1">
                <a:solidFill>
                  <a:srgbClr val="231F20"/>
                </a:solidFill>
                <a:latin typeface="Arial"/>
                <a:ea typeface="Arial"/>
                <a:cs typeface="Arial"/>
              </a:defRPr>
            </a:lvl2pPr>
            <a:lvl3pPr algn="ctr">
              <a:defRPr sz="2100" b="1">
                <a:solidFill>
                  <a:srgbClr val="231F20"/>
                </a:solidFill>
                <a:latin typeface="Arial"/>
                <a:ea typeface="Arial"/>
                <a:cs typeface="Arial"/>
              </a:defRPr>
            </a:lvl3pPr>
            <a:lvl4pPr algn="ctr">
              <a:defRPr sz="2100" b="1">
                <a:solidFill>
                  <a:srgbClr val="231F20"/>
                </a:solidFill>
                <a:latin typeface="Arial"/>
                <a:ea typeface="Arial"/>
                <a:cs typeface="Arial"/>
              </a:defRPr>
            </a:lvl4pPr>
            <a:lvl5pPr algn="ctr">
              <a:defRPr sz="2100" b="1">
                <a:solidFill>
                  <a:srgbClr val="231F20"/>
                </a:solidFill>
                <a:latin typeface="Arial"/>
                <a:ea typeface="Arial"/>
                <a:cs typeface="Arial"/>
              </a:defRPr>
            </a:lvl5pPr>
            <a:lvl6pPr algn="ctr">
              <a:defRPr sz="2100" b="1">
                <a:solidFill>
                  <a:srgbClr val="231F20"/>
                </a:solidFill>
                <a:latin typeface="Arial"/>
                <a:ea typeface="Arial"/>
                <a:cs typeface="Arial"/>
              </a:defRPr>
            </a:lvl6pPr>
            <a:lvl7pPr algn="ctr">
              <a:defRPr sz="2100" b="1">
                <a:solidFill>
                  <a:srgbClr val="231F20"/>
                </a:solidFill>
                <a:latin typeface="Arial"/>
                <a:ea typeface="Arial"/>
                <a:cs typeface="Arial"/>
              </a:defRPr>
            </a:lvl7pPr>
            <a:lvl8pPr algn="ctr">
              <a:defRPr sz="2100" b="1">
                <a:solidFill>
                  <a:srgbClr val="231F20"/>
                </a:solidFill>
                <a:latin typeface="Arial"/>
                <a:ea typeface="Arial"/>
                <a:cs typeface="Arial"/>
              </a:defRPr>
            </a:lvl8pPr>
            <a:lvl9pPr algn="ctr">
              <a:defRPr sz="2100" b="1">
                <a:solidFill>
                  <a:srgbClr val="231F20"/>
                </a:solidFill>
                <a:latin typeface="Arial"/>
                <a:ea typeface="Arial"/>
                <a:cs typeface="Arial"/>
              </a:defRPr>
            </a:lvl9pPr>
          </a:lstStyle>
          <a:p xmlns:a="http://schemas.openxmlformats.org/drawingml/2006/main">
            <a:pPr algn="ctr">
              <a:defRPr sz="2100" b="1">
                <a:solidFill>
                  <a:srgbClr val="231F20"/>
                </a:solidFill>
                <a:latin typeface="Arial"/>
                <a:ea typeface="Arial"/>
                <a:cs typeface="Arial"/>
              </a:defRPr>
            </a:pPr>
            <a:r>
              <a:rPr sz="2100" b="1">
                <a:solidFill>
                  <a:srgbClr val="231F20"/>
                </a:solidFill>
                <a:latin typeface="Arial"/>
                <a:ea typeface="Arial"/>
                <a:cs typeface="Arial"/>
              </a:rPr>
              <a:t>4</a:t>
            </a:r>
          </a:p>
        </p:txBody>
      </p:sp>
      <p:sp>
        <p:nvSpPr>
          <p:cNvPr id="35" name="text-123">
            <a:extLst xmlns:a="http://schemas.openxmlformats.org/drawingml/2006/main">
              <a:ext uri="{FF2B5EF4-FFF2-40B4-BE49-F238E27FC236}">
                <a16:creationId xmlns:a16="http://schemas.microsoft.com/office/drawing/2014/main" id="{074E037B-BF68-400C-A0C6-75B0EE68394C}"/>
              </a:ext>
            </a:extLst>
          </p:cNvPr>
          <p:cNvSpPr>
            <a:spLocks xmlns:a="http://schemas.openxmlformats.org/drawingml/2006/main" noGrp="1"/>
          </p:cNvSpPr>
          <p:nvPr/>
        </p:nvSpPr>
        <p:spPr>
          <a:xfrm xmlns:a="http://schemas.openxmlformats.org/drawingml/2006/main">
            <a:off x="3619500" y="459105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Yu Gothic"/>
                <a:ea typeface="Yu Gothic"/>
                <a:cs typeface="Yu Gothic"/>
              </a:defRPr>
            </a:defPPr>
            <a:lvl1pPr algn="ctr">
              <a:defRPr sz="1725" b="0">
                <a:solidFill>
                  <a:srgbClr val="231F20"/>
                </a:solidFill>
                <a:latin typeface="Yu Gothic"/>
                <a:ea typeface="Yu Gothic"/>
                <a:cs typeface="Yu Gothic"/>
              </a:defRPr>
            </a:lvl1pPr>
            <a:lvl2pPr algn="ctr">
              <a:defRPr sz="1725" b="0">
                <a:solidFill>
                  <a:srgbClr val="231F20"/>
                </a:solidFill>
                <a:latin typeface="Yu Gothic"/>
                <a:ea typeface="Yu Gothic"/>
                <a:cs typeface="Yu Gothic"/>
              </a:defRPr>
            </a:lvl2pPr>
            <a:lvl3pPr algn="ctr">
              <a:defRPr sz="1725" b="0">
                <a:solidFill>
                  <a:srgbClr val="231F20"/>
                </a:solidFill>
                <a:latin typeface="Yu Gothic"/>
                <a:ea typeface="Yu Gothic"/>
                <a:cs typeface="Yu Gothic"/>
              </a:defRPr>
            </a:lvl3pPr>
            <a:lvl4pPr algn="ctr">
              <a:defRPr sz="1725" b="0">
                <a:solidFill>
                  <a:srgbClr val="231F20"/>
                </a:solidFill>
                <a:latin typeface="Yu Gothic"/>
                <a:ea typeface="Yu Gothic"/>
                <a:cs typeface="Yu Gothic"/>
              </a:defRPr>
            </a:lvl4pPr>
            <a:lvl5pPr algn="ctr">
              <a:defRPr sz="1725" b="0">
                <a:solidFill>
                  <a:srgbClr val="231F20"/>
                </a:solidFill>
                <a:latin typeface="Yu Gothic"/>
                <a:ea typeface="Yu Gothic"/>
                <a:cs typeface="Yu Gothic"/>
              </a:defRPr>
            </a:lvl5pPr>
            <a:lvl6pPr algn="ctr">
              <a:defRPr sz="1725" b="0">
                <a:solidFill>
                  <a:srgbClr val="231F20"/>
                </a:solidFill>
                <a:latin typeface="Yu Gothic"/>
                <a:ea typeface="Yu Gothic"/>
                <a:cs typeface="Yu Gothic"/>
              </a:defRPr>
            </a:lvl6pPr>
            <a:lvl7pPr algn="ctr">
              <a:defRPr sz="1725" b="0">
                <a:solidFill>
                  <a:srgbClr val="231F20"/>
                </a:solidFill>
                <a:latin typeface="Yu Gothic"/>
                <a:ea typeface="Yu Gothic"/>
                <a:cs typeface="Yu Gothic"/>
              </a:defRPr>
            </a:lvl7pPr>
            <a:lvl8pPr algn="ctr">
              <a:defRPr sz="1725" b="0">
                <a:solidFill>
                  <a:srgbClr val="231F20"/>
                </a:solidFill>
                <a:latin typeface="Yu Gothic"/>
                <a:ea typeface="Yu Gothic"/>
                <a:cs typeface="Yu Gothic"/>
              </a:defRPr>
            </a:lvl8pPr>
            <a:lvl9pPr algn="ctr">
              <a:defRPr sz="1725" b="0">
                <a:solidFill>
                  <a:srgbClr val="231F20"/>
                </a:solidFill>
                <a:latin typeface="Yu Gothic"/>
                <a:ea typeface="Yu Gothic"/>
                <a:cs typeface="Yu Gothic"/>
              </a:defRPr>
            </a:lvl9pPr>
          </a:lstStyle>
          <a:p xmlns:a="http://schemas.openxmlformats.org/drawingml/2006/main">
            <a:pPr algn="ctr">
              <a:defRPr sz="1725" b="0">
                <a:solidFill>
                  <a:srgbClr val="231F20"/>
                </a:solidFill>
                <a:latin typeface="Yu Gothic"/>
                <a:ea typeface="Yu Gothic"/>
                <a:cs typeface="Yu Gothic"/>
              </a:defRPr>
            </a:pPr>
            <a:r>
              <a:rPr sz="1725" b="0">
                <a:solidFill>
                  <a:srgbClr val="231F20"/>
                </a:solidFill>
                <a:latin typeface="Yu Gothic"/>
                <a:ea typeface="Yu Gothic"/>
                <a:cs typeface="Yu Gothic"/>
              </a:rPr>
              <a:t>即値</a:t>
            </a:r>
          </a:p>
        </p:txBody>
      </p:sp>
      <p:sp>
        <p:nvSpPr>
          <p:cNvPr id="36" name="wire-124">
            <a:extLst xmlns:a="http://schemas.openxmlformats.org/drawingml/2006/main">
              <a:ext uri="{FF2B5EF4-FFF2-40B4-BE49-F238E27FC236}">
                <a16:creationId xmlns:a16="http://schemas.microsoft.com/office/drawing/2014/main" id="{DCE76C5A-78E5-43DE-9376-253959AC7A7B}"/>
              </a:ext>
            </a:extLst>
          </p:cNvPr>
          <p:cNvSpPr>
            <a:spLocks xmlns:a="http://schemas.openxmlformats.org/drawingml/2006/main" noGrp="1"/>
          </p:cNvSpPr>
          <p:nvPr/>
        </p:nvSpPr>
        <p:spPr>
          <a:xfrm xmlns:a="http://schemas.openxmlformats.org/drawingml/2006/main">
            <a:off x="3333750" y="5200650"/>
            <a:ext cx="285750" cy="9525"/>
          </a:xfrm>
          <a:custGeom xmlns:a="http://schemas.openxmlformats.org/drawingml/2006/main">
            <a:pathLst>
              <a:path w="285750" h="9525">
                <a:moveTo>
                  <a:pt x="285750" y="0"/>
                </a:moveTo>
                <a:lnTo>
                  <a:pt x="0" y="0"/>
                </a:lnTo>
              </a:path>
            </a:pathLst>
          </a:custGeom>
          <a:noFill xmlns:a="http://schemas.openxmlformats.org/drawingml/2006/main"/>
          <a:ln xmlns:a="http://schemas.openxmlformats.org/drawingml/2006/main" w="22860">
            <a:solidFill>
              <a:srgbClr val="231F20"/>
            </a:solidFill>
          </a:ln>
        </p:spPr>
      </p:sp>
      <p:sp>
        <p:nvSpPr>
          <p:cNvPr id="37" name="wire-125">
            <a:extLst xmlns:a="http://schemas.openxmlformats.org/drawingml/2006/main">
              <a:ext uri="{FF2B5EF4-FFF2-40B4-BE49-F238E27FC236}">
                <a16:creationId xmlns:a16="http://schemas.microsoft.com/office/drawing/2014/main" id="{EC145646-F70C-453C-A3BA-DFF016D018D4}"/>
              </a:ext>
            </a:extLst>
          </p:cNvPr>
          <p:cNvSpPr>
            <a:spLocks xmlns:a="http://schemas.openxmlformats.org/drawingml/2006/main" noGrp="1"/>
          </p:cNvSpPr>
          <p:nvPr/>
        </p:nvSpPr>
        <p:spPr>
          <a:xfrm xmlns:a="http://schemas.openxmlformats.org/drawingml/2006/main">
            <a:off x="3333750" y="3981450"/>
            <a:ext cx="9525" cy="1219200"/>
          </a:xfrm>
          <a:custGeom xmlns:a="http://schemas.openxmlformats.org/drawingml/2006/main">
            <a:pathLst>
              <a:path w="9525" h="1219200">
                <a:moveTo>
                  <a:pt x="0" y="1219200"/>
                </a:moveTo>
                <a:lnTo>
                  <a:pt x="0" y="0"/>
                </a:lnTo>
              </a:path>
            </a:pathLst>
          </a:custGeom>
          <a:noFill xmlns:a="http://schemas.openxmlformats.org/drawingml/2006/main"/>
          <a:ln xmlns:a="http://schemas.openxmlformats.org/drawingml/2006/main" w="22860">
            <a:solidFill>
              <a:srgbClr val="231F20"/>
            </a:solidFill>
          </a:ln>
        </p:spPr>
      </p:sp>
      <p:sp>
        <p:nvSpPr>
          <p:cNvPr id="38" name="wire-126">
            <a:extLst xmlns:a="http://schemas.openxmlformats.org/drawingml/2006/main">
              <a:ext uri="{FF2B5EF4-FFF2-40B4-BE49-F238E27FC236}">
                <a16:creationId xmlns:a16="http://schemas.microsoft.com/office/drawing/2014/main" id="{506D5E46-0D59-4CCE-B756-D5ACC73B0CA8}"/>
              </a:ext>
            </a:extLst>
          </p:cNvPr>
          <p:cNvSpPr>
            <a:spLocks xmlns:a="http://schemas.openxmlformats.org/drawingml/2006/main" noGrp="1"/>
          </p:cNvSpPr>
          <p:nvPr/>
        </p:nvSpPr>
        <p:spPr>
          <a:xfrm xmlns:a="http://schemas.openxmlformats.org/drawingml/2006/main">
            <a:off x="3333750" y="39814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2860">
            <a:solidFill>
              <a:srgbClr val="231F20"/>
            </a:solidFill>
          </a:ln>
        </p:spPr>
      </p:sp>
      <p:sp>
        <p:nvSpPr>
          <p:cNvPr id="39" name="circuit-127">
            <a:extLst xmlns:a="http://schemas.openxmlformats.org/drawingml/2006/main">
              <a:ext uri="{FF2B5EF4-FFF2-40B4-BE49-F238E27FC236}">
                <a16:creationId xmlns:a16="http://schemas.microsoft.com/office/drawing/2014/main" id="{2B385C54-A107-4629-8E8B-BE89895AFA54}"/>
              </a:ext>
            </a:extLst>
          </p:cNvPr>
          <p:cNvSpPr>
            <a:spLocks xmlns:a="http://schemas.openxmlformats.org/drawingml/2006/main" noGrp="1"/>
          </p:cNvSpPr>
          <p:nvPr/>
        </p:nvSpPr>
        <p:spPr>
          <a:xfrm xmlns:a="http://schemas.openxmlformats.org/drawingml/2006/main">
            <a:off x="361950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0" name="text-128">
            <a:extLst xmlns:a="http://schemas.openxmlformats.org/drawingml/2006/main">
              <a:ext uri="{FF2B5EF4-FFF2-40B4-BE49-F238E27FC236}">
                <a16:creationId xmlns:a16="http://schemas.microsoft.com/office/drawing/2014/main" id="{23EE8FF3-2C33-4612-95F2-78AF1D2E66BB}"/>
              </a:ext>
            </a:extLst>
          </p:cNvPr>
          <p:cNvSpPr>
            <a:spLocks xmlns:a="http://schemas.openxmlformats.org/drawingml/2006/main" noGrp="1"/>
          </p:cNvSpPr>
          <p:nvPr/>
        </p:nvSpPr>
        <p:spPr>
          <a:xfrm xmlns:a="http://schemas.openxmlformats.org/drawingml/2006/main">
            <a:off x="3581400" y="5467350"/>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0">
                <a:solidFill>
                  <a:srgbClr val="777777"/>
                </a:solidFill>
                <a:latin typeface="Yu Gothic"/>
                <a:ea typeface="Yu Gothic"/>
                <a:cs typeface="Yu Gothic"/>
              </a:defRPr>
            </a:defPPr>
            <a:lvl1pPr algn="ctr">
              <a:defRPr sz="1350" b="0">
                <a:solidFill>
                  <a:srgbClr val="777777"/>
                </a:solidFill>
                <a:latin typeface="Yu Gothic"/>
                <a:ea typeface="Yu Gothic"/>
                <a:cs typeface="Yu Gothic"/>
              </a:defRPr>
            </a:lvl1pPr>
            <a:lvl2pPr algn="ctr">
              <a:defRPr sz="1350" b="0">
                <a:solidFill>
                  <a:srgbClr val="777777"/>
                </a:solidFill>
                <a:latin typeface="Yu Gothic"/>
                <a:ea typeface="Yu Gothic"/>
                <a:cs typeface="Yu Gothic"/>
              </a:defRPr>
            </a:lvl2pPr>
            <a:lvl3pPr algn="ctr">
              <a:defRPr sz="1350" b="0">
                <a:solidFill>
                  <a:srgbClr val="777777"/>
                </a:solidFill>
                <a:latin typeface="Yu Gothic"/>
                <a:ea typeface="Yu Gothic"/>
                <a:cs typeface="Yu Gothic"/>
              </a:defRPr>
            </a:lvl3pPr>
            <a:lvl4pPr algn="ctr">
              <a:defRPr sz="1350" b="0">
                <a:solidFill>
                  <a:srgbClr val="777777"/>
                </a:solidFill>
                <a:latin typeface="Yu Gothic"/>
                <a:ea typeface="Yu Gothic"/>
                <a:cs typeface="Yu Gothic"/>
              </a:defRPr>
            </a:lvl4pPr>
            <a:lvl5pPr algn="ctr">
              <a:defRPr sz="1350" b="0">
                <a:solidFill>
                  <a:srgbClr val="777777"/>
                </a:solidFill>
                <a:latin typeface="Yu Gothic"/>
                <a:ea typeface="Yu Gothic"/>
                <a:cs typeface="Yu Gothic"/>
              </a:defRPr>
            </a:lvl5pPr>
            <a:lvl6pPr algn="ctr">
              <a:defRPr sz="1350" b="0">
                <a:solidFill>
                  <a:srgbClr val="777777"/>
                </a:solidFill>
                <a:latin typeface="Yu Gothic"/>
                <a:ea typeface="Yu Gothic"/>
                <a:cs typeface="Yu Gothic"/>
              </a:defRPr>
            </a:lvl6pPr>
            <a:lvl7pPr algn="ctr">
              <a:defRPr sz="1350" b="0">
                <a:solidFill>
                  <a:srgbClr val="777777"/>
                </a:solidFill>
                <a:latin typeface="Yu Gothic"/>
                <a:ea typeface="Yu Gothic"/>
                <a:cs typeface="Yu Gothic"/>
              </a:defRPr>
            </a:lvl7pPr>
            <a:lvl8pPr algn="ctr">
              <a:defRPr sz="1350" b="0">
                <a:solidFill>
                  <a:srgbClr val="777777"/>
                </a:solidFill>
                <a:latin typeface="Yu Gothic"/>
                <a:ea typeface="Yu Gothic"/>
                <a:cs typeface="Yu Gothic"/>
              </a:defRPr>
            </a:lvl8pPr>
            <a:lvl9pPr algn="ctr">
              <a:defRPr sz="1350" b="0">
                <a:solidFill>
                  <a:srgbClr val="777777"/>
                </a:solidFill>
                <a:latin typeface="Yu Gothic"/>
                <a:ea typeface="Yu Gothic"/>
                <a:cs typeface="Yu Gothic"/>
              </a:defRPr>
            </a:lvl9pPr>
          </a:lstStyle>
          <a:p xmlns:a="http://schemas.openxmlformats.org/drawingml/2006/main">
            <a:pPr algn="ctr">
              <a:defRPr sz="1350" b="0">
                <a:solidFill>
                  <a:srgbClr val="777777"/>
                </a:solidFill>
                <a:latin typeface="Yu Gothic"/>
                <a:ea typeface="Yu Gothic"/>
                <a:cs typeface="Yu Gothic"/>
              </a:defRPr>
            </a:pPr>
            <a:r>
              <a:rPr sz="1350" b="0">
                <a:solidFill>
                  <a:srgbClr val="777777"/>
                </a:solidFill>
                <a:latin typeface="Yu Gothic"/>
                <a:ea typeface="Yu Gothic"/>
                <a:cs typeface="Yu Gothic"/>
              </a:rPr>
              <a:t>命令の指定</a:t>
            </a:r>
          </a:p>
        </p:txBody>
      </p:sp>
      <p:sp>
        <p:nvSpPr>
          <p:cNvPr id="41" name="wire-129">
            <a:extLst xmlns:a="http://schemas.openxmlformats.org/drawingml/2006/main">
              <a:ext uri="{FF2B5EF4-FFF2-40B4-BE49-F238E27FC236}">
                <a16:creationId xmlns:a16="http://schemas.microsoft.com/office/drawing/2014/main" id="{A6100B1F-784E-4C15-974C-3DA38E61DC9D}"/>
              </a:ext>
            </a:extLst>
          </p:cNvPr>
          <p:cNvSpPr>
            <a:spLocks xmlns:a="http://schemas.openxmlformats.org/drawingml/2006/main" noGrp="1"/>
          </p:cNvSpPr>
          <p:nvPr/>
        </p:nvSpPr>
        <p:spPr>
          <a:xfrm xmlns:a="http://schemas.openxmlformats.org/drawingml/2006/main">
            <a:off x="4572000" y="361950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22860">
            <a:solidFill>
              <a:srgbClr val="231F20"/>
            </a:solidFill>
          </a:ln>
        </p:spPr>
      </p:sp>
      <p:sp>
        <p:nvSpPr>
          <p:cNvPr id="42" name="circuit-130">
            <a:extLst xmlns:a="http://schemas.openxmlformats.org/drawingml/2006/main">
              <a:ext uri="{FF2B5EF4-FFF2-40B4-BE49-F238E27FC236}">
                <a16:creationId xmlns:a16="http://schemas.microsoft.com/office/drawing/2014/main" id="{2F6993D6-2DD2-46FF-BFD5-C173D56D8605}"/>
              </a:ext>
            </a:extLst>
          </p:cNvPr>
          <p:cNvSpPr>
            <a:spLocks xmlns:a="http://schemas.openxmlformats.org/drawingml/2006/main" noGrp="1"/>
          </p:cNvSpPr>
          <p:nvPr/>
        </p:nvSpPr>
        <p:spPr>
          <a:xfrm xmlns:a="http://schemas.openxmlformats.org/drawingml/2006/main">
            <a:off x="5429250" y="35814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3" name="text-131">
            <a:extLst xmlns:a="http://schemas.openxmlformats.org/drawingml/2006/main">
              <a:ext uri="{FF2B5EF4-FFF2-40B4-BE49-F238E27FC236}">
                <a16:creationId xmlns:a16="http://schemas.microsoft.com/office/drawing/2014/main" id="{1AFC4CD7-2FB4-408D-B04D-1996780FBBCD}"/>
              </a:ext>
            </a:extLst>
          </p:cNvPr>
          <p:cNvSpPr>
            <a:spLocks xmlns:a="http://schemas.openxmlformats.org/drawingml/2006/main" noGrp="1"/>
          </p:cNvSpPr>
          <p:nvPr/>
        </p:nvSpPr>
        <p:spPr>
          <a:xfrm xmlns:a="http://schemas.openxmlformats.org/drawingml/2006/main">
            <a:off x="4610100" y="3257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1">
                <a:solidFill>
                  <a:srgbClr val="1572C3"/>
                </a:solidFill>
                <a:latin typeface="Yu Gothic"/>
                <a:ea typeface="Yu Gothic"/>
                <a:cs typeface="Yu Gothic"/>
              </a:defRPr>
            </a:defPPr>
            <a:lvl1pPr algn="ctr">
              <a:defRPr sz="1575" b="1">
                <a:solidFill>
                  <a:srgbClr val="1572C3"/>
                </a:solidFill>
                <a:latin typeface="Yu Gothic"/>
                <a:ea typeface="Yu Gothic"/>
                <a:cs typeface="Yu Gothic"/>
              </a:defRPr>
            </a:lvl1pPr>
            <a:lvl2pPr algn="ctr">
              <a:defRPr sz="1575" b="1">
                <a:solidFill>
                  <a:srgbClr val="1572C3"/>
                </a:solidFill>
                <a:latin typeface="Yu Gothic"/>
                <a:ea typeface="Yu Gothic"/>
                <a:cs typeface="Yu Gothic"/>
              </a:defRPr>
            </a:lvl2pPr>
            <a:lvl3pPr algn="ctr">
              <a:defRPr sz="1575" b="1">
                <a:solidFill>
                  <a:srgbClr val="1572C3"/>
                </a:solidFill>
                <a:latin typeface="Yu Gothic"/>
                <a:ea typeface="Yu Gothic"/>
                <a:cs typeface="Yu Gothic"/>
              </a:defRPr>
            </a:lvl3pPr>
            <a:lvl4pPr algn="ctr">
              <a:defRPr sz="1575" b="1">
                <a:solidFill>
                  <a:srgbClr val="1572C3"/>
                </a:solidFill>
                <a:latin typeface="Yu Gothic"/>
                <a:ea typeface="Yu Gothic"/>
                <a:cs typeface="Yu Gothic"/>
              </a:defRPr>
            </a:lvl4pPr>
            <a:lvl5pPr algn="ctr">
              <a:defRPr sz="1575" b="1">
                <a:solidFill>
                  <a:srgbClr val="1572C3"/>
                </a:solidFill>
                <a:latin typeface="Yu Gothic"/>
                <a:ea typeface="Yu Gothic"/>
                <a:cs typeface="Yu Gothic"/>
              </a:defRPr>
            </a:lvl5pPr>
            <a:lvl6pPr algn="ctr">
              <a:defRPr sz="1575" b="1">
                <a:solidFill>
                  <a:srgbClr val="1572C3"/>
                </a:solidFill>
                <a:latin typeface="Yu Gothic"/>
                <a:ea typeface="Yu Gothic"/>
                <a:cs typeface="Yu Gothic"/>
              </a:defRPr>
            </a:lvl6pPr>
            <a:lvl7pPr algn="ctr">
              <a:defRPr sz="1575" b="1">
                <a:solidFill>
                  <a:srgbClr val="1572C3"/>
                </a:solidFill>
                <a:latin typeface="Yu Gothic"/>
                <a:ea typeface="Yu Gothic"/>
                <a:cs typeface="Yu Gothic"/>
              </a:defRPr>
            </a:lvl7pPr>
            <a:lvl8pPr algn="ctr">
              <a:defRPr sz="1575" b="1">
                <a:solidFill>
                  <a:srgbClr val="1572C3"/>
                </a:solidFill>
                <a:latin typeface="Yu Gothic"/>
                <a:ea typeface="Yu Gothic"/>
                <a:cs typeface="Yu Gothic"/>
              </a:defRPr>
            </a:lvl8pPr>
            <a:lvl9pPr algn="ctr">
              <a:defRPr sz="1575" b="1">
                <a:solidFill>
                  <a:srgbClr val="1572C3"/>
                </a:solidFill>
                <a:latin typeface="Yu Gothic"/>
                <a:ea typeface="Yu Gothic"/>
                <a:cs typeface="Yu Gothic"/>
              </a:defRPr>
            </a:lvl9pPr>
          </a:lstStyle>
          <a:p xmlns:a="http://schemas.openxmlformats.org/drawingml/2006/main">
            <a:pPr algn="ctr">
              <a:defRPr sz="1575" b="1">
                <a:solidFill>
                  <a:srgbClr val="1572C3"/>
                </a:solidFill>
                <a:latin typeface="Yu Gothic"/>
                <a:ea typeface="Yu Gothic"/>
                <a:cs typeface="Yu Gothic"/>
              </a:defRPr>
            </a:pPr>
            <a:r>
              <a:rPr sz="1575" b="1">
                <a:solidFill>
                  <a:srgbClr val="1572C3"/>
                </a:solidFill>
                <a:latin typeface="Yu Gothic"/>
                <a:ea typeface="Yu Gothic"/>
                <a:cs typeface="Yu Gothic"/>
              </a:rPr>
              <a:t>番地 4</a:t>
            </a:r>
          </a:p>
        </p:txBody>
      </p:sp>
      <p:sp>
        <p:nvSpPr>
          <p:cNvPr id="44" name="wire-132">
            <a:extLst xmlns:a="http://schemas.openxmlformats.org/drawingml/2006/main">
              <a:ext uri="{FF2B5EF4-FFF2-40B4-BE49-F238E27FC236}">
                <a16:creationId xmlns:a16="http://schemas.microsoft.com/office/drawing/2014/main" id="{F3EE5CD7-7607-40A8-82A0-2B955A50F67C}"/>
              </a:ext>
            </a:extLst>
          </p:cNvPr>
          <p:cNvSpPr>
            <a:spLocks xmlns:a="http://schemas.openxmlformats.org/drawingml/2006/main" noGrp="1"/>
          </p:cNvSpPr>
          <p:nvPr/>
        </p:nvSpPr>
        <p:spPr>
          <a:xfrm xmlns:a="http://schemas.openxmlformats.org/drawingml/2006/main">
            <a:off x="2895600" y="398145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22860">
            <a:solidFill>
              <a:srgbClr val="1572C3"/>
            </a:solidFill>
          </a:ln>
        </p:spPr>
      </p:sp>
      <p:sp>
        <p:nvSpPr>
          <p:cNvPr id="45" name="wire-133">
            <a:extLst xmlns:a="http://schemas.openxmlformats.org/drawingml/2006/main">
              <a:ext uri="{FF2B5EF4-FFF2-40B4-BE49-F238E27FC236}">
                <a16:creationId xmlns:a16="http://schemas.microsoft.com/office/drawing/2014/main" id="{4DFC1770-11C2-485B-96AF-58E17515FFE8}"/>
              </a:ext>
            </a:extLst>
          </p:cNvPr>
          <p:cNvSpPr>
            <a:spLocks xmlns:a="http://schemas.openxmlformats.org/drawingml/2006/main" noGrp="1"/>
          </p:cNvSpPr>
          <p:nvPr/>
        </p:nvSpPr>
        <p:spPr>
          <a:xfrm xmlns:a="http://schemas.openxmlformats.org/drawingml/2006/main">
            <a:off x="3105150" y="3981450"/>
            <a:ext cx="9525" cy="1752600"/>
          </a:xfrm>
          <a:custGeom xmlns:a="http://schemas.openxmlformats.org/drawingml/2006/main">
            <a:pathLst>
              <a:path w="9525" h="1752600">
                <a:moveTo>
                  <a:pt x="0" y="0"/>
                </a:moveTo>
                <a:lnTo>
                  <a:pt x="0" y="1752600"/>
                </a:lnTo>
              </a:path>
            </a:pathLst>
          </a:custGeom>
          <a:noFill xmlns:a="http://schemas.openxmlformats.org/drawingml/2006/main"/>
          <a:ln xmlns:a="http://schemas.openxmlformats.org/drawingml/2006/main" w="22860">
            <a:solidFill>
              <a:srgbClr val="1572C3"/>
            </a:solidFill>
          </a:ln>
        </p:spPr>
      </p:sp>
      <p:sp>
        <p:nvSpPr>
          <p:cNvPr id="46" name="wire-134">
            <a:extLst xmlns:a="http://schemas.openxmlformats.org/drawingml/2006/main">
              <a:ext uri="{FF2B5EF4-FFF2-40B4-BE49-F238E27FC236}">
                <a16:creationId xmlns:a16="http://schemas.microsoft.com/office/drawing/2014/main" id="{5D89476A-82DD-41AA-A0CC-036BA0FEF634}"/>
              </a:ext>
            </a:extLst>
          </p:cNvPr>
          <p:cNvSpPr>
            <a:spLocks xmlns:a="http://schemas.openxmlformats.org/drawingml/2006/main" noGrp="1"/>
          </p:cNvSpPr>
          <p:nvPr/>
        </p:nvSpPr>
        <p:spPr>
          <a:xfrm xmlns:a="http://schemas.openxmlformats.org/drawingml/2006/main">
            <a:off x="3105150" y="5734050"/>
            <a:ext cx="2133600" cy="9525"/>
          </a:xfrm>
          <a:custGeom xmlns:a="http://schemas.openxmlformats.org/drawingml/2006/main">
            <a:pathLst>
              <a:path w="2133600" h="9525">
                <a:moveTo>
                  <a:pt x="0" y="0"/>
                </a:moveTo>
                <a:lnTo>
                  <a:pt x="2133600" y="0"/>
                </a:lnTo>
              </a:path>
            </a:pathLst>
          </a:custGeom>
          <a:noFill xmlns:a="http://schemas.openxmlformats.org/drawingml/2006/main"/>
          <a:ln xmlns:a="http://schemas.openxmlformats.org/drawingml/2006/main" w="22860">
            <a:solidFill>
              <a:srgbClr val="1572C3"/>
            </a:solidFill>
          </a:ln>
        </p:spPr>
      </p:sp>
      <p:sp>
        <p:nvSpPr>
          <p:cNvPr id="47" name="wire-135">
            <a:extLst xmlns:a="http://schemas.openxmlformats.org/drawingml/2006/main">
              <a:ext uri="{FF2B5EF4-FFF2-40B4-BE49-F238E27FC236}">
                <a16:creationId xmlns:a16="http://schemas.microsoft.com/office/drawing/2014/main" id="{1CABF4F2-E0B2-4889-B6AE-F8860AFFD1EA}"/>
              </a:ext>
            </a:extLst>
          </p:cNvPr>
          <p:cNvSpPr>
            <a:spLocks xmlns:a="http://schemas.openxmlformats.org/drawingml/2006/main" noGrp="1"/>
          </p:cNvSpPr>
          <p:nvPr/>
        </p:nvSpPr>
        <p:spPr>
          <a:xfrm xmlns:a="http://schemas.openxmlformats.org/drawingml/2006/main">
            <a:off x="5238750" y="4476750"/>
            <a:ext cx="9525" cy="1257300"/>
          </a:xfrm>
          <a:custGeom xmlns:a="http://schemas.openxmlformats.org/drawingml/2006/main">
            <a:pathLst>
              <a:path w="9525" h="1257300">
                <a:moveTo>
                  <a:pt x="0" y="1257300"/>
                </a:moveTo>
                <a:lnTo>
                  <a:pt x="0" y="0"/>
                </a:lnTo>
              </a:path>
            </a:pathLst>
          </a:custGeom>
          <a:noFill xmlns:a="http://schemas.openxmlformats.org/drawingml/2006/main"/>
          <a:ln xmlns:a="http://schemas.openxmlformats.org/drawingml/2006/main" w="22860">
            <a:solidFill>
              <a:srgbClr val="1572C3"/>
            </a:solidFill>
          </a:ln>
        </p:spPr>
      </p:sp>
      <p:sp>
        <p:nvSpPr>
          <p:cNvPr id="48" name="wire-136">
            <a:extLst xmlns:a="http://schemas.openxmlformats.org/drawingml/2006/main">
              <a:ext uri="{FF2B5EF4-FFF2-40B4-BE49-F238E27FC236}">
                <a16:creationId xmlns:a16="http://schemas.microsoft.com/office/drawing/2014/main" id="{6CC5ED58-95FE-493F-845D-AC853AFEEF1E}"/>
              </a:ext>
            </a:extLst>
          </p:cNvPr>
          <p:cNvSpPr>
            <a:spLocks xmlns:a="http://schemas.openxmlformats.org/drawingml/2006/main" noGrp="1"/>
          </p:cNvSpPr>
          <p:nvPr/>
        </p:nvSpPr>
        <p:spPr>
          <a:xfrm xmlns:a="http://schemas.openxmlformats.org/drawingml/2006/main">
            <a:off x="5238750" y="44767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1572C3"/>
            </a:solidFill>
          </a:ln>
        </p:spPr>
      </p:sp>
      <p:sp>
        <p:nvSpPr>
          <p:cNvPr id="49" name="circuit-137">
            <a:extLst xmlns:a="http://schemas.openxmlformats.org/drawingml/2006/main">
              <a:ext uri="{FF2B5EF4-FFF2-40B4-BE49-F238E27FC236}">
                <a16:creationId xmlns:a16="http://schemas.microsoft.com/office/drawing/2014/main" id="{F4CF645F-B7F5-4838-B40B-454FF6D56BD6}"/>
              </a:ext>
            </a:extLst>
          </p:cNvPr>
          <p:cNvSpPr>
            <a:spLocks xmlns:a="http://schemas.openxmlformats.org/drawingml/2006/main" noGrp="1"/>
          </p:cNvSpPr>
          <p:nvPr/>
        </p:nvSpPr>
        <p:spPr>
          <a:xfrm xmlns:a="http://schemas.openxmlformats.org/drawingml/2006/main">
            <a:off x="5429250" y="44386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50" name="text-138">
            <a:extLst xmlns:a="http://schemas.openxmlformats.org/drawingml/2006/main">
              <a:ext uri="{FF2B5EF4-FFF2-40B4-BE49-F238E27FC236}">
                <a16:creationId xmlns:a16="http://schemas.microsoft.com/office/drawing/2014/main" id="{C603A008-4254-4202-8BF9-2D962D23735F}"/>
              </a:ext>
            </a:extLst>
          </p:cNvPr>
          <p:cNvSpPr>
            <a:spLocks xmlns:a="http://schemas.openxmlformats.org/drawingml/2006/main" noGrp="1"/>
          </p:cNvSpPr>
          <p:nvPr/>
        </p:nvSpPr>
        <p:spPr>
          <a:xfrm xmlns:a="http://schemas.openxmlformats.org/drawingml/2006/main">
            <a:off x="3352800" y="5791200"/>
            <a:ext cx="1695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1">
                <a:solidFill>
                  <a:srgbClr val="1572C3"/>
                </a:solidFill>
                <a:latin typeface="Yu Gothic"/>
                <a:ea typeface="Yu Gothic"/>
                <a:cs typeface="Yu Gothic"/>
              </a:defRPr>
            </a:defPPr>
            <a:lvl1pPr algn="ctr">
              <a:defRPr sz="1800" b="1">
                <a:solidFill>
                  <a:srgbClr val="1572C3"/>
                </a:solidFill>
                <a:latin typeface="Yu Gothic"/>
                <a:ea typeface="Yu Gothic"/>
                <a:cs typeface="Yu Gothic"/>
              </a:defRPr>
            </a:lvl1pPr>
            <a:lvl2pPr algn="ctr">
              <a:defRPr sz="1800" b="1">
                <a:solidFill>
                  <a:srgbClr val="1572C3"/>
                </a:solidFill>
                <a:latin typeface="Yu Gothic"/>
                <a:ea typeface="Yu Gothic"/>
                <a:cs typeface="Yu Gothic"/>
              </a:defRPr>
            </a:lvl2pPr>
            <a:lvl3pPr algn="ctr">
              <a:defRPr sz="1800" b="1">
                <a:solidFill>
                  <a:srgbClr val="1572C3"/>
                </a:solidFill>
                <a:latin typeface="Yu Gothic"/>
                <a:ea typeface="Yu Gothic"/>
                <a:cs typeface="Yu Gothic"/>
              </a:defRPr>
            </a:lvl3pPr>
            <a:lvl4pPr algn="ctr">
              <a:defRPr sz="1800" b="1">
                <a:solidFill>
                  <a:srgbClr val="1572C3"/>
                </a:solidFill>
                <a:latin typeface="Yu Gothic"/>
                <a:ea typeface="Yu Gothic"/>
                <a:cs typeface="Yu Gothic"/>
              </a:defRPr>
            </a:lvl4pPr>
            <a:lvl5pPr algn="ctr">
              <a:defRPr sz="1800" b="1">
                <a:solidFill>
                  <a:srgbClr val="1572C3"/>
                </a:solidFill>
                <a:latin typeface="Yu Gothic"/>
                <a:ea typeface="Yu Gothic"/>
                <a:cs typeface="Yu Gothic"/>
              </a:defRPr>
            </a:lvl5pPr>
            <a:lvl6pPr algn="ctr">
              <a:defRPr sz="1800" b="1">
                <a:solidFill>
                  <a:srgbClr val="1572C3"/>
                </a:solidFill>
                <a:latin typeface="Yu Gothic"/>
                <a:ea typeface="Yu Gothic"/>
                <a:cs typeface="Yu Gothic"/>
              </a:defRPr>
            </a:lvl6pPr>
            <a:lvl7pPr algn="ctr">
              <a:defRPr sz="1800" b="1">
                <a:solidFill>
                  <a:srgbClr val="1572C3"/>
                </a:solidFill>
                <a:latin typeface="Yu Gothic"/>
                <a:ea typeface="Yu Gothic"/>
                <a:cs typeface="Yu Gothic"/>
              </a:defRPr>
            </a:lvl7pPr>
            <a:lvl8pPr algn="ctr">
              <a:defRPr sz="1800" b="1">
                <a:solidFill>
                  <a:srgbClr val="1572C3"/>
                </a:solidFill>
                <a:latin typeface="Yu Gothic"/>
                <a:ea typeface="Yu Gothic"/>
                <a:cs typeface="Yu Gothic"/>
              </a:defRPr>
            </a:lvl8pPr>
            <a:lvl9pPr algn="ctr">
              <a:defRPr sz="1800" b="1">
                <a:solidFill>
                  <a:srgbClr val="1572C3"/>
                </a:solidFill>
                <a:latin typeface="Yu Gothic"/>
                <a:ea typeface="Yu Gothic"/>
                <a:cs typeface="Yu Gothic"/>
              </a:defRPr>
            </a:lvl9pPr>
          </a:lstStyle>
          <a:p xmlns:a="http://schemas.openxmlformats.org/drawingml/2006/main">
            <a:pPr algn="ctr">
              <a:defRPr sz="1800" b="1">
                <a:solidFill>
                  <a:srgbClr val="1572C3"/>
                </a:solidFill>
                <a:latin typeface="Yu Gothic"/>
                <a:ea typeface="Yu Gothic"/>
                <a:cs typeface="Yu Gothic"/>
              </a:defRPr>
            </a:pPr>
            <a:r>
              <a:rPr sz="1800" b="1">
                <a:solidFill>
                  <a:srgbClr val="1572C3"/>
                </a:solidFill>
                <a:latin typeface="Yu Gothic"/>
                <a:ea typeface="Yu Gothic"/>
                <a:cs typeface="Yu Gothic"/>
              </a:rPr>
              <a:t>書く値 3</a:t>
            </a:r>
          </a:p>
        </p:txBody>
      </p:sp>
      <p:sp>
        <p:nvSpPr>
          <p:cNvPr id="51" name="block-139">
            <a:extLst xmlns:a="http://schemas.openxmlformats.org/drawingml/2006/main">
              <a:ext uri="{FF2B5EF4-FFF2-40B4-BE49-F238E27FC236}">
                <a16:creationId xmlns:a16="http://schemas.microsoft.com/office/drawing/2014/main" id="{8CDC8A94-2EE8-4978-BEBA-385105181FBE}"/>
              </a:ext>
            </a:extLst>
          </p:cNvPr>
          <p:cNvSpPr>
            <a:spLocks xmlns:a="http://schemas.openxmlformats.org/drawingml/2006/main" noGrp="1"/>
          </p:cNvSpPr>
          <p:nvPr/>
        </p:nvSpPr>
        <p:spPr>
          <a:xfrm xmlns:a="http://schemas.openxmlformats.org/drawingml/2006/main">
            <a:off x="5524500" y="2838450"/>
            <a:ext cx="1657350" cy="2228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52" name="text-140">
            <a:extLst xmlns:a="http://schemas.openxmlformats.org/drawingml/2006/main">
              <a:ext uri="{FF2B5EF4-FFF2-40B4-BE49-F238E27FC236}">
                <a16:creationId xmlns:a16="http://schemas.microsoft.com/office/drawing/2014/main" id="{E25F2E6B-B028-48EA-B4E8-4876861E874D}"/>
              </a:ext>
            </a:extLst>
          </p:cNvPr>
          <p:cNvSpPr>
            <a:spLocks xmlns:a="http://schemas.openxmlformats.org/drawingml/2006/main" noGrp="1"/>
          </p:cNvSpPr>
          <p:nvPr/>
        </p:nvSpPr>
        <p:spPr>
          <a:xfrm xmlns:a="http://schemas.openxmlformats.org/drawingml/2006/main">
            <a:off x="5781675" y="3095625"/>
            <a:ext cx="12096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データ</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メモリ</a:t>
            </a:r>
          </a:p>
        </p:txBody>
      </p:sp>
      <p:sp>
        <p:nvSpPr>
          <p:cNvPr id="53" name="text-141">
            <a:extLst xmlns:a="http://schemas.openxmlformats.org/drawingml/2006/main">
              <a:ext uri="{FF2B5EF4-FFF2-40B4-BE49-F238E27FC236}">
                <a16:creationId xmlns:a16="http://schemas.microsoft.com/office/drawing/2014/main" id="{0F13281B-607D-4E8C-B13F-5FC15AD05296}"/>
              </a:ext>
            </a:extLst>
          </p:cNvPr>
          <p:cNvSpPr>
            <a:spLocks xmlns:a="http://schemas.openxmlformats.org/drawingml/2006/main" noGrp="1"/>
          </p:cNvSpPr>
          <p:nvPr/>
        </p:nvSpPr>
        <p:spPr>
          <a:xfrm xmlns:a="http://schemas.openxmlformats.org/drawingml/2006/main">
            <a:off x="5619750" y="3476625"/>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Arial"/>
                <a:ea typeface="Arial"/>
                <a:cs typeface="Arial"/>
              </a:defRPr>
            </a:defPPr>
            <a:lvl1pPr algn="l">
              <a:defRPr sz="1500" b="0">
                <a:solidFill>
                  <a:srgbClr val="231F20"/>
                </a:solidFill>
                <a:latin typeface="Arial"/>
                <a:ea typeface="Arial"/>
                <a:cs typeface="Arial"/>
              </a:defRPr>
            </a:lvl1pPr>
            <a:lvl2pPr algn="l">
              <a:defRPr sz="1500" b="0">
                <a:solidFill>
                  <a:srgbClr val="231F20"/>
                </a:solidFill>
                <a:latin typeface="Arial"/>
                <a:ea typeface="Arial"/>
                <a:cs typeface="Arial"/>
              </a:defRPr>
            </a:lvl2pPr>
            <a:lvl3pPr algn="l">
              <a:defRPr sz="1500" b="0">
                <a:solidFill>
                  <a:srgbClr val="231F20"/>
                </a:solidFill>
                <a:latin typeface="Arial"/>
                <a:ea typeface="Arial"/>
                <a:cs typeface="Arial"/>
              </a:defRPr>
            </a:lvl3pPr>
            <a:lvl4pPr algn="l">
              <a:defRPr sz="1500" b="0">
                <a:solidFill>
                  <a:srgbClr val="231F20"/>
                </a:solidFill>
                <a:latin typeface="Arial"/>
                <a:ea typeface="Arial"/>
                <a:cs typeface="Arial"/>
              </a:defRPr>
            </a:lvl4pPr>
            <a:lvl5pPr algn="l">
              <a:defRPr sz="1500" b="0">
                <a:solidFill>
                  <a:srgbClr val="231F20"/>
                </a:solidFill>
                <a:latin typeface="Arial"/>
                <a:ea typeface="Arial"/>
                <a:cs typeface="Arial"/>
              </a:defRPr>
            </a:lvl5pPr>
            <a:lvl6pPr algn="l">
              <a:defRPr sz="1500" b="0">
                <a:solidFill>
                  <a:srgbClr val="231F20"/>
                </a:solidFill>
                <a:latin typeface="Arial"/>
                <a:ea typeface="Arial"/>
                <a:cs typeface="Arial"/>
              </a:defRPr>
            </a:lvl6pPr>
            <a:lvl7pPr algn="l">
              <a:defRPr sz="1500" b="0">
                <a:solidFill>
                  <a:srgbClr val="231F20"/>
                </a:solidFill>
                <a:latin typeface="Arial"/>
                <a:ea typeface="Arial"/>
                <a:cs typeface="Arial"/>
              </a:defRPr>
            </a:lvl7pPr>
            <a:lvl8pPr algn="l">
              <a:defRPr sz="1500" b="0">
                <a:solidFill>
                  <a:srgbClr val="231F20"/>
                </a:solidFill>
                <a:latin typeface="Arial"/>
                <a:ea typeface="Arial"/>
                <a:cs typeface="Arial"/>
              </a:defRPr>
            </a:lvl8pPr>
            <a:lvl9pPr algn="l">
              <a:defRPr sz="1500" b="0">
                <a:solidFill>
                  <a:srgbClr val="231F20"/>
                </a:solidFill>
                <a:latin typeface="Arial"/>
                <a:ea typeface="Arial"/>
                <a:cs typeface="Arial"/>
              </a:defRPr>
            </a:lvl9pPr>
          </a:lstStyle>
          <a:p xmlns:a="http://schemas.openxmlformats.org/drawingml/2006/main">
            <a:pPr algn="l">
              <a:defRPr sz="1500" b="0">
                <a:solidFill>
                  <a:srgbClr val="231F20"/>
                </a:solidFill>
                <a:latin typeface="Arial"/>
                <a:ea typeface="Arial"/>
                <a:cs typeface="Arial"/>
              </a:defRPr>
            </a:pPr>
            <a:r>
              <a:rPr sz="1500" b="0">
                <a:solidFill>
                  <a:srgbClr val="231F20"/>
                </a:solidFill>
                <a:latin typeface="Arial"/>
                <a:ea typeface="Arial"/>
                <a:cs typeface="Arial"/>
              </a:rPr>
              <a:t>A</a:t>
            </a:r>
          </a:p>
        </p:txBody>
      </p:sp>
      <p:sp>
        <p:nvSpPr>
          <p:cNvPr id="54" name="text-142">
            <a:extLst xmlns:a="http://schemas.openxmlformats.org/drawingml/2006/main">
              <a:ext uri="{FF2B5EF4-FFF2-40B4-BE49-F238E27FC236}">
                <a16:creationId xmlns:a16="http://schemas.microsoft.com/office/drawing/2014/main" id="{23D80083-D629-4DD3-85B1-16EADA1649F5}"/>
              </a:ext>
            </a:extLst>
          </p:cNvPr>
          <p:cNvSpPr>
            <a:spLocks xmlns:a="http://schemas.openxmlformats.org/drawingml/2006/main" noGrp="1"/>
          </p:cNvSpPr>
          <p:nvPr/>
        </p:nvSpPr>
        <p:spPr>
          <a:xfrm xmlns:a="http://schemas.openxmlformats.org/drawingml/2006/main">
            <a:off x="5619750" y="4324350"/>
            <a:ext cx="400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Arial"/>
                <a:ea typeface="Arial"/>
                <a:cs typeface="Arial"/>
              </a:defRPr>
            </a:defPPr>
            <a:lvl1pPr algn="l">
              <a:defRPr sz="1500" b="0">
                <a:solidFill>
                  <a:srgbClr val="231F20"/>
                </a:solidFill>
                <a:latin typeface="Arial"/>
                <a:ea typeface="Arial"/>
                <a:cs typeface="Arial"/>
              </a:defRPr>
            </a:lvl1pPr>
            <a:lvl2pPr algn="l">
              <a:defRPr sz="1500" b="0">
                <a:solidFill>
                  <a:srgbClr val="231F20"/>
                </a:solidFill>
                <a:latin typeface="Arial"/>
                <a:ea typeface="Arial"/>
                <a:cs typeface="Arial"/>
              </a:defRPr>
            </a:lvl2pPr>
            <a:lvl3pPr algn="l">
              <a:defRPr sz="1500" b="0">
                <a:solidFill>
                  <a:srgbClr val="231F20"/>
                </a:solidFill>
                <a:latin typeface="Arial"/>
                <a:ea typeface="Arial"/>
                <a:cs typeface="Arial"/>
              </a:defRPr>
            </a:lvl3pPr>
            <a:lvl4pPr algn="l">
              <a:defRPr sz="1500" b="0">
                <a:solidFill>
                  <a:srgbClr val="231F20"/>
                </a:solidFill>
                <a:latin typeface="Arial"/>
                <a:ea typeface="Arial"/>
                <a:cs typeface="Arial"/>
              </a:defRPr>
            </a:lvl4pPr>
            <a:lvl5pPr algn="l">
              <a:defRPr sz="1500" b="0">
                <a:solidFill>
                  <a:srgbClr val="231F20"/>
                </a:solidFill>
                <a:latin typeface="Arial"/>
                <a:ea typeface="Arial"/>
                <a:cs typeface="Arial"/>
              </a:defRPr>
            </a:lvl5pPr>
            <a:lvl6pPr algn="l">
              <a:defRPr sz="1500" b="0">
                <a:solidFill>
                  <a:srgbClr val="231F20"/>
                </a:solidFill>
                <a:latin typeface="Arial"/>
                <a:ea typeface="Arial"/>
                <a:cs typeface="Arial"/>
              </a:defRPr>
            </a:lvl6pPr>
            <a:lvl7pPr algn="l">
              <a:defRPr sz="1500" b="0">
                <a:solidFill>
                  <a:srgbClr val="231F20"/>
                </a:solidFill>
                <a:latin typeface="Arial"/>
                <a:ea typeface="Arial"/>
                <a:cs typeface="Arial"/>
              </a:defRPr>
            </a:lvl7pPr>
            <a:lvl8pPr algn="l">
              <a:defRPr sz="1500" b="0">
                <a:solidFill>
                  <a:srgbClr val="231F20"/>
                </a:solidFill>
                <a:latin typeface="Arial"/>
                <a:ea typeface="Arial"/>
                <a:cs typeface="Arial"/>
              </a:defRPr>
            </a:lvl8pPr>
            <a:lvl9pPr algn="l">
              <a:defRPr sz="1500" b="0">
                <a:solidFill>
                  <a:srgbClr val="231F20"/>
                </a:solidFill>
                <a:latin typeface="Arial"/>
                <a:ea typeface="Arial"/>
                <a:cs typeface="Arial"/>
              </a:defRPr>
            </a:lvl9pPr>
          </a:lstStyle>
          <a:p xmlns:a="http://schemas.openxmlformats.org/drawingml/2006/main">
            <a:pPr algn="l">
              <a:defRPr sz="1500" b="0">
                <a:solidFill>
                  <a:srgbClr val="231F20"/>
                </a:solidFill>
                <a:latin typeface="Arial"/>
                <a:ea typeface="Arial"/>
                <a:cs typeface="Arial"/>
              </a:defRPr>
            </a:pPr>
            <a:r>
              <a:rPr sz="1500" b="0">
                <a:solidFill>
                  <a:srgbClr val="231F20"/>
                </a:solidFill>
                <a:latin typeface="Arial"/>
                <a:ea typeface="Arial"/>
                <a:cs typeface="Arial"/>
              </a:rPr>
              <a:t>WD</a:t>
            </a:r>
          </a:p>
        </p:txBody>
      </p:sp>
      <p:sp>
        <p:nvSpPr>
          <p:cNvPr id="55" name="text-143">
            <a:extLst xmlns:a="http://schemas.openxmlformats.org/drawingml/2006/main">
              <a:ext uri="{FF2B5EF4-FFF2-40B4-BE49-F238E27FC236}">
                <a16:creationId xmlns:a16="http://schemas.microsoft.com/office/drawing/2014/main" id="{9907CAD9-2FD8-44CF-B211-A918571E025A}"/>
              </a:ext>
            </a:extLst>
          </p:cNvPr>
          <p:cNvSpPr>
            <a:spLocks xmlns:a="http://schemas.openxmlformats.org/drawingml/2006/main" noGrp="1"/>
          </p:cNvSpPr>
          <p:nvPr/>
        </p:nvSpPr>
        <p:spPr>
          <a:xfrm xmlns:a="http://schemas.openxmlformats.org/drawingml/2006/main">
            <a:off x="6772275" y="4029075"/>
            <a:ext cx="371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B9BEC6"/>
                </a:solidFill>
                <a:latin typeface="Arial"/>
                <a:ea typeface="Arial"/>
                <a:cs typeface="Arial"/>
              </a:defRPr>
            </a:defPPr>
            <a:lvl1pPr algn="l">
              <a:defRPr sz="1500" b="0">
                <a:solidFill>
                  <a:srgbClr val="B9BEC6"/>
                </a:solidFill>
                <a:latin typeface="Arial"/>
                <a:ea typeface="Arial"/>
                <a:cs typeface="Arial"/>
              </a:defRPr>
            </a:lvl1pPr>
            <a:lvl2pPr algn="l">
              <a:defRPr sz="1500" b="0">
                <a:solidFill>
                  <a:srgbClr val="B9BEC6"/>
                </a:solidFill>
                <a:latin typeface="Arial"/>
                <a:ea typeface="Arial"/>
                <a:cs typeface="Arial"/>
              </a:defRPr>
            </a:lvl2pPr>
            <a:lvl3pPr algn="l">
              <a:defRPr sz="1500" b="0">
                <a:solidFill>
                  <a:srgbClr val="B9BEC6"/>
                </a:solidFill>
                <a:latin typeface="Arial"/>
                <a:ea typeface="Arial"/>
                <a:cs typeface="Arial"/>
              </a:defRPr>
            </a:lvl3pPr>
            <a:lvl4pPr algn="l">
              <a:defRPr sz="1500" b="0">
                <a:solidFill>
                  <a:srgbClr val="B9BEC6"/>
                </a:solidFill>
                <a:latin typeface="Arial"/>
                <a:ea typeface="Arial"/>
                <a:cs typeface="Arial"/>
              </a:defRPr>
            </a:lvl4pPr>
            <a:lvl5pPr algn="l">
              <a:defRPr sz="1500" b="0">
                <a:solidFill>
                  <a:srgbClr val="B9BEC6"/>
                </a:solidFill>
                <a:latin typeface="Arial"/>
                <a:ea typeface="Arial"/>
                <a:cs typeface="Arial"/>
              </a:defRPr>
            </a:lvl5pPr>
            <a:lvl6pPr algn="l">
              <a:defRPr sz="1500" b="0">
                <a:solidFill>
                  <a:srgbClr val="B9BEC6"/>
                </a:solidFill>
                <a:latin typeface="Arial"/>
                <a:ea typeface="Arial"/>
                <a:cs typeface="Arial"/>
              </a:defRPr>
            </a:lvl6pPr>
            <a:lvl7pPr algn="l">
              <a:defRPr sz="1500" b="0">
                <a:solidFill>
                  <a:srgbClr val="B9BEC6"/>
                </a:solidFill>
                <a:latin typeface="Arial"/>
                <a:ea typeface="Arial"/>
                <a:cs typeface="Arial"/>
              </a:defRPr>
            </a:lvl7pPr>
            <a:lvl8pPr algn="l">
              <a:defRPr sz="1500" b="0">
                <a:solidFill>
                  <a:srgbClr val="B9BEC6"/>
                </a:solidFill>
                <a:latin typeface="Arial"/>
                <a:ea typeface="Arial"/>
                <a:cs typeface="Arial"/>
              </a:defRPr>
            </a:lvl8pPr>
            <a:lvl9pPr algn="l">
              <a:defRPr sz="1500" b="0">
                <a:solidFill>
                  <a:srgbClr val="B9BEC6"/>
                </a:solidFill>
                <a:latin typeface="Arial"/>
                <a:ea typeface="Arial"/>
                <a:cs typeface="Arial"/>
              </a:defRPr>
            </a:lvl9pPr>
          </a:lstStyle>
          <a:p xmlns:a="http://schemas.openxmlformats.org/drawingml/2006/main">
            <a:pPr algn="l">
              <a:defRPr sz="1500" b="0">
                <a:solidFill>
                  <a:srgbClr val="B9BEC6"/>
                </a:solidFill>
                <a:latin typeface="Arial"/>
                <a:ea typeface="Arial"/>
                <a:cs typeface="Arial"/>
              </a:defRPr>
            </a:pPr>
            <a:r>
              <a:rPr sz="1500" b="0">
                <a:solidFill>
                  <a:srgbClr val="B9BEC6"/>
                </a:solidFill>
                <a:latin typeface="Arial"/>
                <a:ea typeface="Arial"/>
                <a:cs typeface="Arial"/>
              </a:rPr>
              <a:t>RD</a:t>
            </a:r>
          </a:p>
        </p:txBody>
      </p:sp>
      <p:sp>
        <p:nvSpPr>
          <p:cNvPr id="56" name="text-144">
            <a:extLst xmlns:a="http://schemas.openxmlformats.org/drawingml/2006/main">
              <a:ext uri="{FF2B5EF4-FFF2-40B4-BE49-F238E27FC236}">
                <a16:creationId xmlns:a16="http://schemas.microsoft.com/office/drawing/2014/main" id="{F848A8FE-56FF-4475-99E2-996B10D63356}"/>
              </a:ext>
            </a:extLst>
          </p:cNvPr>
          <p:cNvSpPr>
            <a:spLocks xmlns:a="http://schemas.openxmlformats.org/drawingml/2006/main" noGrp="1"/>
          </p:cNvSpPr>
          <p:nvPr/>
        </p:nvSpPr>
        <p:spPr>
          <a:xfrm xmlns:a="http://schemas.openxmlformats.org/drawingml/2006/main">
            <a:off x="6315075" y="2857500"/>
            <a:ext cx="3714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WE</a:t>
            </a:r>
          </a:p>
        </p:txBody>
      </p:sp>
      <p:sp>
        <p:nvSpPr>
          <p:cNvPr id="57" name="text-145">
            <a:extLst xmlns:a="http://schemas.openxmlformats.org/drawingml/2006/main">
              <a:ext uri="{FF2B5EF4-FFF2-40B4-BE49-F238E27FC236}">
                <a16:creationId xmlns:a16="http://schemas.microsoft.com/office/drawing/2014/main" id="{AF7499C3-E592-45AE-91B9-32A415B815F5}"/>
              </a:ext>
            </a:extLst>
          </p:cNvPr>
          <p:cNvSpPr>
            <a:spLocks xmlns:a="http://schemas.openxmlformats.org/drawingml/2006/main" noGrp="1"/>
          </p:cNvSpPr>
          <p:nvPr/>
        </p:nvSpPr>
        <p:spPr>
          <a:xfrm xmlns:a="http://schemas.openxmlformats.org/drawingml/2006/main">
            <a:off x="5524500" y="22955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1572C3"/>
                </a:solidFill>
                <a:latin typeface="Arial"/>
                <a:ea typeface="Arial"/>
                <a:cs typeface="Arial"/>
              </a:defRPr>
            </a:defPPr>
            <a:lvl1pPr algn="l">
              <a:defRPr sz="1575" b="0">
                <a:solidFill>
                  <a:srgbClr val="1572C3"/>
                </a:solidFill>
                <a:latin typeface="Arial"/>
                <a:ea typeface="Arial"/>
                <a:cs typeface="Arial"/>
              </a:defRPr>
            </a:lvl1pPr>
            <a:lvl2pPr algn="l">
              <a:defRPr sz="1575" b="0">
                <a:solidFill>
                  <a:srgbClr val="1572C3"/>
                </a:solidFill>
                <a:latin typeface="Arial"/>
                <a:ea typeface="Arial"/>
                <a:cs typeface="Arial"/>
              </a:defRPr>
            </a:lvl2pPr>
            <a:lvl3pPr algn="l">
              <a:defRPr sz="1575" b="0">
                <a:solidFill>
                  <a:srgbClr val="1572C3"/>
                </a:solidFill>
                <a:latin typeface="Arial"/>
                <a:ea typeface="Arial"/>
                <a:cs typeface="Arial"/>
              </a:defRPr>
            </a:lvl3pPr>
            <a:lvl4pPr algn="l">
              <a:defRPr sz="1575" b="0">
                <a:solidFill>
                  <a:srgbClr val="1572C3"/>
                </a:solidFill>
                <a:latin typeface="Arial"/>
                <a:ea typeface="Arial"/>
                <a:cs typeface="Arial"/>
              </a:defRPr>
            </a:lvl4pPr>
            <a:lvl5pPr algn="l">
              <a:defRPr sz="1575" b="0">
                <a:solidFill>
                  <a:srgbClr val="1572C3"/>
                </a:solidFill>
                <a:latin typeface="Arial"/>
                <a:ea typeface="Arial"/>
                <a:cs typeface="Arial"/>
              </a:defRPr>
            </a:lvl5pPr>
            <a:lvl6pPr algn="l">
              <a:defRPr sz="1575" b="0">
                <a:solidFill>
                  <a:srgbClr val="1572C3"/>
                </a:solidFill>
                <a:latin typeface="Arial"/>
                <a:ea typeface="Arial"/>
                <a:cs typeface="Arial"/>
              </a:defRPr>
            </a:lvl6pPr>
            <a:lvl7pPr algn="l">
              <a:defRPr sz="1575" b="0">
                <a:solidFill>
                  <a:srgbClr val="1572C3"/>
                </a:solidFill>
                <a:latin typeface="Arial"/>
                <a:ea typeface="Arial"/>
                <a:cs typeface="Arial"/>
              </a:defRPr>
            </a:lvl7pPr>
            <a:lvl8pPr algn="l">
              <a:defRPr sz="1575" b="0">
                <a:solidFill>
                  <a:srgbClr val="1572C3"/>
                </a:solidFill>
                <a:latin typeface="Arial"/>
                <a:ea typeface="Arial"/>
                <a:cs typeface="Arial"/>
              </a:defRPr>
            </a:lvl8pPr>
            <a:lvl9pPr algn="l">
              <a:defRPr sz="1575" b="0">
                <a:solidFill>
                  <a:srgbClr val="1572C3"/>
                </a:solidFill>
                <a:latin typeface="Arial"/>
                <a:ea typeface="Arial"/>
                <a:cs typeface="Arial"/>
              </a:defRPr>
            </a:lvl9pPr>
          </a:lstStyle>
          <a:p xmlns:a="http://schemas.openxmlformats.org/drawingml/2006/main">
            <a:pPr algn="l">
              <a:defRPr sz="1575" b="0">
                <a:solidFill>
                  <a:srgbClr val="1572C3"/>
                </a:solidFill>
                <a:latin typeface="Arial"/>
                <a:ea typeface="Arial"/>
                <a:cs typeface="Arial"/>
              </a:defRPr>
            </a:pPr>
            <a:r>
              <a:rPr sz="1575" b="0">
                <a:solidFill>
                  <a:srgbClr val="1572C3"/>
                </a:solidFill>
                <a:latin typeface="Arial"/>
                <a:ea typeface="Arial"/>
                <a:cs typeface="Arial"/>
              </a:rPr>
              <a:t>MemWrite = 1</a:t>
            </a:r>
          </a:p>
        </p:txBody>
      </p:sp>
      <p:sp>
        <p:nvSpPr>
          <p:cNvPr id="58" name="wire-146">
            <a:extLst xmlns:a="http://schemas.openxmlformats.org/drawingml/2006/main">
              <a:ext uri="{FF2B5EF4-FFF2-40B4-BE49-F238E27FC236}">
                <a16:creationId xmlns:a16="http://schemas.microsoft.com/office/drawing/2014/main" id="{CB8AB00F-CE16-460D-AC3C-F7409C438116}"/>
              </a:ext>
            </a:extLst>
          </p:cNvPr>
          <p:cNvSpPr>
            <a:spLocks xmlns:a="http://schemas.openxmlformats.org/drawingml/2006/main" noGrp="1"/>
          </p:cNvSpPr>
          <p:nvPr/>
        </p:nvSpPr>
        <p:spPr>
          <a:xfrm xmlns:a="http://schemas.openxmlformats.org/drawingml/2006/main">
            <a:off x="6467475"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1572C3"/>
            </a:solidFill>
          </a:ln>
        </p:spPr>
      </p:sp>
      <p:sp>
        <p:nvSpPr>
          <p:cNvPr id="59" name="circuit-147">
            <a:extLst xmlns:a="http://schemas.openxmlformats.org/drawingml/2006/main">
              <a:ext uri="{FF2B5EF4-FFF2-40B4-BE49-F238E27FC236}">
                <a16:creationId xmlns:a16="http://schemas.microsoft.com/office/drawing/2014/main" id="{6FFBFB9F-C05C-4A31-A038-080E30F627FB}"/>
              </a:ext>
            </a:extLst>
          </p:cNvPr>
          <p:cNvSpPr>
            <a:spLocks xmlns:a="http://schemas.openxmlformats.org/drawingml/2006/main" noGrp="1"/>
          </p:cNvSpPr>
          <p:nvPr/>
        </p:nvSpPr>
        <p:spPr>
          <a:xfrm xmlns:a="http://schemas.openxmlformats.org/drawingml/2006/main">
            <a:off x="6429375"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1572C3"/>
          </a:solidFill>
          <a:ln xmlns:a="http://schemas.openxmlformats.org/drawingml/2006/main" w="9525">
            <a:solidFill>
              <a:srgbClr val="1572C3"/>
            </a:solidFill>
          </a:ln>
        </p:spPr>
      </p:sp>
      <p:sp>
        <p:nvSpPr>
          <p:cNvPr id="60" name="wire-148">
            <a:extLst xmlns:a="http://schemas.openxmlformats.org/drawingml/2006/main">
              <a:ext uri="{FF2B5EF4-FFF2-40B4-BE49-F238E27FC236}">
                <a16:creationId xmlns:a16="http://schemas.microsoft.com/office/drawing/2014/main" id="{346D352A-006B-4AE3-98BB-6AA32BED176C}"/>
              </a:ext>
            </a:extLst>
          </p:cNvPr>
          <p:cNvSpPr>
            <a:spLocks xmlns:a="http://schemas.openxmlformats.org/drawingml/2006/main" noGrp="1"/>
          </p:cNvSpPr>
          <p:nvPr/>
        </p:nvSpPr>
        <p:spPr>
          <a:xfrm xmlns:a="http://schemas.openxmlformats.org/drawingml/2006/main">
            <a:off x="7181850" y="4171950"/>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22860">
            <a:solidFill>
              <a:srgbClr val="B9BEC6"/>
            </a:solidFill>
          </a:ln>
        </p:spPr>
      </p:sp>
      <p:sp>
        <p:nvSpPr>
          <p:cNvPr id="61" name="wire-149">
            <a:extLst xmlns:a="http://schemas.openxmlformats.org/drawingml/2006/main">
              <a:ext uri="{FF2B5EF4-FFF2-40B4-BE49-F238E27FC236}">
                <a16:creationId xmlns:a16="http://schemas.microsoft.com/office/drawing/2014/main" id="{ED1C7234-288D-4A22-9CD1-E4868E2CA84E}"/>
              </a:ext>
            </a:extLst>
          </p:cNvPr>
          <p:cNvSpPr>
            <a:spLocks xmlns:a="http://schemas.openxmlformats.org/drawingml/2006/main" noGrp="1"/>
          </p:cNvSpPr>
          <p:nvPr/>
        </p:nvSpPr>
        <p:spPr>
          <a:xfrm xmlns:a="http://schemas.openxmlformats.org/drawingml/2006/main">
            <a:off x="7486650" y="4171950"/>
            <a:ext cx="9525" cy="1981200"/>
          </a:xfrm>
          <a:custGeom xmlns:a="http://schemas.openxmlformats.org/drawingml/2006/main">
            <a:pathLst>
              <a:path w="9525" h="1981200">
                <a:moveTo>
                  <a:pt x="0" y="0"/>
                </a:moveTo>
                <a:lnTo>
                  <a:pt x="0" y="1981200"/>
                </a:lnTo>
              </a:path>
            </a:pathLst>
          </a:custGeom>
          <a:noFill xmlns:a="http://schemas.openxmlformats.org/drawingml/2006/main"/>
          <a:ln xmlns:a="http://schemas.openxmlformats.org/drawingml/2006/main" w="22860">
            <a:solidFill>
              <a:srgbClr val="B9BEC6"/>
            </a:solidFill>
          </a:ln>
        </p:spPr>
      </p:sp>
      <p:sp>
        <p:nvSpPr>
          <p:cNvPr id="62" name="wire-150">
            <a:extLst xmlns:a="http://schemas.openxmlformats.org/drawingml/2006/main">
              <a:ext uri="{FF2B5EF4-FFF2-40B4-BE49-F238E27FC236}">
                <a16:creationId xmlns:a16="http://schemas.microsoft.com/office/drawing/2014/main" id="{99BAE412-0E2A-4146-A175-F6E21EB8ACD7}"/>
              </a:ext>
            </a:extLst>
          </p:cNvPr>
          <p:cNvSpPr>
            <a:spLocks xmlns:a="http://schemas.openxmlformats.org/drawingml/2006/main" noGrp="1"/>
          </p:cNvSpPr>
          <p:nvPr/>
        </p:nvSpPr>
        <p:spPr>
          <a:xfrm xmlns:a="http://schemas.openxmlformats.org/drawingml/2006/main">
            <a:off x="704850" y="6153150"/>
            <a:ext cx="6781800" cy="9525"/>
          </a:xfrm>
          <a:custGeom xmlns:a="http://schemas.openxmlformats.org/drawingml/2006/main">
            <a:pathLst>
              <a:path w="6781800" h="9525">
                <a:moveTo>
                  <a:pt x="6781800" y="0"/>
                </a:moveTo>
                <a:lnTo>
                  <a:pt x="0" y="0"/>
                </a:lnTo>
              </a:path>
            </a:pathLst>
          </a:custGeom>
          <a:noFill xmlns:a="http://schemas.openxmlformats.org/drawingml/2006/main"/>
          <a:ln xmlns:a="http://schemas.openxmlformats.org/drawingml/2006/main" w="22860">
            <a:solidFill>
              <a:srgbClr val="B9BEC6"/>
            </a:solidFill>
          </a:ln>
        </p:spPr>
      </p:sp>
      <p:sp>
        <p:nvSpPr>
          <p:cNvPr id="63" name="wire-151">
            <a:extLst xmlns:a="http://schemas.openxmlformats.org/drawingml/2006/main">
              <a:ext uri="{FF2B5EF4-FFF2-40B4-BE49-F238E27FC236}">
                <a16:creationId xmlns:a16="http://schemas.microsoft.com/office/drawing/2014/main" id="{49D2652D-5FEC-42B4-A6F7-732CBE9482B7}"/>
              </a:ext>
            </a:extLst>
          </p:cNvPr>
          <p:cNvSpPr>
            <a:spLocks xmlns:a="http://schemas.openxmlformats.org/drawingml/2006/main" noGrp="1"/>
          </p:cNvSpPr>
          <p:nvPr/>
        </p:nvSpPr>
        <p:spPr>
          <a:xfrm xmlns:a="http://schemas.openxmlformats.org/drawingml/2006/main">
            <a:off x="704850" y="4838700"/>
            <a:ext cx="9525" cy="1314450"/>
          </a:xfrm>
          <a:custGeom xmlns:a="http://schemas.openxmlformats.org/drawingml/2006/main">
            <a:pathLst>
              <a:path w="9525" h="1314450">
                <a:moveTo>
                  <a:pt x="0" y="1314450"/>
                </a:moveTo>
                <a:lnTo>
                  <a:pt x="0" y="0"/>
                </a:lnTo>
              </a:path>
            </a:pathLst>
          </a:custGeom>
          <a:noFill xmlns:a="http://schemas.openxmlformats.org/drawingml/2006/main"/>
          <a:ln xmlns:a="http://schemas.openxmlformats.org/drawingml/2006/main" w="22860">
            <a:solidFill>
              <a:srgbClr val="B9BEC6"/>
            </a:solidFill>
          </a:ln>
        </p:spPr>
      </p:sp>
      <p:sp>
        <p:nvSpPr>
          <p:cNvPr id="64" name="wire-152">
            <a:extLst xmlns:a="http://schemas.openxmlformats.org/drawingml/2006/main">
              <a:ext uri="{FF2B5EF4-FFF2-40B4-BE49-F238E27FC236}">
                <a16:creationId xmlns:a16="http://schemas.microsoft.com/office/drawing/2014/main" id="{C2F39518-24E2-4D93-9CF9-C18C6C722D29}"/>
              </a:ext>
            </a:extLst>
          </p:cNvPr>
          <p:cNvSpPr>
            <a:spLocks xmlns:a="http://schemas.openxmlformats.org/drawingml/2006/main" noGrp="1"/>
          </p:cNvSpPr>
          <p:nvPr/>
        </p:nvSpPr>
        <p:spPr>
          <a:xfrm xmlns:a="http://schemas.openxmlformats.org/drawingml/2006/main">
            <a:off x="704850" y="4838700"/>
            <a:ext cx="514350" cy="9525"/>
          </a:xfrm>
          <a:custGeom xmlns:a="http://schemas.openxmlformats.org/drawingml/2006/main">
            <a:pathLst>
              <a:path w="514350" h="9525">
                <a:moveTo>
                  <a:pt x="0" y="0"/>
                </a:moveTo>
                <a:lnTo>
                  <a:pt x="514350" y="0"/>
                </a:lnTo>
              </a:path>
            </a:pathLst>
          </a:custGeom>
          <a:noFill xmlns:a="http://schemas.openxmlformats.org/drawingml/2006/main"/>
          <a:ln xmlns:a="http://schemas.openxmlformats.org/drawingml/2006/main" w="22860">
            <a:solidFill>
              <a:srgbClr val="B9BEC6"/>
            </a:solidFill>
          </a:ln>
        </p:spPr>
      </p:sp>
      <p:sp>
        <p:nvSpPr>
          <p:cNvPr id="65" name="circuit-153">
            <a:extLst xmlns:a="http://schemas.openxmlformats.org/drawingml/2006/main">
              <a:ext uri="{FF2B5EF4-FFF2-40B4-BE49-F238E27FC236}">
                <a16:creationId xmlns:a16="http://schemas.microsoft.com/office/drawing/2014/main" id="{5FC94D08-32EA-4DE6-9F13-FFAA29590985}"/>
              </a:ext>
            </a:extLst>
          </p:cNvPr>
          <p:cNvSpPr>
            <a:spLocks xmlns:a="http://schemas.openxmlformats.org/drawingml/2006/main" noGrp="1"/>
          </p:cNvSpPr>
          <p:nvPr/>
        </p:nvSpPr>
        <p:spPr>
          <a:xfrm xmlns:a="http://schemas.openxmlformats.org/drawingml/2006/main">
            <a:off x="1123950" y="48006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B9BEC6"/>
          </a:solidFill>
          <a:ln xmlns:a="http://schemas.openxmlformats.org/drawingml/2006/main" w="9525">
            <a:solidFill>
              <a:srgbClr val="B9BEC6"/>
            </a:solidFill>
          </a:ln>
        </p:spPr>
      </p:sp>
      <p:sp>
        <p:nvSpPr>
          <p:cNvPr id="66" name="text-154">
            <a:extLst xmlns:a="http://schemas.openxmlformats.org/drawingml/2006/main">
              <a:ext uri="{FF2B5EF4-FFF2-40B4-BE49-F238E27FC236}">
                <a16:creationId xmlns:a16="http://schemas.microsoft.com/office/drawing/2014/main" id="{CEA041B7-52B9-4075-AA8A-A039F3D36A58}"/>
              </a:ext>
            </a:extLst>
          </p:cNvPr>
          <p:cNvSpPr>
            <a:spLocks xmlns:a="http://schemas.openxmlformats.org/drawingml/2006/main" noGrp="1"/>
          </p:cNvSpPr>
          <p:nvPr/>
        </p:nvSpPr>
        <p:spPr>
          <a:xfrm xmlns:a="http://schemas.openxmlformats.org/drawingml/2006/main">
            <a:off x="3476625" y="6153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B9BEC6"/>
                </a:solidFill>
                <a:latin typeface="Yu Gothic"/>
                <a:ea typeface="Yu Gothic"/>
                <a:cs typeface="Yu Gothic"/>
              </a:defRPr>
            </a:defPPr>
            <a:lvl1pPr algn="ctr">
              <a:defRPr sz="1275" b="0">
                <a:solidFill>
                  <a:srgbClr val="B9BEC6"/>
                </a:solidFill>
                <a:latin typeface="Yu Gothic"/>
                <a:ea typeface="Yu Gothic"/>
                <a:cs typeface="Yu Gothic"/>
              </a:defRPr>
            </a:lvl1pPr>
            <a:lvl2pPr algn="ctr">
              <a:defRPr sz="1275" b="0">
                <a:solidFill>
                  <a:srgbClr val="B9BEC6"/>
                </a:solidFill>
                <a:latin typeface="Yu Gothic"/>
                <a:ea typeface="Yu Gothic"/>
                <a:cs typeface="Yu Gothic"/>
              </a:defRPr>
            </a:lvl2pPr>
            <a:lvl3pPr algn="ctr">
              <a:defRPr sz="1275" b="0">
                <a:solidFill>
                  <a:srgbClr val="B9BEC6"/>
                </a:solidFill>
                <a:latin typeface="Yu Gothic"/>
                <a:ea typeface="Yu Gothic"/>
                <a:cs typeface="Yu Gothic"/>
              </a:defRPr>
            </a:lvl3pPr>
            <a:lvl4pPr algn="ctr">
              <a:defRPr sz="1275" b="0">
                <a:solidFill>
                  <a:srgbClr val="B9BEC6"/>
                </a:solidFill>
                <a:latin typeface="Yu Gothic"/>
                <a:ea typeface="Yu Gothic"/>
                <a:cs typeface="Yu Gothic"/>
              </a:defRPr>
            </a:lvl4pPr>
            <a:lvl5pPr algn="ctr">
              <a:defRPr sz="1275" b="0">
                <a:solidFill>
                  <a:srgbClr val="B9BEC6"/>
                </a:solidFill>
                <a:latin typeface="Yu Gothic"/>
                <a:ea typeface="Yu Gothic"/>
                <a:cs typeface="Yu Gothic"/>
              </a:defRPr>
            </a:lvl5pPr>
            <a:lvl6pPr algn="ctr">
              <a:defRPr sz="1275" b="0">
                <a:solidFill>
                  <a:srgbClr val="B9BEC6"/>
                </a:solidFill>
                <a:latin typeface="Yu Gothic"/>
                <a:ea typeface="Yu Gothic"/>
                <a:cs typeface="Yu Gothic"/>
              </a:defRPr>
            </a:lvl6pPr>
            <a:lvl7pPr algn="ctr">
              <a:defRPr sz="1275" b="0">
                <a:solidFill>
                  <a:srgbClr val="B9BEC6"/>
                </a:solidFill>
                <a:latin typeface="Yu Gothic"/>
                <a:ea typeface="Yu Gothic"/>
                <a:cs typeface="Yu Gothic"/>
              </a:defRPr>
            </a:lvl7pPr>
            <a:lvl8pPr algn="ctr">
              <a:defRPr sz="1275" b="0">
                <a:solidFill>
                  <a:srgbClr val="B9BEC6"/>
                </a:solidFill>
                <a:latin typeface="Yu Gothic"/>
                <a:ea typeface="Yu Gothic"/>
                <a:cs typeface="Yu Gothic"/>
              </a:defRPr>
            </a:lvl8pPr>
            <a:lvl9pPr algn="ctr">
              <a:defRPr sz="1275" b="0">
                <a:solidFill>
                  <a:srgbClr val="B9BEC6"/>
                </a:solidFill>
                <a:latin typeface="Yu Gothic"/>
                <a:ea typeface="Yu Gothic"/>
                <a:cs typeface="Yu Gothic"/>
              </a:defRPr>
            </a:lvl9pPr>
          </a:lstStyle>
          <a:p xmlns:a="http://schemas.openxmlformats.org/drawingml/2006/main">
            <a:pPr algn="ctr">
              <a:defRPr sz="1275" b="0">
                <a:solidFill>
                  <a:srgbClr val="B9BEC6"/>
                </a:solidFill>
                <a:latin typeface="Yu Gothic"/>
                <a:ea typeface="Yu Gothic"/>
                <a:cs typeface="Yu Gothic"/>
              </a:defRPr>
            </a:pPr>
            <a:r>
              <a:rPr sz="1275" b="0">
                <a:solidFill>
                  <a:srgbClr val="B9BEC6"/>
                </a:solidFill>
                <a:latin typeface="Yu Gothic"/>
                <a:ea typeface="Yu Gothic"/>
                <a:cs typeface="Yu Gothic"/>
              </a:rPr>
              <a:t>この命令では保存しない</a:t>
            </a:r>
          </a:p>
        </p:txBody>
      </p:sp>
      <p:sp>
        <p:nvSpPr>
          <p:cNvPr id="67" name="text-155">
            <a:extLst xmlns:a="http://schemas.openxmlformats.org/drawingml/2006/main">
              <a:ext uri="{FF2B5EF4-FFF2-40B4-BE49-F238E27FC236}">
                <a16:creationId xmlns:a16="http://schemas.microsoft.com/office/drawing/2014/main" id="{0A37B815-ADC2-40A3-B6C1-D6EC14220AB6}"/>
              </a:ext>
            </a:extLst>
          </p:cNvPr>
          <p:cNvSpPr>
            <a:spLocks xmlns:a="http://schemas.openxmlformats.org/drawingml/2006/main" noGrp="1"/>
          </p:cNvSpPr>
          <p:nvPr/>
        </p:nvSpPr>
        <p:spPr>
          <a:xfrm xmlns:a="http://schemas.openxmlformats.org/drawingml/2006/main">
            <a:off x="8096250" y="2409825"/>
            <a:ext cx="3476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1">
                <a:solidFill>
                  <a:srgbClr val="231F20"/>
                </a:solidFill>
                <a:latin typeface="Yu Gothic"/>
                <a:ea typeface="Yu Gothic"/>
                <a:cs typeface="Yu Gothic"/>
              </a:defRPr>
            </a:defPPr>
            <a:lvl1pPr algn="l">
              <a:defRPr sz="2100" b="1">
                <a:solidFill>
                  <a:srgbClr val="231F20"/>
                </a:solidFill>
                <a:latin typeface="Yu Gothic"/>
                <a:ea typeface="Yu Gothic"/>
                <a:cs typeface="Yu Gothic"/>
              </a:defRPr>
            </a:lvl1pPr>
            <a:lvl2pPr algn="l">
              <a:defRPr sz="2100" b="1">
                <a:solidFill>
                  <a:srgbClr val="231F20"/>
                </a:solidFill>
                <a:latin typeface="Yu Gothic"/>
                <a:ea typeface="Yu Gothic"/>
                <a:cs typeface="Yu Gothic"/>
              </a:defRPr>
            </a:lvl2pPr>
            <a:lvl3pPr algn="l">
              <a:defRPr sz="2100" b="1">
                <a:solidFill>
                  <a:srgbClr val="231F20"/>
                </a:solidFill>
                <a:latin typeface="Yu Gothic"/>
                <a:ea typeface="Yu Gothic"/>
                <a:cs typeface="Yu Gothic"/>
              </a:defRPr>
            </a:lvl3pPr>
            <a:lvl4pPr algn="l">
              <a:defRPr sz="2100" b="1">
                <a:solidFill>
                  <a:srgbClr val="231F20"/>
                </a:solidFill>
                <a:latin typeface="Yu Gothic"/>
                <a:ea typeface="Yu Gothic"/>
                <a:cs typeface="Yu Gothic"/>
              </a:defRPr>
            </a:lvl4pPr>
            <a:lvl5pPr algn="l">
              <a:defRPr sz="2100" b="1">
                <a:solidFill>
                  <a:srgbClr val="231F20"/>
                </a:solidFill>
                <a:latin typeface="Yu Gothic"/>
                <a:ea typeface="Yu Gothic"/>
                <a:cs typeface="Yu Gothic"/>
              </a:defRPr>
            </a:lvl5pPr>
            <a:lvl6pPr algn="l">
              <a:defRPr sz="2100" b="1">
                <a:solidFill>
                  <a:srgbClr val="231F20"/>
                </a:solidFill>
                <a:latin typeface="Yu Gothic"/>
                <a:ea typeface="Yu Gothic"/>
                <a:cs typeface="Yu Gothic"/>
              </a:defRPr>
            </a:lvl6pPr>
            <a:lvl7pPr algn="l">
              <a:defRPr sz="2100" b="1">
                <a:solidFill>
                  <a:srgbClr val="231F20"/>
                </a:solidFill>
                <a:latin typeface="Yu Gothic"/>
                <a:ea typeface="Yu Gothic"/>
                <a:cs typeface="Yu Gothic"/>
              </a:defRPr>
            </a:lvl7pPr>
            <a:lvl8pPr algn="l">
              <a:defRPr sz="2100" b="1">
                <a:solidFill>
                  <a:srgbClr val="231F20"/>
                </a:solidFill>
                <a:latin typeface="Yu Gothic"/>
                <a:ea typeface="Yu Gothic"/>
                <a:cs typeface="Yu Gothic"/>
              </a:defRPr>
            </a:lvl8pPr>
            <a:lvl9pPr algn="l">
              <a:defRPr sz="2100" b="1">
                <a:solidFill>
                  <a:srgbClr val="231F20"/>
                </a:solidFill>
                <a:latin typeface="Yu Gothic"/>
                <a:ea typeface="Yu Gothic"/>
                <a:cs typeface="Yu Gothic"/>
              </a:defRPr>
            </a:lvl9pPr>
          </a:lstStyle>
          <a:p xmlns:a="http://schemas.openxmlformats.org/drawingml/2006/main">
            <a:pPr algn="l">
              <a:defRPr sz="2100" b="1">
                <a:solidFill>
                  <a:srgbClr val="231F20"/>
                </a:solidFill>
                <a:latin typeface="Yu Gothic"/>
                <a:ea typeface="Yu Gothic"/>
                <a:cs typeface="Yu Gothic"/>
              </a:defRPr>
            </a:pPr>
            <a:r>
              <a:rPr sz="2100" b="1">
                <a:solidFill>
                  <a:srgbClr val="231F20"/>
                </a:solidFill>
                <a:latin typeface="Yu Gothic"/>
                <a:ea typeface="Yu Gothic"/>
                <a:cs typeface="Yu Gothic"/>
              </a:rPr>
              <a:t>番地を作る線は同じ</a:t>
            </a:r>
          </a:p>
          <a:p xmlns:a="http://schemas.openxmlformats.org/drawingml/2006/main">
            <a:pPr algn="l">
              <a:defRPr sz="2100" b="1">
                <a:solidFill>
                  <a:srgbClr val="231F20"/>
                </a:solidFill>
                <a:latin typeface="Yu Gothic"/>
                <a:ea typeface="Yu Gothic"/>
                <a:cs typeface="Yu Gothic"/>
              </a:defRPr>
            </a:pPr>
            <a:r>
              <a:rPr sz="2100" b="1">
                <a:solidFill>
                  <a:srgbClr val="231F20"/>
                </a:solidFill>
                <a:latin typeface="Yu Gothic"/>
                <a:ea typeface="Yu Gothic"/>
                <a:cs typeface="Yu Gothic"/>
              </a:rPr>
              <a:t>0 + 4 = 4</a:t>
            </a:r>
          </a:p>
        </p:txBody>
      </p:sp>
      <p:sp>
        <p:nvSpPr>
          <p:cNvPr id="68" name="text-156">
            <a:extLst xmlns:a="http://schemas.openxmlformats.org/drawingml/2006/main">
              <a:ext uri="{FF2B5EF4-FFF2-40B4-BE49-F238E27FC236}">
                <a16:creationId xmlns:a16="http://schemas.microsoft.com/office/drawing/2014/main" id="{2BA706E8-1F0F-49BE-8A8C-9BB37B8160B0}"/>
              </a:ext>
            </a:extLst>
          </p:cNvPr>
          <p:cNvSpPr>
            <a:spLocks xmlns:a="http://schemas.openxmlformats.org/drawingml/2006/main" noGrp="1"/>
          </p:cNvSpPr>
          <p:nvPr/>
        </p:nvSpPr>
        <p:spPr>
          <a:xfrm xmlns:a="http://schemas.openxmlformats.org/drawingml/2006/main">
            <a:off x="8096250" y="3695700"/>
            <a:ext cx="3476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1">
                <a:solidFill>
                  <a:srgbClr val="1572C3"/>
                </a:solidFill>
                <a:latin typeface="Yu Gothic"/>
                <a:ea typeface="Yu Gothic"/>
                <a:cs typeface="Yu Gothic"/>
              </a:defRPr>
            </a:defPPr>
            <a:lvl1pPr algn="l">
              <a:defRPr sz="1950" b="1">
                <a:solidFill>
                  <a:srgbClr val="1572C3"/>
                </a:solidFill>
                <a:latin typeface="Yu Gothic"/>
                <a:ea typeface="Yu Gothic"/>
                <a:cs typeface="Yu Gothic"/>
              </a:defRPr>
            </a:lvl1pPr>
            <a:lvl2pPr algn="l">
              <a:defRPr sz="1950" b="1">
                <a:solidFill>
                  <a:srgbClr val="1572C3"/>
                </a:solidFill>
                <a:latin typeface="Yu Gothic"/>
                <a:ea typeface="Yu Gothic"/>
                <a:cs typeface="Yu Gothic"/>
              </a:defRPr>
            </a:lvl2pPr>
            <a:lvl3pPr algn="l">
              <a:defRPr sz="1950" b="1">
                <a:solidFill>
                  <a:srgbClr val="1572C3"/>
                </a:solidFill>
                <a:latin typeface="Yu Gothic"/>
                <a:ea typeface="Yu Gothic"/>
                <a:cs typeface="Yu Gothic"/>
              </a:defRPr>
            </a:lvl3pPr>
            <a:lvl4pPr algn="l">
              <a:defRPr sz="1950" b="1">
                <a:solidFill>
                  <a:srgbClr val="1572C3"/>
                </a:solidFill>
                <a:latin typeface="Yu Gothic"/>
                <a:ea typeface="Yu Gothic"/>
                <a:cs typeface="Yu Gothic"/>
              </a:defRPr>
            </a:lvl4pPr>
            <a:lvl5pPr algn="l">
              <a:defRPr sz="1950" b="1">
                <a:solidFill>
                  <a:srgbClr val="1572C3"/>
                </a:solidFill>
                <a:latin typeface="Yu Gothic"/>
                <a:ea typeface="Yu Gothic"/>
                <a:cs typeface="Yu Gothic"/>
              </a:defRPr>
            </a:lvl5pPr>
            <a:lvl6pPr algn="l">
              <a:defRPr sz="1950" b="1">
                <a:solidFill>
                  <a:srgbClr val="1572C3"/>
                </a:solidFill>
                <a:latin typeface="Yu Gothic"/>
                <a:ea typeface="Yu Gothic"/>
                <a:cs typeface="Yu Gothic"/>
              </a:defRPr>
            </a:lvl6pPr>
            <a:lvl7pPr algn="l">
              <a:defRPr sz="1950" b="1">
                <a:solidFill>
                  <a:srgbClr val="1572C3"/>
                </a:solidFill>
                <a:latin typeface="Yu Gothic"/>
                <a:ea typeface="Yu Gothic"/>
                <a:cs typeface="Yu Gothic"/>
              </a:defRPr>
            </a:lvl7pPr>
            <a:lvl8pPr algn="l">
              <a:defRPr sz="1950" b="1">
                <a:solidFill>
                  <a:srgbClr val="1572C3"/>
                </a:solidFill>
                <a:latin typeface="Yu Gothic"/>
                <a:ea typeface="Yu Gothic"/>
                <a:cs typeface="Yu Gothic"/>
              </a:defRPr>
            </a:lvl8pPr>
            <a:lvl9pPr algn="l">
              <a:defRPr sz="1950" b="1">
                <a:solidFill>
                  <a:srgbClr val="1572C3"/>
                </a:solidFill>
                <a:latin typeface="Yu Gothic"/>
                <a:ea typeface="Yu Gothic"/>
                <a:cs typeface="Yu Gothic"/>
              </a:defRPr>
            </a:lvl9pPr>
          </a:lstStyle>
          <a:p xmlns:a="http://schemas.openxmlformats.org/drawingml/2006/main">
            <a:pPr algn="l">
              <a:defRPr sz="1950" b="1">
                <a:solidFill>
                  <a:srgbClr val="1572C3"/>
                </a:solidFill>
                <a:latin typeface="Yu Gothic"/>
                <a:ea typeface="Yu Gothic"/>
                <a:cs typeface="Yu Gothic"/>
              </a:defRPr>
            </a:pPr>
            <a:r>
              <a:rPr sz="1950" b="1">
                <a:solidFill>
                  <a:srgbClr val="1572C3"/>
                </a:solidFill>
                <a:latin typeface="Yu Gothic"/>
                <a:ea typeface="Yu Gothic"/>
                <a:cs typeface="Yu Gothic"/>
              </a:rPr>
              <a:t>追加する経路</a:t>
            </a:r>
          </a:p>
          <a:p xmlns:a="http://schemas.openxmlformats.org/drawingml/2006/main">
            <a:pPr algn="l">
              <a:defRPr sz="1950" b="1">
                <a:solidFill>
                  <a:srgbClr val="1572C3"/>
                </a:solidFill>
                <a:latin typeface="Yu Gothic"/>
                <a:ea typeface="Yu Gothic"/>
                <a:cs typeface="Yu Gothic"/>
              </a:defRPr>
            </a:pPr>
            <a:r>
              <a:rPr sz="1950" b="1">
                <a:solidFill>
                  <a:srgbClr val="1572C3"/>
                </a:solidFill>
                <a:latin typeface="Yu Gothic"/>
                <a:ea typeface="Yu Gothic"/>
                <a:cs typeface="Yu Gothic"/>
              </a:rPr>
              <a:t>x1の値 → メモリのWD</a:t>
            </a:r>
          </a:p>
        </p:txBody>
      </p:sp>
      <p:sp>
        <p:nvSpPr>
          <p:cNvPr id="69" name="text-157">
            <a:extLst xmlns:a="http://schemas.openxmlformats.org/drawingml/2006/main">
              <a:ext uri="{FF2B5EF4-FFF2-40B4-BE49-F238E27FC236}">
                <a16:creationId xmlns:a16="http://schemas.microsoft.com/office/drawing/2014/main" id="{256B9287-D786-4D56-8F71-C042A9E49B4F}"/>
              </a:ext>
            </a:extLst>
          </p:cNvPr>
          <p:cNvSpPr>
            <a:spLocks xmlns:a="http://schemas.openxmlformats.org/drawingml/2006/main" noGrp="1"/>
          </p:cNvSpPr>
          <p:nvPr/>
        </p:nvSpPr>
        <p:spPr>
          <a:xfrm xmlns:a="http://schemas.openxmlformats.org/drawingml/2006/main">
            <a:off x="8096250" y="5019675"/>
            <a:ext cx="3476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231F20"/>
                </a:solidFill>
                <a:latin typeface="Yu Gothic"/>
                <a:ea typeface="Yu Gothic"/>
                <a:cs typeface="Yu Gothic"/>
              </a:defRPr>
            </a:defPPr>
            <a:lvl1pPr algn="l">
              <a:defRPr sz="1875" b="0">
                <a:solidFill>
                  <a:srgbClr val="231F20"/>
                </a:solidFill>
                <a:latin typeface="Yu Gothic"/>
                <a:ea typeface="Yu Gothic"/>
                <a:cs typeface="Yu Gothic"/>
              </a:defRPr>
            </a:lvl1pPr>
            <a:lvl2pPr algn="l">
              <a:defRPr sz="1875" b="0">
                <a:solidFill>
                  <a:srgbClr val="231F20"/>
                </a:solidFill>
                <a:latin typeface="Yu Gothic"/>
                <a:ea typeface="Yu Gothic"/>
                <a:cs typeface="Yu Gothic"/>
              </a:defRPr>
            </a:lvl2pPr>
            <a:lvl3pPr algn="l">
              <a:defRPr sz="1875" b="0">
                <a:solidFill>
                  <a:srgbClr val="231F20"/>
                </a:solidFill>
                <a:latin typeface="Yu Gothic"/>
                <a:ea typeface="Yu Gothic"/>
                <a:cs typeface="Yu Gothic"/>
              </a:defRPr>
            </a:lvl3pPr>
            <a:lvl4pPr algn="l">
              <a:defRPr sz="1875" b="0">
                <a:solidFill>
                  <a:srgbClr val="231F20"/>
                </a:solidFill>
                <a:latin typeface="Yu Gothic"/>
                <a:ea typeface="Yu Gothic"/>
                <a:cs typeface="Yu Gothic"/>
              </a:defRPr>
            </a:lvl4pPr>
            <a:lvl5pPr algn="l">
              <a:defRPr sz="1875" b="0">
                <a:solidFill>
                  <a:srgbClr val="231F20"/>
                </a:solidFill>
                <a:latin typeface="Yu Gothic"/>
                <a:ea typeface="Yu Gothic"/>
                <a:cs typeface="Yu Gothic"/>
              </a:defRPr>
            </a:lvl5pPr>
            <a:lvl6pPr algn="l">
              <a:defRPr sz="1875" b="0">
                <a:solidFill>
                  <a:srgbClr val="231F20"/>
                </a:solidFill>
                <a:latin typeface="Yu Gothic"/>
                <a:ea typeface="Yu Gothic"/>
                <a:cs typeface="Yu Gothic"/>
              </a:defRPr>
            </a:lvl6pPr>
            <a:lvl7pPr algn="l">
              <a:defRPr sz="1875" b="0">
                <a:solidFill>
                  <a:srgbClr val="231F20"/>
                </a:solidFill>
                <a:latin typeface="Yu Gothic"/>
                <a:ea typeface="Yu Gothic"/>
                <a:cs typeface="Yu Gothic"/>
              </a:defRPr>
            </a:lvl7pPr>
            <a:lvl8pPr algn="l">
              <a:defRPr sz="1875" b="0">
                <a:solidFill>
                  <a:srgbClr val="231F20"/>
                </a:solidFill>
                <a:latin typeface="Yu Gothic"/>
                <a:ea typeface="Yu Gothic"/>
                <a:cs typeface="Yu Gothic"/>
              </a:defRPr>
            </a:lvl8pPr>
            <a:lvl9pPr algn="l">
              <a:defRPr sz="1875" b="0">
                <a:solidFill>
                  <a:srgbClr val="231F20"/>
                </a:solidFill>
                <a:latin typeface="Yu Gothic"/>
                <a:ea typeface="Yu Gothic"/>
                <a:cs typeface="Yu Gothic"/>
              </a:defRPr>
            </a:lvl9pPr>
          </a:lstStyle>
          <a:p xmlns:a="http://schemas.openxmlformats.org/drawingml/2006/main">
            <a:pPr algn="l">
              <a:defRPr sz="1875" b="0">
                <a:solidFill>
                  <a:srgbClr val="231F20"/>
                </a:solidFill>
                <a:latin typeface="Yu Gothic"/>
                <a:ea typeface="Yu Gothic"/>
                <a:cs typeface="Yu Gothic"/>
              </a:defRPr>
            </a:pPr>
            <a:r>
              <a:rPr sz="1875" b="0">
                <a:solidFill>
                  <a:srgbClr val="231F20"/>
                </a:solidFill>
                <a:latin typeface="Yu Gothic"/>
                <a:ea typeface="Yu Gothic"/>
                <a:cs typeface="Yu Gothic"/>
              </a:rPr>
              <a:t>メモリへ保存：許可1</a:t>
            </a:r>
          </a:p>
          <a:p xmlns:a="http://schemas.openxmlformats.org/drawingml/2006/main">
            <a:pPr algn="l">
              <a:defRPr sz="1875" b="0">
                <a:solidFill>
                  <a:srgbClr val="231F20"/>
                </a:solidFill>
                <a:latin typeface="Yu Gothic"/>
                <a:ea typeface="Yu Gothic"/>
                <a:cs typeface="Yu Gothic"/>
              </a:defRPr>
            </a:pPr>
            <a:r>
              <a:rPr sz="1875" b="0">
                <a:solidFill>
                  <a:srgbClr val="231F20"/>
                </a:solidFill>
                <a:latin typeface="Yu Gothic"/>
                <a:ea typeface="Yu Gothic"/>
                <a:cs typeface="Yu Gothic"/>
              </a:rPr>
              <a:t>レジスタへ保存：許可0</a:t>
            </a:r>
          </a:p>
        </p:txBody>
      </p:sp>
      <p:sp>
        <p:nvSpPr>
          <p:cNvPr id="70" name="text-158">
            <a:extLst xmlns:a="http://schemas.openxmlformats.org/drawingml/2006/main">
              <a:ext uri="{FF2B5EF4-FFF2-40B4-BE49-F238E27FC236}">
                <a16:creationId xmlns:a16="http://schemas.microsoft.com/office/drawing/2014/main" id="{AB6A36AC-8E1F-4ACA-A78B-8010A1F5435E}"/>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3</a:t>
            </a:r>
          </a:p>
        </p:txBody>
      </p:sp>
      <p:sp>
        <p:nvSpPr>
          <p:cNvPr id="71" name="text-159">
            <a:extLst xmlns:a="http://schemas.openxmlformats.org/drawingml/2006/main">
              <a:ext uri="{FF2B5EF4-FFF2-40B4-BE49-F238E27FC236}">
                <a16:creationId xmlns:a16="http://schemas.microsoft.com/office/drawing/2014/main" id="{888FD17E-A506-49D4-8D2C-743E288E3305}"/>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DDCA 図7.12のsw経路を抜粋。青線が今回書く値の経路。薄い灰色の帰り道は使わない</a:t>
            </a:r>
          </a:p>
        </p:txBody>
      </p:sp>
    </p:spTree>
    <p:extLst>
      <p:ext uri="{BB962C8B-B14F-4D97-AF65-F5344CB8AC3E}">
        <p14:creationId xmlns:p14="http://schemas.microsoft.com/office/powerpoint/2010/main" val="16261234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text-160">
            <a:extLst xmlns:a="http://schemas.openxmlformats.org/drawingml/2006/main">
              <a:ext uri="{FF2B5EF4-FFF2-40B4-BE49-F238E27FC236}">
                <a16:creationId xmlns:a16="http://schemas.microsoft.com/office/drawing/2014/main" id="{02AC1DEC-DA03-421F-9C85-A3DE2191C4B4}"/>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4</a:t>
            </a:r>
          </a:p>
        </p:txBody>
      </p:sp>
      <p:sp>
        <p:nvSpPr>
          <p:cNvPr id="2" name="text-161">
            <a:extLst xmlns:a="http://schemas.openxmlformats.org/drawingml/2006/main">
              <a:ext uri="{FF2B5EF4-FFF2-40B4-BE49-F238E27FC236}">
                <a16:creationId xmlns:a16="http://schemas.microsoft.com/office/drawing/2014/main" id="{F54C8D1F-E6D6-4841-92F4-49349094A8E0}"/>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メモリへの読み書きを、外部バスへ延ばす</a:t>
            </a:r>
          </a:p>
        </p:txBody>
      </p:sp>
      <p:sp>
        <p:nvSpPr>
          <p:cNvPr id="3" name="text-162">
            <a:extLst xmlns:a="http://schemas.openxmlformats.org/drawingml/2006/main">
              <a:ext uri="{FF2B5EF4-FFF2-40B4-BE49-F238E27FC236}">
                <a16:creationId xmlns:a16="http://schemas.microsoft.com/office/drawing/2014/main" id="{C2D5830E-39C4-4758-8A11-81EB1276A3A2}"/>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4</a:t>
            </a:r>
          </a:p>
        </p:txBody>
      </p:sp>
      <p:sp>
        <p:nvSpPr>
          <p:cNvPr id="4" name="text-163">
            <a:extLst xmlns:a="http://schemas.openxmlformats.org/drawingml/2006/main">
              <a:ext uri="{FF2B5EF4-FFF2-40B4-BE49-F238E27FC236}">
                <a16:creationId xmlns:a16="http://schemas.microsoft.com/office/drawing/2014/main" id="{F5A1E438-7207-4B6F-8AFB-E518E48C24FD}"/>
              </a:ext>
            </a:extLst>
          </p:cNvPr>
          <p:cNvSpPr>
            <a:spLocks xmlns:a="http://schemas.openxmlformats.org/drawingml/2006/main" noGrp="1"/>
          </p:cNvSpPr>
          <p:nvPr/>
        </p:nvSpPr>
        <p:spPr>
          <a:xfrm xmlns:a="http://schemas.openxmlformats.org/drawingml/2006/main">
            <a:off x="609600" y="129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1">
                <a:solidFill>
                  <a:srgbClr val="1572C3"/>
                </a:solidFill>
                <a:latin typeface="Yu Gothic"/>
                <a:ea typeface="Yu Gothic"/>
                <a:cs typeface="Yu Gothic"/>
              </a:defRPr>
            </a:defPPr>
            <a:lvl1pPr algn="l">
              <a:defRPr sz="2100" b="1">
                <a:solidFill>
                  <a:srgbClr val="1572C3"/>
                </a:solidFill>
                <a:latin typeface="Yu Gothic"/>
                <a:ea typeface="Yu Gothic"/>
                <a:cs typeface="Yu Gothic"/>
              </a:defRPr>
            </a:lvl1pPr>
            <a:lvl2pPr algn="l">
              <a:defRPr sz="2100" b="1">
                <a:solidFill>
                  <a:srgbClr val="1572C3"/>
                </a:solidFill>
                <a:latin typeface="Yu Gothic"/>
                <a:ea typeface="Yu Gothic"/>
                <a:cs typeface="Yu Gothic"/>
              </a:defRPr>
            </a:lvl2pPr>
            <a:lvl3pPr algn="l">
              <a:defRPr sz="2100" b="1">
                <a:solidFill>
                  <a:srgbClr val="1572C3"/>
                </a:solidFill>
                <a:latin typeface="Yu Gothic"/>
                <a:ea typeface="Yu Gothic"/>
                <a:cs typeface="Yu Gothic"/>
              </a:defRPr>
            </a:lvl3pPr>
            <a:lvl4pPr algn="l">
              <a:defRPr sz="2100" b="1">
                <a:solidFill>
                  <a:srgbClr val="1572C3"/>
                </a:solidFill>
                <a:latin typeface="Yu Gothic"/>
                <a:ea typeface="Yu Gothic"/>
                <a:cs typeface="Yu Gothic"/>
              </a:defRPr>
            </a:lvl4pPr>
            <a:lvl5pPr algn="l">
              <a:defRPr sz="2100" b="1">
                <a:solidFill>
                  <a:srgbClr val="1572C3"/>
                </a:solidFill>
                <a:latin typeface="Yu Gothic"/>
                <a:ea typeface="Yu Gothic"/>
                <a:cs typeface="Yu Gothic"/>
              </a:defRPr>
            </a:lvl5pPr>
            <a:lvl6pPr algn="l">
              <a:defRPr sz="2100" b="1">
                <a:solidFill>
                  <a:srgbClr val="1572C3"/>
                </a:solidFill>
                <a:latin typeface="Yu Gothic"/>
                <a:ea typeface="Yu Gothic"/>
                <a:cs typeface="Yu Gothic"/>
              </a:defRPr>
            </a:lvl6pPr>
            <a:lvl7pPr algn="l">
              <a:defRPr sz="2100" b="1">
                <a:solidFill>
                  <a:srgbClr val="1572C3"/>
                </a:solidFill>
                <a:latin typeface="Yu Gothic"/>
                <a:ea typeface="Yu Gothic"/>
                <a:cs typeface="Yu Gothic"/>
              </a:defRPr>
            </a:lvl7pPr>
            <a:lvl8pPr algn="l">
              <a:defRPr sz="2100" b="1">
                <a:solidFill>
                  <a:srgbClr val="1572C3"/>
                </a:solidFill>
                <a:latin typeface="Yu Gothic"/>
                <a:ea typeface="Yu Gothic"/>
                <a:cs typeface="Yu Gothic"/>
              </a:defRPr>
            </a:lvl8pPr>
            <a:lvl9pPr algn="l">
              <a:defRPr sz="2100" b="1">
                <a:solidFill>
                  <a:srgbClr val="1572C3"/>
                </a:solidFill>
                <a:latin typeface="Yu Gothic"/>
                <a:ea typeface="Yu Gothic"/>
                <a:cs typeface="Yu Gothic"/>
              </a:defRPr>
            </a:lvl9pPr>
          </a:lstStyle>
          <a:p xmlns:a="http://schemas.openxmlformats.org/drawingml/2006/main">
            <a:pPr algn="l">
              <a:defRPr sz="2100" b="1">
                <a:solidFill>
                  <a:srgbClr val="1572C3"/>
                </a:solidFill>
                <a:latin typeface="Yu Gothic"/>
                <a:ea typeface="Yu Gothic"/>
                <a:cs typeface="Yu Gothic"/>
              </a:defRPr>
            </a:pPr>
            <a:r>
              <a:rPr sz="2100" b="1">
                <a:solidFill>
                  <a:srgbClr val="1572C3"/>
                </a:solidFill>
                <a:latin typeface="Yu Gothic"/>
                <a:ea typeface="Yu Gothic"/>
                <a:cs typeface="Yu Gothic"/>
              </a:rPr>
              <a:t>sw x1, 0(x2)　：　基準番地B + 0 へ、値Dを書く</a:t>
            </a:r>
          </a:p>
        </p:txBody>
      </p:sp>
      <p:sp>
        <p:nvSpPr>
          <p:cNvPr id="5" name="block-164">
            <a:extLst xmlns:a="http://schemas.openxmlformats.org/drawingml/2006/main">
              <a:ext uri="{FF2B5EF4-FFF2-40B4-BE49-F238E27FC236}">
                <a16:creationId xmlns:a16="http://schemas.microsoft.com/office/drawing/2014/main" id="{3133FD65-06AD-440B-8FD2-9778ECCE928F}"/>
              </a:ext>
            </a:extLst>
          </p:cNvPr>
          <p:cNvSpPr>
            <a:spLocks xmlns:a="http://schemas.openxmlformats.org/drawingml/2006/main" noGrp="1"/>
          </p:cNvSpPr>
          <p:nvPr/>
        </p:nvSpPr>
        <p:spPr>
          <a:xfrm xmlns:a="http://schemas.openxmlformats.org/drawingml/2006/main">
            <a:off x="1219200" y="2838450"/>
            <a:ext cx="1676400" cy="2228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 name="text-165">
            <a:extLst xmlns:a="http://schemas.openxmlformats.org/drawingml/2006/main">
              <a:ext uri="{FF2B5EF4-FFF2-40B4-BE49-F238E27FC236}">
                <a16:creationId xmlns:a16="http://schemas.microsoft.com/office/drawing/2014/main" id="{3A1BC0D4-880C-4FCE-A18C-F74F8D06030D}"/>
              </a:ext>
            </a:extLst>
          </p:cNvPr>
          <p:cNvSpPr>
            <a:spLocks xmlns:a="http://schemas.openxmlformats.org/drawingml/2006/main" noGrp="1"/>
          </p:cNvSpPr>
          <p:nvPr/>
        </p:nvSpPr>
        <p:spPr>
          <a:xfrm xmlns:a="http://schemas.openxmlformats.org/drawingml/2006/main">
            <a:off x="1666875" y="3467100"/>
            <a:ext cx="1085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231F20"/>
                </a:solidFill>
                <a:latin typeface="Arial"/>
                <a:ea typeface="Arial"/>
                <a:cs typeface="Arial"/>
              </a:defRPr>
            </a:defPPr>
            <a:lvl1pPr algn="ctr">
              <a:defRPr sz="1500" b="1">
                <a:solidFill>
                  <a:srgbClr val="231F20"/>
                </a:solidFill>
                <a:latin typeface="Arial"/>
                <a:ea typeface="Arial"/>
                <a:cs typeface="Arial"/>
              </a:defRPr>
            </a:lvl1pPr>
            <a:lvl2pPr algn="ctr">
              <a:defRPr sz="1500" b="1">
                <a:solidFill>
                  <a:srgbClr val="231F20"/>
                </a:solidFill>
                <a:latin typeface="Arial"/>
                <a:ea typeface="Arial"/>
                <a:cs typeface="Arial"/>
              </a:defRPr>
            </a:lvl2pPr>
            <a:lvl3pPr algn="ctr">
              <a:defRPr sz="1500" b="1">
                <a:solidFill>
                  <a:srgbClr val="231F20"/>
                </a:solidFill>
                <a:latin typeface="Arial"/>
                <a:ea typeface="Arial"/>
                <a:cs typeface="Arial"/>
              </a:defRPr>
            </a:lvl3pPr>
            <a:lvl4pPr algn="ctr">
              <a:defRPr sz="1500" b="1">
                <a:solidFill>
                  <a:srgbClr val="231F20"/>
                </a:solidFill>
                <a:latin typeface="Arial"/>
                <a:ea typeface="Arial"/>
                <a:cs typeface="Arial"/>
              </a:defRPr>
            </a:lvl4pPr>
            <a:lvl5pPr algn="ctr">
              <a:defRPr sz="1500" b="1">
                <a:solidFill>
                  <a:srgbClr val="231F20"/>
                </a:solidFill>
                <a:latin typeface="Arial"/>
                <a:ea typeface="Arial"/>
                <a:cs typeface="Arial"/>
              </a:defRPr>
            </a:lvl5pPr>
            <a:lvl6pPr algn="ctr">
              <a:defRPr sz="1500" b="1">
                <a:solidFill>
                  <a:srgbClr val="231F20"/>
                </a:solidFill>
                <a:latin typeface="Arial"/>
                <a:ea typeface="Arial"/>
                <a:cs typeface="Arial"/>
              </a:defRPr>
            </a:lvl6pPr>
            <a:lvl7pPr algn="ctr">
              <a:defRPr sz="1500" b="1">
                <a:solidFill>
                  <a:srgbClr val="231F20"/>
                </a:solidFill>
                <a:latin typeface="Arial"/>
                <a:ea typeface="Arial"/>
                <a:cs typeface="Arial"/>
              </a:defRPr>
            </a:lvl7pPr>
            <a:lvl8pPr algn="ctr">
              <a:defRPr sz="1500" b="1">
                <a:solidFill>
                  <a:srgbClr val="231F20"/>
                </a:solidFill>
                <a:latin typeface="Arial"/>
                <a:ea typeface="Arial"/>
                <a:cs typeface="Arial"/>
              </a:defRPr>
            </a:lvl8pPr>
            <a:lvl9pPr algn="ctr">
              <a:defRPr sz="1500" b="1">
                <a:solidFill>
                  <a:srgbClr val="231F20"/>
                </a:solidFill>
                <a:latin typeface="Arial"/>
                <a:ea typeface="Arial"/>
                <a:cs typeface="Arial"/>
              </a:defRPr>
            </a:lvl9pPr>
          </a:lstStyle>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Register</a:t>
            </a:r>
          </a:p>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File</a:t>
            </a:r>
          </a:p>
        </p:txBody>
      </p:sp>
      <p:sp>
        <p:nvSpPr>
          <p:cNvPr id="7" name="text-166">
            <a:extLst xmlns:a="http://schemas.openxmlformats.org/drawingml/2006/main">
              <a:ext uri="{FF2B5EF4-FFF2-40B4-BE49-F238E27FC236}">
                <a16:creationId xmlns:a16="http://schemas.microsoft.com/office/drawing/2014/main" id="{5672F32B-8723-4479-BEA8-8BC8F5F675B4}"/>
              </a:ext>
            </a:extLst>
          </p:cNvPr>
          <p:cNvSpPr>
            <a:spLocks xmlns:a="http://schemas.openxmlformats.org/drawingml/2006/main" noGrp="1"/>
          </p:cNvSpPr>
          <p:nvPr/>
        </p:nvSpPr>
        <p:spPr>
          <a:xfrm xmlns:a="http://schemas.openxmlformats.org/drawingml/2006/main">
            <a:off x="131445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A1</a:t>
            </a:r>
          </a:p>
        </p:txBody>
      </p:sp>
      <p:sp>
        <p:nvSpPr>
          <p:cNvPr id="8" name="text-167">
            <a:extLst xmlns:a="http://schemas.openxmlformats.org/drawingml/2006/main">
              <a:ext uri="{FF2B5EF4-FFF2-40B4-BE49-F238E27FC236}">
                <a16:creationId xmlns:a16="http://schemas.microsoft.com/office/drawing/2014/main" id="{F98BABAB-4CE5-420C-8E0F-CFE597F4A8BD}"/>
              </a:ext>
            </a:extLst>
          </p:cNvPr>
          <p:cNvSpPr>
            <a:spLocks xmlns:a="http://schemas.openxmlformats.org/drawingml/2006/main" noGrp="1"/>
          </p:cNvSpPr>
          <p:nvPr/>
        </p:nvSpPr>
        <p:spPr>
          <a:xfrm xmlns:a="http://schemas.openxmlformats.org/drawingml/2006/main">
            <a:off x="131445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A2</a:t>
            </a:r>
          </a:p>
        </p:txBody>
      </p:sp>
      <p:sp>
        <p:nvSpPr>
          <p:cNvPr id="9" name="text-168">
            <a:extLst xmlns:a="http://schemas.openxmlformats.org/drawingml/2006/main">
              <a:ext uri="{FF2B5EF4-FFF2-40B4-BE49-F238E27FC236}">
                <a16:creationId xmlns:a16="http://schemas.microsoft.com/office/drawing/2014/main" id="{97385A12-CC59-49DD-907B-A0F324E9B90F}"/>
              </a:ext>
            </a:extLst>
          </p:cNvPr>
          <p:cNvSpPr>
            <a:spLocks xmlns:a="http://schemas.openxmlformats.org/drawingml/2006/main" noGrp="1"/>
          </p:cNvSpPr>
          <p:nvPr/>
        </p:nvSpPr>
        <p:spPr>
          <a:xfrm xmlns:a="http://schemas.openxmlformats.org/drawingml/2006/main">
            <a:off x="1314450" y="4286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A3</a:t>
            </a:r>
          </a:p>
        </p:txBody>
      </p:sp>
      <p:sp>
        <p:nvSpPr>
          <p:cNvPr id="10" name="text-169">
            <a:extLst xmlns:a="http://schemas.openxmlformats.org/drawingml/2006/main">
              <a:ext uri="{FF2B5EF4-FFF2-40B4-BE49-F238E27FC236}">
                <a16:creationId xmlns:a16="http://schemas.microsoft.com/office/drawing/2014/main" id="{CEB12CF5-6D6E-498A-9E9F-CE4A33DBAECA}"/>
              </a:ext>
            </a:extLst>
          </p:cNvPr>
          <p:cNvSpPr>
            <a:spLocks xmlns:a="http://schemas.openxmlformats.org/drawingml/2006/main" noGrp="1"/>
          </p:cNvSpPr>
          <p:nvPr/>
        </p:nvSpPr>
        <p:spPr>
          <a:xfrm xmlns:a="http://schemas.openxmlformats.org/drawingml/2006/main">
            <a:off x="1314450" y="47053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WD3</a:t>
            </a:r>
          </a:p>
        </p:txBody>
      </p:sp>
      <p:sp>
        <p:nvSpPr>
          <p:cNvPr id="11" name="text-170">
            <a:extLst xmlns:a="http://schemas.openxmlformats.org/drawingml/2006/main">
              <a:ext uri="{FF2B5EF4-FFF2-40B4-BE49-F238E27FC236}">
                <a16:creationId xmlns:a16="http://schemas.microsoft.com/office/drawing/2014/main" id="{B81A663F-F2E5-46DA-8EDF-E4C94EB6AE79}"/>
              </a:ext>
            </a:extLst>
          </p:cNvPr>
          <p:cNvSpPr>
            <a:spLocks xmlns:a="http://schemas.openxmlformats.org/drawingml/2006/main" noGrp="1"/>
          </p:cNvSpPr>
          <p:nvPr/>
        </p:nvSpPr>
        <p:spPr>
          <a:xfrm xmlns:a="http://schemas.openxmlformats.org/drawingml/2006/main">
            <a:off x="240030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RD1</a:t>
            </a:r>
          </a:p>
        </p:txBody>
      </p:sp>
      <p:sp>
        <p:nvSpPr>
          <p:cNvPr id="12" name="text-171">
            <a:extLst xmlns:a="http://schemas.openxmlformats.org/drawingml/2006/main">
              <a:ext uri="{FF2B5EF4-FFF2-40B4-BE49-F238E27FC236}">
                <a16:creationId xmlns:a16="http://schemas.microsoft.com/office/drawing/2014/main" id="{354F7DB1-3002-437C-92BD-6923A4197263}"/>
              </a:ext>
            </a:extLst>
          </p:cNvPr>
          <p:cNvSpPr>
            <a:spLocks xmlns:a="http://schemas.openxmlformats.org/drawingml/2006/main" noGrp="1"/>
          </p:cNvSpPr>
          <p:nvPr/>
        </p:nvSpPr>
        <p:spPr>
          <a:xfrm xmlns:a="http://schemas.openxmlformats.org/drawingml/2006/main">
            <a:off x="240030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RD2</a:t>
            </a:r>
          </a:p>
        </p:txBody>
      </p:sp>
      <p:sp>
        <p:nvSpPr>
          <p:cNvPr id="13" name="text-172">
            <a:extLst xmlns:a="http://schemas.openxmlformats.org/drawingml/2006/main">
              <a:ext uri="{FF2B5EF4-FFF2-40B4-BE49-F238E27FC236}">
                <a16:creationId xmlns:a16="http://schemas.microsoft.com/office/drawing/2014/main" id="{87B30368-8BFC-4BD2-A84C-18CF2543132C}"/>
              </a:ext>
            </a:extLst>
          </p:cNvPr>
          <p:cNvSpPr>
            <a:spLocks xmlns:a="http://schemas.openxmlformats.org/drawingml/2006/main" noGrp="1"/>
          </p:cNvSpPr>
          <p:nvPr/>
        </p:nvSpPr>
        <p:spPr>
          <a:xfrm xmlns:a="http://schemas.openxmlformats.org/drawingml/2006/main">
            <a:off x="1924050" y="28575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WE3</a:t>
            </a:r>
          </a:p>
        </p:txBody>
      </p:sp>
      <p:sp>
        <p:nvSpPr>
          <p:cNvPr id="14" name="text-173">
            <a:extLst xmlns:a="http://schemas.openxmlformats.org/drawingml/2006/main">
              <a:ext uri="{FF2B5EF4-FFF2-40B4-BE49-F238E27FC236}">
                <a16:creationId xmlns:a16="http://schemas.microsoft.com/office/drawing/2014/main" id="{5A4B635A-21FF-4342-9001-034ADBEAF071}"/>
              </a:ext>
            </a:extLst>
          </p:cNvPr>
          <p:cNvSpPr>
            <a:spLocks xmlns:a="http://schemas.openxmlformats.org/drawingml/2006/main" noGrp="1"/>
          </p:cNvSpPr>
          <p:nvPr/>
        </p:nvSpPr>
        <p:spPr>
          <a:xfrm xmlns:a="http://schemas.openxmlformats.org/drawingml/2006/main">
            <a:off x="1219200" y="1971675"/>
            <a:ext cx="1676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レジスタ</a:t>
            </a:r>
          </a:p>
        </p:txBody>
      </p:sp>
      <p:sp>
        <p:nvSpPr>
          <p:cNvPr id="15" name="text-174">
            <a:extLst xmlns:a="http://schemas.openxmlformats.org/drawingml/2006/main">
              <a:ext uri="{FF2B5EF4-FFF2-40B4-BE49-F238E27FC236}">
                <a16:creationId xmlns:a16="http://schemas.microsoft.com/office/drawing/2014/main" id="{29AE1519-00CE-4750-AE83-F9B0F597ED14}"/>
              </a:ext>
            </a:extLst>
          </p:cNvPr>
          <p:cNvSpPr>
            <a:spLocks xmlns:a="http://schemas.openxmlformats.org/drawingml/2006/main" noGrp="1"/>
          </p:cNvSpPr>
          <p:nvPr/>
        </p:nvSpPr>
        <p:spPr>
          <a:xfrm xmlns:a="http://schemas.openxmlformats.org/drawingml/2006/main">
            <a:off x="1219200" y="2295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B9BEC6"/>
                </a:solidFill>
                <a:latin typeface="Arial"/>
                <a:ea typeface="Arial"/>
                <a:cs typeface="Arial"/>
              </a:defRPr>
            </a:defPPr>
            <a:lvl1pPr algn="l">
              <a:defRPr sz="1575" b="0">
                <a:solidFill>
                  <a:srgbClr val="B9BEC6"/>
                </a:solidFill>
                <a:latin typeface="Arial"/>
                <a:ea typeface="Arial"/>
                <a:cs typeface="Arial"/>
              </a:defRPr>
            </a:lvl1pPr>
            <a:lvl2pPr algn="l">
              <a:defRPr sz="1575" b="0">
                <a:solidFill>
                  <a:srgbClr val="B9BEC6"/>
                </a:solidFill>
                <a:latin typeface="Arial"/>
                <a:ea typeface="Arial"/>
                <a:cs typeface="Arial"/>
              </a:defRPr>
            </a:lvl2pPr>
            <a:lvl3pPr algn="l">
              <a:defRPr sz="1575" b="0">
                <a:solidFill>
                  <a:srgbClr val="B9BEC6"/>
                </a:solidFill>
                <a:latin typeface="Arial"/>
                <a:ea typeface="Arial"/>
                <a:cs typeface="Arial"/>
              </a:defRPr>
            </a:lvl3pPr>
            <a:lvl4pPr algn="l">
              <a:defRPr sz="1575" b="0">
                <a:solidFill>
                  <a:srgbClr val="B9BEC6"/>
                </a:solidFill>
                <a:latin typeface="Arial"/>
                <a:ea typeface="Arial"/>
                <a:cs typeface="Arial"/>
              </a:defRPr>
            </a:lvl4pPr>
            <a:lvl5pPr algn="l">
              <a:defRPr sz="1575" b="0">
                <a:solidFill>
                  <a:srgbClr val="B9BEC6"/>
                </a:solidFill>
                <a:latin typeface="Arial"/>
                <a:ea typeface="Arial"/>
                <a:cs typeface="Arial"/>
              </a:defRPr>
            </a:lvl5pPr>
            <a:lvl6pPr algn="l">
              <a:defRPr sz="1575" b="0">
                <a:solidFill>
                  <a:srgbClr val="B9BEC6"/>
                </a:solidFill>
                <a:latin typeface="Arial"/>
                <a:ea typeface="Arial"/>
                <a:cs typeface="Arial"/>
              </a:defRPr>
            </a:lvl6pPr>
            <a:lvl7pPr algn="l">
              <a:defRPr sz="1575" b="0">
                <a:solidFill>
                  <a:srgbClr val="B9BEC6"/>
                </a:solidFill>
                <a:latin typeface="Arial"/>
                <a:ea typeface="Arial"/>
                <a:cs typeface="Arial"/>
              </a:defRPr>
            </a:lvl7pPr>
            <a:lvl8pPr algn="l">
              <a:defRPr sz="1575" b="0">
                <a:solidFill>
                  <a:srgbClr val="B9BEC6"/>
                </a:solidFill>
                <a:latin typeface="Arial"/>
                <a:ea typeface="Arial"/>
                <a:cs typeface="Arial"/>
              </a:defRPr>
            </a:lvl8pPr>
            <a:lvl9pPr algn="l">
              <a:defRPr sz="1575" b="0">
                <a:solidFill>
                  <a:srgbClr val="B9BEC6"/>
                </a:solidFill>
                <a:latin typeface="Arial"/>
                <a:ea typeface="Arial"/>
                <a:cs typeface="Arial"/>
              </a:defRPr>
            </a:lvl9pPr>
          </a:lstStyle>
          <a:p xmlns:a="http://schemas.openxmlformats.org/drawingml/2006/main">
            <a:pPr algn="l">
              <a:defRPr sz="1575" b="0">
                <a:solidFill>
                  <a:srgbClr val="B9BEC6"/>
                </a:solidFill>
                <a:latin typeface="Arial"/>
                <a:ea typeface="Arial"/>
                <a:cs typeface="Arial"/>
              </a:defRPr>
            </a:pPr>
            <a:r>
              <a:rPr sz="1575" b="0">
                <a:solidFill>
                  <a:srgbClr val="B9BEC6"/>
                </a:solidFill>
                <a:latin typeface="Arial"/>
                <a:ea typeface="Arial"/>
                <a:cs typeface="Arial"/>
              </a:rPr>
              <a:t>RegWrite = 0</a:t>
            </a:r>
          </a:p>
        </p:txBody>
      </p:sp>
      <p:sp>
        <p:nvSpPr>
          <p:cNvPr id="16" name="wire-175">
            <a:extLst xmlns:a="http://schemas.openxmlformats.org/drawingml/2006/main">
              <a:ext uri="{FF2B5EF4-FFF2-40B4-BE49-F238E27FC236}">
                <a16:creationId xmlns:a16="http://schemas.microsoft.com/office/drawing/2014/main" id="{494CAF11-8265-4C64-B95A-018EC910CE5B}"/>
              </a:ext>
            </a:extLst>
          </p:cNvPr>
          <p:cNvSpPr>
            <a:spLocks xmlns:a="http://schemas.openxmlformats.org/drawingml/2006/main" noGrp="1"/>
          </p:cNvSpPr>
          <p:nvPr/>
        </p:nvSpPr>
        <p:spPr>
          <a:xfrm xmlns:a="http://schemas.openxmlformats.org/drawingml/2006/main">
            <a:off x="2133600"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B9BEC6"/>
            </a:solidFill>
          </a:ln>
        </p:spPr>
      </p:sp>
      <p:sp>
        <p:nvSpPr>
          <p:cNvPr id="17" name="circuit-176">
            <a:extLst xmlns:a="http://schemas.openxmlformats.org/drawingml/2006/main">
              <a:ext uri="{FF2B5EF4-FFF2-40B4-BE49-F238E27FC236}">
                <a16:creationId xmlns:a16="http://schemas.microsoft.com/office/drawing/2014/main" id="{357675E6-7362-4B7F-B2E7-20AC7D885BAE}"/>
              </a:ext>
            </a:extLst>
          </p:cNvPr>
          <p:cNvSpPr>
            <a:spLocks xmlns:a="http://schemas.openxmlformats.org/drawingml/2006/main" noGrp="1"/>
          </p:cNvSpPr>
          <p:nvPr/>
        </p:nvSpPr>
        <p:spPr>
          <a:xfrm xmlns:a="http://schemas.openxmlformats.org/drawingml/2006/main">
            <a:off x="2095500"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B9BEC6"/>
          </a:solidFill>
          <a:ln xmlns:a="http://schemas.openxmlformats.org/drawingml/2006/main" w="9525">
            <a:solidFill>
              <a:srgbClr val="B9BEC6"/>
            </a:solidFill>
          </a:ln>
        </p:spPr>
      </p:sp>
      <p:sp>
        <p:nvSpPr>
          <p:cNvPr id="18" name="wire-177">
            <a:extLst xmlns:a="http://schemas.openxmlformats.org/drawingml/2006/main">
              <a:ext uri="{FF2B5EF4-FFF2-40B4-BE49-F238E27FC236}">
                <a16:creationId xmlns:a16="http://schemas.microsoft.com/office/drawing/2014/main" id="{50F933D4-C796-4943-AACC-76935087AF75}"/>
              </a:ext>
            </a:extLst>
          </p:cNvPr>
          <p:cNvSpPr>
            <a:spLocks xmlns:a="http://schemas.openxmlformats.org/drawingml/2006/main" noGrp="1"/>
          </p:cNvSpPr>
          <p:nvPr/>
        </p:nvSpPr>
        <p:spPr>
          <a:xfrm xmlns:a="http://schemas.openxmlformats.org/drawingml/2006/main">
            <a:off x="981075" y="3276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19" name="circuit-178">
            <a:extLst xmlns:a="http://schemas.openxmlformats.org/drawingml/2006/main">
              <a:ext uri="{FF2B5EF4-FFF2-40B4-BE49-F238E27FC236}">
                <a16:creationId xmlns:a16="http://schemas.microsoft.com/office/drawing/2014/main" id="{58B774F4-276F-4345-B408-CA29FD189C93}"/>
              </a:ext>
            </a:extLst>
          </p:cNvPr>
          <p:cNvSpPr>
            <a:spLocks xmlns:a="http://schemas.openxmlformats.org/drawingml/2006/main" noGrp="1"/>
          </p:cNvSpPr>
          <p:nvPr/>
        </p:nvSpPr>
        <p:spPr>
          <a:xfrm xmlns:a="http://schemas.openxmlformats.org/drawingml/2006/main">
            <a:off x="112395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0" name="text-179">
            <a:extLst xmlns:a="http://schemas.openxmlformats.org/drawingml/2006/main">
              <a:ext uri="{FF2B5EF4-FFF2-40B4-BE49-F238E27FC236}">
                <a16:creationId xmlns:a16="http://schemas.microsoft.com/office/drawing/2014/main" id="{C1492119-3494-4A76-BF70-3C70541DD3A2}"/>
              </a:ext>
            </a:extLst>
          </p:cNvPr>
          <p:cNvSpPr>
            <a:spLocks xmlns:a="http://schemas.openxmlformats.org/drawingml/2006/main" noGrp="1"/>
          </p:cNvSpPr>
          <p:nvPr/>
        </p:nvSpPr>
        <p:spPr>
          <a:xfrm xmlns:a="http://schemas.openxmlformats.org/drawingml/2006/main">
            <a:off x="552450" y="3114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2</a:t>
            </a:r>
          </a:p>
        </p:txBody>
      </p:sp>
      <p:sp>
        <p:nvSpPr>
          <p:cNvPr id="21" name="wire-180">
            <a:extLst xmlns:a="http://schemas.openxmlformats.org/drawingml/2006/main">
              <a:ext uri="{FF2B5EF4-FFF2-40B4-BE49-F238E27FC236}">
                <a16:creationId xmlns:a16="http://schemas.microsoft.com/office/drawing/2014/main" id="{9CC28D45-43CF-441E-86D4-9CB44C693829}"/>
              </a:ext>
            </a:extLst>
          </p:cNvPr>
          <p:cNvSpPr>
            <a:spLocks xmlns:a="http://schemas.openxmlformats.org/drawingml/2006/main" noGrp="1"/>
          </p:cNvSpPr>
          <p:nvPr/>
        </p:nvSpPr>
        <p:spPr>
          <a:xfrm xmlns:a="http://schemas.openxmlformats.org/drawingml/2006/main">
            <a:off x="981075" y="39814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22" name="circuit-181">
            <a:extLst xmlns:a="http://schemas.openxmlformats.org/drawingml/2006/main">
              <a:ext uri="{FF2B5EF4-FFF2-40B4-BE49-F238E27FC236}">
                <a16:creationId xmlns:a16="http://schemas.microsoft.com/office/drawing/2014/main" id="{752673D6-4300-47E0-9035-393F07CBEFF3}"/>
              </a:ext>
            </a:extLst>
          </p:cNvPr>
          <p:cNvSpPr>
            <a:spLocks xmlns:a="http://schemas.openxmlformats.org/drawingml/2006/main" noGrp="1"/>
          </p:cNvSpPr>
          <p:nvPr/>
        </p:nvSpPr>
        <p:spPr>
          <a:xfrm xmlns:a="http://schemas.openxmlformats.org/drawingml/2006/main">
            <a:off x="112395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3" name="text-182">
            <a:extLst xmlns:a="http://schemas.openxmlformats.org/drawingml/2006/main">
              <a:ext uri="{FF2B5EF4-FFF2-40B4-BE49-F238E27FC236}">
                <a16:creationId xmlns:a16="http://schemas.microsoft.com/office/drawing/2014/main" id="{A3F88B2E-B793-4697-90CB-3947721F79D0}"/>
              </a:ext>
            </a:extLst>
          </p:cNvPr>
          <p:cNvSpPr>
            <a:spLocks xmlns:a="http://schemas.openxmlformats.org/drawingml/2006/main" noGrp="1"/>
          </p:cNvSpPr>
          <p:nvPr/>
        </p:nvSpPr>
        <p:spPr>
          <a:xfrm xmlns:a="http://schemas.openxmlformats.org/drawingml/2006/main">
            <a:off x="552450" y="381952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1</a:t>
            </a:r>
          </a:p>
        </p:txBody>
      </p:sp>
      <p:sp>
        <p:nvSpPr>
          <p:cNvPr id="24" name="wire-183">
            <a:extLst xmlns:a="http://schemas.openxmlformats.org/drawingml/2006/main">
              <a:ext uri="{FF2B5EF4-FFF2-40B4-BE49-F238E27FC236}">
                <a16:creationId xmlns:a16="http://schemas.microsoft.com/office/drawing/2014/main" id="{17AF6932-A100-44CD-892F-D32F4796F951}"/>
              </a:ext>
            </a:extLst>
          </p:cNvPr>
          <p:cNvSpPr>
            <a:spLocks xmlns:a="http://schemas.openxmlformats.org/drawingml/2006/main" noGrp="1"/>
          </p:cNvSpPr>
          <p:nvPr/>
        </p:nvSpPr>
        <p:spPr>
          <a:xfrm xmlns:a="http://schemas.openxmlformats.org/drawingml/2006/main">
            <a:off x="981075" y="4419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B9BEC6"/>
            </a:solidFill>
          </a:ln>
        </p:spPr>
      </p:sp>
      <p:sp>
        <p:nvSpPr>
          <p:cNvPr id="25" name="circuit-184">
            <a:extLst xmlns:a="http://schemas.openxmlformats.org/drawingml/2006/main">
              <a:ext uri="{FF2B5EF4-FFF2-40B4-BE49-F238E27FC236}">
                <a16:creationId xmlns:a16="http://schemas.microsoft.com/office/drawing/2014/main" id="{26C58D18-72D7-4DC8-A482-C95C176C22C9}"/>
              </a:ext>
            </a:extLst>
          </p:cNvPr>
          <p:cNvSpPr>
            <a:spLocks xmlns:a="http://schemas.openxmlformats.org/drawingml/2006/main" noGrp="1"/>
          </p:cNvSpPr>
          <p:nvPr/>
        </p:nvSpPr>
        <p:spPr>
          <a:xfrm xmlns:a="http://schemas.openxmlformats.org/drawingml/2006/main">
            <a:off x="1123950" y="4381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B9BEC6"/>
          </a:solidFill>
          <a:ln xmlns:a="http://schemas.openxmlformats.org/drawingml/2006/main" w="9525">
            <a:solidFill>
              <a:srgbClr val="B9BEC6"/>
            </a:solidFill>
          </a:ln>
        </p:spPr>
      </p:sp>
      <p:sp>
        <p:nvSpPr>
          <p:cNvPr id="26" name="text-185">
            <a:extLst xmlns:a="http://schemas.openxmlformats.org/drawingml/2006/main">
              <a:ext uri="{FF2B5EF4-FFF2-40B4-BE49-F238E27FC236}">
                <a16:creationId xmlns:a16="http://schemas.microsoft.com/office/drawing/2014/main" id="{23E7043C-1852-4E95-AA21-50287B332225}"/>
              </a:ext>
            </a:extLst>
          </p:cNvPr>
          <p:cNvSpPr>
            <a:spLocks xmlns:a="http://schemas.openxmlformats.org/drawingml/2006/main" noGrp="1"/>
          </p:cNvSpPr>
          <p:nvPr/>
        </p:nvSpPr>
        <p:spPr>
          <a:xfrm xmlns:a="http://schemas.openxmlformats.org/drawingml/2006/main">
            <a:off x="552450" y="4257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B9BEC6"/>
                </a:solidFill>
                <a:latin typeface="Yu Gothic"/>
                <a:ea typeface="Yu Gothic"/>
                <a:cs typeface="Yu Gothic"/>
              </a:defRPr>
            </a:defPPr>
            <a:lvl1pPr algn="ctr">
              <a:defRPr sz="1725" b="0">
                <a:solidFill>
                  <a:srgbClr val="B9BEC6"/>
                </a:solidFill>
                <a:latin typeface="Yu Gothic"/>
                <a:ea typeface="Yu Gothic"/>
                <a:cs typeface="Yu Gothic"/>
              </a:defRPr>
            </a:lvl1pPr>
            <a:lvl2pPr algn="ctr">
              <a:defRPr sz="1725" b="0">
                <a:solidFill>
                  <a:srgbClr val="B9BEC6"/>
                </a:solidFill>
                <a:latin typeface="Yu Gothic"/>
                <a:ea typeface="Yu Gothic"/>
                <a:cs typeface="Yu Gothic"/>
              </a:defRPr>
            </a:lvl2pPr>
            <a:lvl3pPr algn="ctr">
              <a:defRPr sz="1725" b="0">
                <a:solidFill>
                  <a:srgbClr val="B9BEC6"/>
                </a:solidFill>
                <a:latin typeface="Yu Gothic"/>
                <a:ea typeface="Yu Gothic"/>
                <a:cs typeface="Yu Gothic"/>
              </a:defRPr>
            </a:lvl3pPr>
            <a:lvl4pPr algn="ctr">
              <a:defRPr sz="1725" b="0">
                <a:solidFill>
                  <a:srgbClr val="B9BEC6"/>
                </a:solidFill>
                <a:latin typeface="Yu Gothic"/>
                <a:ea typeface="Yu Gothic"/>
                <a:cs typeface="Yu Gothic"/>
              </a:defRPr>
            </a:lvl4pPr>
            <a:lvl5pPr algn="ctr">
              <a:defRPr sz="1725" b="0">
                <a:solidFill>
                  <a:srgbClr val="B9BEC6"/>
                </a:solidFill>
                <a:latin typeface="Yu Gothic"/>
                <a:ea typeface="Yu Gothic"/>
                <a:cs typeface="Yu Gothic"/>
              </a:defRPr>
            </a:lvl5pPr>
            <a:lvl6pPr algn="ctr">
              <a:defRPr sz="1725" b="0">
                <a:solidFill>
                  <a:srgbClr val="B9BEC6"/>
                </a:solidFill>
                <a:latin typeface="Yu Gothic"/>
                <a:ea typeface="Yu Gothic"/>
                <a:cs typeface="Yu Gothic"/>
              </a:defRPr>
            </a:lvl6pPr>
            <a:lvl7pPr algn="ctr">
              <a:defRPr sz="1725" b="0">
                <a:solidFill>
                  <a:srgbClr val="B9BEC6"/>
                </a:solidFill>
                <a:latin typeface="Yu Gothic"/>
                <a:ea typeface="Yu Gothic"/>
                <a:cs typeface="Yu Gothic"/>
              </a:defRPr>
            </a:lvl7pPr>
            <a:lvl8pPr algn="ctr">
              <a:defRPr sz="1725" b="0">
                <a:solidFill>
                  <a:srgbClr val="B9BEC6"/>
                </a:solidFill>
                <a:latin typeface="Yu Gothic"/>
                <a:ea typeface="Yu Gothic"/>
                <a:cs typeface="Yu Gothic"/>
              </a:defRPr>
            </a:lvl8pPr>
            <a:lvl9pPr algn="ctr">
              <a:defRPr sz="1725" b="0">
                <a:solidFill>
                  <a:srgbClr val="B9BEC6"/>
                </a:solidFill>
                <a:latin typeface="Yu Gothic"/>
                <a:ea typeface="Yu Gothic"/>
                <a:cs typeface="Yu Gothic"/>
              </a:defRPr>
            </a:lvl9pPr>
          </a:lstStyle>
          <a:p xmlns:a="http://schemas.openxmlformats.org/drawingml/2006/main">
            <a:pPr algn="ctr">
              <a:defRPr sz="1725" b="0">
                <a:solidFill>
                  <a:srgbClr val="B9BEC6"/>
                </a:solidFill>
                <a:latin typeface="Yu Gothic"/>
                <a:ea typeface="Yu Gothic"/>
                <a:cs typeface="Yu Gothic"/>
              </a:defRPr>
            </a:pPr>
            <a:r>
              <a:rPr sz="1725" b="0">
                <a:solidFill>
                  <a:srgbClr val="B9BEC6"/>
                </a:solidFill>
                <a:latin typeface="Yu Gothic"/>
                <a:ea typeface="Yu Gothic"/>
                <a:cs typeface="Yu Gothic"/>
              </a:rPr>
              <a:t>—</a:t>
            </a:r>
          </a:p>
        </p:txBody>
      </p:sp>
      <p:sp>
        <p:nvSpPr>
          <p:cNvPr id="27" name="wire-186">
            <a:extLst xmlns:a="http://schemas.openxmlformats.org/drawingml/2006/main">
              <a:ext uri="{FF2B5EF4-FFF2-40B4-BE49-F238E27FC236}">
                <a16:creationId xmlns:a16="http://schemas.microsoft.com/office/drawing/2014/main" id="{51EF22B9-496F-42C2-9F65-7D39754B2487}"/>
              </a:ext>
            </a:extLst>
          </p:cNvPr>
          <p:cNvSpPr>
            <a:spLocks xmlns:a="http://schemas.openxmlformats.org/drawingml/2006/main" noGrp="1"/>
          </p:cNvSpPr>
          <p:nvPr/>
        </p:nvSpPr>
        <p:spPr>
          <a:xfrm xmlns:a="http://schemas.openxmlformats.org/drawingml/2006/main">
            <a:off x="2895600" y="3276600"/>
            <a:ext cx="819150" cy="9525"/>
          </a:xfrm>
          <a:custGeom xmlns:a="http://schemas.openxmlformats.org/drawingml/2006/main">
            <a:pathLst>
              <a:path w="819150" h="9525">
                <a:moveTo>
                  <a:pt x="0" y="0"/>
                </a:moveTo>
                <a:lnTo>
                  <a:pt x="819150" y="0"/>
                </a:lnTo>
              </a:path>
            </a:pathLst>
          </a:custGeom>
          <a:noFill xmlns:a="http://schemas.openxmlformats.org/drawingml/2006/main"/>
          <a:ln xmlns:a="http://schemas.openxmlformats.org/drawingml/2006/main" w="22860">
            <a:solidFill>
              <a:srgbClr val="231F20"/>
            </a:solidFill>
          </a:ln>
        </p:spPr>
      </p:sp>
      <p:sp>
        <p:nvSpPr>
          <p:cNvPr id="28" name="circuit-187">
            <a:extLst xmlns:a="http://schemas.openxmlformats.org/drawingml/2006/main">
              <a:ext uri="{FF2B5EF4-FFF2-40B4-BE49-F238E27FC236}">
                <a16:creationId xmlns:a16="http://schemas.microsoft.com/office/drawing/2014/main" id="{E8E7F81F-2E0D-41EB-BDD5-5637D0E52639}"/>
              </a:ext>
            </a:extLst>
          </p:cNvPr>
          <p:cNvSpPr>
            <a:spLocks xmlns:a="http://schemas.openxmlformats.org/drawingml/2006/main" noGrp="1"/>
          </p:cNvSpPr>
          <p:nvPr/>
        </p:nvSpPr>
        <p:spPr>
          <a:xfrm xmlns:a="http://schemas.openxmlformats.org/drawingml/2006/main">
            <a:off x="361950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9" name="text-188">
            <a:extLst xmlns:a="http://schemas.openxmlformats.org/drawingml/2006/main">
              <a:ext uri="{FF2B5EF4-FFF2-40B4-BE49-F238E27FC236}">
                <a16:creationId xmlns:a16="http://schemas.microsoft.com/office/drawing/2014/main" id="{B5F00D34-1716-4DA4-82CA-FE4D396BD219}"/>
              </a:ext>
            </a:extLst>
          </p:cNvPr>
          <p:cNvSpPr>
            <a:spLocks xmlns:a="http://schemas.openxmlformats.org/drawingml/2006/main" noGrp="1"/>
          </p:cNvSpPr>
          <p:nvPr/>
        </p:nvSpPr>
        <p:spPr>
          <a:xfrm xmlns:a="http://schemas.openxmlformats.org/drawingml/2006/main">
            <a:off x="3067050" y="2952750"/>
            <a:ext cx="447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1572C3"/>
                </a:solidFill>
                <a:latin typeface="Arial"/>
                <a:ea typeface="Arial"/>
                <a:cs typeface="Arial"/>
              </a:defRPr>
            </a:defPPr>
            <a:lvl1pPr algn="ctr">
              <a:defRPr sz="1725" b="1">
                <a:solidFill>
                  <a:srgbClr val="1572C3"/>
                </a:solidFill>
                <a:latin typeface="Arial"/>
                <a:ea typeface="Arial"/>
                <a:cs typeface="Arial"/>
              </a:defRPr>
            </a:lvl1pPr>
            <a:lvl2pPr algn="ctr">
              <a:defRPr sz="1725" b="1">
                <a:solidFill>
                  <a:srgbClr val="1572C3"/>
                </a:solidFill>
                <a:latin typeface="Arial"/>
                <a:ea typeface="Arial"/>
                <a:cs typeface="Arial"/>
              </a:defRPr>
            </a:lvl2pPr>
            <a:lvl3pPr algn="ctr">
              <a:defRPr sz="1725" b="1">
                <a:solidFill>
                  <a:srgbClr val="1572C3"/>
                </a:solidFill>
                <a:latin typeface="Arial"/>
                <a:ea typeface="Arial"/>
                <a:cs typeface="Arial"/>
              </a:defRPr>
            </a:lvl3pPr>
            <a:lvl4pPr algn="ctr">
              <a:defRPr sz="1725" b="1">
                <a:solidFill>
                  <a:srgbClr val="1572C3"/>
                </a:solidFill>
                <a:latin typeface="Arial"/>
                <a:ea typeface="Arial"/>
                <a:cs typeface="Arial"/>
              </a:defRPr>
            </a:lvl4pPr>
            <a:lvl5pPr algn="ctr">
              <a:defRPr sz="1725" b="1">
                <a:solidFill>
                  <a:srgbClr val="1572C3"/>
                </a:solidFill>
                <a:latin typeface="Arial"/>
                <a:ea typeface="Arial"/>
                <a:cs typeface="Arial"/>
              </a:defRPr>
            </a:lvl5pPr>
            <a:lvl6pPr algn="ctr">
              <a:defRPr sz="1725" b="1">
                <a:solidFill>
                  <a:srgbClr val="1572C3"/>
                </a:solidFill>
                <a:latin typeface="Arial"/>
                <a:ea typeface="Arial"/>
                <a:cs typeface="Arial"/>
              </a:defRPr>
            </a:lvl6pPr>
            <a:lvl7pPr algn="ctr">
              <a:defRPr sz="1725" b="1">
                <a:solidFill>
                  <a:srgbClr val="1572C3"/>
                </a:solidFill>
                <a:latin typeface="Arial"/>
                <a:ea typeface="Arial"/>
                <a:cs typeface="Arial"/>
              </a:defRPr>
            </a:lvl7pPr>
            <a:lvl8pPr algn="ctr">
              <a:defRPr sz="1725" b="1">
                <a:solidFill>
                  <a:srgbClr val="1572C3"/>
                </a:solidFill>
                <a:latin typeface="Arial"/>
                <a:ea typeface="Arial"/>
                <a:cs typeface="Arial"/>
              </a:defRPr>
            </a:lvl8pPr>
            <a:lvl9pPr algn="ctr">
              <a:defRPr sz="1725" b="1">
                <a:solidFill>
                  <a:srgbClr val="1572C3"/>
                </a:solidFill>
                <a:latin typeface="Arial"/>
                <a:ea typeface="Arial"/>
                <a:cs typeface="Arial"/>
              </a:defRPr>
            </a:lvl9pPr>
          </a:lstStyle>
          <a:p xmlns:a="http://schemas.openxmlformats.org/drawingml/2006/main">
            <a:pPr algn="ctr">
              <a:defRPr sz="1725" b="1">
                <a:solidFill>
                  <a:srgbClr val="1572C3"/>
                </a:solidFill>
                <a:latin typeface="Arial"/>
                <a:ea typeface="Arial"/>
                <a:cs typeface="Arial"/>
              </a:defRPr>
            </a:pPr>
            <a:r>
              <a:rPr sz="1725" b="1">
                <a:solidFill>
                  <a:srgbClr val="1572C3"/>
                </a:solidFill>
                <a:latin typeface="Arial"/>
                <a:ea typeface="Arial"/>
                <a:cs typeface="Arial"/>
              </a:rPr>
              <a:t>B</a:t>
            </a:r>
          </a:p>
        </p:txBody>
      </p:sp>
      <p:sp>
        <p:nvSpPr>
          <p:cNvPr id="30" name="circuit-189">
            <a:extLst xmlns:a="http://schemas.openxmlformats.org/drawingml/2006/main">
              <a:ext uri="{FF2B5EF4-FFF2-40B4-BE49-F238E27FC236}">
                <a16:creationId xmlns:a16="http://schemas.microsoft.com/office/drawing/2014/main" id="{57277222-6F71-40F7-9FF1-1DE0DAE62E26}"/>
              </a:ext>
            </a:extLst>
          </p:cNvPr>
          <p:cNvSpPr>
            <a:spLocks xmlns:a="http://schemas.openxmlformats.org/drawingml/2006/main" noGrp="1"/>
          </p:cNvSpPr>
          <p:nvPr/>
        </p:nvSpPr>
        <p:spPr>
          <a:xfrm xmlns:a="http://schemas.openxmlformats.org/drawingml/2006/main">
            <a:off x="3714750" y="3048000"/>
            <a:ext cx="857250" cy="1143000"/>
          </a:xfrm>
          <a:custGeom xmlns:a="http://schemas.openxmlformats.org/drawingml/2006/main">
            <a:pathLst>
              <a:path w="857250" h="1143000">
                <a:moveTo>
                  <a:pt x="0" y="0"/>
                </a:moveTo>
                <a:lnTo>
                  <a:pt x="857250" y="219075"/>
                </a:lnTo>
                <a:lnTo>
                  <a:pt x="857250" y="933450"/>
                </a:lnTo>
                <a:lnTo>
                  <a:pt x="0" y="1143000"/>
                </a:lnTo>
                <a:lnTo>
                  <a:pt x="0" y="733425"/>
                </a:lnTo>
                <a:lnTo>
                  <a:pt x="266700" y="581025"/>
                </a:lnTo>
                <a:lnTo>
                  <a:pt x="0" y="428625"/>
                </a:lnTo>
                <a:close/>
              </a:path>
            </a:pathLst>
          </a:custGeom>
          <a:solidFill xmlns:a="http://schemas.openxmlformats.org/drawingml/2006/main">
            <a:srgbClr val="FFFFFF"/>
          </a:solidFill>
          <a:ln xmlns:a="http://schemas.openxmlformats.org/drawingml/2006/main" w="16193">
            <a:solidFill>
              <a:srgbClr val="231F20"/>
            </a:solidFill>
          </a:ln>
        </p:spPr>
      </p:sp>
      <p:sp>
        <p:nvSpPr>
          <p:cNvPr id="31" name="text-190">
            <a:extLst xmlns:a="http://schemas.openxmlformats.org/drawingml/2006/main">
              <a:ext uri="{FF2B5EF4-FFF2-40B4-BE49-F238E27FC236}">
                <a16:creationId xmlns:a16="http://schemas.microsoft.com/office/drawing/2014/main" id="{E6AC384F-1DF1-41DF-9C33-B9269D703A1E}"/>
              </a:ext>
            </a:extLst>
          </p:cNvPr>
          <p:cNvSpPr>
            <a:spLocks xmlns:a="http://schemas.openxmlformats.org/drawingml/2006/main" noGrp="1"/>
          </p:cNvSpPr>
          <p:nvPr/>
        </p:nvSpPr>
        <p:spPr>
          <a:xfrm xmlns:a="http://schemas.openxmlformats.org/drawingml/2006/main">
            <a:off x="4048125" y="3333750"/>
            <a:ext cx="457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775" b="0">
                <a:solidFill>
                  <a:srgbClr val="231F20"/>
                </a:solidFill>
                <a:latin typeface="Yu Gothic"/>
                <a:ea typeface="Yu Gothic"/>
                <a:cs typeface="Yu Gothic"/>
              </a:defRPr>
            </a:defPPr>
            <a:lvl1pPr algn="ctr">
              <a:defRPr sz="2775" b="0">
                <a:solidFill>
                  <a:srgbClr val="231F20"/>
                </a:solidFill>
                <a:latin typeface="Yu Gothic"/>
                <a:ea typeface="Yu Gothic"/>
                <a:cs typeface="Yu Gothic"/>
              </a:defRPr>
            </a:lvl1pPr>
            <a:lvl2pPr algn="ctr">
              <a:defRPr sz="2775" b="0">
                <a:solidFill>
                  <a:srgbClr val="231F20"/>
                </a:solidFill>
                <a:latin typeface="Yu Gothic"/>
                <a:ea typeface="Yu Gothic"/>
                <a:cs typeface="Yu Gothic"/>
              </a:defRPr>
            </a:lvl2pPr>
            <a:lvl3pPr algn="ctr">
              <a:defRPr sz="2775" b="0">
                <a:solidFill>
                  <a:srgbClr val="231F20"/>
                </a:solidFill>
                <a:latin typeface="Yu Gothic"/>
                <a:ea typeface="Yu Gothic"/>
                <a:cs typeface="Yu Gothic"/>
              </a:defRPr>
            </a:lvl3pPr>
            <a:lvl4pPr algn="ctr">
              <a:defRPr sz="2775" b="0">
                <a:solidFill>
                  <a:srgbClr val="231F20"/>
                </a:solidFill>
                <a:latin typeface="Yu Gothic"/>
                <a:ea typeface="Yu Gothic"/>
                <a:cs typeface="Yu Gothic"/>
              </a:defRPr>
            </a:lvl4pPr>
            <a:lvl5pPr algn="ctr">
              <a:defRPr sz="2775" b="0">
                <a:solidFill>
                  <a:srgbClr val="231F20"/>
                </a:solidFill>
                <a:latin typeface="Yu Gothic"/>
                <a:ea typeface="Yu Gothic"/>
                <a:cs typeface="Yu Gothic"/>
              </a:defRPr>
            </a:lvl5pPr>
            <a:lvl6pPr algn="ctr">
              <a:defRPr sz="2775" b="0">
                <a:solidFill>
                  <a:srgbClr val="231F20"/>
                </a:solidFill>
                <a:latin typeface="Yu Gothic"/>
                <a:ea typeface="Yu Gothic"/>
                <a:cs typeface="Yu Gothic"/>
              </a:defRPr>
            </a:lvl6pPr>
            <a:lvl7pPr algn="ctr">
              <a:defRPr sz="2775" b="0">
                <a:solidFill>
                  <a:srgbClr val="231F20"/>
                </a:solidFill>
                <a:latin typeface="Yu Gothic"/>
                <a:ea typeface="Yu Gothic"/>
                <a:cs typeface="Yu Gothic"/>
              </a:defRPr>
            </a:lvl7pPr>
            <a:lvl8pPr algn="ctr">
              <a:defRPr sz="2775" b="0">
                <a:solidFill>
                  <a:srgbClr val="231F20"/>
                </a:solidFill>
                <a:latin typeface="Yu Gothic"/>
                <a:ea typeface="Yu Gothic"/>
                <a:cs typeface="Yu Gothic"/>
              </a:defRPr>
            </a:lvl8pPr>
            <a:lvl9pPr algn="ctr">
              <a:defRPr sz="2775" b="0">
                <a:solidFill>
                  <a:srgbClr val="231F20"/>
                </a:solidFill>
                <a:latin typeface="Yu Gothic"/>
                <a:ea typeface="Yu Gothic"/>
                <a:cs typeface="Yu Gothic"/>
              </a:defRPr>
            </a:lvl9pPr>
          </a:lstStyle>
          <a:p xmlns:a="http://schemas.openxmlformats.org/drawingml/2006/main">
            <a:pPr algn="ctr">
              <a:defRPr sz="2775" b="0">
                <a:solidFill>
                  <a:srgbClr val="231F20"/>
                </a:solidFill>
                <a:latin typeface="Yu Gothic"/>
                <a:ea typeface="Yu Gothic"/>
                <a:cs typeface="Yu Gothic"/>
              </a:defRPr>
            </a:pPr>
            <a:r>
              <a:rPr sz="2775" b="0">
                <a:solidFill>
                  <a:srgbClr val="231F20"/>
                </a:solidFill>
                <a:latin typeface="Yu Gothic"/>
                <a:ea typeface="Yu Gothic"/>
                <a:cs typeface="Yu Gothic"/>
              </a:rPr>
              <a:t>＋</a:t>
            </a:r>
          </a:p>
        </p:txBody>
      </p:sp>
      <p:sp>
        <p:nvSpPr>
          <p:cNvPr id="32" name="text-191">
            <a:extLst xmlns:a="http://schemas.openxmlformats.org/drawingml/2006/main">
              <a:ext uri="{FF2B5EF4-FFF2-40B4-BE49-F238E27FC236}">
                <a16:creationId xmlns:a16="http://schemas.microsoft.com/office/drawing/2014/main" id="{19C623BB-3435-416F-B093-901FB86D6333}"/>
              </a:ext>
            </a:extLst>
          </p:cNvPr>
          <p:cNvSpPr>
            <a:spLocks xmlns:a="http://schemas.openxmlformats.org/drawingml/2006/main" noGrp="1"/>
          </p:cNvSpPr>
          <p:nvPr/>
        </p:nvSpPr>
        <p:spPr>
          <a:xfrm xmlns:a="http://schemas.openxmlformats.org/drawingml/2006/main">
            <a:off x="3324225" y="260032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231F20"/>
                </a:solidFill>
                <a:latin typeface="Yu Gothic"/>
                <a:ea typeface="Yu Gothic"/>
                <a:cs typeface="Yu Gothic"/>
              </a:defRPr>
            </a:defPPr>
            <a:lvl1pPr algn="ctr">
              <a:defRPr sz="1725" b="1">
                <a:solidFill>
                  <a:srgbClr val="231F20"/>
                </a:solidFill>
                <a:latin typeface="Yu Gothic"/>
                <a:ea typeface="Yu Gothic"/>
                <a:cs typeface="Yu Gothic"/>
              </a:defRPr>
            </a:lvl1pPr>
            <a:lvl2pPr algn="ctr">
              <a:defRPr sz="1725" b="1">
                <a:solidFill>
                  <a:srgbClr val="231F20"/>
                </a:solidFill>
                <a:latin typeface="Yu Gothic"/>
                <a:ea typeface="Yu Gothic"/>
                <a:cs typeface="Yu Gothic"/>
              </a:defRPr>
            </a:lvl2pPr>
            <a:lvl3pPr algn="ctr">
              <a:defRPr sz="1725" b="1">
                <a:solidFill>
                  <a:srgbClr val="231F20"/>
                </a:solidFill>
                <a:latin typeface="Yu Gothic"/>
                <a:ea typeface="Yu Gothic"/>
                <a:cs typeface="Yu Gothic"/>
              </a:defRPr>
            </a:lvl3pPr>
            <a:lvl4pPr algn="ctr">
              <a:defRPr sz="1725" b="1">
                <a:solidFill>
                  <a:srgbClr val="231F20"/>
                </a:solidFill>
                <a:latin typeface="Yu Gothic"/>
                <a:ea typeface="Yu Gothic"/>
                <a:cs typeface="Yu Gothic"/>
              </a:defRPr>
            </a:lvl4pPr>
            <a:lvl5pPr algn="ctr">
              <a:defRPr sz="1725" b="1">
                <a:solidFill>
                  <a:srgbClr val="231F20"/>
                </a:solidFill>
                <a:latin typeface="Yu Gothic"/>
                <a:ea typeface="Yu Gothic"/>
                <a:cs typeface="Yu Gothic"/>
              </a:defRPr>
            </a:lvl5pPr>
            <a:lvl6pPr algn="ctr">
              <a:defRPr sz="1725" b="1">
                <a:solidFill>
                  <a:srgbClr val="231F20"/>
                </a:solidFill>
                <a:latin typeface="Yu Gothic"/>
                <a:ea typeface="Yu Gothic"/>
                <a:cs typeface="Yu Gothic"/>
              </a:defRPr>
            </a:lvl6pPr>
            <a:lvl7pPr algn="ctr">
              <a:defRPr sz="1725" b="1">
                <a:solidFill>
                  <a:srgbClr val="231F20"/>
                </a:solidFill>
                <a:latin typeface="Yu Gothic"/>
                <a:ea typeface="Yu Gothic"/>
                <a:cs typeface="Yu Gothic"/>
              </a:defRPr>
            </a:lvl7pPr>
            <a:lvl8pPr algn="ctr">
              <a:defRPr sz="1725" b="1">
                <a:solidFill>
                  <a:srgbClr val="231F20"/>
                </a:solidFill>
                <a:latin typeface="Yu Gothic"/>
                <a:ea typeface="Yu Gothic"/>
                <a:cs typeface="Yu Gothic"/>
              </a:defRPr>
            </a:lvl8pPr>
            <a:lvl9pPr algn="ctr">
              <a:defRPr sz="1725" b="1">
                <a:solidFill>
                  <a:srgbClr val="231F20"/>
                </a:solidFill>
                <a:latin typeface="Yu Gothic"/>
                <a:ea typeface="Yu Gothic"/>
                <a:cs typeface="Yu Gothic"/>
              </a:defRPr>
            </a:lvl9pPr>
          </a:lstStyle>
          <a:p xmlns:a="http://schemas.openxmlformats.org/drawingml/2006/main">
            <a:pPr algn="ctr">
              <a:defRPr sz="1725" b="1">
                <a:solidFill>
                  <a:srgbClr val="231F20"/>
                </a:solidFill>
                <a:latin typeface="Yu Gothic"/>
                <a:ea typeface="Yu Gothic"/>
                <a:cs typeface="Yu Gothic"/>
              </a:defRPr>
            </a:pPr>
            <a:r>
              <a:rPr sz="1725" b="1">
                <a:solidFill>
                  <a:srgbClr val="231F20"/>
                </a:solidFill>
                <a:latin typeface="Yu Gothic"/>
                <a:ea typeface="Yu Gothic"/>
                <a:cs typeface="Yu Gothic"/>
              </a:rPr>
              <a:t>ALU（加算）</a:t>
            </a:r>
          </a:p>
        </p:txBody>
      </p:sp>
      <p:sp>
        <p:nvSpPr>
          <p:cNvPr id="33" name="block-192">
            <a:extLst xmlns:a="http://schemas.openxmlformats.org/drawingml/2006/main">
              <a:ext uri="{FF2B5EF4-FFF2-40B4-BE49-F238E27FC236}">
                <a16:creationId xmlns:a16="http://schemas.microsoft.com/office/drawing/2014/main" id="{BE5B9744-3055-4A9D-9706-93C7225ABC98}"/>
              </a:ext>
            </a:extLst>
          </p:cNvPr>
          <p:cNvSpPr>
            <a:spLocks xmlns:a="http://schemas.openxmlformats.org/drawingml/2006/main" noGrp="1"/>
          </p:cNvSpPr>
          <p:nvPr/>
        </p:nvSpPr>
        <p:spPr>
          <a:xfrm xmlns:a="http://schemas.openxmlformats.org/drawingml/2006/main">
            <a:off x="3619500" y="4953000"/>
            <a:ext cx="1143000"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34" name="text-193">
            <a:extLst xmlns:a="http://schemas.openxmlformats.org/drawingml/2006/main">
              <a:ext uri="{FF2B5EF4-FFF2-40B4-BE49-F238E27FC236}">
                <a16:creationId xmlns:a16="http://schemas.microsoft.com/office/drawing/2014/main" id="{1A5563A8-55A7-4E9C-95E9-56154325329D}"/>
              </a:ext>
            </a:extLst>
          </p:cNvPr>
          <p:cNvSpPr>
            <a:spLocks xmlns:a="http://schemas.openxmlformats.org/drawingml/2006/main" noGrp="1"/>
          </p:cNvSpPr>
          <p:nvPr/>
        </p:nvSpPr>
        <p:spPr>
          <a:xfrm xmlns:a="http://schemas.openxmlformats.org/drawingml/2006/main">
            <a:off x="3695700" y="501015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00" b="1">
                <a:solidFill>
                  <a:srgbClr val="231F20"/>
                </a:solidFill>
                <a:latin typeface="Arial"/>
                <a:ea typeface="Arial"/>
                <a:cs typeface="Arial"/>
              </a:defRPr>
            </a:defPPr>
            <a:lvl1pPr algn="ctr">
              <a:defRPr sz="2100" b="1">
                <a:solidFill>
                  <a:srgbClr val="231F20"/>
                </a:solidFill>
                <a:latin typeface="Arial"/>
                <a:ea typeface="Arial"/>
                <a:cs typeface="Arial"/>
              </a:defRPr>
            </a:lvl1pPr>
            <a:lvl2pPr algn="ctr">
              <a:defRPr sz="2100" b="1">
                <a:solidFill>
                  <a:srgbClr val="231F20"/>
                </a:solidFill>
                <a:latin typeface="Arial"/>
                <a:ea typeface="Arial"/>
                <a:cs typeface="Arial"/>
              </a:defRPr>
            </a:lvl2pPr>
            <a:lvl3pPr algn="ctr">
              <a:defRPr sz="2100" b="1">
                <a:solidFill>
                  <a:srgbClr val="231F20"/>
                </a:solidFill>
                <a:latin typeface="Arial"/>
                <a:ea typeface="Arial"/>
                <a:cs typeface="Arial"/>
              </a:defRPr>
            </a:lvl3pPr>
            <a:lvl4pPr algn="ctr">
              <a:defRPr sz="2100" b="1">
                <a:solidFill>
                  <a:srgbClr val="231F20"/>
                </a:solidFill>
                <a:latin typeface="Arial"/>
                <a:ea typeface="Arial"/>
                <a:cs typeface="Arial"/>
              </a:defRPr>
            </a:lvl4pPr>
            <a:lvl5pPr algn="ctr">
              <a:defRPr sz="2100" b="1">
                <a:solidFill>
                  <a:srgbClr val="231F20"/>
                </a:solidFill>
                <a:latin typeface="Arial"/>
                <a:ea typeface="Arial"/>
                <a:cs typeface="Arial"/>
              </a:defRPr>
            </a:lvl5pPr>
            <a:lvl6pPr algn="ctr">
              <a:defRPr sz="2100" b="1">
                <a:solidFill>
                  <a:srgbClr val="231F20"/>
                </a:solidFill>
                <a:latin typeface="Arial"/>
                <a:ea typeface="Arial"/>
                <a:cs typeface="Arial"/>
              </a:defRPr>
            </a:lvl6pPr>
            <a:lvl7pPr algn="ctr">
              <a:defRPr sz="2100" b="1">
                <a:solidFill>
                  <a:srgbClr val="231F20"/>
                </a:solidFill>
                <a:latin typeface="Arial"/>
                <a:ea typeface="Arial"/>
                <a:cs typeface="Arial"/>
              </a:defRPr>
            </a:lvl7pPr>
            <a:lvl8pPr algn="ctr">
              <a:defRPr sz="2100" b="1">
                <a:solidFill>
                  <a:srgbClr val="231F20"/>
                </a:solidFill>
                <a:latin typeface="Arial"/>
                <a:ea typeface="Arial"/>
                <a:cs typeface="Arial"/>
              </a:defRPr>
            </a:lvl8pPr>
            <a:lvl9pPr algn="ctr">
              <a:defRPr sz="2100" b="1">
                <a:solidFill>
                  <a:srgbClr val="231F20"/>
                </a:solidFill>
                <a:latin typeface="Arial"/>
                <a:ea typeface="Arial"/>
                <a:cs typeface="Arial"/>
              </a:defRPr>
            </a:lvl9pPr>
          </a:lstStyle>
          <a:p xmlns:a="http://schemas.openxmlformats.org/drawingml/2006/main">
            <a:pPr algn="ctr">
              <a:defRPr sz="2100" b="1">
                <a:solidFill>
                  <a:srgbClr val="231F20"/>
                </a:solidFill>
                <a:latin typeface="Arial"/>
                <a:ea typeface="Arial"/>
                <a:cs typeface="Arial"/>
              </a:defRPr>
            </a:pPr>
            <a:r>
              <a:rPr sz="2100" b="1">
                <a:solidFill>
                  <a:srgbClr val="231F20"/>
                </a:solidFill>
                <a:latin typeface="Arial"/>
                <a:ea typeface="Arial"/>
                <a:cs typeface="Arial"/>
              </a:rPr>
              <a:t>0</a:t>
            </a:r>
          </a:p>
        </p:txBody>
      </p:sp>
      <p:sp>
        <p:nvSpPr>
          <p:cNvPr id="35" name="text-194">
            <a:extLst xmlns:a="http://schemas.openxmlformats.org/drawingml/2006/main">
              <a:ext uri="{FF2B5EF4-FFF2-40B4-BE49-F238E27FC236}">
                <a16:creationId xmlns:a16="http://schemas.microsoft.com/office/drawing/2014/main" id="{23120418-B047-428F-BF59-336CAB8A6FED}"/>
              </a:ext>
            </a:extLst>
          </p:cNvPr>
          <p:cNvSpPr>
            <a:spLocks xmlns:a="http://schemas.openxmlformats.org/drawingml/2006/main" noGrp="1"/>
          </p:cNvSpPr>
          <p:nvPr/>
        </p:nvSpPr>
        <p:spPr>
          <a:xfrm xmlns:a="http://schemas.openxmlformats.org/drawingml/2006/main">
            <a:off x="3619500" y="459105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Yu Gothic"/>
                <a:ea typeface="Yu Gothic"/>
                <a:cs typeface="Yu Gothic"/>
              </a:defRPr>
            </a:defPPr>
            <a:lvl1pPr algn="ctr">
              <a:defRPr sz="1725" b="0">
                <a:solidFill>
                  <a:srgbClr val="231F20"/>
                </a:solidFill>
                <a:latin typeface="Yu Gothic"/>
                <a:ea typeface="Yu Gothic"/>
                <a:cs typeface="Yu Gothic"/>
              </a:defRPr>
            </a:lvl1pPr>
            <a:lvl2pPr algn="ctr">
              <a:defRPr sz="1725" b="0">
                <a:solidFill>
                  <a:srgbClr val="231F20"/>
                </a:solidFill>
                <a:latin typeface="Yu Gothic"/>
                <a:ea typeface="Yu Gothic"/>
                <a:cs typeface="Yu Gothic"/>
              </a:defRPr>
            </a:lvl2pPr>
            <a:lvl3pPr algn="ctr">
              <a:defRPr sz="1725" b="0">
                <a:solidFill>
                  <a:srgbClr val="231F20"/>
                </a:solidFill>
                <a:latin typeface="Yu Gothic"/>
                <a:ea typeface="Yu Gothic"/>
                <a:cs typeface="Yu Gothic"/>
              </a:defRPr>
            </a:lvl3pPr>
            <a:lvl4pPr algn="ctr">
              <a:defRPr sz="1725" b="0">
                <a:solidFill>
                  <a:srgbClr val="231F20"/>
                </a:solidFill>
                <a:latin typeface="Yu Gothic"/>
                <a:ea typeface="Yu Gothic"/>
                <a:cs typeface="Yu Gothic"/>
              </a:defRPr>
            </a:lvl4pPr>
            <a:lvl5pPr algn="ctr">
              <a:defRPr sz="1725" b="0">
                <a:solidFill>
                  <a:srgbClr val="231F20"/>
                </a:solidFill>
                <a:latin typeface="Yu Gothic"/>
                <a:ea typeface="Yu Gothic"/>
                <a:cs typeface="Yu Gothic"/>
              </a:defRPr>
            </a:lvl5pPr>
            <a:lvl6pPr algn="ctr">
              <a:defRPr sz="1725" b="0">
                <a:solidFill>
                  <a:srgbClr val="231F20"/>
                </a:solidFill>
                <a:latin typeface="Yu Gothic"/>
                <a:ea typeface="Yu Gothic"/>
                <a:cs typeface="Yu Gothic"/>
              </a:defRPr>
            </a:lvl6pPr>
            <a:lvl7pPr algn="ctr">
              <a:defRPr sz="1725" b="0">
                <a:solidFill>
                  <a:srgbClr val="231F20"/>
                </a:solidFill>
                <a:latin typeface="Yu Gothic"/>
                <a:ea typeface="Yu Gothic"/>
                <a:cs typeface="Yu Gothic"/>
              </a:defRPr>
            </a:lvl7pPr>
            <a:lvl8pPr algn="ctr">
              <a:defRPr sz="1725" b="0">
                <a:solidFill>
                  <a:srgbClr val="231F20"/>
                </a:solidFill>
                <a:latin typeface="Yu Gothic"/>
                <a:ea typeface="Yu Gothic"/>
                <a:cs typeface="Yu Gothic"/>
              </a:defRPr>
            </a:lvl8pPr>
            <a:lvl9pPr algn="ctr">
              <a:defRPr sz="1725" b="0">
                <a:solidFill>
                  <a:srgbClr val="231F20"/>
                </a:solidFill>
                <a:latin typeface="Yu Gothic"/>
                <a:ea typeface="Yu Gothic"/>
                <a:cs typeface="Yu Gothic"/>
              </a:defRPr>
            </a:lvl9pPr>
          </a:lstStyle>
          <a:p xmlns:a="http://schemas.openxmlformats.org/drawingml/2006/main">
            <a:pPr algn="ctr">
              <a:defRPr sz="1725" b="0">
                <a:solidFill>
                  <a:srgbClr val="231F20"/>
                </a:solidFill>
                <a:latin typeface="Yu Gothic"/>
                <a:ea typeface="Yu Gothic"/>
                <a:cs typeface="Yu Gothic"/>
              </a:defRPr>
            </a:pPr>
            <a:r>
              <a:rPr sz="1725" b="0">
                <a:solidFill>
                  <a:srgbClr val="231F20"/>
                </a:solidFill>
                <a:latin typeface="Yu Gothic"/>
                <a:ea typeface="Yu Gothic"/>
                <a:cs typeface="Yu Gothic"/>
              </a:rPr>
              <a:t>即値</a:t>
            </a:r>
          </a:p>
        </p:txBody>
      </p:sp>
      <p:sp>
        <p:nvSpPr>
          <p:cNvPr id="36" name="wire-195">
            <a:extLst xmlns:a="http://schemas.openxmlformats.org/drawingml/2006/main">
              <a:ext uri="{FF2B5EF4-FFF2-40B4-BE49-F238E27FC236}">
                <a16:creationId xmlns:a16="http://schemas.microsoft.com/office/drawing/2014/main" id="{780F83A0-DB9F-4D76-9ED9-0E26D6EE6A94}"/>
              </a:ext>
            </a:extLst>
          </p:cNvPr>
          <p:cNvSpPr>
            <a:spLocks xmlns:a="http://schemas.openxmlformats.org/drawingml/2006/main" noGrp="1"/>
          </p:cNvSpPr>
          <p:nvPr/>
        </p:nvSpPr>
        <p:spPr>
          <a:xfrm xmlns:a="http://schemas.openxmlformats.org/drawingml/2006/main">
            <a:off x="3333750" y="5200650"/>
            <a:ext cx="285750" cy="9525"/>
          </a:xfrm>
          <a:custGeom xmlns:a="http://schemas.openxmlformats.org/drawingml/2006/main">
            <a:pathLst>
              <a:path w="285750" h="9525">
                <a:moveTo>
                  <a:pt x="285750" y="0"/>
                </a:moveTo>
                <a:lnTo>
                  <a:pt x="0" y="0"/>
                </a:lnTo>
              </a:path>
            </a:pathLst>
          </a:custGeom>
          <a:noFill xmlns:a="http://schemas.openxmlformats.org/drawingml/2006/main"/>
          <a:ln xmlns:a="http://schemas.openxmlformats.org/drawingml/2006/main" w="22860">
            <a:solidFill>
              <a:srgbClr val="231F20"/>
            </a:solidFill>
          </a:ln>
        </p:spPr>
      </p:sp>
      <p:sp>
        <p:nvSpPr>
          <p:cNvPr id="37" name="wire-196">
            <a:extLst xmlns:a="http://schemas.openxmlformats.org/drawingml/2006/main">
              <a:ext uri="{FF2B5EF4-FFF2-40B4-BE49-F238E27FC236}">
                <a16:creationId xmlns:a16="http://schemas.microsoft.com/office/drawing/2014/main" id="{452CD312-F929-4374-9509-B1CD13783450}"/>
              </a:ext>
            </a:extLst>
          </p:cNvPr>
          <p:cNvSpPr>
            <a:spLocks xmlns:a="http://schemas.openxmlformats.org/drawingml/2006/main" noGrp="1"/>
          </p:cNvSpPr>
          <p:nvPr/>
        </p:nvSpPr>
        <p:spPr>
          <a:xfrm xmlns:a="http://schemas.openxmlformats.org/drawingml/2006/main">
            <a:off x="3333750" y="3981450"/>
            <a:ext cx="9525" cy="1219200"/>
          </a:xfrm>
          <a:custGeom xmlns:a="http://schemas.openxmlformats.org/drawingml/2006/main">
            <a:pathLst>
              <a:path w="9525" h="1219200">
                <a:moveTo>
                  <a:pt x="0" y="1219200"/>
                </a:moveTo>
                <a:lnTo>
                  <a:pt x="0" y="0"/>
                </a:lnTo>
              </a:path>
            </a:pathLst>
          </a:custGeom>
          <a:noFill xmlns:a="http://schemas.openxmlformats.org/drawingml/2006/main"/>
          <a:ln xmlns:a="http://schemas.openxmlformats.org/drawingml/2006/main" w="22860">
            <a:solidFill>
              <a:srgbClr val="231F20"/>
            </a:solidFill>
          </a:ln>
        </p:spPr>
      </p:sp>
      <p:sp>
        <p:nvSpPr>
          <p:cNvPr id="38" name="wire-197">
            <a:extLst xmlns:a="http://schemas.openxmlformats.org/drawingml/2006/main">
              <a:ext uri="{FF2B5EF4-FFF2-40B4-BE49-F238E27FC236}">
                <a16:creationId xmlns:a16="http://schemas.microsoft.com/office/drawing/2014/main" id="{DA76D852-3687-439A-BB71-7A543343AD41}"/>
              </a:ext>
            </a:extLst>
          </p:cNvPr>
          <p:cNvSpPr>
            <a:spLocks xmlns:a="http://schemas.openxmlformats.org/drawingml/2006/main" noGrp="1"/>
          </p:cNvSpPr>
          <p:nvPr/>
        </p:nvSpPr>
        <p:spPr>
          <a:xfrm xmlns:a="http://schemas.openxmlformats.org/drawingml/2006/main">
            <a:off x="3333750" y="39814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2860">
            <a:solidFill>
              <a:srgbClr val="231F20"/>
            </a:solidFill>
          </a:ln>
        </p:spPr>
      </p:sp>
      <p:sp>
        <p:nvSpPr>
          <p:cNvPr id="39" name="circuit-198">
            <a:extLst xmlns:a="http://schemas.openxmlformats.org/drawingml/2006/main">
              <a:ext uri="{FF2B5EF4-FFF2-40B4-BE49-F238E27FC236}">
                <a16:creationId xmlns:a16="http://schemas.microsoft.com/office/drawing/2014/main" id="{9A9DDFDE-6B09-4B0C-8D4C-5D18AFA68EFE}"/>
              </a:ext>
            </a:extLst>
          </p:cNvPr>
          <p:cNvSpPr>
            <a:spLocks xmlns:a="http://schemas.openxmlformats.org/drawingml/2006/main" noGrp="1"/>
          </p:cNvSpPr>
          <p:nvPr/>
        </p:nvSpPr>
        <p:spPr>
          <a:xfrm xmlns:a="http://schemas.openxmlformats.org/drawingml/2006/main">
            <a:off x="361950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0" name="text-199">
            <a:extLst xmlns:a="http://schemas.openxmlformats.org/drawingml/2006/main">
              <a:ext uri="{FF2B5EF4-FFF2-40B4-BE49-F238E27FC236}">
                <a16:creationId xmlns:a16="http://schemas.microsoft.com/office/drawing/2014/main" id="{098DE73F-79D6-463E-91F3-BCA88AD43D4C}"/>
              </a:ext>
            </a:extLst>
          </p:cNvPr>
          <p:cNvSpPr>
            <a:spLocks xmlns:a="http://schemas.openxmlformats.org/drawingml/2006/main" noGrp="1"/>
          </p:cNvSpPr>
          <p:nvPr/>
        </p:nvSpPr>
        <p:spPr>
          <a:xfrm xmlns:a="http://schemas.openxmlformats.org/drawingml/2006/main">
            <a:off x="3581400" y="5467350"/>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0">
                <a:solidFill>
                  <a:srgbClr val="777777"/>
                </a:solidFill>
                <a:latin typeface="Yu Gothic"/>
                <a:ea typeface="Yu Gothic"/>
                <a:cs typeface="Yu Gothic"/>
              </a:defRPr>
            </a:defPPr>
            <a:lvl1pPr algn="ctr">
              <a:defRPr sz="1350" b="0">
                <a:solidFill>
                  <a:srgbClr val="777777"/>
                </a:solidFill>
                <a:latin typeface="Yu Gothic"/>
                <a:ea typeface="Yu Gothic"/>
                <a:cs typeface="Yu Gothic"/>
              </a:defRPr>
            </a:lvl1pPr>
            <a:lvl2pPr algn="ctr">
              <a:defRPr sz="1350" b="0">
                <a:solidFill>
                  <a:srgbClr val="777777"/>
                </a:solidFill>
                <a:latin typeface="Yu Gothic"/>
                <a:ea typeface="Yu Gothic"/>
                <a:cs typeface="Yu Gothic"/>
              </a:defRPr>
            </a:lvl2pPr>
            <a:lvl3pPr algn="ctr">
              <a:defRPr sz="1350" b="0">
                <a:solidFill>
                  <a:srgbClr val="777777"/>
                </a:solidFill>
                <a:latin typeface="Yu Gothic"/>
                <a:ea typeface="Yu Gothic"/>
                <a:cs typeface="Yu Gothic"/>
              </a:defRPr>
            </a:lvl3pPr>
            <a:lvl4pPr algn="ctr">
              <a:defRPr sz="1350" b="0">
                <a:solidFill>
                  <a:srgbClr val="777777"/>
                </a:solidFill>
                <a:latin typeface="Yu Gothic"/>
                <a:ea typeface="Yu Gothic"/>
                <a:cs typeface="Yu Gothic"/>
              </a:defRPr>
            </a:lvl4pPr>
            <a:lvl5pPr algn="ctr">
              <a:defRPr sz="1350" b="0">
                <a:solidFill>
                  <a:srgbClr val="777777"/>
                </a:solidFill>
                <a:latin typeface="Yu Gothic"/>
                <a:ea typeface="Yu Gothic"/>
                <a:cs typeface="Yu Gothic"/>
              </a:defRPr>
            </a:lvl5pPr>
            <a:lvl6pPr algn="ctr">
              <a:defRPr sz="1350" b="0">
                <a:solidFill>
                  <a:srgbClr val="777777"/>
                </a:solidFill>
                <a:latin typeface="Yu Gothic"/>
                <a:ea typeface="Yu Gothic"/>
                <a:cs typeface="Yu Gothic"/>
              </a:defRPr>
            </a:lvl6pPr>
            <a:lvl7pPr algn="ctr">
              <a:defRPr sz="1350" b="0">
                <a:solidFill>
                  <a:srgbClr val="777777"/>
                </a:solidFill>
                <a:latin typeface="Yu Gothic"/>
                <a:ea typeface="Yu Gothic"/>
                <a:cs typeface="Yu Gothic"/>
              </a:defRPr>
            </a:lvl7pPr>
            <a:lvl8pPr algn="ctr">
              <a:defRPr sz="1350" b="0">
                <a:solidFill>
                  <a:srgbClr val="777777"/>
                </a:solidFill>
                <a:latin typeface="Yu Gothic"/>
                <a:ea typeface="Yu Gothic"/>
                <a:cs typeface="Yu Gothic"/>
              </a:defRPr>
            </a:lvl8pPr>
            <a:lvl9pPr algn="ctr">
              <a:defRPr sz="1350" b="0">
                <a:solidFill>
                  <a:srgbClr val="777777"/>
                </a:solidFill>
                <a:latin typeface="Yu Gothic"/>
                <a:ea typeface="Yu Gothic"/>
                <a:cs typeface="Yu Gothic"/>
              </a:defRPr>
            </a:lvl9pPr>
          </a:lstStyle>
          <a:p xmlns:a="http://schemas.openxmlformats.org/drawingml/2006/main">
            <a:pPr algn="ctr">
              <a:defRPr sz="1350" b="0">
                <a:solidFill>
                  <a:srgbClr val="777777"/>
                </a:solidFill>
                <a:latin typeface="Yu Gothic"/>
                <a:ea typeface="Yu Gothic"/>
                <a:cs typeface="Yu Gothic"/>
              </a:defRPr>
            </a:pPr>
            <a:r>
              <a:rPr sz="1350" b="0">
                <a:solidFill>
                  <a:srgbClr val="777777"/>
                </a:solidFill>
                <a:latin typeface="Yu Gothic"/>
                <a:ea typeface="Yu Gothic"/>
                <a:cs typeface="Yu Gothic"/>
              </a:rPr>
              <a:t>命令の指定</a:t>
            </a:r>
          </a:p>
        </p:txBody>
      </p:sp>
      <p:sp>
        <p:nvSpPr>
          <p:cNvPr id="41" name="wire-200">
            <a:extLst xmlns:a="http://schemas.openxmlformats.org/drawingml/2006/main">
              <a:ext uri="{FF2B5EF4-FFF2-40B4-BE49-F238E27FC236}">
                <a16:creationId xmlns:a16="http://schemas.microsoft.com/office/drawing/2014/main" id="{C2485878-253D-4942-A28A-75381954511A}"/>
              </a:ext>
            </a:extLst>
          </p:cNvPr>
          <p:cNvSpPr>
            <a:spLocks xmlns:a="http://schemas.openxmlformats.org/drawingml/2006/main" noGrp="1"/>
          </p:cNvSpPr>
          <p:nvPr/>
        </p:nvSpPr>
        <p:spPr>
          <a:xfrm xmlns:a="http://schemas.openxmlformats.org/drawingml/2006/main">
            <a:off x="4572000" y="361950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22860">
            <a:solidFill>
              <a:srgbClr val="231F20"/>
            </a:solidFill>
          </a:ln>
        </p:spPr>
      </p:sp>
      <p:sp>
        <p:nvSpPr>
          <p:cNvPr id="42" name="circuit-201">
            <a:extLst xmlns:a="http://schemas.openxmlformats.org/drawingml/2006/main">
              <a:ext uri="{FF2B5EF4-FFF2-40B4-BE49-F238E27FC236}">
                <a16:creationId xmlns:a16="http://schemas.microsoft.com/office/drawing/2014/main" id="{034BAE0D-EF6D-4A86-AC19-88CF90FAD239}"/>
              </a:ext>
            </a:extLst>
          </p:cNvPr>
          <p:cNvSpPr>
            <a:spLocks xmlns:a="http://schemas.openxmlformats.org/drawingml/2006/main" noGrp="1"/>
          </p:cNvSpPr>
          <p:nvPr/>
        </p:nvSpPr>
        <p:spPr>
          <a:xfrm xmlns:a="http://schemas.openxmlformats.org/drawingml/2006/main">
            <a:off x="5429250" y="35814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3" name="text-202">
            <a:extLst xmlns:a="http://schemas.openxmlformats.org/drawingml/2006/main">
              <a:ext uri="{FF2B5EF4-FFF2-40B4-BE49-F238E27FC236}">
                <a16:creationId xmlns:a16="http://schemas.microsoft.com/office/drawing/2014/main" id="{65150907-0046-4E42-B2C4-41AA16B3BCD3}"/>
              </a:ext>
            </a:extLst>
          </p:cNvPr>
          <p:cNvSpPr>
            <a:spLocks xmlns:a="http://schemas.openxmlformats.org/drawingml/2006/main" noGrp="1"/>
          </p:cNvSpPr>
          <p:nvPr/>
        </p:nvSpPr>
        <p:spPr>
          <a:xfrm xmlns:a="http://schemas.openxmlformats.org/drawingml/2006/main">
            <a:off x="4610100" y="3257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1">
                <a:solidFill>
                  <a:srgbClr val="1572C3"/>
                </a:solidFill>
                <a:latin typeface="Yu Gothic"/>
                <a:ea typeface="Yu Gothic"/>
                <a:cs typeface="Yu Gothic"/>
              </a:defRPr>
            </a:defPPr>
            <a:lvl1pPr algn="ctr">
              <a:defRPr sz="1575" b="1">
                <a:solidFill>
                  <a:srgbClr val="1572C3"/>
                </a:solidFill>
                <a:latin typeface="Yu Gothic"/>
                <a:ea typeface="Yu Gothic"/>
                <a:cs typeface="Yu Gothic"/>
              </a:defRPr>
            </a:lvl1pPr>
            <a:lvl2pPr algn="ctr">
              <a:defRPr sz="1575" b="1">
                <a:solidFill>
                  <a:srgbClr val="1572C3"/>
                </a:solidFill>
                <a:latin typeface="Yu Gothic"/>
                <a:ea typeface="Yu Gothic"/>
                <a:cs typeface="Yu Gothic"/>
              </a:defRPr>
            </a:lvl2pPr>
            <a:lvl3pPr algn="ctr">
              <a:defRPr sz="1575" b="1">
                <a:solidFill>
                  <a:srgbClr val="1572C3"/>
                </a:solidFill>
                <a:latin typeface="Yu Gothic"/>
                <a:ea typeface="Yu Gothic"/>
                <a:cs typeface="Yu Gothic"/>
              </a:defRPr>
            </a:lvl3pPr>
            <a:lvl4pPr algn="ctr">
              <a:defRPr sz="1575" b="1">
                <a:solidFill>
                  <a:srgbClr val="1572C3"/>
                </a:solidFill>
                <a:latin typeface="Yu Gothic"/>
                <a:ea typeface="Yu Gothic"/>
                <a:cs typeface="Yu Gothic"/>
              </a:defRPr>
            </a:lvl4pPr>
            <a:lvl5pPr algn="ctr">
              <a:defRPr sz="1575" b="1">
                <a:solidFill>
                  <a:srgbClr val="1572C3"/>
                </a:solidFill>
                <a:latin typeface="Yu Gothic"/>
                <a:ea typeface="Yu Gothic"/>
                <a:cs typeface="Yu Gothic"/>
              </a:defRPr>
            </a:lvl5pPr>
            <a:lvl6pPr algn="ctr">
              <a:defRPr sz="1575" b="1">
                <a:solidFill>
                  <a:srgbClr val="1572C3"/>
                </a:solidFill>
                <a:latin typeface="Yu Gothic"/>
                <a:ea typeface="Yu Gothic"/>
                <a:cs typeface="Yu Gothic"/>
              </a:defRPr>
            </a:lvl6pPr>
            <a:lvl7pPr algn="ctr">
              <a:defRPr sz="1575" b="1">
                <a:solidFill>
                  <a:srgbClr val="1572C3"/>
                </a:solidFill>
                <a:latin typeface="Yu Gothic"/>
                <a:ea typeface="Yu Gothic"/>
                <a:cs typeface="Yu Gothic"/>
              </a:defRPr>
            </a:lvl7pPr>
            <a:lvl8pPr algn="ctr">
              <a:defRPr sz="1575" b="1">
                <a:solidFill>
                  <a:srgbClr val="1572C3"/>
                </a:solidFill>
                <a:latin typeface="Yu Gothic"/>
                <a:ea typeface="Yu Gothic"/>
                <a:cs typeface="Yu Gothic"/>
              </a:defRPr>
            </a:lvl8pPr>
            <a:lvl9pPr algn="ctr">
              <a:defRPr sz="1575" b="1">
                <a:solidFill>
                  <a:srgbClr val="1572C3"/>
                </a:solidFill>
                <a:latin typeface="Yu Gothic"/>
                <a:ea typeface="Yu Gothic"/>
                <a:cs typeface="Yu Gothic"/>
              </a:defRPr>
            </a:lvl9pPr>
          </a:lstStyle>
          <a:p xmlns:a="http://schemas.openxmlformats.org/drawingml/2006/main">
            <a:pPr algn="ctr">
              <a:defRPr sz="1575" b="1">
                <a:solidFill>
                  <a:srgbClr val="1572C3"/>
                </a:solidFill>
                <a:latin typeface="Yu Gothic"/>
                <a:ea typeface="Yu Gothic"/>
                <a:cs typeface="Yu Gothic"/>
              </a:defRPr>
            </a:pPr>
            <a:r>
              <a:rPr sz="1575" b="1">
                <a:solidFill>
                  <a:srgbClr val="1572C3"/>
                </a:solidFill>
                <a:latin typeface="Yu Gothic"/>
                <a:ea typeface="Yu Gothic"/>
                <a:cs typeface="Yu Gothic"/>
              </a:rPr>
              <a:t>番地</a:t>
            </a:r>
          </a:p>
        </p:txBody>
      </p:sp>
      <p:sp>
        <p:nvSpPr>
          <p:cNvPr id="44" name="wire-203">
            <a:extLst xmlns:a="http://schemas.openxmlformats.org/drawingml/2006/main">
              <a:ext uri="{FF2B5EF4-FFF2-40B4-BE49-F238E27FC236}">
                <a16:creationId xmlns:a16="http://schemas.microsoft.com/office/drawing/2014/main" id="{5667F132-383C-4303-BAE9-52A5A4AF6A5E}"/>
              </a:ext>
            </a:extLst>
          </p:cNvPr>
          <p:cNvSpPr>
            <a:spLocks xmlns:a="http://schemas.openxmlformats.org/drawingml/2006/main" noGrp="1"/>
          </p:cNvSpPr>
          <p:nvPr/>
        </p:nvSpPr>
        <p:spPr>
          <a:xfrm xmlns:a="http://schemas.openxmlformats.org/drawingml/2006/main">
            <a:off x="2895600" y="398145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22860">
            <a:solidFill>
              <a:srgbClr val="1572C3"/>
            </a:solidFill>
          </a:ln>
        </p:spPr>
      </p:sp>
      <p:sp>
        <p:nvSpPr>
          <p:cNvPr id="45" name="wire-204">
            <a:extLst xmlns:a="http://schemas.openxmlformats.org/drawingml/2006/main">
              <a:ext uri="{FF2B5EF4-FFF2-40B4-BE49-F238E27FC236}">
                <a16:creationId xmlns:a16="http://schemas.microsoft.com/office/drawing/2014/main" id="{8F1FE03D-9592-4213-BA21-4AAD52BF2F25}"/>
              </a:ext>
            </a:extLst>
          </p:cNvPr>
          <p:cNvSpPr>
            <a:spLocks xmlns:a="http://schemas.openxmlformats.org/drawingml/2006/main" noGrp="1"/>
          </p:cNvSpPr>
          <p:nvPr/>
        </p:nvSpPr>
        <p:spPr>
          <a:xfrm xmlns:a="http://schemas.openxmlformats.org/drawingml/2006/main">
            <a:off x="3105150" y="3981450"/>
            <a:ext cx="9525" cy="1752600"/>
          </a:xfrm>
          <a:custGeom xmlns:a="http://schemas.openxmlformats.org/drawingml/2006/main">
            <a:pathLst>
              <a:path w="9525" h="1752600">
                <a:moveTo>
                  <a:pt x="0" y="0"/>
                </a:moveTo>
                <a:lnTo>
                  <a:pt x="0" y="1752600"/>
                </a:lnTo>
              </a:path>
            </a:pathLst>
          </a:custGeom>
          <a:noFill xmlns:a="http://schemas.openxmlformats.org/drawingml/2006/main"/>
          <a:ln xmlns:a="http://schemas.openxmlformats.org/drawingml/2006/main" w="22860">
            <a:solidFill>
              <a:srgbClr val="1572C3"/>
            </a:solidFill>
          </a:ln>
        </p:spPr>
      </p:sp>
      <p:sp>
        <p:nvSpPr>
          <p:cNvPr id="46" name="wire-205">
            <a:extLst xmlns:a="http://schemas.openxmlformats.org/drawingml/2006/main">
              <a:ext uri="{FF2B5EF4-FFF2-40B4-BE49-F238E27FC236}">
                <a16:creationId xmlns:a16="http://schemas.microsoft.com/office/drawing/2014/main" id="{8DC8825F-B306-4263-BD1D-761571AC66AE}"/>
              </a:ext>
            </a:extLst>
          </p:cNvPr>
          <p:cNvSpPr>
            <a:spLocks xmlns:a="http://schemas.openxmlformats.org/drawingml/2006/main" noGrp="1"/>
          </p:cNvSpPr>
          <p:nvPr/>
        </p:nvSpPr>
        <p:spPr>
          <a:xfrm xmlns:a="http://schemas.openxmlformats.org/drawingml/2006/main">
            <a:off x="3105150" y="5734050"/>
            <a:ext cx="2133600" cy="9525"/>
          </a:xfrm>
          <a:custGeom xmlns:a="http://schemas.openxmlformats.org/drawingml/2006/main">
            <a:pathLst>
              <a:path w="2133600" h="9525">
                <a:moveTo>
                  <a:pt x="0" y="0"/>
                </a:moveTo>
                <a:lnTo>
                  <a:pt x="2133600" y="0"/>
                </a:lnTo>
              </a:path>
            </a:pathLst>
          </a:custGeom>
          <a:noFill xmlns:a="http://schemas.openxmlformats.org/drawingml/2006/main"/>
          <a:ln xmlns:a="http://schemas.openxmlformats.org/drawingml/2006/main" w="22860">
            <a:solidFill>
              <a:srgbClr val="1572C3"/>
            </a:solidFill>
          </a:ln>
        </p:spPr>
      </p:sp>
      <p:sp>
        <p:nvSpPr>
          <p:cNvPr id="47" name="wire-206">
            <a:extLst xmlns:a="http://schemas.openxmlformats.org/drawingml/2006/main">
              <a:ext uri="{FF2B5EF4-FFF2-40B4-BE49-F238E27FC236}">
                <a16:creationId xmlns:a16="http://schemas.microsoft.com/office/drawing/2014/main" id="{ACAA2395-A261-4623-A8E2-1F268FEFB82B}"/>
              </a:ext>
            </a:extLst>
          </p:cNvPr>
          <p:cNvSpPr>
            <a:spLocks xmlns:a="http://schemas.openxmlformats.org/drawingml/2006/main" noGrp="1"/>
          </p:cNvSpPr>
          <p:nvPr/>
        </p:nvSpPr>
        <p:spPr>
          <a:xfrm xmlns:a="http://schemas.openxmlformats.org/drawingml/2006/main">
            <a:off x="5238750" y="4476750"/>
            <a:ext cx="9525" cy="1257300"/>
          </a:xfrm>
          <a:custGeom xmlns:a="http://schemas.openxmlformats.org/drawingml/2006/main">
            <a:pathLst>
              <a:path w="9525" h="1257300">
                <a:moveTo>
                  <a:pt x="0" y="1257300"/>
                </a:moveTo>
                <a:lnTo>
                  <a:pt x="0" y="0"/>
                </a:lnTo>
              </a:path>
            </a:pathLst>
          </a:custGeom>
          <a:noFill xmlns:a="http://schemas.openxmlformats.org/drawingml/2006/main"/>
          <a:ln xmlns:a="http://schemas.openxmlformats.org/drawingml/2006/main" w="22860">
            <a:solidFill>
              <a:srgbClr val="1572C3"/>
            </a:solidFill>
          </a:ln>
        </p:spPr>
      </p:sp>
      <p:sp>
        <p:nvSpPr>
          <p:cNvPr id="48" name="wire-207">
            <a:extLst xmlns:a="http://schemas.openxmlformats.org/drawingml/2006/main">
              <a:ext uri="{FF2B5EF4-FFF2-40B4-BE49-F238E27FC236}">
                <a16:creationId xmlns:a16="http://schemas.microsoft.com/office/drawing/2014/main" id="{0C43070D-C455-4C09-9AA3-FC25F8C37CBB}"/>
              </a:ext>
            </a:extLst>
          </p:cNvPr>
          <p:cNvSpPr>
            <a:spLocks xmlns:a="http://schemas.openxmlformats.org/drawingml/2006/main" noGrp="1"/>
          </p:cNvSpPr>
          <p:nvPr/>
        </p:nvSpPr>
        <p:spPr>
          <a:xfrm xmlns:a="http://schemas.openxmlformats.org/drawingml/2006/main">
            <a:off x="5238750" y="44767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1572C3"/>
            </a:solidFill>
          </a:ln>
        </p:spPr>
      </p:sp>
      <p:sp>
        <p:nvSpPr>
          <p:cNvPr id="49" name="circuit-208">
            <a:extLst xmlns:a="http://schemas.openxmlformats.org/drawingml/2006/main">
              <a:ext uri="{FF2B5EF4-FFF2-40B4-BE49-F238E27FC236}">
                <a16:creationId xmlns:a16="http://schemas.microsoft.com/office/drawing/2014/main" id="{20C4C1F6-A611-4B36-B7CC-71C7135C1A05}"/>
              </a:ext>
            </a:extLst>
          </p:cNvPr>
          <p:cNvSpPr>
            <a:spLocks xmlns:a="http://schemas.openxmlformats.org/drawingml/2006/main" noGrp="1"/>
          </p:cNvSpPr>
          <p:nvPr/>
        </p:nvSpPr>
        <p:spPr>
          <a:xfrm xmlns:a="http://schemas.openxmlformats.org/drawingml/2006/main">
            <a:off x="5429250" y="44386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50" name="text-209">
            <a:extLst xmlns:a="http://schemas.openxmlformats.org/drawingml/2006/main">
              <a:ext uri="{FF2B5EF4-FFF2-40B4-BE49-F238E27FC236}">
                <a16:creationId xmlns:a16="http://schemas.microsoft.com/office/drawing/2014/main" id="{5BD8A2EA-89EC-4871-8BC0-610699686A19}"/>
              </a:ext>
            </a:extLst>
          </p:cNvPr>
          <p:cNvSpPr>
            <a:spLocks xmlns:a="http://schemas.openxmlformats.org/drawingml/2006/main" noGrp="1"/>
          </p:cNvSpPr>
          <p:nvPr/>
        </p:nvSpPr>
        <p:spPr>
          <a:xfrm xmlns:a="http://schemas.openxmlformats.org/drawingml/2006/main">
            <a:off x="3352800" y="5791200"/>
            <a:ext cx="1695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1">
                <a:solidFill>
                  <a:srgbClr val="1572C3"/>
                </a:solidFill>
                <a:latin typeface="Yu Gothic"/>
                <a:ea typeface="Yu Gothic"/>
                <a:cs typeface="Yu Gothic"/>
              </a:defRPr>
            </a:defPPr>
            <a:lvl1pPr algn="ctr">
              <a:defRPr sz="1800" b="1">
                <a:solidFill>
                  <a:srgbClr val="1572C3"/>
                </a:solidFill>
                <a:latin typeface="Yu Gothic"/>
                <a:ea typeface="Yu Gothic"/>
                <a:cs typeface="Yu Gothic"/>
              </a:defRPr>
            </a:lvl1pPr>
            <a:lvl2pPr algn="ctr">
              <a:defRPr sz="1800" b="1">
                <a:solidFill>
                  <a:srgbClr val="1572C3"/>
                </a:solidFill>
                <a:latin typeface="Yu Gothic"/>
                <a:ea typeface="Yu Gothic"/>
                <a:cs typeface="Yu Gothic"/>
              </a:defRPr>
            </a:lvl2pPr>
            <a:lvl3pPr algn="ctr">
              <a:defRPr sz="1800" b="1">
                <a:solidFill>
                  <a:srgbClr val="1572C3"/>
                </a:solidFill>
                <a:latin typeface="Yu Gothic"/>
                <a:ea typeface="Yu Gothic"/>
                <a:cs typeface="Yu Gothic"/>
              </a:defRPr>
            </a:lvl3pPr>
            <a:lvl4pPr algn="ctr">
              <a:defRPr sz="1800" b="1">
                <a:solidFill>
                  <a:srgbClr val="1572C3"/>
                </a:solidFill>
                <a:latin typeface="Yu Gothic"/>
                <a:ea typeface="Yu Gothic"/>
                <a:cs typeface="Yu Gothic"/>
              </a:defRPr>
            </a:lvl4pPr>
            <a:lvl5pPr algn="ctr">
              <a:defRPr sz="1800" b="1">
                <a:solidFill>
                  <a:srgbClr val="1572C3"/>
                </a:solidFill>
                <a:latin typeface="Yu Gothic"/>
                <a:ea typeface="Yu Gothic"/>
                <a:cs typeface="Yu Gothic"/>
              </a:defRPr>
            </a:lvl5pPr>
            <a:lvl6pPr algn="ctr">
              <a:defRPr sz="1800" b="1">
                <a:solidFill>
                  <a:srgbClr val="1572C3"/>
                </a:solidFill>
                <a:latin typeface="Yu Gothic"/>
                <a:ea typeface="Yu Gothic"/>
                <a:cs typeface="Yu Gothic"/>
              </a:defRPr>
            </a:lvl6pPr>
            <a:lvl7pPr algn="ctr">
              <a:defRPr sz="1800" b="1">
                <a:solidFill>
                  <a:srgbClr val="1572C3"/>
                </a:solidFill>
                <a:latin typeface="Yu Gothic"/>
                <a:ea typeface="Yu Gothic"/>
                <a:cs typeface="Yu Gothic"/>
              </a:defRPr>
            </a:lvl7pPr>
            <a:lvl8pPr algn="ctr">
              <a:defRPr sz="1800" b="1">
                <a:solidFill>
                  <a:srgbClr val="1572C3"/>
                </a:solidFill>
                <a:latin typeface="Yu Gothic"/>
                <a:ea typeface="Yu Gothic"/>
                <a:cs typeface="Yu Gothic"/>
              </a:defRPr>
            </a:lvl8pPr>
            <a:lvl9pPr algn="ctr">
              <a:defRPr sz="1800" b="1">
                <a:solidFill>
                  <a:srgbClr val="1572C3"/>
                </a:solidFill>
                <a:latin typeface="Yu Gothic"/>
                <a:ea typeface="Yu Gothic"/>
                <a:cs typeface="Yu Gothic"/>
              </a:defRPr>
            </a:lvl9pPr>
          </a:lstStyle>
          <a:p xmlns:a="http://schemas.openxmlformats.org/drawingml/2006/main">
            <a:pPr algn="ctr">
              <a:defRPr sz="1800" b="1">
                <a:solidFill>
                  <a:srgbClr val="1572C3"/>
                </a:solidFill>
                <a:latin typeface="Yu Gothic"/>
                <a:ea typeface="Yu Gothic"/>
                <a:cs typeface="Yu Gothic"/>
              </a:defRPr>
            </a:pPr>
            <a:r>
              <a:rPr sz="1800" b="1">
                <a:solidFill>
                  <a:srgbClr val="1572C3"/>
                </a:solidFill>
                <a:latin typeface="Yu Gothic"/>
                <a:ea typeface="Yu Gothic"/>
                <a:cs typeface="Yu Gothic"/>
              </a:rPr>
              <a:t>書く値 D</a:t>
            </a:r>
          </a:p>
        </p:txBody>
      </p:sp>
      <p:sp>
        <p:nvSpPr>
          <p:cNvPr id="51" name="block-210">
            <a:extLst xmlns:a="http://schemas.openxmlformats.org/drawingml/2006/main">
              <a:ext uri="{FF2B5EF4-FFF2-40B4-BE49-F238E27FC236}">
                <a16:creationId xmlns:a16="http://schemas.microsoft.com/office/drawing/2014/main" id="{9111840D-7C11-4391-AAB0-6731D0A825B6}"/>
              </a:ext>
            </a:extLst>
          </p:cNvPr>
          <p:cNvSpPr>
            <a:spLocks xmlns:a="http://schemas.openxmlformats.org/drawingml/2006/main" noGrp="1"/>
          </p:cNvSpPr>
          <p:nvPr/>
        </p:nvSpPr>
        <p:spPr>
          <a:xfrm xmlns:a="http://schemas.openxmlformats.org/drawingml/2006/main">
            <a:off x="5524500" y="2838450"/>
            <a:ext cx="1657350" cy="2228850"/>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52" name="text-211">
            <a:extLst xmlns:a="http://schemas.openxmlformats.org/drawingml/2006/main">
              <a:ext uri="{FF2B5EF4-FFF2-40B4-BE49-F238E27FC236}">
                <a16:creationId xmlns:a16="http://schemas.microsoft.com/office/drawing/2014/main" id="{C09C0EB7-BC58-4F44-A0ED-B9B9CC996660}"/>
              </a:ext>
            </a:extLst>
          </p:cNvPr>
          <p:cNvSpPr>
            <a:spLocks xmlns:a="http://schemas.openxmlformats.org/drawingml/2006/main" noGrp="1"/>
          </p:cNvSpPr>
          <p:nvPr/>
        </p:nvSpPr>
        <p:spPr>
          <a:xfrm xmlns:a="http://schemas.openxmlformats.org/drawingml/2006/main">
            <a:off x="5695950" y="2933700"/>
            <a:ext cx="133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1">
                <a:solidFill>
                  <a:srgbClr val="231F20"/>
                </a:solidFill>
                <a:latin typeface="Yu Gothic"/>
                <a:ea typeface="Yu Gothic"/>
                <a:cs typeface="Yu Gothic"/>
              </a:defRPr>
            </a:defPPr>
            <a:lvl1pPr algn="ctr">
              <a:defRPr sz="1800" b="1">
                <a:solidFill>
                  <a:srgbClr val="231F20"/>
                </a:solidFill>
                <a:latin typeface="Yu Gothic"/>
                <a:ea typeface="Yu Gothic"/>
                <a:cs typeface="Yu Gothic"/>
              </a:defRPr>
            </a:lvl1pPr>
            <a:lvl2pPr algn="ctr">
              <a:defRPr sz="1800" b="1">
                <a:solidFill>
                  <a:srgbClr val="231F20"/>
                </a:solidFill>
                <a:latin typeface="Yu Gothic"/>
                <a:ea typeface="Yu Gothic"/>
                <a:cs typeface="Yu Gothic"/>
              </a:defRPr>
            </a:lvl2pPr>
            <a:lvl3pPr algn="ctr">
              <a:defRPr sz="1800" b="1">
                <a:solidFill>
                  <a:srgbClr val="231F20"/>
                </a:solidFill>
                <a:latin typeface="Yu Gothic"/>
                <a:ea typeface="Yu Gothic"/>
                <a:cs typeface="Yu Gothic"/>
              </a:defRPr>
            </a:lvl3pPr>
            <a:lvl4pPr algn="ctr">
              <a:defRPr sz="1800" b="1">
                <a:solidFill>
                  <a:srgbClr val="231F20"/>
                </a:solidFill>
                <a:latin typeface="Yu Gothic"/>
                <a:ea typeface="Yu Gothic"/>
                <a:cs typeface="Yu Gothic"/>
              </a:defRPr>
            </a:lvl4pPr>
            <a:lvl5pPr algn="ctr">
              <a:defRPr sz="1800" b="1">
                <a:solidFill>
                  <a:srgbClr val="231F20"/>
                </a:solidFill>
                <a:latin typeface="Yu Gothic"/>
                <a:ea typeface="Yu Gothic"/>
                <a:cs typeface="Yu Gothic"/>
              </a:defRPr>
            </a:lvl5pPr>
            <a:lvl6pPr algn="ctr">
              <a:defRPr sz="1800" b="1">
                <a:solidFill>
                  <a:srgbClr val="231F20"/>
                </a:solidFill>
                <a:latin typeface="Yu Gothic"/>
                <a:ea typeface="Yu Gothic"/>
                <a:cs typeface="Yu Gothic"/>
              </a:defRPr>
            </a:lvl6pPr>
            <a:lvl7pPr algn="ctr">
              <a:defRPr sz="1800" b="1">
                <a:solidFill>
                  <a:srgbClr val="231F20"/>
                </a:solidFill>
                <a:latin typeface="Yu Gothic"/>
                <a:ea typeface="Yu Gothic"/>
                <a:cs typeface="Yu Gothic"/>
              </a:defRPr>
            </a:lvl7pPr>
            <a:lvl8pPr algn="ctr">
              <a:defRPr sz="1800" b="1">
                <a:solidFill>
                  <a:srgbClr val="231F20"/>
                </a:solidFill>
                <a:latin typeface="Yu Gothic"/>
                <a:ea typeface="Yu Gothic"/>
                <a:cs typeface="Yu Gothic"/>
              </a:defRPr>
            </a:lvl8pPr>
            <a:lvl9pPr algn="ctr">
              <a:defRPr sz="1800" b="1">
                <a:solidFill>
                  <a:srgbClr val="231F20"/>
                </a:solidFill>
                <a:latin typeface="Yu Gothic"/>
                <a:ea typeface="Yu Gothic"/>
                <a:cs typeface="Yu Gothic"/>
              </a:defRPr>
            </a:lvl9pPr>
          </a:lstStyle>
          <a:p xmlns:a="http://schemas.openxmlformats.org/drawingml/2006/main">
            <a:pPr algn="ctr">
              <a:defRPr sz="1800" b="1">
                <a:solidFill>
                  <a:srgbClr val="231F20"/>
                </a:solidFill>
                <a:latin typeface="Yu Gothic"/>
                <a:ea typeface="Yu Gothic"/>
                <a:cs typeface="Yu Gothic"/>
              </a:defRPr>
            </a:pPr>
            <a:r>
              <a:rPr sz="1800" b="1">
                <a:solidFill>
                  <a:srgbClr val="231F20"/>
                </a:solidFill>
                <a:latin typeface="Yu Gothic"/>
                <a:ea typeface="Yu Gothic"/>
                <a:cs typeface="Yu Gothic"/>
              </a:rPr>
              <a:t>データ側の</a:t>
            </a:r>
          </a:p>
          <a:p xmlns:a="http://schemas.openxmlformats.org/drawingml/2006/main">
            <a:pPr algn="ctr">
              <a:defRPr sz="1800" b="1">
                <a:solidFill>
                  <a:srgbClr val="231F20"/>
                </a:solidFill>
                <a:latin typeface="Yu Gothic"/>
                <a:ea typeface="Yu Gothic"/>
                <a:cs typeface="Yu Gothic"/>
              </a:defRPr>
            </a:pPr>
            <a:r>
              <a:rPr sz="1800" b="1">
                <a:solidFill>
                  <a:srgbClr val="231F20"/>
                </a:solidFill>
                <a:latin typeface="Yu Gothic"/>
                <a:ea typeface="Yu Gothic"/>
                <a:cs typeface="Yu Gothic"/>
              </a:rPr>
              <a:t>バス接続</a:t>
            </a:r>
          </a:p>
        </p:txBody>
      </p:sp>
      <p:sp>
        <p:nvSpPr>
          <p:cNvPr id="53" name="text-212">
            <a:extLst xmlns:a="http://schemas.openxmlformats.org/drawingml/2006/main">
              <a:ext uri="{FF2B5EF4-FFF2-40B4-BE49-F238E27FC236}">
                <a16:creationId xmlns:a16="http://schemas.microsoft.com/office/drawing/2014/main" id="{819B511A-F8A0-497C-80FD-A69B7FD274BA}"/>
              </a:ext>
            </a:extLst>
          </p:cNvPr>
          <p:cNvSpPr>
            <a:spLocks xmlns:a="http://schemas.openxmlformats.org/drawingml/2006/main" noGrp="1"/>
          </p:cNvSpPr>
          <p:nvPr/>
        </p:nvSpPr>
        <p:spPr>
          <a:xfrm xmlns:a="http://schemas.openxmlformats.org/drawingml/2006/main">
            <a:off x="5619750" y="35147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Yu Gothic"/>
                <a:ea typeface="Yu Gothic"/>
                <a:cs typeface="Yu Gothic"/>
              </a:defRPr>
            </a:defPPr>
            <a:lvl1pPr algn="l">
              <a:defRPr sz="1500" b="0">
                <a:solidFill>
                  <a:srgbClr val="231F20"/>
                </a:solidFill>
                <a:latin typeface="Yu Gothic"/>
                <a:ea typeface="Yu Gothic"/>
                <a:cs typeface="Yu Gothic"/>
              </a:defRPr>
            </a:lvl1pPr>
            <a:lvl2pPr algn="l">
              <a:defRPr sz="1500" b="0">
                <a:solidFill>
                  <a:srgbClr val="231F20"/>
                </a:solidFill>
                <a:latin typeface="Yu Gothic"/>
                <a:ea typeface="Yu Gothic"/>
                <a:cs typeface="Yu Gothic"/>
              </a:defRPr>
            </a:lvl2pPr>
            <a:lvl3pPr algn="l">
              <a:defRPr sz="1500" b="0">
                <a:solidFill>
                  <a:srgbClr val="231F20"/>
                </a:solidFill>
                <a:latin typeface="Yu Gothic"/>
                <a:ea typeface="Yu Gothic"/>
                <a:cs typeface="Yu Gothic"/>
              </a:defRPr>
            </a:lvl3pPr>
            <a:lvl4pPr algn="l">
              <a:defRPr sz="1500" b="0">
                <a:solidFill>
                  <a:srgbClr val="231F20"/>
                </a:solidFill>
                <a:latin typeface="Yu Gothic"/>
                <a:ea typeface="Yu Gothic"/>
                <a:cs typeface="Yu Gothic"/>
              </a:defRPr>
            </a:lvl4pPr>
            <a:lvl5pPr algn="l">
              <a:defRPr sz="1500" b="0">
                <a:solidFill>
                  <a:srgbClr val="231F20"/>
                </a:solidFill>
                <a:latin typeface="Yu Gothic"/>
                <a:ea typeface="Yu Gothic"/>
                <a:cs typeface="Yu Gothic"/>
              </a:defRPr>
            </a:lvl5pPr>
            <a:lvl6pPr algn="l">
              <a:defRPr sz="1500" b="0">
                <a:solidFill>
                  <a:srgbClr val="231F20"/>
                </a:solidFill>
                <a:latin typeface="Yu Gothic"/>
                <a:ea typeface="Yu Gothic"/>
                <a:cs typeface="Yu Gothic"/>
              </a:defRPr>
            </a:lvl6pPr>
            <a:lvl7pPr algn="l">
              <a:defRPr sz="1500" b="0">
                <a:solidFill>
                  <a:srgbClr val="231F20"/>
                </a:solidFill>
                <a:latin typeface="Yu Gothic"/>
                <a:ea typeface="Yu Gothic"/>
                <a:cs typeface="Yu Gothic"/>
              </a:defRPr>
            </a:lvl7pPr>
            <a:lvl8pPr algn="l">
              <a:defRPr sz="1500" b="0">
                <a:solidFill>
                  <a:srgbClr val="231F20"/>
                </a:solidFill>
                <a:latin typeface="Yu Gothic"/>
                <a:ea typeface="Yu Gothic"/>
                <a:cs typeface="Yu Gothic"/>
              </a:defRPr>
            </a:lvl8pPr>
            <a:lvl9pPr algn="l">
              <a:defRPr sz="1500" b="0">
                <a:solidFill>
                  <a:srgbClr val="231F20"/>
                </a:solidFill>
                <a:latin typeface="Yu Gothic"/>
                <a:ea typeface="Yu Gothic"/>
                <a:cs typeface="Yu Gothic"/>
              </a:defRPr>
            </a:lvl9pPr>
          </a:lstStyle>
          <a:p xmlns:a="http://schemas.openxmlformats.org/drawingml/2006/main">
            <a:pPr algn="l">
              <a:defRPr sz="1500" b="0">
                <a:solidFill>
                  <a:srgbClr val="231F20"/>
                </a:solidFill>
                <a:latin typeface="Yu Gothic"/>
                <a:ea typeface="Yu Gothic"/>
                <a:cs typeface="Yu Gothic"/>
              </a:defRPr>
            </a:pPr>
            <a:r>
              <a:rPr sz="1500" b="0">
                <a:solidFill>
                  <a:srgbClr val="231F20"/>
                </a:solidFill>
                <a:latin typeface="Yu Gothic"/>
                <a:ea typeface="Yu Gothic"/>
                <a:cs typeface="Yu Gothic"/>
              </a:rPr>
              <a:t>番地</a:t>
            </a:r>
          </a:p>
        </p:txBody>
      </p:sp>
      <p:sp>
        <p:nvSpPr>
          <p:cNvPr id="54" name="text-213">
            <a:extLst xmlns:a="http://schemas.openxmlformats.org/drawingml/2006/main">
              <a:ext uri="{FF2B5EF4-FFF2-40B4-BE49-F238E27FC236}">
                <a16:creationId xmlns:a16="http://schemas.microsoft.com/office/drawing/2014/main" id="{CDFFCA89-FE97-4E11-8C3A-C72C9E0A3B9B}"/>
              </a:ext>
            </a:extLst>
          </p:cNvPr>
          <p:cNvSpPr>
            <a:spLocks xmlns:a="http://schemas.openxmlformats.org/drawingml/2006/main" noGrp="1"/>
          </p:cNvSpPr>
          <p:nvPr/>
        </p:nvSpPr>
        <p:spPr>
          <a:xfrm xmlns:a="http://schemas.openxmlformats.org/drawingml/2006/main">
            <a:off x="5619750" y="43529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Yu Gothic"/>
                <a:ea typeface="Yu Gothic"/>
                <a:cs typeface="Yu Gothic"/>
              </a:defRPr>
            </a:defPPr>
            <a:lvl1pPr algn="l">
              <a:defRPr sz="1500" b="0">
                <a:solidFill>
                  <a:srgbClr val="231F20"/>
                </a:solidFill>
                <a:latin typeface="Yu Gothic"/>
                <a:ea typeface="Yu Gothic"/>
                <a:cs typeface="Yu Gothic"/>
              </a:defRPr>
            </a:lvl1pPr>
            <a:lvl2pPr algn="l">
              <a:defRPr sz="1500" b="0">
                <a:solidFill>
                  <a:srgbClr val="231F20"/>
                </a:solidFill>
                <a:latin typeface="Yu Gothic"/>
                <a:ea typeface="Yu Gothic"/>
                <a:cs typeface="Yu Gothic"/>
              </a:defRPr>
            </a:lvl2pPr>
            <a:lvl3pPr algn="l">
              <a:defRPr sz="1500" b="0">
                <a:solidFill>
                  <a:srgbClr val="231F20"/>
                </a:solidFill>
                <a:latin typeface="Yu Gothic"/>
                <a:ea typeface="Yu Gothic"/>
                <a:cs typeface="Yu Gothic"/>
              </a:defRPr>
            </a:lvl3pPr>
            <a:lvl4pPr algn="l">
              <a:defRPr sz="1500" b="0">
                <a:solidFill>
                  <a:srgbClr val="231F20"/>
                </a:solidFill>
                <a:latin typeface="Yu Gothic"/>
                <a:ea typeface="Yu Gothic"/>
                <a:cs typeface="Yu Gothic"/>
              </a:defRPr>
            </a:lvl4pPr>
            <a:lvl5pPr algn="l">
              <a:defRPr sz="1500" b="0">
                <a:solidFill>
                  <a:srgbClr val="231F20"/>
                </a:solidFill>
                <a:latin typeface="Yu Gothic"/>
                <a:ea typeface="Yu Gothic"/>
                <a:cs typeface="Yu Gothic"/>
              </a:defRPr>
            </a:lvl5pPr>
            <a:lvl6pPr algn="l">
              <a:defRPr sz="1500" b="0">
                <a:solidFill>
                  <a:srgbClr val="231F20"/>
                </a:solidFill>
                <a:latin typeface="Yu Gothic"/>
                <a:ea typeface="Yu Gothic"/>
                <a:cs typeface="Yu Gothic"/>
              </a:defRPr>
            </a:lvl6pPr>
            <a:lvl7pPr algn="l">
              <a:defRPr sz="1500" b="0">
                <a:solidFill>
                  <a:srgbClr val="231F20"/>
                </a:solidFill>
                <a:latin typeface="Yu Gothic"/>
                <a:ea typeface="Yu Gothic"/>
                <a:cs typeface="Yu Gothic"/>
              </a:defRPr>
            </a:lvl7pPr>
            <a:lvl8pPr algn="l">
              <a:defRPr sz="1500" b="0">
                <a:solidFill>
                  <a:srgbClr val="231F20"/>
                </a:solidFill>
                <a:latin typeface="Yu Gothic"/>
                <a:ea typeface="Yu Gothic"/>
                <a:cs typeface="Yu Gothic"/>
              </a:defRPr>
            </a:lvl8pPr>
            <a:lvl9pPr algn="l">
              <a:defRPr sz="1500" b="0">
                <a:solidFill>
                  <a:srgbClr val="231F20"/>
                </a:solidFill>
                <a:latin typeface="Yu Gothic"/>
                <a:ea typeface="Yu Gothic"/>
                <a:cs typeface="Yu Gothic"/>
              </a:defRPr>
            </a:lvl9pPr>
          </a:lstStyle>
          <a:p xmlns:a="http://schemas.openxmlformats.org/drawingml/2006/main">
            <a:pPr algn="l">
              <a:defRPr sz="1500" b="0">
                <a:solidFill>
                  <a:srgbClr val="231F20"/>
                </a:solidFill>
                <a:latin typeface="Yu Gothic"/>
                <a:ea typeface="Yu Gothic"/>
                <a:cs typeface="Yu Gothic"/>
              </a:defRPr>
            </a:pPr>
            <a:r>
              <a:rPr sz="1500" b="0">
                <a:solidFill>
                  <a:srgbClr val="231F20"/>
                </a:solidFill>
                <a:latin typeface="Yu Gothic"/>
                <a:ea typeface="Yu Gothic"/>
                <a:cs typeface="Yu Gothic"/>
              </a:rPr>
              <a:t>値</a:t>
            </a:r>
          </a:p>
        </p:txBody>
      </p:sp>
      <p:sp>
        <p:nvSpPr>
          <p:cNvPr id="55" name="text-214">
            <a:extLst xmlns:a="http://schemas.openxmlformats.org/drawingml/2006/main">
              <a:ext uri="{FF2B5EF4-FFF2-40B4-BE49-F238E27FC236}">
                <a16:creationId xmlns:a16="http://schemas.microsoft.com/office/drawing/2014/main" id="{6CD98D4D-995C-4657-96CD-0A7EA8A81FD1}"/>
              </a:ext>
            </a:extLst>
          </p:cNvPr>
          <p:cNvSpPr>
            <a:spLocks xmlns:a="http://schemas.openxmlformats.org/drawingml/2006/main" noGrp="1"/>
          </p:cNvSpPr>
          <p:nvPr/>
        </p:nvSpPr>
        <p:spPr>
          <a:xfrm xmlns:a="http://schemas.openxmlformats.org/drawingml/2006/main">
            <a:off x="6677025" y="4695825"/>
            <a:ext cx="466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1572C3"/>
                </a:solidFill>
                <a:latin typeface="Yu Gothic"/>
                <a:ea typeface="Yu Gothic"/>
                <a:cs typeface="Yu Gothic"/>
              </a:defRPr>
            </a:defPPr>
            <a:lvl1pPr algn="l">
              <a:defRPr sz="1350" b="0">
                <a:solidFill>
                  <a:srgbClr val="1572C3"/>
                </a:solidFill>
                <a:latin typeface="Yu Gothic"/>
                <a:ea typeface="Yu Gothic"/>
                <a:cs typeface="Yu Gothic"/>
              </a:defRPr>
            </a:lvl1pPr>
            <a:lvl2pPr algn="l">
              <a:defRPr sz="1350" b="0">
                <a:solidFill>
                  <a:srgbClr val="1572C3"/>
                </a:solidFill>
                <a:latin typeface="Yu Gothic"/>
                <a:ea typeface="Yu Gothic"/>
                <a:cs typeface="Yu Gothic"/>
              </a:defRPr>
            </a:lvl2pPr>
            <a:lvl3pPr algn="l">
              <a:defRPr sz="1350" b="0">
                <a:solidFill>
                  <a:srgbClr val="1572C3"/>
                </a:solidFill>
                <a:latin typeface="Yu Gothic"/>
                <a:ea typeface="Yu Gothic"/>
                <a:cs typeface="Yu Gothic"/>
              </a:defRPr>
            </a:lvl3pPr>
            <a:lvl4pPr algn="l">
              <a:defRPr sz="1350" b="0">
                <a:solidFill>
                  <a:srgbClr val="1572C3"/>
                </a:solidFill>
                <a:latin typeface="Yu Gothic"/>
                <a:ea typeface="Yu Gothic"/>
                <a:cs typeface="Yu Gothic"/>
              </a:defRPr>
            </a:lvl4pPr>
            <a:lvl5pPr algn="l">
              <a:defRPr sz="1350" b="0">
                <a:solidFill>
                  <a:srgbClr val="1572C3"/>
                </a:solidFill>
                <a:latin typeface="Yu Gothic"/>
                <a:ea typeface="Yu Gothic"/>
                <a:cs typeface="Yu Gothic"/>
              </a:defRPr>
            </a:lvl5pPr>
            <a:lvl6pPr algn="l">
              <a:defRPr sz="1350" b="0">
                <a:solidFill>
                  <a:srgbClr val="1572C3"/>
                </a:solidFill>
                <a:latin typeface="Yu Gothic"/>
                <a:ea typeface="Yu Gothic"/>
                <a:cs typeface="Yu Gothic"/>
              </a:defRPr>
            </a:lvl6pPr>
            <a:lvl7pPr algn="l">
              <a:defRPr sz="1350" b="0">
                <a:solidFill>
                  <a:srgbClr val="1572C3"/>
                </a:solidFill>
                <a:latin typeface="Yu Gothic"/>
                <a:ea typeface="Yu Gothic"/>
                <a:cs typeface="Yu Gothic"/>
              </a:defRPr>
            </a:lvl7pPr>
            <a:lvl8pPr algn="l">
              <a:defRPr sz="1350" b="0">
                <a:solidFill>
                  <a:srgbClr val="1572C3"/>
                </a:solidFill>
                <a:latin typeface="Yu Gothic"/>
                <a:ea typeface="Yu Gothic"/>
                <a:cs typeface="Yu Gothic"/>
              </a:defRPr>
            </a:lvl8pPr>
            <a:lvl9pPr algn="l">
              <a:defRPr sz="1350" b="0">
                <a:solidFill>
                  <a:srgbClr val="1572C3"/>
                </a:solidFill>
                <a:latin typeface="Yu Gothic"/>
                <a:ea typeface="Yu Gothic"/>
                <a:cs typeface="Yu Gothic"/>
              </a:defRPr>
            </a:lvl9pPr>
          </a:lstStyle>
          <a:p xmlns:a="http://schemas.openxmlformats.org/drawingml/2006/main">
            <a:pPr algn="l">
              <a:defRPr sz="1350" b="0">
                <a:solidFill>
                  <a:srgbClr val="1572C3"/>
                </a:solidFill>
                <a:latin typeface="Yu Gothic"/>
                <a:ea typeface="Yu Gothic"/>
                <a:cs typeface="Yu Gothic"/>
              </a:defRPr>
            </a:pPr>
            <a:r>
              <a:rPr sz="1350" b="0">
                <a:solidFill>
                  <a:srgbClr val="1572C3"/>
                </a:solidFill>
                <a:latin typeface="Yu Gothic"/>
                <a:ea typeface="Yu Gothic"/>
                <a:cs typeface="Yu Gothic"/>
              </a:rPr>
              <a:t>完了</a:t>
            </a:r>
          </a:p>
        </p:txBody>
      </p:sp>
      <p:sp>
        <p:nvSpPr>
          <p:cNvPr id="56" name="text-215">
            <a:extLst xmlns:a="http://schemas.openxmlformats.org/drawingml/2006/main">
              <a:ext uri="{FF2B5EF4-FFF2-40B4-BE49-F238E27FC236}">
                <a16:creationId xmlns:a16="http://schemas.microsoft.com/office/drawing/2014/main" id="{C68BB8BE-BE65-4776-AE09-000512AF842E}"/>
              </a:ext>
            </a:extLst>
          </p:cNvPr>
          <p:cNvSpPr>
            <a:spLocks xmlns:a="http://schemas.openxmlformats.org/drawingml/2006/main" noGrp="1"/>
          </p:cNvSpPr>
          <p:nvPr/>
        </p:nvSpPr>
        <p:spPr>
          <a:xfrm xmlns:a="http://schemas.openxmlformats.org/drawingml/2006/main">
            <a:off x="5524500" y="22955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231F20"/>
                </a:solidFill>
                <a:latin typeface="Yu Gothic"/>
                <a:ea typeface="Yu Gothic"/>
                <a:cs typeface="Yu Gothic"/>
              </a:defRPr>
            </a:defPPr>
            <a:lvl1pPr algn="l">
              <a:defRPr sz="1575" b="0">
                <a:solidFill>
                  <a:srgbClr val="231F20"/>
                </a:solidFill>
                <a:latin typeface="Yu Gothic"/>
                <a:ea typeface="Yu Gothic"/>
                <a:cs typeface="Yu Gothic"/>
              </a:defRPr>
            </a:lvl1pPr>
            <a:lvl2pPr algn="l">
              <a:defRPr sz="1575" b="0">
                <a:solidFill>
                  <a:srgbClr val="231F20"/>
                </a:solidFill>
                <a:latin typeface="Yu Gothic"/>
                <a:ea typeface="Yu Gothic"/>
                <a:cs typeface="Yu Gothic"/>
              </a:defRPr>
            </a:lvl2pPr>
            <a:lvl3pPr algn="l">
              <a:defRPr sz="1575" b="0">
                <a:solidFill>
                  <a:srgbClr val="231F20"/>
                </a:solidFill>
                <a:latin typeface="Yu Gothic"/>
                <a:ea typeface="Yu Gothic"/>
                <a:cs typeface="Yu Gothic"/>
              </a:defRPr>
            </a:lvl3pPr>
            <a:lvl4pPr algn="l">
              <a:defRPr sz="1575" b="0">
                <a:solidFill>
                  <a:srgbClr val="231F20"/>
                </a:solidFill>
                <a:latin typeface="Yu Gothic"/>
                <a:ea typeface="Yu Gothic"/>
                <a:cs typeface="Yu Gothic"/>
              </a:defRPr>
            </a:lvl4pPr>
            <a:lvl5pPr algn="l">
              <a:defRPr sz="1575" b="0">
                <a:solidFill>
                  <a:srgbClr val="231F20"/>
                </a:solidFill>
                <a:latin typeface="Yu Gothic"/>
                <a:ea typeface="Yu Gothic"/>
                <a:cs typeface="Yu Gothic"/>
              </a:defRPr>
            </a:lvl5pPr>
            <a:lvl6pPr algn="l">
              <a:defRPr sz="1575" b="0">
                <a:solidFill>
                  <a:srgbClr val="231F20"/>
                </a:solidFill>
                <a:latin typeface="Yu Gothic"/>
                <a:ea typeface="Yu Gothic"/>
                <a:cs typeface="Yu Gothic"/>
              </a:defRPr>
            </a:lvl6pPr>
            <a:lvl7pPr algn="l">
              <a:defRPr sz="1575" b="0">
                <a:solidFill>
                  <a:srgbClr val="231F20"/>
                </a:solidFill>
                <a:latin typeface="Yu Gothic"/>
                <a:ea typeface="Yu Gothic"/>
                <a:cs typeface="Yu Gothic"/>
              </a:defRPr>
            </a:lvl7pPr>
            <a:lvl8pPr algn="l">
              <a:defRPr sz="1575" b="0">
                <a:solidFill>
                  <a:srgbClr val="231F20"/>
                </a:solidFill>
                <a:latin typeface="Yu Gothic"/>
                <a:ea typeface="Yu Gothic"/>
                <a:cs typeface="Yu Gothic"/>
              </a:defRPr>
            </a:lvl8pPr>
            <a:lvl9pPr algn="l">
              <a:defRPr sz="1575" b="0">
                <a:solidFill>
                  <a:srgbClr val="231F20"/>
                </a:solidFill>
                <a:latin typeface="Yu Gothic"/>
                <a:ea typeface="Yu Gothic"/>
                <a:cs typeface="Yu Gothic"/>
              </a:defRPr>
            </a:lvl9pPr>
          </a:lstStyle>
          <a:p xmlns:a="http://schemas.openxmlformats.org/drawingml/2006/main">
            <a:pPr algn="l">
              <a:defRPr sz="1575" b="0">
                <a:solidFill>
                  <a:srgbClr val="231F20"/>
                </a:solidFill>
                <a:latin typeface="Yu Gothic"/>
                <a:ea typeface="Yu Gothic"/>
                <a:cs typeface="Yu Gothic"/>
              </a:defRPr>
            </a:pPr>
            <a:r>
              <a:rPr sz="1575" b="0">
                <a:solidFill>
                  <a:srgbClr val="231F20"/>
                </a:solidFill>
                <a:latin typeface="Yu Gothic"/>
                <a:ea typeface="Yu Gothic"/>
                <a:cs typeface="Yu Gothic"/>
              </a:rPr>
              <a:t>書込みを指定</a:t>
            </a:r>
          </a:p>
        </p:txBody>
      </p:sp>
      <p:sp>
        <p:nvSpPr>
          <p:cNvPr id="57" name="wire-216">
            <a:extLst xmlns:a="http://schemas.openxmlformats.org/drawingml/2006/main">
              <a:ext uri="{FF2B5EF4-FFF2-40B4-BE49-F238E27FC236}">
                <a16:creationId xmlns:a16="http://schemas.microsoft.com/office/drawing/2014/main" id="{98E8552B-DCCC-4217-BE94-0AFBC885A945}"/>
              </a:ext>
            </a:extLst>
          </p:cNvPr>
          <p:cNvSpPr>
            <a:spLocks xmlns:a="http://schemas.openxmlformats.org/drawingml/2006/main" noGrp="1"/>
          </p:cNvSpPr>
          <p:nvPr/>
        </p:nvSpPr>
        <p:spPr>
          <a:xfrm xmlns:a="http://schemas.openxmlformats.org/drawingml/2006/main">
            <a:off x="6467475"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231F20"/>
            </a:solidFill>
          </a:ln>
        </p:spPr>
      </p:sp>
      <p:sp>
        <p:nvSpPr>
          <p:cNvPr id="58" name="circuit-217">
            <a:extLst xmlns:a="http://schemas.openxmlformats.org/drawingml/2006/main">
              <a:ext uri="{FF2B5EF4-FFF2-40B4-BE49-F238E27FC236}">
                <a16:creationId xmlns:a16="http://schemas.microsoft.com/office/drawing/2014/main" id="{44C428FE-6370-47EF-8000-CFD326C1EF11}"/>
              </a:ext>
            </a:extLst>
          </p:cNvPr>
          <p:cNvSpPr>
            <a:spLocks xmlns:a="http://schemas.openxmlformats.org/drawingml/2006/main" noGrp="1"/>
          </p:cNvSpPr>
          <p:nvPr/>
        </p:nvSpPr>
        <p:spPr>
          <a:xfrm xmlns:a="http://schemas.openxmlformats.org/drawingml/2006/main">
            <a:off x="6429375"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59" name="wire-218">
            <a:extLst xmlns:a="http://schemas.openxmlformats.org/drawingml/2006/main">
              <a:ext uri="{FF2B5EF4-FFF2-40B4-BE49-F238E27FC236}">
                <a16:creationId xmlns:a16="http://schemas.microsoft.com/office/drawing/2014/main" id="{18FF1AA4-56BA-450E-9212-6428B54D37BE}"/>
              </a:ext>
            </a:extLst>
          </p:cNvPr>
          <p:cNvSpPr>
            <a:spLocks xmlns:a="http://schemas.openxmlformats.org/drawingml/2006/main" noGrp="1"/>
          </p:cNvSpPr>
          <p:nvPr/>
        </p:nvSpPr>
        <p:spPr>
          <a:xfrm xmlns:a="http://schemas.openxmlformats.org/drawingml/2006/main">
            <a:off x="981075" y="48387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2860">
            <a:solidFill>
              <a:srgbClr val="B9BEC6"/>
            </a:solidFill>
          </a:ln>
        </p:spPr>
      </p:sp>
      <p:sp>
        <p:nvSpPr>
          <p:cNvPr id="60" name="wire-219">
            <a:extLst xmlns:a="http://schemas.openxmlformats.org/drawingml/2006/main">
              <a:ext uri="{FF2B5EF4-FFF2-40B4-BE49-F238E27FC236}">
                <a16:creationId xmlns:a16="http://schemas.microsoft.com/office/drawing/2014/main" id="{DE6C6E97-EFB7-4E7B-A8AF-FBA0A8D167E7}"/>
              </a:ext>
            </a:extLst>
          </p:cNvPr>
          <p:cNvSpPr>
            <a:spLocks xmlns:a="http://schemas.openxmlformats.org/drawingml/2006/main" noGrp="1"/>
          </p:cNvSpPr>
          <p:nvPr/>
        </p:nvSpPr>
        <p:spPr>
          <a:xfrm xmlns:a="http://schemas.openxmlformats.org/drawingml/2006/main">
            <a:off x="7181850" y="4171950"/>
            <a:ext cx="180975" cy="9525"/>
          </a:xfrm>
          <a:custGeom xmlns:a="http://schemas.openxmlformats.org/drawingml/2006/main">
            <a:pathLst>
              <a:path w="180975" h="9525">
                <a:moveTo>
                  <a:pt x="0" y="0"/>
                </a:moveTo>
                <a:lnTo>
                  <a:pt x="180975" y="0"/>
                </a:lnTo>
              </a:path>
            </a:pathLst>
          </a:custGeom>
          <a:noFill xmlns:a="http://schemas.openxmlformats.org/drawingml/2006/main"/>
          <a:ln xmlns:a="http://schemas.openxmlformats.org/drawingml/2006/main" w="22860">
            <a:solidFill>
              <a:srgbClr val="B9BEC6"/>
            </a:solidFill>
          </a:ln>
        </p:spPr>
      </p:sp>
      <p:sp>
        <p:nvSpPr>
          <p:cNvPr id="61" name="wire-220">
            <a:extLst xmlns:a="http://schemas.openxmlformats.org/drawingml/2006/main">
              <a:ext uri="{FF2B5EF4-FFF2-40B4-BE49-F238E27FC236}">
                <a16:creationId xmlns:a16="http://schemas.microsoft.com/office/drawing/2014/main" id="{D02D9DFD-E637-4345-9A9D-E0E35F399885}"/>
              </a:ext>
            </a:extLst>
          </p:cNvPr>
          <p:cNvSpPr>
            <a:spLocks xmlns:a="http://schemas.openxmlformats.org/drawingml/2006/main" noGrp="1"/>
          </p:cNvSpPr>
          <p:nvPr/>
        </p:nvSpPr>
        <p:spPr>
          <a:xfrm xmlns:a="http://schemas.openxmlformats.org/drawingml/2006/main">
            <a:off x="7181850" y="3276600"/>
            <a:ext cx="2486025" cy="9525"/>
          </a:xfrm>
          <a:custGeom xmlns:a="http://schemas.openxmlformats.org/drawingml/2006/main">
            <a:pathLst>
              <a:path w="2486025" h="9525">
                <a:moveTo>
                  <a:pt x="0" y="0"/>
                </a:moveTo>
                <a:lnTo>
                  <a:pt x="2486025" y="0"/>
                </a:lnTo>
              </a:path>
            </a:pathLst>
          </a:custGeom>
          <a:noFill xmlns:a="http://schemas.openxmlformats.org/drawingml/2006/main"/>
          <a:ln xmlns:a="http://schemas.openxmlformats.org/drawingml/2006/main" w="15240">
            <a:solidFill>
              <a:srgbClr val="231F20"/>
            </a:solidFill>
          </a:ln>
        </p:spPr>
      </p:sp>
      <p:sp>
        <p:nvSpPr>
          <p:cNvPr id="62" name="circuit-221">
            <a:extLst xmlns:a="http://schemas.openxmlformats.org/drawingml/2006/main">
              <a:ext uri="{FF2B5EF4-FFF2-40B4-BE49-F238E27FC236}">
                <a16:creationId xmlns:a16="http://schemas.microsoft.com/office/drawing/2014/main" id="{37FEDCD6-6315-48F1-BC0D-D4EBB6EC0698}"/>
              </a:ext>
            </a:extLst>
          </p:cNvPr>
          <p:cNvSpPr>
            <a:spLocks xmlns:a="http://schemas.openxmlformats.org/drawingml/2006/main" noGrp="1"/>
          </p:cNvSpPr>
          <p:nvPr/>
        </p:nvSpPr>
        <p:spPr>
          <a:xfrm xmlns:a="http://schemas.openxmlformats.org/drawingml/2006/main">
            <a:off x="9572625"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63" name="text-222">
            <a:extLst xmlns:a="http://schemas.openxmlformats.org/drawingml/2006/main">
              <a:ext uri="{FF2B5EF4-FFF2-40B4-BE49-F238E27FC236}">
                <a16:creationId xmlns:a16="http://schemas.microsoft.com/office/drawing/2014/main" id="{367EDB2E-78C8-441E-AE98-87C5780FA784}"/>
              </a:ext>
            </a:extLst>
          </p:cNvPr>
          <p:cNvSpPr>
            <a:spLocks xmlns:a="http://schemas.openxmlformats.org/drawingml/2006/main" noGrp="1"/>
          </p:cNvSpPr>
          <p:nvPr/>
        </p:nvSpPr>
        <p:spPr>
          <a:xfrm xmlns:a="http://schemas.openxmlformats.org/drawingml/2006/main">
            <a:off x="7248525" y="2933700"/>
            <a:ext cx="2352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650" b="0">
                <a:solidFill>
                  <a:srgbClr val="231F20"/>
                </a:solidFill>
                <a:latin typeface="Yu Gothic"/>
                <a:ea typeface="Yu Gothic"/>
                <a:cs typeface="Yu Gothic"/>
              </a:defRPr>
            </a:defPPr>
            <a:lvl1pPr algn="ctr">
              <a:defRPr sz="1650" b="0">
                <a:solidFill>
                  <a:srgbClr val="231F20"/>
                </a:solidFill>
                <a:latin typeface="Yu Gothic"/>
                <a:ea typeface="Yu Gothic"/>
                <a:cs typeface="Yu Gothic"/>
              </a:defRPr>
            </a:lvl1pPr>
            <a:lvl2pPr algn="ctr">
              <a:defRPr sz="1650" b="0">
                <a:solidFill>
                  <a:srgbClr val="231F20"/>
                </a:solidFill>
                <a:latin typeface="Yu Gothic"/>
                <a:ea typeface="Yu Gothic"/>
                <a:cs typeface="Yu Gothic"/>
              </a:defRPr>
            </a:lvl2pPr>
            <a:lvl3pPr algn="ctr">
              <a:defRPr sz="1650" b="0">
                <a:solidFill>
                  <a:srgbClr val="231F20"/>
                </a:solidFill>
                <a:latin typeface="Yu Gothic"/>
                <a:ea typeface="Yu Gothic"/>
                <a:cs typeface="Yu Gothic"/>
              </a:defRPr>
            </a:lvl3pPr>
            <a:lvl4pPr algn="ctr">
              <a:defRPr sz="1650" b="0">
                <a:solidFill>
                  <a:srgbClr val="231F20"/>
                </a:solidFill>
                <a:latin typeface="Yu Gothic"/>
                <a:ea typeface="Yu Gothic"/>
                <a:cs typeface="Yu Gothic"/>
              </a:defRPr>
            </a:lvl4pPr>
            <a:lvl5pPr algn="ctr">
              <a:defRPr sz="1650" b="0">
                <a:solidFill>
                  <a:srgbClr val="231F20"/>
                </a:solidFill>
                <a:latin typeface="Yu Gothic"/>
                <a:ea typeface="Yu Gothic"/>
                <a:cs typeface="Yu Gothic"/>
              </a:defRPr>
            </a:lvl5pPr>
            <a:lvl6pPr algn="ctr">
              <a:defRPr sz="1650" b="0">
                <a:solidFill>
                  <a:srgbClr val="231F20"/>
                </a:solidFill>
                <a:latin typeface="Yu Gothic"/>
                <a:ea typeface="Yu Gothic"/>
                <a:cs typeface="Yu Gothic"/>
              </a:defRPr>
            </a:lvl6pPr>
            <a:lvl7pPr algn="ctr">
              <a:defRPr sz="1650" b="0">
                <a:solidFill>
                  <a:srgbClr val="231F20"/>
                </a:solidFill>
                <a:latin typeface="Yu Gothic"/>
                <a:ea typeface="Yu Gothic"/>
                <a:cs typeface="Yu Gothic"/>
              </a:defRPr>
            </a:lvl7pPr>
            <a:lvl8pPr algn="ctr">
              <a:defRPr sz="1650" b="0">
                <a:solidFill>
                  <a:srgbClr val="231F20"/>
                </a:solidFill>
                <a:latin typeface="Yu Gothic"/>
                <a:ea typeface="Yu Gothic"/>
                <a:cs typeface="Yu Gothic"/>
              </a:defRPr>
            </a:lvl8pPr>
            <a:lvl9pPr algn="ctr">
              <a:defRPr sz="1650" b="0">
                <a:solidFill>
                  <a:srgbClr val="231F20"/>
                </a:solidFill>
                <a:latin typeface="Yu Gothic"/>
                <a:ea typeface="Yu Gothic"/>
                <a:cs typeface="Yu Gothic"/>
              </a:defRPr>
            </a:lvl9pPr>
          </a:lstStyle>
          <a:p xmlns:a="http://schemas.openxmlformats.org/drawingml/2006/main">
            <a:pPr algn="ctr">
              <a:defRPr sz="1650" b="0">
                <a:solidFill>
                  <a:srgbClr val="231F20"/>
                </a:solidFill>
                <a:latin typeface="Yu Gothic"/>
                <a:ea typeface="Yu Gothic"/>
                <a:cs typeface="Yu Gothic"/>
              </a:defRPr>
            </a:pPr>
            <a:r>
              <a:rPr sz="1650" b="0">
                <a:solidFill>
                  <a:srgbClr val="231F20"/>
                </a:solidFill>
                <a:latin typeface="Yu Gothic"/>
                <a:ea typeface="Yu Gothic"/>
                <a:cs typeface="Yu Gothic"/>
              </a:rPr>
              <a:t>番地 A（HADDR）</a:t>
            </a:r>
          </a:p>
        </p:txBody>
      </p:sp>
      <p:sp>
        <p:nvSpPr>
          <p:cNvPr id="64" name="wire-223">
            <a:extLst xmlns:a="http://schemas.openxmlformats.org/drawingml/2006/main">
              <a:ext uri="{FF2B5EF4-FFF2-40B4-BE49-F238E27FC236}">
                <a16:creationId xmlns:a16="http://schemas.microsoft.com/office/drawing/2014/main" id="{744CC47D-F348-457E-AF5E-B72EE1494EF7}"/>
              </a:ext>
            </a:extLst>
          </p:cNvPr>
          <p:cNvSpPr>
            <a:spLocks xmlns:a="http://schemas.openxmlformats.org/drawingml/2006/main" noGrp="1"/>
          </p:cNvSpPr>
          <p:nvPr/>
        </p:nvSpPr>
        <p:spPr>
          <a:xfrm xmlns:a="http://schemas.openxmlformats.org/drawingml/2006/main">
            <a:off x="7181850" y="3981450"/>
            <a:ext cx="2486025" cy="9525"/>
          </a:xfrm>
          <a:custGeom xmlns:a="http://schemas.openxmlformats.org/drawingml/2006/main">
            <a:pathLst>
              <a:path w="2486025" h="9525">
                <a:moveTo>
                  <a:pt x="0" y="0"/>
                </a:moveTo>
                <a:lnTo>
                  <a:pt x="2486025" y="0"/>
                </a:lnTo>
              </a:path>
            </a:pathLst>
          </a:custGeom>
          <a:noFill xmlns:a="http://schemas.openxmlformats.org/drawingml/2006/main"/>
          <a:ln xmlns:a="http://schemas.openxmlformats.org/drawingml/2006/main" w="22860">
            <a:solidFill>
              <a:srgbClr val="231F20"/>
            </a:solidFill>
          </a:ln>
        </p:spPr>
      </p:sp>
      <p:sp>
        <p:nvSpPr>
          <p:cNvPr id="65" name="circuit-224">
            <a:extLst xmlns:a="http://schemas.openxmlformats.org/drawingml/2006/main">
              <a:ext uri="{FF2B5EF4-FFF2-40B4-BE49-F238E27FC236}">
                <a16:creationId xmlns:a16="http://schemas.microsoft.com/office/drawing/2014/main" id="{567F0B5A-FD15-4CE3-AC6F-2B64021C753C}"/>
              </a:ext>
            </a:extLst>
          </p:cNvPr>
          <p:cNvSpPr>
            <a:spLocks xmlns:a="http://schemas.openxmlformats.org/drawingml/2006/main" noGrp="1"/>
          </p:cNvSpPr>
          <p:nvPr/>
        </p:nvSpPr>
        <p:spPr>
          <a:xfrm xmlns:a="http://schemas.openxmlformats.org/drawingml/2006/main">
            <a:off x="9572625"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66" name="text-225">
            <a:extLst xmlns:a="http://schemas.openxmlformats.org/drawingml/2006/main">
              <a:ext uri="{FF2B5EF4-FFF2-40B4-BE49-F238E27FC236}">
                <a16:creationId xmlns:a16="http://schemas.microsoft.com/office/drawing/2014/main" id="{83441162-0C86-4404-B1E3-5F443A042F0F}"/>
              </a:ext>
            </a:extLst>
          </p:cNvPr>
          <p:cNvSpPr>
            <a:spLocks xmlns:a="http://schemas.openxmlformats.org/drawingml/2006/main" noGrp="1"/>
          </p:cNvSpPr>
          <p:nvPr/>
        </p:nvSpPr>
        <p:spPr>
          <a:xfrm xmlns:a="http://schemas.openxmlformats.org/drawingml/2006/main">
            <a:off x="7248525" y="3638550"/>
            <a:ext cx="2352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650" b="0">
                <a:solidFill>
                  <a:srgbClr val="231F20"/>
                </a:solidFill>
                <a:latin typeface="Yu Gothic"/>
                <a:ea typeface="Yu Gothic"/>
                <a:cs typeface="Yu Gothic"/>
              </a:defRPr>
            </a:defPPr>
            <a:lvl1pPr algn="ctr">
              <a:defRPr sz="1650" b="0">
                <a:solidFill>
                  <a:srgbClr val="231F20"/>
                </a:solidFill>
                <a:latin typeface="Yu Gothic"/>
                <a:ea typeface="Yu Gothic"/>
                <a:cs typeface="Yu Gothic"/>
              </a:defRPr>
            </a:lvl1pPr>
            <a:lvl2pPr algn="ctr">
              <a:defRPr sz="1650" b="0">
                <a:solidFill>
                  <a:srgbClr val="231F20"/>
                </a:solidFill>
                <a:latin typeface="Yu Gothic"/>
                <a:ea typeface="Yu Gothic"/>
                <a:cs typeface="Yu Gothic"/>
              </a:defRPr>
            </a:lvl2pPr>
            <a:lvl3pPr algn="ctr">
              <a:defRPr sz="1650" b="0">
                <a:solidFill>
                  <a:srgbClr val="231F20"/>
                </a:solidFill>
                <a:latin typeface="Yu Gothic"/>
                <a:ea typeface="Yu Gothic"/>
                <a:cs typeface="Yu Gothic"/>
              </a:defRPr>
            </a:lvl3pPr>
            <a:lvl4pPr algn="ctr">
              <a:defRPr sz="1650" b="0">
                <a:solidFill>
                  <a:srgbClr val="231F20"/>
                </a:solidFill>
                <a:latin typeface="Yu Gothic"/>
                <a:ea typeface="Yu Gothic"/>
                <a:cs typeface="Yu Gothic"/>
              </a:defRPr>
            </a:lvl4pPr>
            <a:lvl5pPr algn="ctr">
              <a:defRPr sz="1650" b="0">
                <a:solidFill>
                  <a:srgbClr val="231F20"/>
                </a:solidFill>
                <a:latin typeface="Yu Gothic"/>
                <a:ea typeface="Yu Gothic"/>
                <a:cs typeface="Yu Gothic"/>
              </a:defRPr>
            </a:lvl5pPr>
            <a:lvl6pPr algn="ctr">
              <a:defRPr sz="1650" b="0">
                <a:solidFill>
                  <a:srgbClr val="231F20"/>
                </a:solidFill>
                <a:latin typeface="Yu Gothic"/>
                <a:ea typeface="Yu Gothic"/>
                <a:cs typeface="Yu Gothic"/>
              </a:defRPr>
            </a:lvl6pPr>
            <a:lvl7pPr algn="ctr">
              <a:defRPr sz="1650" b="0">
                <a:solidFill>
                  <a:srgbClr val="231F20"/>
                </a:solidFill>
                <a:latin typeface="Yu Gothic"/>
                <a:ea typeface="Yu Gothic"/>
                <a:cs typeface="Yu Gothic"/>
              </a:defRPr>
            </a:lvl7pPr>
            <a:lvl8pPr algn="ctr">
              <a:defRPr sz="1650" b="0">
                <a:solidFill>
                  <a:srgbClr val="231F20"/>
                </a:solidFill>
                <a:latin typeface="Yu Gothic"/>
                <a:ea typeface="Yu Gothic"/>
                <a:cs typeface="Yu Gothic"/>
              </a:defRPr>
            </a:lvl8pPr>
            <a:lvl9pPr algn="ctr">
              <a:defRPr sz="1650" b="0">
                <a:solidFill>
                  <a:srgbClr val="231F20"/>
                </a:solidFill>
                <a:latin typeface="Yu Gothic"/>
                <a:ea typeface="Yu Gothic"/>
                <a:cs typeface="Yu Gothic"/>
              </a:defRPr>
            </a:lvl9pPr>
          </a:lstStyle>
          <a:p xmlns:a="http://schemas.openxmlformats.org/drawingml/2006/main">
            <a:pPr algn="ctr">
              <a:defRPr sz="1650" b="0">
                <a:solidFill>
                  <a:srgbClr val="231F20"/>
                </a:solidFill>
                <a:latin typeface="Yu Gothic"/>
                <a:ea typeface="Yu Gothic"/>
                <a:cs typeface="Yu Gothic"/>
              </a:defRPr>
            </a:pPr>
            <a:r>
              <a:rPr sz="1650" b="0">
                <a:solidFill>
                  <a:srgbClr val="231F20"/>
                </a:solidFill>
                <a:latin typeface="Yu Gothic"/>
                <a:ea typeface="Yu Gothic"/>
                <a:cs typeface="Yu Gothic"/>
              </a:rPr>
              <a:t>書く値 D（HWDATA）</a:t>
            </a:r>
          </a:p>
        </p:txBody>
      </p:sp>
      <p:sp>
        <p:nvSpPr>
          <p:cNvPr id="67" name="wire-226">
            <a:extLst xmlns:a="http://schemas.openxmlformats.org/drawingml/2006/main">
              <a:ext uri="{FF2B5EF4-FFF2-40B4-BE49-F238E27FC236}">
                <a16:creationId xmlns:a16="http://schemas.microsoft.com/office/drawing/2014/main" id="{FE2C0670-9376-4513-9E54-34DBCF2D7BE8}"/>
              </a:ext>
            </a:extLst>
          </p:cNvPr>
          <p:cNvSpPr>
            <a:spLocks xmlns:a="http://schemas.openxmlformats.org/drawingml/2006/main" noGrp="1"/>
          </p:cNvSpPr>
          <p:nvPr/>
        </p:nvSpPr>
        <p:spPr>
          <a:xfrm xmlns:a="http://schemas.openxmlformats.org/drawingml/2006/main">
            <a:off x="7181850" y="4476750"/>
            <a:ext cx="2486025" cy="9525"/>
          </a:xfrm>
          <a:custGeom xmlns:a="http://schemas.openxmlformats.org/drawingml/2006/main">
            <a:pathLst>
              <a:path w="2486025" h="9525">
                <a:moveTo>
                  <a:pt x="0" y="0"/>
                </a:moveTo>
                <a:lnTo>
                  <a:pt x="2486025" y="0"/>
                </a:lnTo>
              </a:path>
            </a:pathLst>
          </a:custGeom>
          <a:noFill xmlns:a="http://schemas.openxmlformats.org/drawingml/2006/main"/>
          <a:ln xmlns:a="http://schemas.openxmlformats.org/drawingml/2006/main" w="9525">
            <a:solidFill>
              <a:srgbClr val="231F20"/>
            </a:solidFill>
          </a:ln>
        </p:spPr>
      </p:sp>
      <p:sp>
        <p:nvSpPr>
          <p:cNvPr id="68" name="circuit-227">
            <a:extLst xmlns:a="http://schemas.openxmlformats.org/drawingml/2006/main">
              <a:ext uri="{FF2B5EF4-FFF2-40B4-BE49-F238E27FC236}">
                <a16:creationId xmlns:a16="http://schemas.microsoft.com/office/drawing/2014/main" id="{671FD367-90DE-48EE-BC95-DC27C8D408FB}"/>
              </a:ext>
            </a:extLst>
          </p:cNvPr>
          <p:cNvSpPr>
            <a:spLocks xmlns:a="http://schemas.openxmlformats.org/drawingml/2006/main" noGrp="1"/>
          </p:cNvSpPr>
          <p:nvPr/>
        </p:nvSpPr>
        <p:spPr>
          <a:xfrm xmlns:a="http://schemas.openxmlformats.org/drawingml/2006/main">
            <a:off x="9572625" y="44386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69" name="text-228">
            <a:extLst xmlns:a="http://schemas.openxmlformats.org/drawingml/2006/main">
              <a:ext uri="{FF2B5EF4-FFF2-40B4-BE49-F238E27FC236}">
                <a16:creationId xmlns:a16="http://schemas.microsoft.com/office/drawing/2014/main" id="{4FDB1CED-44F4-42A2-A1CA-9FBD28CB9EDE}"/>
              </a:ext>
            </a:extLst>
          </p:cNvPr>
          <p:cNvSpPr>
            <a:spLocks xmlns:a="http://schemas.openxmlformats.org/drawingml/2006/main" noGrp="1"/>
          </p:cNvSpPr>
          <p:nvPr/>
        </p:nvSpPr>
        <p:spPr>
          <a:xfrm xmlns:a="http://schemas.openxmlformats.org/drawingml/2006/main">
            <a:off x="7248525" y="4133850"/>
            <a:ext cx="2352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650" b="0">
                <a:solidFill>
                  <a:srgbClr val="231F20"/>
                </a:solidFill>
                <a:latin typeface="Yu Gothic"/>
                <a:ea typeface="Yu Gothic"/>
                <a:cs typeface="Yu Gothic"/>
              </a:defRPr>
            </a:defPPr>
            <a:lvl1pPr algn="ctr">
              <a:defRPr sz="1650" b="0">
                <a:solidFill>
                  <a:srgbClr val="231F20"/>
                </a:solidFill>
                <a:latin typeface="Yu Gothic"/>
                <a:ea typeface="Yu Gothic"/>
                <a:cs typeface="Yu Gothic"/>
              </a:defRPr>
            </a:lvl1pPr>
            <a:lvl2pPr algn="ctr">
              <a:defRPr sz="1650" b="0">
                <a:solidFill>
                  <a:srgbClr val="231F20"/>
                </a:solidFill>
                <a:latin typeface="Yu Gothic"/>
                <a:ea typeface="Yu Gothic"/>
                <a:cs typeface="Yu Gothic"/>
              </a:defRPr>
            </a:lvl2pPr>
            <a:lvl3pPr algn="ctr">
              <a:defRPr sz="1650" b="0">
                <a:solidFill>
                  <a:srgbClr val="231F20"/>
                </a:solidFill>
                <a:latin typeface="Yu Gothic"/>
                <a:ea typeface="Yu Gothic"/>
                <a:cs typeface="Yu Gothic"/>
              </a:defRPr>
            </a:lvl3pPr>
            <a:lvl4pPr algn="ctr">
              <a:defRPr sz="1650" b="0">
                <a:solidFill>
                  <a:srgbClr val="231F20"/>
                </a:solidFill>
                <a:latin typeface="Yu Gothic"/>
                <a:ea typeface="Yu Gothic"/>
                <a:cs typeface="Yu Gothic"/>
              </a:defRPr>
            </a:lvl4pPr>
            <a:lvl5pPr algn="ctr">
              <a:defRPr sz="1650" b="0">
                <a:solidFill>
                  <a:srgbClr val="231F20"/>
                </a:solidFill>
                <a:latin typeface="Yu Gothic"/>
                <a:ea typeface="Yu Gothic"/>
                <a:cs typeface="Yu Gothic"/>
              </a:defRPr>
            </a:lvl5pPr>
            <a:lvl6pPr algn="ctr">
              <a:defRPr sz="1650" b="0">
                <a:solidFill>
                  <a:srgbClr val="231F20"/>
                </a:solidFill>
                <a:latin typeface="Yu Gothic"/>
                <a:ea typeface="Yu Gothic"/>
                <a:cs typeface="Yu Gothic"/>
              </a:defRPr>
            </a:lvl6pPr>
            <a:lvl7pPr algn="ctr">
              <a:defRPr sz="1650" b="0">
                <a:solidFill>
                  <a:srgbClr val="231F20"/>
                </a:solidFill>
                <a:latin typeface="Yu Gothic"/>
                <a:ea typeface="Yu Gothic"/>
                <a:cs typeface="Yu Gothic"/>
              </a:defRPr>
            </a:lvl7pPr>
            <a:lvl8pPr algn="ctr">
              <a:defRPr sz="1650" b="0">
                <a:solidFill>
                  <a:srgbClr val="231F20"/>
                </a:solidFill>
                <a:latin typeface="Yu Gothic"/>
                <a:ea typeface="Yu Gothic"/>
                <a:cs typeface="Yu Gothic"/>
              </a:defRPr>
            </a:lvl8pPr>
            <a:lvl9pPr algn="ctr">
              <a:defRPr sz="1650" b="0">
                <a:solidFill>
                  <a:srgbClr val="231F20"/>
                </a:solidFill>
                <a:latin typeface="Yu Gothic"/>
                <a:ea typeface="Yu Gothic"/>
                <a:cs typeface="Yu Gothic"/>
              </a:defRPr>
            </a:lvl9pPr>
          </a:lstStyle>
          <a:p xmlns:a="http://schemas.openxmlformats.org/drawingml/2006/main">
            <a:pPr algn="ctr">
              <a:defRPr sz="1650" b="0">
                <a:solidFill>
                  <a:srgbClr val="231F20"/>
                </a:solidFill>
                <a:latin typeface="Yu Gothic"/>
                <a:ea typeface="Yu Gothic"/>
                <a:cs typeface="Yu Gothic"/>
              </a:defRPr>
            </a:pPr>
            <a:r>
              <a:rPr sz="1650" b="0">
                <a:solidFill>
                  <a:srgbClr val="231F20"/>
                </a:solidFill>
                <a:latin typeface="Yu Gothic"/>
                <a:ea typeface="Yu Gothic"/>
                <a:cs typeface="Yu Gothic"/>
              </a:rPr>
              <a:t>書込み（HWRITE）</a:t>
            </a:r>
          </a:p>
        </p:txBody>
      </p:sp>
      <p:sp>
        <p:nvSpPr>
          <p:cNvPr id="70" name="wire-229">
            <a:extLst xmlns:a="http://schemas.openxmlformats.org/drawingml/2006/main">
              <a:ext uri="{FF2B5EF4-FFF2-40B4-BE49-F238E27FC236}">
                <a16:creationId xmlns:a16="http://schemas.microsoft.com/office/drawing/2014/main" id="{35A2075F-ADEC-49D7-9FC3-929669CE8098}"/>
              </a:ext>
            </a:extLst>
          </p:cNvPr>
          <p:cNvSpPr>
            <a:spLocks xmlns:a="http://schemas.openxmlformats.org/drawingml/2006/main" noGrp="1"/>
          </p:cNvSpPr>
          <p:nvPr/>
        </p:nvSpPr>
        <p:spPr>
          <a:xfrm xmlns:a="http://schemas.openxmlformats.org/drawingml/2006/main">
            <a:off x="7181850" y="4838700"/>
            <a:ext cx="2486025" cy="9525"/>
          </a:xfrm>
          <a:custGeom xmlns:a="http://schemas.openxmlformats.org/drawingml/2006/main">
            <a:pathLst>
              <a:path w="2486025" h="9525">
                <a:moveTo>
                  <a:pt x="2486025" y="0"/>
                </a:moveTo>
                <a:lnTo>
                  <a:pt x="0" y="0"/>
                </a:lnTo>
              </a:path>
            </a:pathLst>
          </a:custGeom>
          <a:noFill xmlns:a="http://schemas.openxmlformats.org/drawingml/2006/main"/>
          <a:ln xmlns:a="http://schemas.openxmlformats.org/drawingml/2006/main" w="9525">
            <a:solidFill>
              <a:srgbClr val="1572C3"/>
            </a:solidFill>
          </a:ln>
        </p:spPr>
      </p:sp>
      <p:sp>
        <p:nvSpPr>
          <p:cNvPr id="71" name="circuit-230">
            <a:extLst xmlns:a="http://schemas.openxmlformats.org/drawingml/2006/main">
              <a:ext uri="{FF2B5EF4-FFF2-40B4-BE49-F238E27FC236}">
                <a16:creationId xmlns:a16="http://schemas.microsoft.com/office/drawing/2014/main" id="{64532DAE-703B-4B8C-8647-E12D73ED887D}"/>
              </a:ext>
            </a:extLst>
          </p:cNvPr>
          <p:cNvSpPr>
            <a:spLocks xmlns:a="http://schemas.openxmlformats.org/drawingml/2006/main" noGrp="1"/>
          </p:cNvSpPr>
          <p:nvPr/>
        </p:nvSpPr>
        <p:spPr>
          <a:xfrm xmlns:a="http://schemas.openxmlformats.org/drawingml/2006/main">
            <a:off x="7181850" y="4800600"/>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1572C3"/>
          </a:solidFill>
          <a:ln xmlns:a="http://schemas.openxmlformats.org/drawingml/2006/main" w="9525">
            <a:solidFill>
              <a:srgbClr val="1572C3"/>
            </a:solidFill>
          </a:ln>
        </p:spPr>
      </p:sp>
      <p:sp>
        <p:nvSpPr>
          <p:cNvPr id="72" name="block-231">
            <a:extLst xmlns:a="http://schemas.openxmlformats.org/drawingml/2006/main">
              <a:ext uri="{FF2B5EF4-FFF2-40B4-BE49-F238E27FC236}">
                <a16:creationId xmlns:a16="http://schemas.microsoft.com/office/drawing/2014/main" id="{0B70C373-A5AB-4673-89A9-C30A2BC01834}"/>
              </a:ext>
            </a:extLst>
          </p:cNvPr>
          <p:cNvSpPr>
            <a:spLocks xmlns:a="http://schemas.openxmlformats.org/drawingml/2006/main" noGrp="1"/>
          </p:cNvSpPr>
          <p:nvPr/>
        </p:nvSpPr>
        <p:spPr>
          <a:xfrm xmlns:a="http://schemas.openxmlformats.org/drawingml/2006/main">
            <a:off x="9667875" y="2838450"/>
            <a:ext cx="1905000" cy="2228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73" name="text-232">
            <a:extLst xmlns:a="http://schemas.openxmlformats.org/drawingml/2006/main">
              <a:ext uri="{FF2B5EF4-FFF2-40B4-BE49-F238E27FC236}">
                <a16:creationId xmlns:a16="http://schemas.microsoft.com/office/drawing/2014/main" id="{A24CB500-2818-44D0-8D45-E311B5A6683F}"/>
              </a:ext>
            </a:extLst>
          </p:cNvPr>
          <p:cNvSpPr>
            <a:spLocks xmlns:a="http://schemas.openxmlformats.org/drawingml/2006/main" noGrp="1"/>
          </p:cNvSpPr>
          <p:nvPr/>
        </p:nvSpPr>
        <p:spPr>
          <a:xfrm xmlns:a="http://schemas.openxmlformats.org/drawingml/2006/main">
            <a:off x="9829800" y="3114675"/>
            <a:ext cx="15906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DDR3</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コントローラ</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＋メモリ</a:t>
            </a:r>
          </a:p>
        </p:txBody>
      </p:sp>
      <p:sp>
        <p:nvSpPr>
          <p:cNvPr id="74" name="text-233">
            <a:extLst xmlns:a="http://schemas.openxmlformats.org/drawingml/2006/main">
              <a:ext uri="{FF2B5EF4-FFF2-40B4-BE49-F238E27FC236}">
                <a16:creationId xmlns:a16="http://schemas.microsoft.com/office/drawing/2014/main" id="{82971D57-8F97-4C7E-87C4-39DF92AC53DF}"/>
              </a:ext>
            </a:extLst>
          </p:cNvPr>
          <p:cNvSpPr>
            <a:spLocks xmlns:a="http://schemas.openxmlformats.org/drawingml/2006/main" noGrp="1"/>
          </p:cNvSpPr>
          <p:nvPr/>
        </p:nvSpPr>
        <p:spPr>
          <a:xfrm xmlns:a="http://schemas.openxmlformats.org/drawingml/2006/main">
            <a:off x="9705975" y="466725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572C3"/>
                </a:solidFill>
                <a:latin typeface="Yu Gothic"/>
                <a:ea typeface="Yu Gothic"/>
                <a:cs typeface="Yu Gothic"/>
              </a:defRPr>
            </a:defPPr>
            <a:lvl1pPr algn="ctr">
              <a:defRPr sz="1575" b="0">
                <a:solidFill>
                  <a:srgbClr val="1572C3"/>
                </a:solidFill>
                <a:latin typeface="Yu Gothic"/>
                <a:ea typeface="Yu Gothic"/>
                <a:cs typeface="Yu Gothic"/>
              </a:defRPr>
            </a:lvl1pPr>
            <a:lvl2pPr algn="ctr">
              <a:defRPr sz="1575" b="0">
                <a:solidFill>
                  <a:srgbClr val="1572C3"/>
                </a:solidFill>
                <a:latin typeface="Yu Gothic"/>
                <a:ea typeface="Yu Gothic"/>
                <a:cs typeface="Yu Gothic"/>
              </a:defRPr>
            </a:lvl2pPr>
            <a:lvl3pPr algn="ctr">
              <a:defRPr sz="1575" b="0">
                <a:solidFill>
                  <a:srgbClr val="1572C3"/>
                </a:solidFill>
                <a:latin typeface="Yu Gothic"/>
                <a:ea typeface="Yu Gothic"/>
                <a:cs typeface="Yu Gothic"/>
              </a:defRPr>
            </a:lvl3pPr>
            <a:lvl4pPr algn="ctr">
              <a:defRPr sz="1575" b="0">
                <a:solidFill>
                  <a:srgbClr val="1572C3"/>
                </a:solidFill>
                <a:latin typeface="Yu Gothic"/>
                <a:ea typeface="Yu Gothic"/>
                <a:cs typeface="Yu Gothic"/>
              </a:defRPr>
            </a:lvl4pPr>
            <a:lvl5pPr algn="ctr">
              <a:defRPr sz="1575" b="0">
                <a:solidFill>
                  <a:srgbClr val="1572C3"/>
                </a:solidFill>
                <a:latin typeface="Yu Gothic"/>
                <a:ea typeface="Yu Gothic"/>
                <a:cs typeface="Yu Gothic"/>
              </a:defRPr>
            </a:lvl5pPr>
            <a:lvl6pPr algn="ctr">
              <a:defRPr sz="1575" b="0">
                <a:solidFill>
                  <a:srgbClr val="1572C3"/>
                </a:solidFill>
                <a:latin typeface="Yu Gothic"/>
                <a:ea typeface="Yu Gothic"/>
                <a:cs typeface="Yu Gothic"/>
              </a:defRPr>
            </a:lvl6pPr>
            <a:lvl7pPr algn="ctr">
              <a:defRPr sz="1575" b="0">
                <a:solidFill>
                  <a:srgbClr val="1572C3"/>
                </a:solidFill>
                <a:latin typeface="Yu Gothic"/>
                <a:ea typeface="Yu Gothic"/>
                <a:cs typeface="Yu Gothic"/>
              </a:defRPr>
            </a:lvl7pPr>
            <a:lvl8pPr algn="ctr">
              <a:defRPr sz="1575" b="0">
                <a:solidFill>
                  <a:srgbClr val="1572C3"/>
                </a:solidFill>
                <a:latin typeface="Yu Gothic"/>
                <a:ea typeface="Yu Gothic"/>
                <a:cs typeface="Yu Gothic"/>
              </a:defRPr>
            </a:lvl8pPr>
            <a:lvl9pPr algn="ctr">
              <a:defRPr sz="1575" b="0">
                <a:solidFill>
                  <a:srgbClr val="1572C3"/>
                </a:solidFill>
                <a:latin typeface="Yu Gothic"/>
                <a:ea typeface="Yu Gothic"/>
                <a:cs typeface="Yu Gothic"/>
              </a:defRPr>
            </a:lvl9pPr>
          </a:lstStyle>
          <a:p xmlns:a="http://schemas.openxmlformats.org/drawingml/2006/main">
            <a:pPr algn="ctr">
              <a:defRPr sz="1575" b="0">
                <a:solidFill>
                  <a:srgbClr val="1572C3"/>
                </a:solidFill>
                <a:latin typeface="Yu Gothic"/>
                <a:ea typeface="Yu Gothic"/>
                <a:cs typeface="Yu Gothic"/>
              </a:defRPr>
            </a:pPr>
            <a:r>
              <a:rPr sz="1575" b="0">
                <a:solidFill>
                  <a:srgbClr val="1572C3"/>
                </a:solidFill>
                <a:latin typeface="Yu Gothic"/>
                <a:ea typeface="Yu Gothic"/>
                <a:cs typeface="Yu Gothic"/>
              </a:rPr>
              <a:t>完了 HREADY</a:t>
            </a:r>
          </a:p>
        </p:txBody>
      </p:sp>
      <p:sp>
        <p:nvSpPr>
          <p:cNvPr id="75" name="text-234">
            <a:extLst xmlns:a="http://schemas.openxmlformats.org/drawingml/2006/main">
              <a:ext uri="{FF2B5EF4-FFF2-40B4-BE49-F238E27FC236}">
                <a16:creationId xmlns:a16="http://schemas.microsoft.com/office/drawing/2014/main" id="{DFF1339B-DD0B-48DD-870B-EB1411329E46}"/>
              </a:ext>
            </a:extLst>
          </p:cNvPr>
          <p:cNvSpPr>
            <a:spLocks xmlns:a="http://schemas.openxmlformats.org/drawingml/2006/main" noGrp="1"/>
          </p:cNvSpPr>
          <p:nvPr/>
        </p:nvSpPr>
        <p:spPr>
          <a:xfrm xmlns:a="http://schemas.openxmlformats.org/drawingml/2006/main">
            <a:off x="7448550" y="5400675"/>
            <a:ext cx="4133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1">
                <a:solidFill>
                  <a:srgbClr val="231F20"/>
                </a:solidFill>
                <a:latin typeface="Yu Gothic"/>
                <a:ea typeface="Yu Gothic"/>
                <a:cs typeface="Yu Gothic"/>
              </a:defRPr>
            </a:defPPr>
            <a:lvl1pPr algn="l">
              <a:defRPr sz="2025" b="1">
                <a:solidFill>
                  <a:srgbClr val="231F20"/>
                </a:solidFill>
                <a:latin typeface="Yu Gothic"/>
                <a:ea typeface="Yu Gothic"/>
                <a:cs typeface="Yu Gothic"/>
              </a:defRPr>
            </a:lvl1pPr>
            <a:lvl2pPr algn="l">
              <a:defRPr sz="2025" b="1">
                <a:solidFill>
                  <a:srgbClr val="231F20"/>
                </a:solidFill>
                <a:latin typeface="Yu Gothic"/>
                <a:ea typeface="Yu Gothic"/>
                <a:cs typeface="Yu Gothic"/>
              </a:defRPr>
            </a:lvl2pPr>
            <a:lvl3pPr algn="l">
              <a:defRPr sz="2025" b="1">
                <a:solidFill>
                  <a:srgbClr val="231F20"/>
                </a:solidFill>
                <a:latin typeface="Yu Gothic"/>
                <a:ea typeface="Yu Gothic"/>
                <a:cs typeface="Yu Gothic"/>
              </a:defRPr>
            </a:lvl3pPr>
            <a:lvl4pPr algn="l">
              <a:defRPr sz="2025" b="1">
                <a:solidFill>
                  <a:srgbClr val="231F20"/>
                </a:solidFill>
                <a:latin typeface="Yu Gothic"/>
                <a:ea typeface="Yu Gothic"/>
                <a:cs typeface="Yu Gothic"/>
              </a:defRPr>
            </a:lvl4pPr>
            <a:lvl5pPr algn="l">
              <a:defRPr sz="2025" b="1">
                <a:solidFill>
                  <a:srgbClr val="231F20"/>
                </a:solidFill>
                <a:latin typeface="Yu Gothic"/>
                <a:ea typeface="Yu Gothic"/>
                <a:cs typeface="Yu Gothic"/>
              </a:defRPr>
            </a:lvl5pPr>
            <a:lvl6pPr algn="l">
              <a:defRPr sz="2025" b="1">
                <a:solidFill>
                  <a:srgbClr val="231F20"/>
                </a:solidFill>
                <a:latin typeface="Yu Gothic"/>
                <a:ea typeface="Yu Gothic"/>
                <a:cs typeface="Yu Gothic"/>
              </a:defRPr>
            </a:lvl6pPr>
            <a:lvl7pPr algn="l">
              <a:defRPr sz="2025" b="1">
                <a:solidFill>
                  <a:srgbClr val="231F20"/>
                </a:solidFill>
                <a:latin typeface="Yu Gothic"/>
                <a:ea typeface="Yu Gothic"/>
                <a:cs typeface="Yu Gothic"/>
              </a:defRPr>
            </a:lvl7pPr>
            <a:lvl8pPr algn="l">
              <a:defRPr sz="2025" b="1">
                <a:solidFill>
                  <a:srgbClr val="231F20"/>
                </a:solidFill>
                <a:latin typeface="Yu Gothic"/>
                <a:ea typeface="Yu Gothic"/>
                <a:cs typeface="Yu Gothic"/>
              </a:defRPr>
            </a:lvl8pPr>
            <a:lvl9pPr algn="l">
              <a:defRPr sz="2025" b="1">
                <a:solidFill>
                  <a:srgbClr val="231F20"/>
                </a:solidFill>
                <a:latin typeface="Yu Gothic"/>
                <a:ea typeface="Yu Gothic"/>
                <a:cs typeface="Yu Gothic"/>
              </a:defRPr>
            </a:lvl9pPr>
          </a:lstStyle>
          <a:p xmlns:a="http://schemas.openxmlformats.org/drawingml/2006/main">
            <a:pPr algn="l">
              <a:defRPr sz="2025" b="1">
                <a:solidFill>
                  <a:srgbClr val="231F20"/>
                </a:solidFill>
                <a:latin typeface="Yu Gothic"/>
                <a:ea typeface="Yu Gothic"/>
                <a:cs typeface="Yu Gothic"/>
              </a:defRPr>
            </a:pPr>
            <a:r>
              <a:rPr sz="2025" b="1">
                <a:solidFill>
                  <a:srgbClr val="231F20"/>
                </a:solidFill>
                <a:latin typeface="Yu Gothic"/>
                <a:ea typeface="Yu Gothic"/>
                <a:cs typeface="Yu Gothic"/>
              </a:rPr>
              <a:t>相手から完了が返るまで待つ</a:t>
            </a:r>
          </a:p>
        </p:txBody>
      </p:sp>
      <p:sp>
        <p:nvSpPr>
          <p:cNvPr id="76" name="text-235">
            <a:extLst xmlns:a="http://schemas.openxmlformats.org/drawingml/2006/main">
              <a:ext uri="{FF2B5EF4-FFF2-40B4-BE49-F238E27FC236}">
                <a16:creationId xmlns:a16="http://schemas.microsoft.com/office/drawing/2014/main" id="{F6AC1707-E6AC-4AD1-8ADE-379E59A4E54C}"/>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4</a:t>
            </a:r>
          </a:p>
        </p:txBody>
      </p:sp>
      <p:sp>
        <p:nvSpPr>
          <p:cNvPr id="77" name="text-236">
            <a:extLst xmlns:a="http://schemas.openxmlformats.org/drawingml/2006/main">
              <a:ext uri="{FF2B5EF4-FFF2-40B4-BE49-F238E27FC236}">
                <a16:creationId xmlns:a16="http://schemas.microsoft.com/office/drawing/2014/main" id="{9DA3B533-642D-4AC8-A5BE-2821D089644B}"/>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読み書きの経路だけを表示。バス上のAは物理番地。キャッシュ・番地変換・仲裁等は省略</a:t>
            </a:r>
          </a:p>
        </p:txBody>
      </p:sp>
    </p:spTree>
    <p:extLst>
      <p:ext uri="{BB962C8B-B14F-4D97-AF65-F5344CB8AC3E}">
        <p14:creationId xmlns:p14="http://schemas.microsoft.com/office/powerpoint/2010/main" val="14965320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text-237">
            <a:extLst xmlns:a="http://schemas.openxmlformats.org/drawingml/2006/main">
              <a:ext uri="{FF2B5EF4-FFF2-40B4-BE49-F238E27FC236}">
                <a16:creationId xmlns:a16="http://schemas.microsoft.com/office/drawing/2014/main" id="{59AE787D-C9FF-4499-BB8B-31F802A0816F}"/>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5</a:t>
            </a:r>
          </a:p>
        </p:txBody>
      </p:sp>
      <p:sp>
        <p:nvSpPr>
          <p:cNvPr id="2" name="text-238">
            <a:extLst xmlns:a="http://schemas.openxmlformats.org/drawingml/2006/main">
              <a:ext uri="{FF2B5EF4-FFF2-40B4-BE49-F238E27FC236}">
                <a16:creationId xmlns:a16="http://schemas.microsoft.com/office/drawing/2014/main" id="{659268E1-FD7A-4944-BE45-EF125CA3F191}"/>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DDR3とSDカードを、別の接続先として扱う</a:t>
            </a:r>
          </a:p>
        </p:txBody>
      </p:sp>
      <p:sp>
        <p:nvSpPr>
          <p:cNvPr id="3" name="text-239">
            <a:extLst xmlns:a="http://schemas.openxmlformats.org/drawingml/2006/main">
              <a:ext uri="{FF2B5EF4-FFF2-40B4-BE49-F238E27FC236}">
                <a16:creationId xmlns:a16="http://schemas.microsoft.com/office/drawing/2014/main" id="{7629D112-BAC1-443D-9BDA-294C4AF5BEEE}"/>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5</a:t>
            </a:r>
          </a:p>
        </p:txBody>
      </p:sp>
      <p:sp>
        <p:nvSpPr>
          <p:cNvPr id="4" name="text-240">
            <a:extLst xmlns:a="http://schemas.openxmlformats.org/drawingml/2006/main">
              <a:ext uri="{FF2B5EF4-FFF2-40B4-BE49-F238E27FC236}">
                <a16:creationId xmlns:a16="http://schemas.microsoft.com/office/drawing/2014/main" id="{49046132-E6BC-4369-8266-30E1C4A015A4}"/>
              </a:ext>
            </a:extLst>
          </p:cNvPr>
          <p:cNvSpPr>
            <a:spLocks xmlns:a="http://schemas.openxmlformats.org/drawingml/2006/main" noGrp="1"/>
          </p:cNvSpPr>
          <p:nvPr/>
        </p:nvSpPr>
        <p:spPr>
          <a:xfrm xmlns:a="http://schemas.openxmlformats.org/drawingml/2006/main">
            <a:off x="609600" y="129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1572C3"/>
                </a:solidFill>
                <a:latin typeface="Yu Gothic"/>
                <a:ea typeface="Yu Gothic"/>
                <a:cs typeface="Yu Gothic"/>
              </a:defRPr>
            </a:defPPr>
            <a:lvl1pPr algn="l">
              <a:defRPr sz="2175" b="1">
                <a:solidFill>
                  <a:srgbClr val="1572C3"/>
                </a:solidFill>
                <a:latin typeface="Yu Gothic"/>
                <a:ea typeface="Yu Gothic"/>
                <a:cs typeface="Yu Gothic"/>
              </a:defRPr>
            </a:lvl1pPr>
            <a:lvl2pPr algn="l">
              <a:defRPr sz="2175" b="1">
                <a:solidFill>
                  <a:srgbClr val="1572C3"/>
                </a:solidFill>
                <a:latin typeface="Yu Gothic"/>
                <a:ea typeface="Yu Gothic"/>
                <a:cs typeface="Yu Gothic"/>
              </a:defRPr>
            </a:lvl2pPr>
            <a:lvl3pPr algn="l">
              <a:defRPr sz="2175" b="1">
                <a:solidFill>
                  <a:srgbClr val="1572C3"/>
                </a:solidFill>
                <a:latin typeface="Yu Gothic"/>
                <a:ea typeface="Yu Gothic"/>
                <a:cs typeface="Yu Gothic"/>
              </a:defRPr>
            </a:lvl3pPr>
            <a:lvl4pPr algn="l">
              <a:defRPr sz="2175" b="1">
                <a:solidFill>
                  <a:srgbClr val="1572C3"/>
                </a:solidFill>
                <a:latin typeface="Yu Gothic"/>
                <a:ea typeface="Yu Gothic"/>
                <a:cs typeface="Yu Gothic"/>
              </a:defRPr>
            </a:lvl4pPr>
            <a:lvl5pPr algn="l">
              <a:defRPr sz="2175" b="1">
                <a:solidFill>
                  <a:srgbClr val="1572C3"/>
                </a:solidFill>
                <a:latin typeface="Yu Gothic"/>
                <a:ea typeface="Yu Gothic"/>
                <a:cs typeface="Yu Gothic"/>
              </a:defRPr>
            </a:lvl5pPr>
            <a:lvl6pPr algn="l">
              <a:defRPr sz="2175" b="1">
                <a:solidFill>
                  <a:srgbClr val="1572C3"/>
                </a:solidFill>
                <a:latin typeface="Yu Gothic"/>
                <a:ea typeface="Yu Gothic"/>
                <a:cs typeface="Yu Gothic"/>
              </a:defRPr>
            </a:lvl6pPr>
            <a:lvl7pPr algn="l">
              <a:defRPr sz="2175" b="1">
                <a:solidFill>
                  <a:srgbClr val="1572C3"/>
                </a:solidFill>
                <a:latin typeface="Yu Gothic"/>
                <a:ea typeface="Yu Gothic"/>
                <a:cs typeface="Yu Gothic"/>
              </a:defRPr>
            </a:lvl7pPr>
            <a:lvl8pPr algn="l">
              <a:defRPr sz="2175" b="1">
                <a:solidFill>
                  <a:srgbClr val="1572C3"/>
                </a:solidFill>
                <a:latin typeface="Yu Gothic"/>
                <a:ea typeface="Yu Gothic"/>
                <a:cs typeface="Yu Gothic"/>
              </a:defRPr>
            </a:lvl8pPr>
            <a:lvl9pPr algn="l">
              <a:defRPr sz="2175" b="1">
                <a:solidFill>
                  <a:srgbClr val="1572C3"/>
                </a:solidFill>
                <a:latin typeface="Yu Gothic"/>
                <a:ea typeface="Yu Gothic"/>
                <a:cs typeface="Yu Gothic"/>
              </a:defRPr>
            </a:lvl9pPr>
          </a:lstStyle>
          <a:p xmlns:a="http://schemas.openxmlformats.org/drawingml/2006/main">
            <a:pPr algn="l">
              <a:defRPr sz="2175" b="1">
                <a:solidFill>
                  <a:srgbClr val="1572C3"/>
                </a:solidFill>
                <a:latin typeface="Yu Gothic"/>
                <a:ea typeface="Yu Gothic"/>
                <a:cs typeface="Yu Gothic"/>
              </a:defRPr>
            </a:pPr>
            <a:r>
              <a:rPr sz="2175" b="1">
                <a:solidFill>
                  <a:srgbClr val="1572C3"/>
                </a:solidFill>
                <a:latin typeface="Yu Gothic"/>
                <a:ea typeface="Yu Gothic"/>
                <a:cs typeface="Yu Gothic"/>
              </a:rPr>
              <a:t>用途に合った制御回路を、CPUのバスにつなぐ</a:t>
            </a:r>
          </a:p>
        </p:txBody>
      </p:sp>
      <p:sp>
        <p:nvSpPr>
          <p:cNvPr id="5" name="block-241">
            <a:extLst xmlns:a="http://schemas.openxmlformats.org/drawingml/2006/main">
              <a:ext uri="{FF2B5EF4-FFF2-40B4-BE49-F238E27FC236}">
                <a16:creationId xmlns:a16="http://schemas.microsoft.com/office/drawing/2014/main" id="{9AE5ED24-478A-4E99-970B-118754C78D8E}"/>
              </a:ext>
            </a:extLst>
          </p:cNvPr>
          <p:cNvSpPr>
            <a:spLocks xmlns:a="http://schemas.openxmlformats.org/drawingml/2006/main" noGrp="1"/>
          </p:cNvSpPr>
          <p:nvPr/>
        </p:nvSpPr>
        <p:spPr>
          <a:xfrm xmlns:a="http://schemas.openxmlformats.org/drawingml/2006/main">
            <a:off x="1219200" y="2838450"/>
            <a:ext cx="1676400" cy="2228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 name="text-242">
            <a:extLst xmlns:a="http://schemas.openxmlformats.org/drawingml/2006/main">
              <a:ext uri="{FF2B5EF4-FFF2-40B4-BE49-F238E27FC236}">
                <a16:creationId xmlns:a16="http://schemas.microsoft.com/office/drawing/2014/main" id="{45AF632D-2F26-4059-804B-19E227739A45}"/>
              </a:ext>
            </a:extLst>
          </p:cNvPr>
          <p:cNvSpPr>
            <a:spLocks xmlns:a="http://schemas.openxmlformats.org/drawingml/2006/main" noGrp="1"/>
          </p:cNvSpPr>
          <p:nvPr/>
        </p:nvSpPr>
        <p:spPr>
          <a:xfrm xmlns:a="http://schemas.openxmlformats.org/drawingml/2006/main">
            <a:off x="1666875" y="3467100"/>
            <a:ext cx="1085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231F20"/>
                </a:solidFill>
                <a:latin typeface="Arial"/>
                <a:ea typeface="Arial"/>
                <a:cs typeface="Arial"/>
              </a:defRPr>
            </a:defPPr>
            <a:lvl1pPr algn="ctr">
              <a:defRPr sz="1500" b="1">
                <a:solidFill>
                  <a:srgbClr val="231F20"/>
                </a:solidFill>
                <a:latin typeface="Arial"/>
                <a:ea typeface="Arial"/>
                <a:cs typeface="Arial"/>
              </a:defRPr>
            </a:lvl1pPr>
            <a:lvl2pPr algn="ctr">
              <a:defRPr sz="1500" b="1">
                <a:solidFill>
                  <a:srgbClr val="231F20"/>
                </a:solidFill>
                <a:latin typeface="Arial"/>
                <a:ea typeface="Arial"/>
                <a:cs typeface="Arial"/>
              </a:defRPr>
            </a:lvl2pPr>
            <a:lvl3pPr algn="ctr">
              <a:defRPr sz="1500" b="1">
                <a:solidFill>
                  <a:srgbClr val="231F20"/>
                </a:solidFill>
                <a:latin typeface="Arial"/>
                <a:ea typeface="Arial"/>
                <a:cs typeface="Arial"/>
              </a:defRPr>
            </a:lvl3pPr>
            <a:lvl4pPr algn="ctr">
              <a:defRPr sz="1500" b="1">
                <a:solidFill>
                  <a:srgbClr val="231F20"/>
                </a:solidFill>
                <a:latin typeface="Arial"/>
                <a:ea typeface="Arial"/>
                <a:cs typeface="Arial"/>
              </a:defRPr>
            </a:lvl4pPr>
            <a:lvl5pPr algn="ctr">
              <a:defRPr sz="1500" b="1">
                <a:solidFill>
                  <a:srgbClr val="231F20"/>
                </a:solidFill>
                <a:latin typeface="Arial"/>
                <a:ea typeface="Arial"/>
                <a:cs typeface="Arial"/>
              </a:defRPr>
            </a:lvl5pPr>
            <a:lvl6pPr algn="ctr">
              <a:defRPr sz="1500" b="1">
                <a:solidFill>
                  <a:srgbClr val="231F20"/>
                </a:solidFill>
                <a:latin typeface="Arial"/>
                <a:ea typeface="Arial"/>
                <a:cs typeface="Arial"/>
              </a:defRPr>
            </a:lvl6pPr>
            <a:lvl7pPr algn="ctr">
              <a:defRPr sz="1500" b="1">
                <a:solidFill>
                  <a:srgbClr val="231F20"/>
                </a:solidFill>
                <a:latin typeface="Arial"/>
                <a:ea typeface="Arial"/>
                <a:cs typeface="Arial"/>
              </a:defRPr>
            </a:lvl7pPr>
            <a:lvl8pPr algn="ctr">
              <a:defRPr sz="1500" b="1">
                <a:solidFill>
                  <a:srgbClr val="231F20"/>
                </a:solidFill>
                <a:latin typeface="Arial"/>
                <a:ea typeface="Arial"/>
                <a:cs typeface="Arial"/>
              </a:defRPr>
            </a:lvl8pPr>
            <a:lvl9pPr algn="ctr">
              <a:defRPr sz="1500" b="1">
                <a:solidFill>
                  <a:srgbClr val="231F20"/>
                </a:solidFill>
                <a:latin typeface="Arial"/>
                <a:ea typeface="Arial"/>
                <a:cs typeface="Arial"/>
              </a:defRPr>
            </a:lvl9pPr>
          </a:lstStyle>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Register</a:t>
            </a:r>
          </a:p>
          <a:p xmlns:a="http://schemas.openxmlformats.org/drawingml/2006/main">
            <a:pPr algn="ctr">
              <a:defRPr sz="1500" b="1">
                <a:solidFill>
                  <a:srgbClr val="231F20"/>
                </a:solidFill>
                <a:latin typeface="Arial"/>
                <a:ea typeface="Arial"/>
                <a:cs typeface="Arial"/>
              </a:defRPr>
            </a:pPr>
            <a:r>
              <a:rPr sz="1500" b="1">
                <a:solidFill>
                  <a:srgbClr val="231F20"/>
                </a:solidFill>
                <a:latin typeface="Arial"/>
                <a:ea typeface="Arial"/>
                <a:cs typeface="Arial"/>
              </a:rPr>
              <a:t>File</a:t>
            </a:r>
          </a:p>
        </p:txBody>
      </p:sp>
      <p:sp>
        <p:nvSpPr>
          <p:cNvPr id="7" name="text-243">
            <a:extLst xmlns:a="http://schemas.openxmlformats.org/drawingml/2006/main">
              <a:ext uri="{FF2B5EF4-FFF2-40B4-BE49-F238E27FC236}">
                <a16:creationId xmlns:a16="http://schemas.microsoft.com/office/drawing/2014/main" id="{227D20E0-8860-480C-A963-AE8F4B3E5CE4}"/>
              </a:ext>
            </a:extLst>
          </p:cNvPr>
          <p:cNvSpPr>
            <a:spLocks xmlns:a="http://schemas.openxmlformats.org/drawingml/2006/main" noGrp="1"/>
          </p:cNvSpPr>
          <p:nvPr/>
        </p:nvSpPr>
        <p:spPr>
          <a:xfrm xmlns:a="http://schemas.openxmlformats.org/drawingml/2006/main">
            <a:off x="131445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A1</a:t>
            </a:r>
          </a:p>
        </p:txBody>
      </p:sp>
      <p:sp>
        <p:nvSpPr>
          <p:cNvPr id="8" name="text-244">
            <a:extLst xmlns:a="http://schemas.openxmlformats.org/drawingml/2006/main">
              <a:ext uri="{FF2B5EF4-FFF2-40B4-BE49-F238E27FC236}">
                <a16:creationId xmlns:a16="http://schemas.microsoft.com/office/drawing/2014/main" id="{ABA29EA5-DB36-4DDB-ADB8-F5C61FAA1F7D}"/>
              </a:ext>
            </a:extLst>
          </p:cNvPr>
          <p:cNvSpPr>
            <a:spLocks xmlns:a="http://schemas.openxmlformats.org/drawingml/2006/main" noGrp="1"/>
          </p:cNvSpPr>
          <p:nvPr/>
        </p:nvSpPr>
        <p:spPr>
          <a:xfrm xmlns:a="http://schemas.openxmlformats.org/drawingml/2006/main">
            <a:off x="131445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A2</a:t>
            </a:r>
          </a:p>
        </p:txBody>
      </p:sp>
      <p:sp>
        <p:nvSpPr>
          <p:cNvPr id="9" name="text-245">
            <a:extLst xmlns:a="http://schemas.openxmlformats.org/drawingml/2006/main">
              <a:ext uri="{FF2B5EF4-FFF2-40B4-BE49-F238E27FC236}">
                <a16:creationId xmlns:a16="http://schemas.microsoft.com/office/drawing/2014/main" id="{FFEC7AD7-0F42-43F4-BFE3-AA59CC629C9D}"/>
              </a:ext>
            </a:extLst>
          </p:cNvPr>
          <p:cNvSpPr>
            <a:spLocks xmlns:a="http://schemas.openxmlformats.org/drawingml/2006/main" noGrp="1"/>
          </p:cNvSpPr>
          <p:nvPr/>
        </p:nvSpPr>
        <p:spPr>
          <a:xfrm xmlns:a="http://schemas.openxmlformats.org/drawingml/2006/main">
            <a:off x="1314450" y="4286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A3</a:t>
            </a:r>
          </a:p>
        </p:txBody>
      </p:sp>
      <p:sp>
        <p:nvSpPr>
          <p:cNvPr id="10" name="text-246">
            <a:extLst xmlns:a="http://schemas.openxmlformats.org/drawingml/2006/main">
              <a:ext uri="{FF2B5EF4-FFF2-40B4-BE49-F238E27FC236}">
                <a16:creationId xmlns:a16="http://schemas.microsoft.com/office/drawing/2014/main" id="{002522C9-A2B1-4004-9DCE-1A7C2D74B83F}"/>
              </a:ext>
            </a:extLst>
          </p:cNvPr>
          <p:cNvSpPr>
            <a:spLocks xmlns:a="http://schemas.openxmlformats.org/drawingml/2006/main" noGrp="1"/>
          </p:cNvSpPr>
          <p:nvPr/>
        </p:nvSpPr>
        <p:spPr>
          <a:xfrm xmlns:a="http://schemas.openxmlformats.org/drawingml/2006/main">
            <a:off x="1314450" y="47053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WD3</a:t>
            </a:r>
          </a:p>
        </p:txBody>
      </p:sp>
      <p:sp>
        <p:nvSpPr>
          <p:cNvPr id="11" name="text-247">
            <a:extLst xmlns:a="http://schemas.openxmlformats.org/drawingml/2006/main">
              <a:ext uri="{FF2B5EF4-FFF2-40B4-BE49-F238E27FC236}">
                <a16:creationId xmlns:a16="http://schemas.microsoft.com/office/drawing/2014/main" id="{2A7AD60A-C10B-4065-B1C7-4445E8D3EC00}"/>
              </a:ext>
            </a:extLst>
          </p:cNvPr>
          <p:cNvSpPr>
            <a:spLocks xmlns:a="http://schemas.openxmlformats.org/drawingml/2006/main" noGrp="1"/>
          </p:cNvSpPr>
          <p:nvPr/>
        </p:nvSpPr>
        <p:spPr>
          <a:xfrm xmlns:a="http://schemas.openxmlformats.org/drawingml/2006/main">
            <a:off x="2400300" y="314325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RD1</a:t>
            </a:r>
          </a:p>
        </p:txBody>
      </p:sp>
      <p:sp>
        <p:nvSpPr>
          <p:cNvPr id="12" name="text-248">
            <a:extLst xmlns:a="http://schemas.openxmlformats.org/drawingml/2006/main">
              <a:ext uri="{FF2B5EF4-FFF2-40B4-BE49-F238E27FC236}">
                <a16:creationId xmlns:a16="http://schemas.microsoft.com/office/drawing/2014/main" id="{A719F484-65C5-4566-AF6A-7C47BE6349B6}"/>
              </a:ext>
            </a:extLst>
          </p:cNvPr>
          <p:cNvSpPr>
            <a:spLocks xmlns:a="http://schemas.openxmlformats.org/drawingml/2006/main" noGrp="1"/>
          </p:cNvSpPr>
          <p:nvPr/>
        </p:nvSpPr>
        <p:spPr>
          <a:xfrm xmlns:a="http://schemas.openxmlformats.org/drawingml/2006/main">
            <a:off x="2400300" y="38481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231F20"/>
                </a:solidFill>
                <a:latin typeface="Arial"/>
                <a:ea typeface="Arial"/>
                <a:cs typeface="Arial"/>
              </a:defRPr>
            </a:defPPr>
            <a:lvl1pPr algn="l">
              <a:defRPr sz="1350" b="0">
                <a:solidFill>
                  <a:srgbClr val="231F20"/>
                </a:solidFill>
                <a:latin typeface="Arial"/>
                <a:ea typeface="Arial"/>
                <a:cs typeface="Arial"/>
              </a:defRPr>
            </a:lvl1pPr>
            <a:lvl2pPr algn="l">
              <a:defRPr sz="1350" b="0">
                <a:solidFill>
                  <a:srgbClr val="231F20"/>
                </a:solidFill>
                <a:latin typeface="Arial"/>
                <a:ea typeface="Arial"/>
                <a:cs typeface="Arial"/>
              </a:defRPr>
            </a:lvl2pPr>
            <a:lvl3pPr algn="l">
              <a:defRPr sz="1350" b="0">
                <a:solidFill>
                  <a:srgbClr val="231F20"/>
                </a:solidFill>
                <a:latin typeface="Arial"/>
                <a:ea typeface="Arial"/>
                <a:cs typeface="Arial"/>
              </a:defRPr>
            </a:lvl3pPr>
            <a:lvl4pPr algn="l">
              <a:defRPr sz="1350" b="0">
                <a:solidFill>
                  <a:srgbClr val="231F20"/>
                </a:solidFill>
                <a:latin typeface="Arial"/>
                <a:ea typeface="Arial"/>
                <a:cs typeface="Arial"/>
              </a:defRPr>
            </a:lvl4pPr>
            <a:lvl5pPr algn="l">
              <a:defRPr sz="1350" b="0">
                <a:solidFill>
                  <a:srgbClr val="231F20"/>
                </a:solidFill>
                <a:latin typeface="Arial"/>
                <a:ea typeface="Arial"/>
                <a:cs typeface="Arial"/>
              </a:defRPr>
            </a:lvl5pPr>
            <a:lvl6pPr algn="l">
              <a:defRPr sz="1350" b="0">
                <a:solidFill>
                  <a:srgbClr val="231F20"/>
                </a:solidFill>
                <a:latin typeface="Arial"/>
                <a:ea typeface="Arial"/>
                <a:cs typeface="Arial"/>
              </a:defRPr>
            </a:lvl6pPr>
            <a:lvl7pPr algn="l">
              <a:defRPr sz="1350" b="0">
                <a:solidFill>
                  <a:srgbClr val="231F20"/>
                </a:solidFill>
                <a:latin typeface="Arial"/>
                <a:ea typeface="Arial"/>
                <a:cs typeface="Arial"/>
              </a:defRPr>
            </a:lvl7pPr>
            <a:lvl8pPr algn="l">
              <a:defRPr sz="1350" b="0">
                <a:solidFill>
                  <a:srgbClr val="231F20"/>
                </a:solidFill>
                <a:latin typeface="Arial"/>
                <a:ea typeface="Arial"/>
                <a:cs typeface="Arial"/>
              </a:defRPr>
            </a:lvl8pPr>
            <a:lvl9pPr algn="l">
              <a:defRPr sz="1350" b="0">
                <a:solidFill>
                  <a:srgbClr val="231F20"/>
                </a:solidFill>
                <a:latin typeface="Arial"/>
                <a:ea typeface="Arial"/>
                <a:cs typeface="Arial"/>
              </a:defRPr>
            </a:lvl9pPr>
          </a:lstStyle>
          <a:p xmlns:a="http://schemas.openxmlformats.org/drawingml/2006/main">
            <a:pPr algn="l">
              <a:defRPr sz="1350" b="0">
                <a:solidFill>
                  <a:srgbClr val="231F20"/>
                </a:solidFill>
                <a:latin typeface="Arial"/>
                <a:ea typeface="Arial"/>
                <a:cs typeface="Arial"/>
              </a:defRPr>
            </a:pPr>
            <a:r>
              <a:rPr sz="1350" b="0">
                <a:solidFill>
                  <a:srgbClr val="231F20"/>
                </a:solidFill>
                <a:latin typeface="Arial"/>
                <a:ea typeface="Arial"/>
                <a:cs typeface="Arial"/>
              </a:rPr>
              <a:t>RD2</a:t>
            </a:r>
          </a:p>
        </p:txBody>
      </p:sp>
      <p:sp>
        <p:nvSpPr>
          <p:cNvPr id="13" name="text-249">
            <a:extLst xmlns:a="http://schemas.openxmlformats.org/drawingml/2006/main">
              <a:ext uri="{FF2B5EF4-FFF2-40B4-BE49-F238E27FC236}">
                <a16:creationId xmlns:a16="http://schemas.microsoft.com/office/drawing/2014/main" id="{A0F989CC-743A-4E86-B80E-81540935967A}"/>
              </a:ext>
            </a:extLst>
          </p:cNvPr>
          <p:cNvSpPr>
            <a:spLocks xmlns:a="http://schemas.openxmlformats.org/drawingml/2006/main" noGrp="1"/>
          </p:cNvSpPr>
          <p:nvPr/>
        </p:nvSpPr>
        <p:spPr>
          <a:xfrm xmlns:a="http://schemas.openxmlformats.org/drawingml/2006/main">
            <a:off x="1924050" y="28575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B9BEC6"/>
                </a:solidFill>
                <a:latin typeface="Arial"/>
                <a:ea typeface="Arial"/>
                <a:cs typeface="Arial"/>
              </a:defRPr>
            </a:defPPr>
            <a:lvl1pPr algn="l">
              <a:defRPr sz="1350" b="0">
                <a:solidFill>
                  <a:srgbClr val="B9BEC6"/>
                </a:solidFill>
                <a:latin typeface="Arial"/>
                <a:ea typeface="Arial"/>
                <a:cs typeface="Arial"/>
              </a:defRPr>
            </a:lvl1pPr>
            <a:lvl2pPr algn="l">
              <a:defRPr sz="1350" b="0">
                <a:solidFill>
                  <a:srgbClr val="B9BEC6"/>
                </a:solidFill>
                <a:latin typeface="Arial"/>
                <a:ea typeface="Arial"/>
                <a:cs typeface="Arial"/>
              </a:defRPr>
            </a:lvl2pPr>
            <a:lvl3pPr algn="l">
              <a:defRPr sz="1350" b="0">
                <a:solidFill>
                  <a:srgbClr val="B9BEC6"/>
                </a:solidFill>
                <a:latin typeface="Arial"/>
                <a:ea typeface="Arial"/>
                <a:cs typeface="Arial"/>
              </a:defRPr>
            </a:lvl3pPr>
            <a:lvl4pPr algn="l">
              <a:defRPr sz="1350" b="0">
                <a:solidFill>
                  <a:srgbClr val="B9BEC6"/>
                </a:solidFill>
                <a:latin typeface="Arial"/>
                <a:ea typeface="Arial"/>
                <a:cs typeface="Arial"/>
              </a:defRPr>
            </a:lvl4pPr>
            <a:lvl5pPr algn="l">
              <a:defRPr sz="1350" b="0">
                <a:solidFill>
                  <a:srgbClr val="B9BEC6"/>
                </a:solidFill>
                <a:latin typeface="Arial"/>
                <a:ea typeface="Arial"/>
                <a:cs typeface="Arial"/>
              </a:defRPr>
            </a:lvl5pPr>
            <a:lvl6pPr algn="l">
              <a:defRPr sz="1350" b="0">
                <a:solidFill>
                  <a:srgbClr val="B9BEC6"/>
                </a:solidFill>
                <a:latin typeface="Arial"/>
                <a:ea typeface="Arial"/>
                <a:cs typeface="Arial"/>
              </a:defRPr>
            </a:lvl6pPr>
            <a:lvl7pPr algn="l">
              <a:defRPr sz="1350" b="0">
                <a:solidFill>
                  <a:srgbClr val="B9BEC6"/>
                </a:solidFill>
                <a:latin typeface="Arial"/>
                <a:ea typeface="Arial"/>
                <a:cs typeface="Arial"/>
              </a:defRPr>
            </a:lvl7pPr>
            <a:lvl8pPr algn="l">
              <a:defRPr sz="1350" b="0">
                <a:solidFill>
                  <a:srgbClr val="B9BEC6"/>
                </a:solidFill>
                <a:latin typeface="Arial"/>
                <a:ea typeface="Arial"/>
                <a:cs typeface="Arial"/>
              </a:defRPr>
            </a:lvl8pPr>
            <a:lvl9pPr algn="l">
              <a:defRPr sz="1350" b="0">
                <a:solidFill>
                  <a:srgbClr val="B9BEC6"/>
                </a:solidFill>
                <a:latin typeface="Arial"/>
                <a:ea typeface="Arial"/>
                <a:cs typeface="Arial"/>
              </a:defRPr>
            </a:lvl9pPr>
          </a:lstStyle>
          <a:p xmlns:a="http://schemas.openxmlformats.org/drawingml/2006/main">
            <a:pPr algn="l">
              <a:defRPr sz="1350" b="0">
                <a:solidFill>
                  <a:srgbClr val="B9BEC6"/>
                </a:solidFill>
                <a:latin typeface="Arial"/>
                <a:ea typeface="Arial"/>
                <a:cs typeface="Arial"/>
              </a:defRPr>
            </a:pPr>
            <a:r>
              <a:rPr sz="1350" b="0">
                <a:solidFill>
                  <a:srgbClr val="B9BEC6"/>
                </a:solidFill>
                <a:latin typeface="Arial"/>
                <a:ea typeface="Arial"/>
                <a:cs typeface="Arial"/>
              </a:rPr>
              <a:t>WE3</a:t>
            </a:r>
          </a:p>
        </p:txBody>
      </p:sp>
      <p:sp>
        <p:nvSpPr>
          <p:cNvPr id="14" name="text-250">
            <a:extLst xmlns:a="http://schemas.openxmlformats.org/drawingml/2006/main">
              <a:ext uri="{FF2B5EF4-FFF2-40B4-BE49-F238E27FC236}">
                <a16:creationId xmlns:a16="http://schemas.microsoft.com/office/drawing/2014/main" id="{36A9BD1D-58EF-463A-B2E1-B86EF0AF5BA3}"/>
              </a:ext>
            </a:extLst>
          </p:cNvPr>
          <p:cNvSpPr>
            <a:spLocks xmlns:a="http://schemas.openxmlformats.org/drawingml/2006/main" noGrp="1"/>
          </p:cNvSpPr>
          <p:nvPr/>
        </p:nvSpPr>
        <p:spPr>
          <a:xfrm xmlns:a="http://schemas.openxmlformats.org/drawingml/2006/main">
            <a:off x="1219200" y="1971675"/>
            <a:ext cx="1676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レジスタ</a:t>
            </a:r>
          </a:p>
        </p:txBody>
      </p:sp>
      <p:sp>
        <p:nvSpPr>
          <p:cNvPr id="15" name="text-251">
            <a:extLst xmlns:a="http://schemas.openxmlformats.org/drawingml/2006/main">
              <a:ext uri="{FF2B5EF4-FFF2-40B4-BE49-F238E27FC236}">
                <a16:creationId xmlns:a16="http://schemas.microsoft.com/office/drawing/2014/main" id="{D8DD1ABC-9B96-452A-8AD5-980C0C679943}"/>
              </a:ext>
            </a:extLst>
          </p:cNvPr>
          <p:cNvSpPr>
            <a:spLocks xmlns:a="http://schemas.openxmlformats.org/drawingml/2006/main" noGrp="1"/>
          </p:cNvSpPr>
          <p:nvPr/>
        </p:nvSpPr>
        <p:spPr>
          <a:xfrm xmlns:a="http://schemas.openxmlformats.org/drawingml/2006/main">
            <a:off x="1219200" y="2295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B9BEC6"/>
                </a:solidFill>
                <a:latin typeface="Arial"/>
                <a:ea typeface="Arial"/>
                <a:cs typeface="Arial"/>
              </a:defRPr>
            </a:defPPr>
            <a:lvl1pPr algn="l">
              <a:defRPr sz="1575" b="0">
                <a:solidFill>
                  <a:srgbClr val="B9BEC6"/>
                </a:solidFill>
                <a:latin typeface="Arial"/>
                <a:ea typeface="Arial"/>
                <a:cs typeface="Arial"/>
              </a:defRPr>
            </a:lvl1pPr>
            <a:lvl2pPr algn="l">
              <a:defRPr sz="1575" b="0">
                <a:solidFill>
                  <a:srgbClr val="B9BEC6"/>
                </a:solidFill>
                <a:latin typeface="Arial"/>
                <a:ea typeface="Arial"/>
                <a:cs typeface="Arial"/>
              </a:defRPr>
            </a:lvl2pPr>
            <a:lvl3pPr algn="l">
              <a:defRPr sz="1575" b="0">
                <a:solidFill>
                  <a:srgbClr val="B9BEC6"/>
                </a:solidFill>
                <a:latin typeface="Arial"/>
                <a:ea typeface="Arial"/>
                <a:cs typeface="Arial"/>
              </a:defRPr>
            </a:lvl3pPr>
            <a:lvl4pPr algn="l">
              <a:defRPr sz="1575" b="0">
                <a:solidFill>
                  <a:srgbClr val="B9BEC6"/>
                </a:solidFill>
                <a:latin typeface="Arial"/>
                <a:ea typeface="Arial"/>
                <a:cs typeface="Arial"/>
              </a:defRPr>
            </a:lvl4pPr>
            <a:lvl5pPr algn="l">
              <a:defRPr sz="1575" b="0">
                <a:solidFill>
                  <a:srgbClr val="B9BEC6"/>
                </a:solidFill>
                <a:latin typeface="Arial"/>
                <a:ea typeface="Arial"/>
                <a:cs typeface="Arial"/>
              </a:defRPr>
            </a:lvl5pPr>
            <a:lvl6pPr algn="l">
              <a:defRPr sz="1575" b="0">
                <a:solidFill>
                  <a:srgbClr val="B9BEC6"/>
                </a:solidFill>
                <a:latin typeface="Arial"/>
                <a:ea typeface="Arial"/>
                <a:cs typeface="Arial"/>
              </a:defRPr>
            </a:lvl6pPr>
            <a:lvl7pPr algn="l">
              <a:defRPr sz="1575" b="0">
                <a:solidFill>
                  <a:srgbClr val="B9BEC6"/>
                </a:solidFill>
                <a:latin typeface="Arial"/>
                <a:ea typeface="Arial"/>
                <a:cs typeface="Arial"/>
              </a:defRPr>
            </a:lvl7pPr>
            <a:lvl8pPr algn="l">
              <a:defRPr sz="1575" b="0">
                <a:solidFill>
                  <a:srgbClr val="B9BEC6"/>
                </a:solidFill>
                <a:latin typeface="Arial"/>
                <a:ea typeface="Arial"/>
                <a:cs typeface="Arial"/>
              </a:defRPr>
            </a:lvl8pPr>
            <a:lvl9pPr algn="l">
              <a:defRPr sz="1575" b="0">
                <a:solidFill>
                  <a:srgbClr val="B9BEC6"/>
                </a:solidFill>
                <a:latin typeface="Arial"/>
                <a:ea typeface="Arial"/>
                <a:cs typeface="Arial"/>
              </a:defRPr>
            </a:lvl9pPr>
          </a:lstStyle>
          <a:p xmlns:a="http://schemas.openxmlformats.org/drawingml/2006/main">
            <a:pPr algn="l">
              <a:defRPr sz="1575" b="0">
                <a:solidFill>
                  <a:srgbClr val="B9BEC6"/>
                </a:solidFill>
                <a:latin typeface="Arial"/>
                <a:ea typeface="Arial"/>
                <a:cs typeface="Arial"/>
              </a:defRPr>
            </a:pPr>
            <a:r>
              <a:rPr sz="1575" b="0">
                <a:solidFill>
                  <a:srgbClr val="B9BEC6"/>
                </a:solidFill>
                <a:latin typeface="Arial"/>
                <a:ea typeface="Arial"/>
                <a:cs typeface="Arial"/>
              </a:rPr>
              <a:t>RegWrite = 0</a:t>
            </a:r>
          </a:p>
        </p:txBody>
      </p:sp>
      <p:sp>
        <p:nvSpPr>
          <p:cNvPr id="16" name="wire-252">
            <a:extLst xmlns:a="http://schemas.openxmlformats.org/drawingml/2006/main">
              <a:ext uri="{FF2B5EF4-FFF2-40B4-BE49-F238E27FC236}">
                <a16:creationId xmlns:a16="http://schemas.microsoft.com/office/drawing/2014/main" id="{D26BF7B3-A946-4C83-B773-F252D10B6466}"/>
              </a:ext>
            </a:extLst>
          </p:cNvPr>
          <p:cNvSpPr>
            <a:spLocks xmlns:a="http://schemas.openxmlformats.org/drawingml/2006/main" noGrp="1"/>
          </p:cNvSpPr>
          <p:nvPr/>
        </p:nvSpPr>
        <p:spPr>
          <a:xfrm xmlns:a="http://schemas.openxmlformats.org/drawingml/2006/main">
            <a:off x="2133600"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B9BEC6"/>
            </a:solidFill>
          </a:ln>
        </p:spPr>
      </p:sp>
      <p:sp>
        <p:nvSpPr>
          <p:cNvPr id="17" name="circuit-253">
            <a:extLst xmlns:a="http://schemas.openxmlformats.org/drawingml/2006/main">
              <a:ext uri="{FF2B5EF4-FFF2-40B4-BE49-F238E27FC236}">
                <a16:creationId xmlns:a16="http://schemas.microsoft.com/office/drawing/2014/main" id="{8A705E7C-D6AF-45CD-931B-822D613F0FDC}"/>
              </a:ext>
            </a:extLst>
          </p:cNvPr>
          <p:cNvSpPr>
            <a:spLocks xmlns:a="http://schemas.openxmlformats.org/drawingml/2006/main" noGrp="1"/>
          </p:cNvSpPr>
          <p:nvPr/>
        </p:nvSpPr>
        <p:spPr>
          <a:xfrm xmlns:a="http://schemas.openxmlformats.org/drawingml/2006/main">
            <a:off x="2095500"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B9BEC6"/>
          </a:solidFill>
          <a:ln xmlns:a="http://schemas.openxmlformats.org/drawingml/2006/main" w="9525">
            <a:solidFill>
              <a:srgbClr val="B9BEC6"/>
            </a:solidFill>
          </a:ln>
        </p:spPr>
      </p:sp>
      <p:sp>
        <p:nvSpPr>
          <p:cNvPr id="18" name="wire-254">
            <a:extLst xmlns:a="http://schemas.openxmlformats.org/drawingml/2006/main">
              <a:ext uri="{FF2B5EF4-FFF2-40B4-BE49-F238E27FC236}">
                <a16:creationId xmlns:a16="http://schemas.microsoft.com/office/drawing/2014/main" id="{ABEA62FF-F7D4-4BC5-B2FD-696ACC486734}"/>
              </a:ext>
            </a:extLst>
          </p:cNvPr>
          <p:cNvSpPr>
            <a:spLocks xmlns:a="http://schemas.openxmlformats.org/drawingml/2006/main" noGrp="1"/>
          </p:cNvSpPr>
          <p:nvPr/>
        </p:nvSpPr>
        <p:spPr>
          <a:xfrm xmlns:a="http://schemas.openxmlformats.org/drawingml/2006/main">
            <a:off x="981075" y="3276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19" name="circuit-255">
            <a:extLst xmlns:a="http://schemas.openxmlformats.org/drawingml/2006/main">
              <a:ext uri="{FF2B5EF4-FFF2-40B4-BE49-F238E27FC236}">
                <a16:creationId xmlns:a16="http://schemas.microsoft.com/office/drawing/2014/main" id="{A197A233-141D-4AFC-BE83-8E23D579DC5B}"/>
              </a:ext>
            </a:extLst>
          </p:cNvPr>
          <p:cNvSpPr>
            <a:spLocks xmlns:a="http://schemas.openxmlformats.org/drawingml/2006/main" noGrp="1"/>
          </p:cNvSpPr>
          <p:nvPr/>
        </p:nvSpPr>
        <p:spPr>
          <a:xfrm xmlns:a="http://schemas.openxmlformats.org/drawingml/2006/main">
            <a:off x="112395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0" name="text-256">
            <a:extLst xmlns:a="http://schemas.openxmlformats.org/drawingml/2006/main">
              <a:ext uri="{FF2B5EF4-FFF2-40B4-BE49-F238E27FC236}">
                <a16:creationId xmlns:a16="http://schemas.microsoft.com/office/drawing/2014/main" id="{D2B1BE94-2E54-4D1C-A233-1CC9A1640251}"/>
              </a:ext>
            </a:extLst>
          </p:cNvPr>
          <p:cNvSpPr>
            <a:spLocks xmlns:a="http://schemas.openxmlformats.org/drawingml/2006/main" noGrp="1"/>
          </p:cNvSpPr>
          <p:nvPr/>
        </p:nvSpPr>
        <p:spPr>
          <a:xfrm xmlns:a="http://schemas.openxmlformats.org/drawingml/2006/main">
            <a:off x="552450" y="3114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2</a:t>
            </a:r>
          </a:p>
        </p:txBody>
      </p:sp>
      <p:sp>
        <p:nvSpPr>
          <p:cNvPr id="21" name="wire-257">
            <a:extLst xmlns:a="http://schemas.openxmlformats.org/drawingml/2006/main">
              <a:ext uri="{FF2B5EF4-FFF2-40B4-BE49-F238E27FC236}">
                <a16:creationId xmlns:a16="http://schemas.microsoft.com/office/drawing/2014/main" id="{C561762E-3ACD-4F16-8D09-77581714B64D}"/>
              </a:ext>
            </a:extLst>
          </p:cNvPr>
          <p:cNvSpPr>
            <a:spLocks xmlns:a="http://schemas.openxmlformats.org/drawingml/2006/main" noGrp="1"/>
          </p:cNvSpPr>
          <p:nvPr/>
        </p:nvSpPr>
        <p:spPr>
          <a:xfrm xmlns:a="http://schemas.openxmlformats.org/drawingml/2006/main">
            <a:off x="981075" y="39814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231F20"/>
            </a:solidFill>
          </a:ln>
        </p:spPr>
      </p:sp>
      <p:sp>
        <p:nvSpPr>
          <p:cNvPr id="22" name="circuit-258">
            <a:extLst xmlns:a="http://schemas.openxmlformats.org/drawingml/2006/main">
              <a:ext uri="{FF2B5EF4-FFF2-40B4-BE49-F238E27FC236}">
                <a16:creationId xmlns:a16="http://schemas.microsoft.com/office/drawing/2014/main" id="{400FB41E-4FB6-4B2F-81FE-6A1D79EE10BD}"/>
              </a:ext>
            </a:extLst>
          </p:cNvPr>
          <p:cNvSpPr>
            <a:spLocks xmlns:a="http://schemas.openxmlformats.org/drawingml/2006/main" noGrp="1"/>
          </p:cNvSpPr>
          <p:nvPr/>
        </p:nvSpPr>
        <p:spPr>
          <a:xfrm xmlns:a="http://schemas.openxmlformats.org/drawingml/2006/main">
            <a:off x="112395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3" name="text-259">
            <a:extLst xmlns:a="http://schemas.openxmlformats.org/drawingml/2006/main">
              <a:ext uri="{FF2B5EF4-FFF2-40B4-BE49-F238E27FC236}">
                <a16:creationId xmlns:a16="http://schemas.microsoft.com/office/drawing/2014/main" id="{F7854056-F61A-4E57-8056-F36B89D9877C}"/>
              </a:ext>
            </a:extLst>
          </p:cNvPr>
          <p:cNvSpPr>
            <a:spLocks xmlns:a="http://schemas.openxmlformats.org/drawingml/2006/main" noGrp="1"/>
          </p:cNvSpPr>
          <p:nvPr/>
        </p:nvSpPr>
        <p:spPr>
          <a:xfrm xmlns:a="http://schemas.openxmlformats.org/drawingml/2006/main">
            <a:off x="552450" y="381952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Arial"/>
                <a:ea typeface="Arial"/>
                <a:cs typeface="Arial"/>
              </a:defRPr>
            </a:defPPr>
            <a:lvl1pPr algn="ctr">
              <a:defRPr sz="1725" b="0">
                <a:solidFill>
                  <a:srgbClr val="231F20"/>
                </a:solidFill>
                <a:latin typeface="Arial"/>
                <a:ea typeface="Arial"/>
                <a:cs typeface="Arial"/>
              </a:defRPr>
            </a:lvl1pPr>
            <a:lvl2pPr algn="ctr">
              <a:defRPr sz="1725" b="0">
                <a:solidFill>
                  <a:srgbClr val="231F20"/>
                </a:solidFill>
                <a:latin typeface="Arial"/>
                <a:ea typeface="Arial"/>
                <a:cs typeface="Arial"/>
              </a:defRPr>
            </a:lvl2pPr>
            <a:lvl3pPr algn="ctr">
              <a:defRPr sz="1725" b="0">
                <a:solidFill>
                  <a:srgbClr val="231F20"/>
                </a:solidFill>
                <a:latin typeface="Arial"/>
                <a:ea typeface="Arial"/>
                <a:cs typeface="Arial"/>
              </a:defRPr>
            </a:lvl3pPr>
            <a:lvl4pPr algn="ctr">
              <a:defRPr sz="1725" b="0">
                <a:solidFill>
                  <a:srgbClr val="231F20"/>
                </a:solidFill>
                <a:latin typeface="Arial"/>
                <a:ea typeface="Arial"/>
                <a:cs typeface="Arial"/>
              </a:defRPr>
            </a:lvl4pPr>
            <a:lvl5pPr algn="ctr">
              <a:defRPr sz="1725" b="0">
                <a:solidFill>
                  <a:srgbClr val="231F20"/>
                </a:solidFill>
                <a:latin typeface="Arial"/>
                <a:ea typeface="Arial"/>
                <a:cs typeface="Arial"/>
              </a:defRPr>
            </a:lvl5pPr>
            <a:lvl6pPr algn="ctr">
              <a:defRPr sz="1725" b="0">
                <a:solidFill>
                  <a:srgbClr val="231F20"/>
                </a:solidFill>
                <a:latin typeface="Arial"/>
                <a:ea typeface="Arial"/>
                <a:cs typeface="Arial"/>
              </a:defRPr>
            </a:lvl6pPr>
            <a:lvl7pPr algn="ctr">
              <a:defRPr sz="1725" b="0">
                <a:solidFill>
                  <a:srgbClr val="231F20"/>
                </a:solidFill>
                <a:latin typeface="Arial"/>
                <a:ea typeface="Arial"/>
                <a:cs typeface="Arial"/>
              </a:defRPr>
            </a:lvl7pPr>
            <a:lvl8pPr algn="ctr">
              <a:defRPr sz="1725" b="0">
                <a:solidFill>
                  <a:srgbClr val="231F20"/>
                </a:solidFill>
                <a:latin typeface="Arial"/>
                <a:ea typeface="Arial"/>
                <a:cs typeface="Arial"/>
              </a:defRPr>
            </a:lvl8pPr>
            <a:lvl9pPr algn="ctr">
              <a:defRPr sz="1725" b="0">
                <a:solidFill>
                  <a:srgbClr val="231F20"/>
                </a:solidFill>
                <a:latin typeface="Arial"/>
                <a:ea typeface="Arial"/>
                <a:cs typeface="Arial"/>
              </a:defRPr>
            </a:lvl9pPr>
          </a:lstStyle>
          <a:p xmlns:a="http://schemas.openxmlformats.org/drawingml/2006/main">
            <a:pPr algn="ctr">
              <a:defRPr sz="1725" b="0">
                <a:solidFill>
                  <a:srgbClr val="231F20"/>
                </a:solidFill>
                <a:latin typeface="Arial"/>
                <a:ea typeface="Arial"/>
                <a:cs typeface="Arial"/>
              </a:defRPr>
            </a:pPr>
            <a:r>
              <a:rPr sz="1725" b="0">
                <a:solidFill>
                  <a:srgbClr val="231F20"/>
                </a:solidFill>
                <a:latin typeface="Arial"/>
                <a:ea typeface="Arial"/>
                <a:cs typeface="Arial"/>
              </a:rPr>
              <a:t>1</a:t>
            </a:r>
          </a:p>
        </p:txBody>
      </p:sp>
      <p:sp>
        <p:nvSpPr>
          <p:cNvPr id="24" name="wire-260">
            <a:extLst xmlns:a="http://schemas.openxmlformats.org/drawingml/2006/main">
              <a:ext uri="{FF2B5EF4-FFF2-40B4-BE49-F238E27FC236}">
                <a16:creationId xmlns:a16="http://schemas.microsoft.com/office/drawing/2014/main" id="{5DB8DBE3-8EB1-44D8-83A7-AC6B358AA4F9}"/>
              </a:ext>
            </a:extLst>
          </p:cNvPr>
          <p:cNvSpPr>
            <a:spLocks xmlns:a="http://schemas.openxmlformats.org/drawingml/2006/main" noGrp="1"/>
          </p:cNvSpPr>
          <p:nvPr/>
        </p:nvSpPr>
        <p:spPr>
          <a:xfrm xmlns:a="http://schemas.openxmlformats.org/drawingml/2006/main">
            <a:off x="981075" y="4419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15240">
            <a:solidFill>
              <a:srgbClr val="B9BEC6"/>
            </a:solidFill>
          </a:ln>
        </p:spPr>
      </p:sp>
      <p:sp>
        <p:nvSpPr>
          <p:cNvPr id="25" name="circuit-261">
            <a:extLst xmlns:a="http://schemas.openxmlformats.org/drawingml/2006/main">
              <a:ext uri="{FF2B5EF4-FFF2-40B4-BE49-F238E27FC236}">
                <a16:creationId xmlns:a16="http://schemas.microsoft.com/office/drawing/2014/main" id="{25670836-3E2F-4411-B94F-46CEE7E03446}"/>
              </a:ext>
            </a:extLst>
          </p:cNvPr>
          <p:cNvSpPr>
            <a:spLocks xmlns:a="http://schemas.openxmlformats.org/drawingml/2006/main" noGrp="1"/>
          </p:cNvSpPr>
          <p:nvPr/>
        </p:nvSpPr>
        <p:spPr>
          <a:xfrm xmlns:a="http://schemas.openxmlformats.org/drawingml/2006/main">
            <a:off x="1123950" y="4381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B9BEC6"/>
          </a:solidFill>
          <a:ln xmlns:a="http://schemas.openxmlformats.org/drawingml/2006/main" w="9525">
            <a:solidFill>
              <a:srgbClr val="B9BEC6"/>
            </a:solidFill>
          </a:ln>
        </p:spPr>
      </p:sp>
      <p:sp>
        <p:nvSpPr>
          <p:cNvPr id="26" name="text-262">
            <a:extLst xmlns:a="http://schemas.openxmlformats.org/drawingml/2006/main">
              <a:ext uri="{FF2B5EF4-FFF2-40B4-BE49-F238E27FC236}">
                <a16:creationId xmlns:a16="http://schemas.microsoft.com/office/drawing/2014/main" id="{0FB1B3E2-81C0-4C44-8D64-49416CA23C98}"/>
              </a:ext>
            </a:extLst>
          </p:cNvPr>
          <p:cNvSpPr>
            <a:spLocks xmlns:a="http://schemas.openxmlformats.org/drawingml/2006/main" noGrp="1"/>
          </p:cNvSpPr>
          <p:nvPr/>
        </p:nvSpPr>
        <p:spPr>
          <a:xfrm xmlns:a="http://schemas.openxmlformats.org/drawingml/2006/main">
            <a:off x="552450" y="4257675"/>
            <a:ext cx="409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B9BEC6"/>
                </a:solidFill>
                <a:latin typeface="Yu Gothic"/>
                <a:ea typeface="Yu Gothic"/>
                <a:cs typeface="Yu Gothic"/>
              </a:defRPr>
            </a:defPPr>
            <a:lvl1pPr algn="ctr">
              <a:defRPr sz="1725" b="0">
                <a:solidFill>
                  <a:srgbClr val="B9BEC6"/>
                </a:solidFill>
                <a:latin typeface="Yu Gothic"/>
                <a:ea typeface="Yu Gothic"/>
                <a:cs typeface="Yu Gothic"/>
              </a:defRPr>
            </a:lvl1pPr>
            <a:lvl2pPr algn="ctr">
              <a:defRPr sz="1725" b="0">
                <a:solidFill>
                  <a:srgbClr val="B9BEC6"/>
                </a:solidFill>
                <a:latin typeface="Yu Gothic"/>
                <a:ea typeface="Yu Gothic"/>
                <a:cs typeface="Yu Gothic"/>
              </a:defRPr>
            </a:lvl2pPr>
            <a:lvl3pPr algn="ctr">
              <a:defRPr sz="1725" b="0">
                <a:solidFill>
                  <a:srgbClr val="B9BEC6"/>
                </a:solidFill>
                <a:latin typeface="Yu Gothic"/>
                <a:ea typeface="Yu Gothic"/>
                <a:cs typeface="Yu Gothic"/>
              </a:defRPr>
            </a:lvl3pPr>
            <a:lvl4pPr algn="ctr">
              <a:defRPr sz="1725" b="0">
                <a:solidFill>
                  <a:srgbClr val="B9BEC6"/>
                </a:solidFill>
                <a:latin typeface="Yu Gothic"/>
                <a:ea typeface="Yu Gothic"/>
                <a:cs typeface="Yu Gothic"/>
              </a:defRPr>
            </a:lvl4pPr>
            <a:lvl5pPr algn="ctr">
              <a:defRPr sz="1725" b="0">
                <a:solidFill>
                  <a:srgbClr val="B9BEC6"/>
                </a:solidFill>
                <a:latin typeface="Yu Gothic"/>
                <a:ea typeface="Yu Gothic"/>
                <a:cs typeface="Yu Gothic"/>
              </a:defRPr>
            </a:lvl5pPr>
            <a:lvl6pPr algn="ctr">
              <a:defRPr sz="1725" b="0">
                <a:solidFill>
                  <a:srgbClr val="B9BEC6"/>
                </a:solidFill>
                <a:latin typeface="Yu Gothic"/>
                <a:ea typeface="Yu Gothic"/>
                <a:cs typeface="Yu Gothic"/>
              </a:defRPr>
            </a:lvl6pPr>
            <a:lvl7pPr algn="ctr">
              <a:defRPr sz="1725" b="0">
                <a:solidFill>
                  <a:srgbClr val="B9BEC6"/>
                </a:solidFill>
                <a:latin typeface="Yu Gothic"/>
                <a:ea typeface="Yu Gothic"/>
                <a:cs typeface="Yu Gothic"/>
              </a:defRPr>
            </a:lvl7pPr>
            <a:lvl8pPr algn="ctr">
              <a:defRPr sz="1725" b="0">
                <a:solidFill>
                  <a:srgbClr val="B9BEC6"/>
                </a:solidFill>
                <a:latin typeface="Yu Gothic"/>
                <a:ea typeface="Yu Gothic"/>
                <a:cs typeface="Yu Gothic"/>
              </a:defRPr>
            </a:lvl8pPr>
            <a:lvl9pPr algn="ctr">
              <a:defRPr sz="1725" b="0">
                <a:solidFill>
                  <a:srgbClr val="B9BEC6"/>
                </a:solidFill>
                <a:latin typeface="Yu Gothic"/>
                <a:ea typeface="Yu Gothic"/>
                <a:cs typeface="Yu Gothic"/>
              </a:defRPr>
            </a:lvl9pPr>
          </a:lstStyle>
          <a:p xmlns:a="http://schemas.openxmlformats.org/drawingml/2006/main">
            <a:pPr algn="ctr">
              <a:defRPr sz="1725" b="0">
                <a:solidFill>
                  <a:srgbClr val="B9BEC6"/>
                </a:solidFill>
                <a:latin typeface="Yu Gothic"/>
                <a:ea typeface="Yu Gothic"/>
                <a:cs typeface="Yu Gothic"/>
              </a:defRPr>
            </a:pPr>
            <a:r>
              <a:rPr sz="1725" b="0">
                <a:solidFill>
                  <a:srgbClr val="B9BEC6"/>
                </a:solidFill>
                <a:latin typeface="Yu Gothic"/>
                <a:ea typeface="Yu Gothic"/>
                <a:cs typeface="Yu Gothic"/>
              </a:rPr>
              <a:t>—</a:t>
            </a:r>
          </a:p>
        </p:txBody>
      </p:sp>
      <p:sp>
        <p:nvSpPr>
          <p:cNvPr id="27" name="wire-263">
            <a:extLst xmlns:a="http://schemas.openxmlformats.org/drawingml/2006/main">
              <a:ext uri="{FF2B5EF4-FFF2-40B4-BE49-F238E27FC236}">
                <a16:creationId xmlns:a16="http://schemas.microsoft.com/office/drawing/2014/main" id="{486A4CFA-115D-48BA-BE10-C6CE8B58ED27}"/>
              </a:ext>
            </a:extLst>
          </p:cNvPr>
          <p:cNvSpPr>
            <a:spLocks xmlns:a="http://schemas.openxmlformats.org/drawingml/2006/main" noGrp="1"/>
          </p:cNvSpPr>
          <p:nvPr/>
        </p:nvSpPr>
        <p:spPr>
          <a:xfrm xmlns:a="http://schemas.openxmlformats.org/drawingml/2006/main">
            <a:off x="2895600" y="3276600"/>
            <a:ext cx="819150" cy="9525"/>
          </a:xfrm>
          <a:custGeom xmlns:a="http://schemas.openxmlformats.org/drawingml/2006/main">
            <a:pathLst>
              <a:path w="819150" h="9525">
                <a:moveTo>
                  <a:pt x="0" y="0"/>
                </a:moveTo>
                <a:lnTo>
                  <a:pt x="819150" y="0"/>
                </a:lnTo>
              </a:path>
            </a:pathLst>
          </a:custGeom>
          <a:noFill xmlns:a="http://schemas.openxmlformats.org/drawingml/2006/main"/>
          <a:ln xmlns:a="http://schemas.openxmlformats.org/drawingml/2006/main" w="22860">
            <a:solidFill>
              <a:srgbClr val="231F20"/>
            </a:solidFill>
          </a:ln>
        </p:spPr>
      </p:sp>
      <p:sp>
        <p:nvSpPr>
          <p:cNvPr id="28" name="circuit-264">
            <a:extLst xmlns:a="http://schemas.openxmlformats.org/drawingml/2006/main">
              <a:ext uri="{FF2B5EF4-FFF2-40B4-BE49-F238E27FC236}">
                <a16:creationId xmlns:a16="http://schemas.microsoft.com/office/drawing/2014/main" id="{46E9F7F3-C0D4-4059-AD51-91D0F1394E3E}"/>
              </a:ext>
            </a:extLst>
          </p:cNvPr>
          <p:cNvSpPr>
            <a:spLocks xmlns:a="http://schemas.openxmlformats.org/drawingml/2006/main" noGrp="1"/>
          </p:cNvSpPr>
          <p:nvPr/>
        </p:nvSpPr>
        <p:spPr>
          <a:xfrm xmlns:a="http://schemas.openxmlformats.org/drawingml/2006/main">
            <a:off x="3619500" y="3238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9" name="text-265">
            <a:extLst xmlns:a="http://schemas.openxmlformats.org/drawingml/2006/main">
              <a:ext uri="{FF2B5EF4-FFF2-40B4-BE49-F238E27FC236}">
                <a16:creationId xmlns:a16="http://schemas.microsoft.com/office/drawing/2014/main" id="{C3FCE5FE-0F44-4CD0-85E5-0DDBD614F85D}"/>
              </a:ext>
            </a:extLst>
          </p:cNvPr>
          <p:cNvSpPr>
            <a:spLocks xmlns:a="http://schemas.openxmlformats.org/drawingml/2006/main" noGrp="1"/>
          </p:cNvSpPr>
          <p:nvPr/>
        </p:nvSpPr>
        <p:spPr>
          <a:xfrm xmlns:a="http://schemas.openxmlformats.org/drawingml/2006/main">
            <a:off x="3067050" y="2952750"/>
            <a:ext cx="447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1572C3"/>
                </a:solidFill>
                <a:latin typeface="Arial"/>
                <a:ea typeface="Arial"/>
                <a:cs typeface="Arial"/>
              </a:defRPr>
            </a:defPPr>
            <a:lvl1pPr algn="ctr">
              <a:defRPr sz="1725" b="1">
                <a:solidFill>
                  <a:srgbClr val="1572C3"/>
                </a:solidFill>
                <a:latin typeface="Arial"/>
                <a:ea typeface="Arial"/>
                <a:cs typeface="Arial"/>
              </a:defRPr>
            </a:lvl1pPr>
            <a:lvl2pPr algn="ctr">
              <a:defRPr sz="1725" b="1">
                <a:solidFill>
                  <a:srgbClr val="1572C3"/>
                </a:solidFill>
                <a:latin typeface="Arial"/>
                <a:ea typeface="Arial"/>
                <a:cs typeface="Arial"/>
              </a:defRPr>
            </a:lvl2pPr>
            <a:lvl3pPr algn="ctr">
              <a:defRPr sz="1725" b="1">
                <a:solidFill>
                  <a:srgbClr val="1572C3"/>
                </a:solidFill>
                <a:latin typeface="Arial"/>
                <a:ea typeface="Arial"/>
                <a:cs typeface="Arial"/>
              </a:defRPr>
            </a:lvl3pPr>
            <a:lvl4pPr algn="ctr">
              <a:defRPr sz="1725" b="1">
                <a:solidFill>
                  <a:srgbClr val="1572C3"/>
                </a:solidFill>
                <a:latin typeface="Arial"/>
                <a:ea typeface="Arial"/>
                <a:cs typeface="Arial"/>
              </a:defRPr>
            </a:lvl4pPr>
            <a:lvl5pPr algn="ctr">
              <a:defRPr sz="1725" b="1">
                <a:solidFill>
                  <a:srgbClr val="1572C3"/>
                </a:solidFill>
                <a:latin typeface="Arial"/>
                <a:ea typeface="Arial"/>
                <a:cs typeface="Arial"/>
              </a:defRPr>
            </a:lvl5pPr>
            <a:lvl6pPr algn="ctr">
              <a:defRPr sz="1725" b="1">
                <a:solidFill>
                  <a:srgbClr val="1572C3"/>
                </a:solidFill>
                <a:latin typeface="Arial"/>
                <a:ea typeface="Arial"/>
                <a:cs typeface="Arial"/>
              </a:defRPr>
            </a:lvl6pPr>
            <a:lvl7pPr algn="ctr">
              <a:defRPr sz="1725" b="1">
                <a:solidFill>
                  <a:srgbClr val="1572C3"/>
                </a:solidFill>
                <a:latin typeface="Arial"/>
                <a:ea typeface="Arial"/>
                <a:cs typeface="Arial"/>
              </a:defRPr>
            </a:lvl7pPr>
            <a:lvl8pPr algn="ctr">
              <a:defRPr sz="1725" b="1">
                <a:solidFill>
                  <a:srgbClr val="1572C3"/>
                </a:solidFill>
                <a:latin typeface="Arial"/>
                <a:ea typeface="Arial"/>
                <a:cs typeface="Arial"/>
              </a:defRPr>
            </a:lvl8pPr>
            <a:lvl9pPr algn="ctr">
              <a:defRPr sz="1725" b="1">
                <a:solidFill>
                  <a:srgbClr val="1572C3"/>
                </a:solidFill>
                <a:latin typeface="Arial"/>
                <a:ea typeface="Arial"/>
                <a:cs typeface="Arial"/>
              </a:defRPr>
            </a:lvl9pPr>
          </a:lstStyle>
          <a:p xmlns:a="http://schemas.openxmlformats.org/drawingml/2006/main">
            <a:pPr algn="ctr">
              <a:defRPr sz="1725" b="1">
                <a:solidFill>
                  <a:srgbClr val="1572C3"/>
                </a:solidFill>
                <a:latin typeface="Arial"/>
                <a:ea typeface="Arial"/>
                <a:cs typeface="Arial"/>
              </a:defRPr>
            </a:pPr>
            <a:r>
              <a:rPr sz="1725" b="1">
                <a:solidFill>
                  <a:srgbClr val="1572C3"/>
                </a:solidFill>
                <a:latin typeface="Arial"/>
                <a:ea typeface="Arial"/>
                <a:cs typeface="Arial"/>
              </a:rPr>
              <a:t>B</a:t>
            </a:r>
          </a:p>
        </p:txBody>
      </p:sp>
      <p:sp>
        <p:nvSpPr>
          <p:cNvPr id="30" name="circuit-266">
            <a:extLst xmlns:a="http://schemas.openxmlformats.org/drawingml/2006/main">
              <a:ext uri="{FF2B5EF4-FFF2-40B4-BE49-F238E27FC236}">
                <a16:creationId xmlns:a16="http://schemas.microsoft.com/office/drawing/2014/main" id="{A75F08B9-06E4-46C7-BD70-B792AE34A726}"/>
              </a:ext>
            </a:extLst>
          </p:cNvPr>
          <p:cNvSpPr>
            <a:spLocks xmlns:a="http://schemas.openxmlformats.org/drawingml/2006/main" noGrp="1"/>
          </p:cNvSpPr>
          <p:nvPr/>
        </p:nvSpPr>
        <p:spPr>
          <a:xfrm xmlns:a="http://schemas.openxmlformats.org/drawingml/2006/main">
            <a:off x="3714750" y="3048000"/>
            <a:ext cx="857250" cy="1143000"/>
          </a:xfrm>
          <a:custGeom xmlns:a="http://schemas.openxmlformats.org/drawingml/2006/main">
            <a:pathLst>
              <a:path w="857250" h="1143000">
                <a:moveTo>
                  <a:pt x="0" y="0"/>
                </a:moveTo>
                <a:lnTo>
                  <a:pt x="857250" y="219075"/>
                </a:lnTo>
                <a:lnTo>
                  <a:pt x="857250" y="933450"/>
                </a:lnTo>
                <a:lnTo>
                  <a:pt x="0" y="1143000"/>
                </a:lnTo>
                <a:lnTo>
                  <a:pt x="0" y="733425"/>
                </a:lnTo>
                <a:lnTo>
                  <a:pt x="266700" y="581025"/>
                </a:lnTo>
                <a:lnTo>
                  <a:pt x="0" y="428625"/>
                </a:lnTo>
                <a:close/>
              </a:path>
            </a:pathLst>
          </a:custGeom>
          <a:solidFill xmlns:a="http://schemas.openxmlformats.org/drawingml/2006/main">
            <a:srgbClr val="FFFFFF"/>
          </a:solidFill>
          <a:ln xmlns:a="http://schemas.openxmlformats.org/drawingml/2006/main" w="16193">
            <a:solidFill>
              <a:srgbClr val="231F20"/>
            </a:solidFill>
          </a:ln>
        </p:spPr>
      </p:sp>
      <p:sp>
        <p:nvSpPr>
          <p:cNvPr id="31" name="text-267">
            <a:extLst xmlns:a="http://schemas.openxmlformats.org/drawingml/2006/main">
              <a:ext uri="{FF2B5EF4-FFF2-40B4-BE49-F238E27FC236}">
                <a16:creationId xmlns:a16="http://schemas.microsoft.com/office/drawing/2014/main" id="{5840C0E6-C3C0-45C7-ACAD-508E592680D3}"/>
              </a:ext>
            </a:extLst>
          </p:cNvPr>
          <p:cNvSpPr>
            <a:spLocks xmlns:a="http://schemas.openxmlformats.org/drawingml/2006/main" noGrp="1"/>
          </p:cNvSpPr>
          <p:nvPr/>
        </p:nvSpPr>
        <p:spPr>
          <a:xfrm xmlns:a="http://schemas.openxmlformats.org/drawingml/2006/main">
            <a:off x="4048125" y="3333750"/>
            <a:ext cx="457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775" b="0">
                <a:solidFill>
                  <a:srgbClr val="231F20"/>
                </a:solidFill>
                <a:latin typeface="Yu Gothic"/>
                <a:ea typeface="Yu Gothic"/>
                <a:cs typeface="Yu Gothic"/>
              </a:defRPr>
            </a:defPPr>
            <a:lvl1pPr algn="ctr">
              <a:defRPr sz="2775" b="0">
                <a:solidFill>
                  <a:srgbClr val="231F20"/>
                </a:solidFill>
                <a:latin typeface="Yu Gothic"/>
                <a:ea typeface="Yu Gothic"/>
                <a:cs typeface="Yu Gothic"/>
              </a:defRPr>
            </a:lvl1pPr>
            <a:lvl2pPr algn="ctr">
              <a:defRPr sz="2775" b="0">
                <a:solidFill>
                  <a:srgbClr val="231F20"/>
                </a:solidFill>
                <a:latin typeface="Yu Gothic"/>
                <a:ea typeface="Yu Gothic"/>
                <a:cs typeface="Yu Gothic"/>
              </a:defRPr>
            </a:lvl2pPr>
            <a:lvl3pPr algn="ctr">
              <a:defRPr sz="2775" b="0">
                <a:solidFill>
                  <a:srgbClr val="231F20"/>
                </a:solidFill>
                <a:latin typeface="Yu Gothic"/>
                <a:ea typeface="Yu Gothic"/>
                <a:cs typeface="Yu Gothic"/>
              </a:defRPr>
            </a:lvl3pPr>
            <a:lvl4pPr algn="ctr">
              <a:defRPr sz="2775" b="0">
                <a:solidFill>
                  <a:srgbClr val="231F20"/>
                </a:solidFill>
                <a:latin typeface="Yu Gothic"/>
                <a:ea typeface="Yu Gothic"/>
                <a:cs typeface="Yu Gothic"/>
              </a:defRPr>
            </a:lvl4pPr>
            <a:lvl5pPr algn="ctr">
              <a:defRPr sz="2775" b="0">
                <a:solidFill>
                  <a:srgbClr val="231F20"/>
                </a:solidFill>
                <a:latin typeface="Yu Gothic"/>
                <a:ea typeface="Yu Gothic"/>
                <a:cs typeface="Yu Gothic"/>
              </a:defRPr>
            </a:lvl5pPr>
            <a:lvl6pPr algn="ctr">
              <a:defRPr sz="2775" b="0">
                <a:solidFill>
                  <a:srgbClr val="231F20"/>
                </a:solidFill>
                <a:latin typeface="Yu Gothic"/>
                <a:ea typeface="Yu Gothic"/>
                <a:cs typeface="Yu Gothic"/>
              </a:defRPr>
            </a:lvl6pPr>
            <a:lvl7pPr algn="ctr">
              <a:defRPr sz="2775" b="0">
                <a:solidFill>
                  <a:srgbClr val="231F20"/>
                </a:solidFill>
                <a:latin typeface="Yu Gothic"/>
                <a:ea typeface="Yu Gothic"/>
                <a:cs typeface="Yu Gothic"/>
              </a:defRPr>
            </a:lvl7pPr>
            <a:lvl8pPr algn="ctr">
              <a:defRPr sz="2775" b="0">
                <a:solidFill>
                  <a:srgbClr val="231F20"/>
                </a:solidFill>
                <a:latin typeface="Yu Gothic"/>
                <a:ea typeface="Yu Gothic"/>
                <a:cs typeface="Yu Gothic"/>
              </a:defRPr>
            </a:lvl8pPr>
            <a:lvl9pPr algn="ctr">
              <a:defRPr sz="2775" b="0">
                <a:solidFill>
                  <a:srgbClr val="231F20"/>
                </a:solidFill>
                <a:latin typeface="Yu Gothic"/>
                <a:ea typeface="Yu Gothic"/>
                <a:cs typeface="Yu Gothic"/>
              </a:defRPr>
            </a:lvl9pPr>
          </a:lstStyle>
          <a:p xmlns:a="http://schemas.openxmlformats.org/drawingml/2006/main">
            <a:pPr algn="ctr">
              <a:defRPr sz="2775" b="0">
                <a:solidFill>
                  <a:srgbClr val="231F20"/>
                </a:solidFill>
                <a:latin typeface="Yu Gothic"/>
                <a:ea typeface="Yu Gothic"/>
                <a:cs typeface="Yu Gothic"/>
              </a:defRPr>
            </a:pPr>
            <a:r>
              <a:rPr sz="2775" b="0">
                <a:solidFill>
                  <a:srgbClr val="231F20"/>
                </a:solidFill>
                <a:latin typeface="Yu Gothic"/>
                <a:ea typeface="Yu Gothic"/>
                <a:cs typeface="Yu Gothic"/>
              </a:rPr>
              <a:t>＋</a:t>
            </a:r>
          </a:p>
        </p:txBody>
      </p:sp>
      <p:sp>
        <p:nvSpPr>
          <p:cNvPr id="32" name="text-268">
            <a:extLst xmlns:a="http://schemas.openxmlformats.org/drawingml/2006/main">
              <a:ext uri="{FF2B5EF4-FFF2-40B4-BE49-F238E27FC236}">
                <a16:creationId xmlns:a16="http://schemas.microsoft.com/office/drawing/2014/main" id="{5DD5C090-9E8C-4A90-B5D0-46A060B570EB}"/>
              </a:ext>
            </a:extLst>
          </p:cNvPr>
          <p:cNvSpPr>
            <a:spLocks xmlns:a="http://schemas.openxmlformats.org/drawingml/2006/main" noGrp="1"/>
          </p:cNvSpPr>
          <p:nvPr/>
        </p:nvSpPr>
        <p:spPr>
          <a:xfrm xmlns:a="http://schemas.openxmlformats.org/drawingml/2006/main">
            <a:off x="3324225" y="260032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231F20"/>
                </a:solidFill>
                <a:latin typeface="Yu Gothic"/>
                <a:ea typeface="Yu Gothic"/>
                <a:cs typeface="Yu Gothic"/>
              </a:defRPr>
            </a:defPPr>
            <a:lvl1pPr algn="ctr">
              <a:defRPr sz="1725" b="1">
                <a:solidFill>
                  <a:srgbClr val="231F20"/>
                </a:solidFill>
                <a:latin typeface="Yu Gothic"/>
                <a:ea typeface="Yu Gothic"/>
                <a:cs typeface="Yu Gothic"/>
              </a:defRPr>
            </a:lvl1pPr>
            <a:lvl2pPr algn="ctr">
              <a:defRPr sz="1725" b="1">
                <a:solidFill>
                  <a:srgbClr val="231F20"/>
                </a:solidFill>
                <a:latin typeface="Yu Gothic"/>
                <a:ea typeface="Yu Gothic"/>
                <a:cs typeface="Yu Gothic"/>
              </a:defRPr>
            </a:lvl2pPr>
            <a:lvl3pPr algn="ctr">
              <a:defRPr sz="1725" b="1">
                <a:solidFill>
                  <a:srgbClr val="231F20"/>
                </a:solidFill>
                <a:latin typeface="Yu Gothic"/>
                <a:ea typeface="Yu Gothic"/>
                <a:cs typeface="Yu Gothic"/>
              </a:defRPr>
            </a:lvl3pPr>
            <a:lvl4pPr algn="ctr">
              <a:defRPr sz="1725" b="1">
                <a:solidFill>
                  <a:srgbClr val="231F20"/>
                </a:solidFill>
                <a:latin typeface="Yu Gothic"/>
                <a:ea typeface="Yu Gothic"/>
                <a:cs typeface="Yu Gothic"/>
              </a:defRPr>
            </a:lvl4pPr>
            <a:lvl5pPr algn="ctr">
              <a:defRPr sz="1725" b="1">
                <a:solidFill>
                  <a:srgbClr val="231F20"/>
                </a:solidFill>
                <a:latin typeface="Yu Gothic"/>
                <a:ea typeface="Yu Gothic"/>
                <a:cs typeface="Yu Gothic"/>
              </a:defRPr>
            </a:lvl5pPr>
            <a:lvl6pPr algn="ctr">
              <a:defRPr sz="1725" b="1">
                <a:solidFill>
                  <a:srgbClr val="231F20"/>
                </a:solidFill>
                <a:latin typeface="Yu Gothic"/>
                <a:ea typeface="Yu Gothic"/>
                <a:cs typeface="Yu Gothic"/>
              </a:defRPr>
            </a:lvl6pPr>
            <a:lvl7pPr algn="ctr">
              <a:defRPr sz="1725" b="1">
                <a:solidFill>
                  <a:srgbClr val="231F20"/>
                </a:solidFill>
                <a:latin typeface="Yu Gothic"/>
                <a:ea typeface="Yu Gothic"/>
                <a:cs typeface="Yu Gothic"/>
              </a:defRPr>
            </a:lvl7pPr>
            <a:lvl8pPr algn="ctr">
              <a:defRPr sz="1725" b="1">
                <a:solidFill>
                  <a:srgbClr val="231F20"/>
                </a:solidFill>
                <a:latin typeface="Yu Gothic"/>
                <a:ea typeface="Yu Gothic"/>
                <a:cs typeface="Yu Gothic"/>
              </a:defRPr>
            </a:lvl8pPr>
            <a:lvl9pPr algn="ctr">
              <a:defRPr sz="1725" b="1">
                <a:solidFill>
                  <a:srgbClr val="231F20"/>
                </a:solidFill>
                <a:latin typeface="Yu Gothic"/>
                <a:ea typeface="Yu Gothic"/>
                <a:cs typeface="Yu Gothic"/>
              </a:defRPr>
            </a:lvl9pPr>
          </a:lstStyle>
          <a:p xmlns:a="http://schemas.openxmlformats.org/drawingml/2006/main">
            <a:pPr algn="ctr">
              <a:defRPr sz="1725" b="1">
                <a:solidFill>
                  <a:srgbClr val="231F20"/>
                </a:solidFill>
                <a:latin typeface="Yu Gothic"/>
                <a:ea typeface="Yu Gothic"/>
                <a:cs typeface="Yu Gothic"/>
              </a:defRPr>
            </a:pPr>
            <a:r>
              <a:rPr sz="1725" b="1">
                <a:solidFill>
                  <a:srgbClr val="231F20"/>
                </a:solidFill>
                <a:latin typeface="Yu Gothic"/>
                <a:ea typeface="Yu Gothic"/>
                <a:cs typeface="Yu Gothic"/>
              </a:rPr>
              <a:t>ALU（加算）</a:t>
            </a:r>
          </a:p>
        </p:txBody>
      </p:sp>
      <p:sp>
        <p:nvSpPr>
          <p:cNvPr id="33" name="block-269">
            <a:extLst xmlns:a="http://schemas.openxmlformats.org/drawingml/2006/main">
              <a:ext uri="{FF2B5EF4-FFF2-40B4-BE49-F238E27FC236}">
                <a16:creationId xmlns:a16="http://schemas.microsoft.com/office/drawing/2014/main" id="{A50BF15E-E587-48C4-9954-90A8FC7EF326}"/>
              </a:ext>
            </a:extLst>
          </p:cNvPr>
          <p:cNvSpPr>
            <a:spLocks xmlns:a="http://schemas.openxmlformats.org/drawingml/2006/main" noGrp="1"/>
          </p:cNvSpPr>
          <p:nvPr/>
        </p:nvSpPr>
        <p:spPr>
          <a:xfrm xmlns:a="http://schemas.openxmlformats.org/drawingml/2006/main">
            <a:off x="3619500" y="4953000"/>
            <a:ext cx="1143000"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34" name="text-270">
            <a:extLst xmlns:a="http://schemas.openxmlformats.org/drawingml/2006/main">
              <a:ext uri="{FF2B5EF4-FFF2-40B4-BE49-F238E27FC236}">
                <a16:creationId xmlns:a16="http://schemas.microsoft.com/office/drawing/2014/main" id="{45D88ABF-51FE-41D1-83B2-CFE14E922E49}"/>
              </a:ext>
            </a:extLst>
          </p:cNvPr>
          <p:cNvSpPr>
            <a:spLocks xmlns:a="http://schemas.openxmlformats.org/drawingml/2006/main" noGrp="1"/>
          </p:cNvSpPr>
          <p:nvPr/>
        </p:nvSpPr>
        <p:spPr>
          <a:xfrm xmlns:a="http://schemas.openxmlformats.org/drawingml/2006/main">
            <a:off x="3695700" y="501015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00" b="1">
                <a:solidFill>
                  <a:srgbClr val="231F20"/>
                </a:solidFill>
                <a:latin typeface="Arial"/>
                <a:ea typeface="Arial"/>
                <a:cs typeface="Arial"/>
              </a:defRPr>
            </a:defPPr>
            <a:lvl1pPr algn="ctr">
              <a:defRPr sz="2100" b="1">
                <a:solidFill>
                  <a:srgbClr val="231F20"/>
                </a:solidFill>
                <a:latin typeface="Arial"/>
                <a:ea typeface="Arial"/>
                <a:cs typeface="Arial"/>
              </a:defRPr>
            </a:lvl1pPr>
            <a:lvl2pPr algn="ctr">
              <a:defRPr sz="2100" b="1">
                <a:solidFill>
                  <a:srgbClr val="231F20"/>
                </a:solidFill>
                <a:latin typeface="Arial"/>
                <a:ea typeface="Arial"/>
                <a:cs typeface="Arial"/>
              </a:defRPr>
            </a:lvl2pPr>
            <a:lvl3pPr algn="ctr">
              <a:defRPr sz="2100" b="1">
                <a:solidFill>
                  <a:srgbClr val="231F20"/>
                </a:solidFill>
                <a:latin typeface="Arial"/>
                <a:ea typeface="Arial"/>
                <a:cs typeface="Arial"/>
              </a:defRPr>
            </a:lvl3pPr>
            <a:lvl4pPr algn="ctr">
              <a:defRPr sz="2100" b="1">
                <a:solidFill>
                  <a:srgbClr val="231F20"/>
                </a:solidFill>
                <a:latin typeface="Arial"/>
                <a:ea typeface="Arial"/>
                <a:cs typeface="Arial"/>
              </a:defRPr>
            </a:lvl4pPr>
            <a:lvl5pPr algn="ctr">
              <a:defRPr sz="2100" b="1">
                <a:solidFill>
                  <a:srgbClr val="231F20"/>
                </a:solidFill>
                <a:latin typeface="Arial"/>
                <a:ea typeface="Arial"/>
                <a:cs typeface="Arial"/>
              </a:defRPr>
            </a:lvl5pPr>
            <a:lvl6pPr algn="ctr">
              <a:defRPr sz="2100" b="1">
                <a:solidFill>
                  <a:srgbClr val="231F20"/>
                </a:solidFill>
                <a:latin typeface="Arial"/>
                <a:ea typeface="Arial"/>
                <a:cs typeface="Arial"/>
              </a:defRPr>
            </a:lvl6pPr>
            <a:lvl7pPr algn="ctr">
              <a:defRPr sz="2100" b="1">
                <a:solidFill>
                  <a:srgbClr val="231F20"/>
                </a:solidFill>
                <a:latin typeface="Arial"/>
                <a:ea typeface="Arial"/>
                <a:cs typeface="Arial"/>
              </a:defRPr>
            </a:lvl7pPr>
            <a:lvl8pPr algn="ctr">
              <a:defRPr sz="2100" b="1">
                <a:solidFill>
                  <a:srgbClr val="231F20"/>
                </a:solidFill>
                <a:latin typeface="Arial"/>
                <a:ea typeface="Arial"/>
                <a:cs typeface="Arial"/>
              </a:defRPr>
            </a:lvl8pPr>
            <a:lvl9pPr algn="ctr">
              <a:defRPr sz="2100" b="1">
                <a:solidFill>
                  <a:srgbClr val="231F20"/>
                </a:solidFill>
                <a:latin typeface="Arial"/>
                <a:ea typeface="Arial"/>
                <a:cs typeface="Arial"/>
              </a:defRPr>
            </a:lvl9pPr>
          </a:lstStyle>
          <a:p xmlns:a="http://schemas.openxmlformats.org/drawingml/2006/main">
            <a:pPr algn="ctr">
              <a:defRPr sz="2100" b="1">
                <a:solidFill>
                  <a:srgbClr val="231F20"/>
                </a:solidFill>
                <a:latin typeface="Arial"/>
                <a:ea typeface="Arial"/>
                <a:cs typeface="Arial"/>
              </a:defRPr>
            </a:pPr>
            <a:r>
              <a:rPr sz="2100" b="1">
                <a:solidFill>
                  <a:srgbClr val="231F20"/>
                </a:solidFill>
                <a:latin typeface="Arial"/>
                <a:ea typeface="Arial"/>
                <a:cs typeface="Arial"/>
              </a:rPr>
              <a:t>0</a:t>
            </a:r>
          </a:p>
        </p:txBody>
      </p:sp>
      <p:sp>
        <p:nvSpPr>
          <p:cNvPr id="35" name="text-271">
            <a:extLst xmlns:a="http://schemas.openxmlformats.org/drawingml/2006/main">
              <a:ext uri="{FF2B5EF4-FFF2-40B4-BE49-F238E27FC236}">
                <a16:creationId xmlns:a16="http://schemas.microsoft.com/office/drawing/2014/main" id="{2249E0CF-54E4-46EC-89D0-2D5DDC3A342B}"/>
              </a:ext>
            </a:extLst>
          </p:cNvPr>
          <p:cNvSpPr>
            <a:spLocks xmlns:a="http://schemas.openxmlformats.org/drawingml/2006/main" noGrp="1"/>
          </p:cNvSpPr>
          <p:nvPr/>
        </p:nvSpPr>
        <p:spPr>
          <a:xfrm xmlns:a="http://schemas.openxmlformats.org/drawingml/2006/main">
            <a:off x="3619500" y="459105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Yu Gothic"/>
                <a:ea typeface="Yu Gothic"/>
                <a:cs typeface="Yu Gothic"/>
              </a:defRPr>
            </a:defPPr>
            <a:lvl1pPr algn="ctr">
              <a:defRPr sz="1725" b="0">
                <a:solidFill>
                  <a:srgbClr val="231F20"/>
                </a:solidFill>
                <a:latin typeface="Yu Gothic"/>
                <a:ea typeface="Yu Gothic"/>
                <a:cs typeface="Yu Gothic"/>
              </a:defRPr>
            </a:lvl1pPr>
            <a:lvl2pPr algn="ctr">
              <a:defRPr sz="1725" b="0">
                <a:solidFill>
                  <a:srgbClr val="231F20"/>
                </a:solidFill>
                <a:latin typeface="Yu Gothic"/>
                <a:ea typeface="Yu Gothic"/>
                <a:cs typeface="Yu Gothic"/>
              </a:defRPr>
            </a:lvl2pPr>
            <a:lvl3pPr algn="ctr">
              <a:defRPr sz="1725" b="0">
                <a:solidFill>
                  <a:srgbClr val="231F20"/>
                </a:solidFill>
                <a:latin typeface="Yu Gothic"/>
                <a:ea typeface="Yu Gothic"/>
                <a:cs typeface="Yu Gothic"/>
              </a:defRPr>
            </a:lvl3pPr>
            <a:lvl4pPr algn="ctr">
              <a:defRPr sz="1725" b="0">
                <a:solidFill>
                  <a:srgbClr val="231F20"/>
                </a:solidFill>
                <a:latin typeface="Yu Gothic"/>
                <a:ea typeface="Yu Gothic"/>
                <a:cs typeface="Yu Gothic"/>
              </a:defRPr>
            </a:lvl4pPr>
            <a:lvl5pPr algn="ctr">
              <a:defRPr sz="1725" b="0">
                <a:solidFill>
                  <a:srgbClr val="231F20"/>
                </a:solidFill>
                <a:latin typeface="Yu Gothic"/>
                <a:ea typeface="Yu Gothic"/>
                <a:cs typeface="Yu Gothic"/>
              </a:defRPr>
            </a:lvl5pPr>
            <a:lvl6pPr algn="ctr">
              <a:defRPr sz="1725" b="0">
                <a:solidFill>
                  <a:srgbClr val="231F20"/>
                </a:solidFill>
                <a:latin typeface="Yu Gothic"/>
                <a:ea typeface="Yu Gothic"/>
                <a:cs typeface="Yu Gothic"/>
              </a:defRPr>
            </a:lvl6pPr>
            <a:lvl7pPr algn="ctr">
              <a:defRPr sz="1725" b="0">
                <a:solidFill>
                  <a:srgbClr val="231F20"/>
                </a:solidFill>
                <a:latin typeface="Yu Gothic"/>
                <a:ea typeface="Yu Gothic"/>
                <a:cs typeface="Yu Gothic"/>
              </a:defRPr>
            </a:lvl7pPr>
            <a:lvl8pPr algn="ctr">
              <a:defRPr sz="1725" b="0">
                <a:solidFill>
                  <a:srgbClr val="231F20"/>
                </a:solidFill>
                <a:latin typeface="Yu Gothic"/>
                <a:ea typeface="Yu Gothic"/>
                <a:cs typeface="Yu Gothic"/>
              </a:defRPr>
            </a:lvl8pPr>
            <a:lvl9pPr algn="ctr">
              <a:defRPr sz="1725" b="0">
                <a:solidFill>
                  <a:srgbClr val="231F20"/>
                </a:solidFill>
                <a:latin typeface="Yu Gothic"/>
                <a:ea typeface="Yu Gothic"/>
                <a:cs typeface="Yu Gothic"/>
              </a:defRPr>
            </a:lvl9pPr>
          </a:lstStyle>
          <a:p xmlns:a="http://schemas.openxmlformats.org/drawingml/2006/main">
            <a:pPr algn="ctr">
              <a:defRPr sz="1725" b="0">
                <a:solidFill>
                  <a:srgbClr val="231F20"/>
                </a:solidFill>
                <a:latin typeface="Yu Gothic"/>
                <a:ea typeface="Yu Gothic"/>
                <a:cs typeface="Yu Gothic"/>
              </a:defRPr>
            </a:pPr>
            <a:r>
              <a:rPr sz="1725" b="0">
                <a:solidFill>
                  <a:srgbClr val="231F20"/>
                </a:solidFill>
                <a:latin typeface="Yu Gothic"/>
                <a:ea typeface="Yu Gothic"/>
                <a:cs typeface="Yu Gothic"/>
              </a:rPr>
              <a:t>即値</a:t>
            </a:r>
          </a:p>
        </p:txBody>
      </p:sp>
      <p:sp>
        <p:nvSpPr>
          <p:cNvPr id="36" name="wire-272">
            <a:extLst xmlns:a="http://schemas.openxmlformats.org/drawingml/2006/main">
              <a:ext uri="{FF2B5EF4-FFF2-40B4-BE49-F238E27FC236}">
                <a16:creationId xmlns:a16="http://schemas.microsoft.com/office/drawing/2014/main" id="{B1FF5D41-9E03-49D4-8D77-3CB493E271BD}"/>
              </a:ext>
            </a:extLst>
          </p:cNvPr>
          <p:cNvSpPr>
            <a:spLocks xmlns:a="http://schemas.openxmlformats.org/drawingml/2006/main" noGrp="1"/>
          </p:cNvSpPr>
          <p:nvPr/>
        </p:nvSpPr>
        <p:spPr>
          <a:xfrm xmlns:a="http://schemas.openxmlformats.org/drawingml/2006/main">
            <a:off x="3333750" y="5200650"/>
            <a:ext cx="285750" cy="9525"/>
          </a:xfrm>
          <a:custGeom xmlns:a="http://schemas.openxmlformats.org/drawingml/2006/main">
            <a:pathLst>
              <a:path w="285750" h="9525">
                <a:moveTo>
                  <a:pt x="285750" y="0"/>
                </a:moveTo>
                <a:lnTo>
                  <a:pt x="0" y="0"/>
                </a:lnTo>
              </a:path>
            </a:pathLst>
          </a:custGeom>
          <a:noFill xmlns:a="http://schemas.openxmlformats.org/drawingml/2006/main"/>
          <a:ln xmlns:a="http://schemas.openxmlformats.org/drawingml/2006/main" w="22860">
            <a:solidFill>
              <a:srgbClr val="231F20"/>
            </a:solidFill>
          </a:ln>
        </p:spPr>
      </p:sp>
      <p:sp>
        <p:nvSpPr>
          <p:cNvPr id="37" name="wire-273">
            <a:extLst xmlns:a="http://schemas.openxmlformats.org/drawingml/2006/main">
              <a:ext uri="{FF2B5EF4-FFF2-40B4-BE49-F238E27FC236}">
                <a16:creationId xmlns:a16="http://schemas.microsoft.com/office/drawing/2014/main" id="{7459AA31-676F-46E4-B800-1B2302689399}"/>
              </a:ext>
            </a:extLst>
          </p:cNvPr>
          <p:cNvSpPr>
            <a:spLocks xmlns:a="http://schemas.openxmlformats.org/drawingml/2006/main" noGrp="1"/>
          </p:cNvSpPr>
          <p:nvPr/>
        </p:nvSpPr>
        <p:spPr>
          <a:xfrm xmlns:a="http://schemas.openxmlformats.org/drawingml/2006/main">
            <a:off x="3333750" y="3981450"/>
            <a:ext cx="9525" cy="1219200"/>
          </a:xfrm>
          <a:custGeom xmlns:a="http://schemas.openxmlformats.org/drawingml/2006/main">
            <a:pathLst>
              <a:path w="9525" h="1219200">
                <a:moveTo>
                  <a:pt x="0" y="1219200"/>
                </a:moveTo>
                <a:lnTo>
                  <a:pt x="0" y="0"/>
                </a:lnTo>
              </a:path>
            </a:pathLst>
          </a:custGeom>
          <a:noFill xmlns:a="http://schemas.openxmlformats.org/drawingml/2006/main"/>
          <a:ln xmlns:a="http://schemas.openxmlformats.org/drawingml/2006/main" w="22860">
            <a:solidFill>
              <a:srgbClr val="231F20"/>
            </a:solidFill>
          </a:ln>
        </p:spPr>
      </p:sp>
      <p:sp>
        <p:nvSpPr>
          <p:cNvPr id="38" name="wire-274">
            <a:extLst xmlns:a="http://schemas.openxmlformats.org/drawingml/2006/main">
              <a:ext uri="{FF2B5EF4-FFF2-40B4-BE49-F238E27FC236}">
                <a16:creationId xmlns:a16="http://schemas.microsoft.com/office/drawing/2014/main" id="{337C496E-8B62-46CE-A92C-BDE77F11F7B0}"/>
              </a:ext>
            </a:extLst>
          </p:cNvPr>
          <p:cNvSpPr>
            <a:spLocks xmlns:a="http://schemas.openxmlformats.org/drawingml/2006/main" noGrp="1"/>
          </p:cNvSpPr>
          <p:nvPr/>
        </p:nvSpPr>
        <p:spPr>
          <a:xfrm xmlns:a="http://schemas.openxmlformats.org/drawingml/2006/main">
            <a:off x="3333750" y="39814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2860">
            <a:solidFill>
              <a:srgbClr val="231F20"/>
            </a:solidFill>
          </a:ln>
        </p:spPr>
      </p:sp>
      <p:sp>
        <p:nvSpPr>
          <p:cNvPr id="39" name="circuit-275">
            <a:extLst xmlns:a="http://schemas.openxmlformats.org/drawingml/2006/main">
              <a:ext uri="{FF2B5EF4-FFF2-40B4-BE49-F238E27FC236}">
                <a16:creationId xmlns:a16="http://schemas.microsoft.com/office/drawing/2014/main" id="{FC2DD1DB-9909-4187-B562-0B6837B6AE67}"/>
              </a:ext>
            </a:extLst>
          </p:cNvPr>
          <p:cNvSpPr>
            <a:spLocks xmlns:a="http://schemas.openxmlformats.org/drawingml/2006/main" noGrp="1"/>
          </p:cNvSpPr>
          <p:nvPr/>
        </p:nvSpPr>
        <p:spPr>
          <a:xfrm xmlns:a="http://schemas.openxmlformats.org/drawingml/2006/main">
            <a:off x="3619500" y="3943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0" name="text-276">
            <a:extLst xmlns:a="http://schemas.openxmlformats.org/drawingml/2006/main">
              <a:ext uri="{FF2B5EF4-FFF2-40B4-BE49-F238E27FC236}">
                <a16:creationId xmlns:a16="http://schemas.microsoft.com/office/drawing/2014/main" id="{B049DADF-6330-4AF5-B7B5-8FCD1298814C}"/>
              </a:ext>
            </a:extLst>
          </p:cNvPr>
          <p:cNvSpPr>
            <a:spLocks xmlns:a="http://schemas.openxmlformats.org/drawingml/2006/main" noGrp="1"/>
          </p:cNvSpPr>
          <p:nvPr/>
        </p:nvSpPr>
        <p:spPr>
          <a:xfrm xmlns:a="http://schemas.openxmlformats.org/drawingml/2006/main">
            <a:off x="3581400" y="5467350"/>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0">
                <a:solidFill>
                  <a:srgbClr val="777777"/>
                </a:solidFill>
                <a:latin typeface="Yu Gothic"/>
                <a:ea typeface="Yu Gothic"/>
                <a:cs typeface="Yu Gothic"/>
              </a:defRPr>
            </a:defPPr>
            <a:lvl1pPr algn="ctr">
              <a:defRPr sz="1350" b="0">
                <a:solidFill>
                  <a:srgbClr val="777777"/>
                </a:solidFill>
                <a:latin typeface="Yu Gothic"/>
                <a:ea typeface="Yu Gothic"/>
                <a:cs typeface="Yu Gothic"/>
              </a:defRPr>
            </a:lvl1pPr>
            <a:lvl2pPr algn="ctr">
              <a:defRPr sz="1350" b="0">
                <a:solidFill>
                  <a:srgbClr val="777777"/>
                </a:solidFill>
                <a:latin typeface="Yu Gothic"/>
                <a:ea typeface="Yu Gothic"/>
                <a:cs typeface="Yu Gothic"/>
              </a:defRPr>
            </a:lvl2pPr>
            <a:lvl3pPr algn="ctr">
              <a:defRPr sz="1350" b="0">
                <a:solidFill>
                  <a:srgbClr val="777777"/>
                </a:solidFill>
                <a:latin typeface="Yu Gothic"/>
                <a:ea typeface="Yu Gothic"/>
                <a:cs typeface="Yu Gothic"/>
              </a:defRPr>
            </a:lvl3pPr>
            <a:lvl4pPr algn="ctr">
              <a:defRPr sz="1350" b="0">
                <a:solidFill>
                  <a:srgbClr val="777777"/>
                </a:solidFill>
                <a:latin typeface="Yu Gothic"/>
                <a:ea typeface="Yu Gothic"/>
                <a:cs typeface="Yu Gothic"/>
              </a:defRPr>
            </a:lvl4pPr>
            <a:lvl5pPr algn="ctr">
              <a:defRPr sz="1350" b="0">
                <a:solidFill>
                  <a:srgbClr val="777777"/>
                </a:solidFill>
                <a:latin typeface="Yu Gothic"/>
                <a:ea typeface="Yu Gothic"/>
                <a:cs typeface="Yu Gothic"/>
              </a:defRPr>
            </a:lvl5pPr>
            <a:lvl6pPr algn="ctr">
              <a:defRPr sz="1350" b="0">
                <a:solidFill>
                  <a:srgbClr val="777777"/>
                </a:solidFill>
                <a:latin typeface="Yu Gothic"/>
                <a:ea typeface="Yu Gothic"/>
                <a:cs typeface="Yu Gothic"/>
              </a:defRPr>
            </a:lvl6pPr>
            <a:lvl7pPr algn="ctr">
              <a:defRPr sz="1350" b="0">
                <a:solidFill>
                  <a:srgbClr val="777777"/>
                </a:solidFill>
                <a:latin typeface="Yu Gothic"/>
                <a:ea typeface="Yu Gothic"/>
                <a:cs typeface="Yu Gothic"/>
              </a:defRPr>
            </a:lvl7pPr>
            <a:lvl8pPr algn="ctr">
              <a:defRPr sz="1350" b="0">
                <a:solidFill>
                  <a:srgbClr val="777777"/>
                </a:solidFill>
                <a:latin typeface="Yu Gothic"/>
                <a:ea typeface="Yu Gothic"/>
                <a:cs typeface="Yu Gothic"/>
              </a:defRPr>
            </a:lvl8pPr>
            <a:lvl9pPr algn="ctr">
              <a:defRPr sz="1350" b="0">
                <a:solidFill>
                  <a:srgbClr val="777777"/>
                </a:solidFill>
                <a:latin typeface="Yu Gothic"/>
                <a:ea typeface="Yu Gothic"/>
                <a:cs typeface="Yu Gothic"/>
              </a:defRPr>
            </a:lvl9pPr>
          </a:lstStyle>
          <a:p xmlns:a="http://schemas.openxmlformats.org/drawingml/2006/main">
            <a:pPr algn="ctr">
              <a:defRPr sz="1350" b="0">
                <a:solidFill>
                  <a:srgbClr val="777777"/>
                </a:solidFill>
                <a:latin typeface="Yu Gothic"/>
                <a:ea typeface="Yu Gothic"/>
                <a:cs typeface="Yu Gothic"/>
              </a:defRPr>
            </a:pPr>
            <a:r>
              <a:rPr sz="1350" b="0">
                <a:solidFill>
                  <a:srgbClr val="777777"/>
                </a:solidFill>
                <a:latin typeface="Yu Gothic"/>
                <a:ea typeface="Yu Gothic"/>
                <a:cs typeface="Yu Gothic"/>
              </a:rPr>
              <a:t>命令の指定</a:t>
            </a:r>
          </a:p>
        </p:txBody>
      </p:sp>
      <p:sp>
        <p:nvSpPr>
          <p:cNvPr id="41" name="wire-277">
            <a:extLst xmlns:a="http://schemas.openxmlformats.org/drawingml/2006/main">
              <a:ext uri="{FF2B5EF4-FFF2-40B4-BE49-F238E27FC236}">
                <a16:creationId xmlns:a16="http://schemas.microsoft.com/office/drawing/2014/main" id="{2F4BEC53-27EE-4BED-9C95-786B17EF52A5}"/>
              </a:ext>
            </a:extLst>
          </p:cNvPr>
          <p:cNvSpPr>
            <a:spLocks xmlns:a="http://schemas.openxmlformats.org/drawingml/2006/main" noGrp="1"/>
          </p:cNvSpPr>
          <p:nvPr/>
        </p:nvSpPr>
        <p:spPr>
          <a:xfrm xmlns:a="http://schemas.openxmlformats.org/drawingml/2006/main">
            <a:off x="4572000" y="361950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22860">
            <a:solidFill>
              <a:srgbClr val="231F20"/>
            </a:solidFill>
          </a:ln>
        </p:spPr>
      </p:sp>
      <p:sp>
        <p:nvSpPr>
          <p:cNvPr id="42" name="circuit-278">
            <a:extLst xmlns:a="http://schemas.openxmlformats.org/drawingml/2006/main">
              <a:ext uri="{FF2B5EF4-FFF2-40B4-BE49-F238E27FC236}">
                <a16:creationId xmlns:a16="http://schemas.microsoft.com/office/drawing/2014/main" id="{2A311942-248A-4A51-A425-21698CAE85AF}"/>
              </a:ext>
            </a:extLst>
          </p:cNvPr>
          <p:cNvSpPr>
            <a:spLocks xmlns:a="http://schemas.openxmlformats.org/drawingml/2006/main" noGrp="1"/>
          </p:cNvSpPr>
          <p:nvPr/>
        </p:nvSpPr>
        <p:spPr>
          <a:xfrm xmlns:a="http://schemas.openxmlformats.org/drawingml/2006/main">
            <a:off x="5429250" y="35814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43" name="text-279">
            <a:extLst xmlns:a="http://schemas.openxmlformats.org/drawingml/2006/main">
              <a:ext uri="{FF2B5EF4-FFF2-40B4-BE49-F238E27FC236}">
                <a16:creationId xmlns:a16="http://schemas.microsoft.com/office/drawing/2014/main" id="{C6108610-5BC1-4372-85DD-54A988A7AE3D}"/>
              </a:ext>
            </a:extLst>
          </p:cNvPr>
          <p:cNvSpPr>
            <a:spLocks xmlns:a="http://schemas.openxmlformats.org/drawingml/2006/main" noGrp="1"/>
          </p:cNvSpPr>
          <p:nvPr/>
        </p:nvSpPr>
        <p:spPr>
          <a:xfrm xmlns:a="http://schemas.openxmlformats.org/drawingml/2006/main">
            <a:off x="4610100" y="3257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1">
                <a:solidFill>
                  <a:srgbClr val="1572C3"/>
                </a:solidFill>
                <a:latin typeface="Yu Gothic"/>
                <a:ea typeface="Yu Gothic"/>
                <a:cs typeface="Yu Gothic"/>
              </a:defRPr>
            </a:defPPr>
            <a:lvl1pPr algn="ctr">
              <a:defRPr sz="1575" b="1">
                <a:solidFill>
                  <a:srgbClr val="1572C3"/>
                </a:solidFill>
                <a:latin typeface="Yu Gothic"/>
                <a:ea typeface="Yu Gothic"/>
                <a:cs typeface="Yu Gothic"/>
              </a:defRPr>
            </a:lvl1pPr>
            <a:lvl2pPr algn="ctr">
              <a:defRPr sz="1575" b="1">
                <a:solidFill>
                  <a:srgbClr val="1572C3"/>
                </a:solidFill>
                <a:latin typeface="Yu Gothic"/>
                <a:ea typeface="Yu Gothic"/>
                <a:cs typeface="Yu Gothic"/>
              </a:defRPr>
            </a:lvl2pPr>
            <a:lvl3pPr algn="ctr">
              <a:defRPr sz="1575" b="1">
                <a:solidFill>
                  <a:srgbClr val="1572C3"/>
                </a:solidFill>
                <a:latin typeface="Yu Gothic"/>
                <a:ea typeface="Yu Gothic"/>
                <a:cs typeface="Yu Gothic"/>
              </a:defRPr>
            </a:lvl3pPr>
            <a:lvl4pPr algn="ctr">
              <a:defRPr sz="1575" b="1">
                <a:solidFill>
                  <a:srgbClr val="1572C3"/>
                </a:solidFill>
                <a:latin typeface="Yu Gothic"/>
                <a:ea typeface="Yu Gothic"/>
                <a:cs typeface="Yu Gothic"/>
              </a:defRPr>
            </a:lvl4pPr>
            <a:lvl5pPr algn="ctr">
              <a:defRPr sz="1575" b="1">
                <a:solidFill>
                  <a:srgbClr val="1572C3"/>
                </a:solidFill>
                <a:latin typeface="Yu Gothic"/>
                <a:ea typeface="Yu Gothic"/>
                <a:cs typeface="Yu Gothic"/>
              </a:defRPr>
            </a:lvl5pPr>
            <a:lvl6pPr algn="ctr">
              <a:defRPr sz="1575" b="1">
                <a:solidFill>
                  <a:srgbClr val="1572C3"/>
                </a:solidFill>
                <a:latin typeface="Yu Gothic"/>
                <a:ea typeface="Yu Gothic"/>
                <a:cs typeface="Yu Gothic"/>
              </a:defRPr>
            </a:lvl6pPr>
            <a:lvl7pPr algn="ctr">
              <a:defRPr sz="1575" b="1">
                <a:solidFill>
                  <a:srgbClr val="1572C3"/>
                </a:solidFill>
                <a:latin typeface="Yu Gothic"/>
                <a:ea typeface="Yu Gothic"/>
                <a:cs typeface="Yu Gothic"/>
              </a:defRPr>
            </a:lvl7pPr>
            <a:lvl8pPr algn="ctr">
              <a:defRPr sz="1575" b="1">
                <a:solidFill>
                  <a:srgbClr val="1572C3"/>
                </a:solidFill>
                <a:latin typeface="Yu Gothic"/>
                <a:ea typeface="Yu Gothic"/>
                <a:cs typeface="Yu Gothic"/>
              </a:defRPr>
            </a:lvl8pPr>
            <a:lvl9pPr algn="ctr">
              <a:defRPr sz="1575" b="1">
                <a:solidFill>
                  <a:srgbClr val="1572C3"/>
                </a:solidFill>
                <a:latin typeface="Yu Gothic"/>
                <a:ea typeface="Yu Gothic"/>
                <a:cs typeface="Yu Gothic"/>
              </a:defRPr>
            </a:lvl9pPr>
          </a:lstStyle>
          <a:p xmlns:a="http://schemas.openxmlformats.org/drawingml/2006/main">
            <a:pPr algn="ctr">
              <a:defRPr sz="1575" b="1">
                <a:solidFill>
                  <a:srgbClr val="1572C3"/>
                </a:solidFill>
                <a:latin typeface="Yu Gothic"/>
                <a:ea typeface="Yu Gothic"/>
                <a:cs typeface="Yu Gothic"/>
              </a:defRPr>
            </a:pPr>
            <a:r>
              <a:rPr sz="1575" b="1">
                <a:solidFill>
                  <a:srgbClr val="1572C3"/>
                </a:solidFill>
                <a:latin typeface="Yu Gothic"/>
                <a:ea typeface="Yu Gothic"/>
                <a:cs typeface="Yu Gothic"/>
              </a:rPr>
              <a:t>番地</a:t>
            </a:r>
          </a:p>
        </p:txBody>
      </p:sp>
      <p:sp>
        <p:nvSpPr>
          <p:cNvPr id="44" name="wire-280">
            <a:extLst xmlns:a="http://schemas.openxmlformats.org/drawingml/2006/main">
              <a:ext uri="{FF2B5EF4-FFF2-40B4-BE49-F238E27FC236}">
                <a16:creationId xmlns:a16="http://schemas.microsoft.com/office/drawing/2014/main" id="{4D542824-8A2C-425B-8C6E-E5D77CEB8B04}"/>
              </a:ext>
            </a:extLst>
          </p:cNvPr>
          <p:cNvSpPr>
            <a:spLocks xmlns:a="http://schemas.openxmlformats.org/drawingml/2006/main" noGrp="1"/>
          </p:cNvSpPr>
          <p:nvPr/>
        </p:nvSpPr>
        <p:spPr>
          <a:xfrm xmlns:a="http://schemas.openxmlformats.org/drawingml/2006/main">
            <a:off x="2895600" y="398145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22860">
            <a:solidFill>
              <a:srgbClr val="1572C3"/>
            </a:solidFill>
          </a:ln>
        </p:spPr>
      </p:sp>
      <p:sp>
        <p:nvSpPr>
          <p:cNvPr id="45" name="wire-281">
            <a:extLst xmlns:a="http://schemas.openxmlformats.org/drawingml/2006/main">
              <a:ext uri="{FF2B5EF4-FFF2-40B4-BE49-F238E27FC236}">
                <a16:creationId xmlns:a16="http://schemas.microsoft.com/office/drawing/2014/main" id="{4F71BC94-3D3A-4D27-8931-A1F644DC00EB}"/>
              </a:ext>
            </a:extLst>
          </p:cNvPr>
          <p:cNvSpPr>
            <a:spLocks xmlns:a="http://schemas.openxmlformats.org/drawingml/2006/main" noGrp="1"/>
          </p:cNvSpPr>
          <p:nvPr/>
        </p:nvSpPr>
        <p:spPr>
          <a:xfrm xmlns:a="http://schemas.openxmlformats.org/drawingml/2006/main">
            <a:off x="3105150" y="3981450"/>
            <a:ext cx="9525" cy="1752600"/>
          </a:xfrm>
          <a:custGeom xmlns:a="http://schemas.openxmlformats.org/drawingml/2006/main">
            <a:pathLst>
              <a:path w="9525" h="1752600">
                <a:moveTo>
                  <a:pt x="0" y="0"/>
                </a:moveTo>
                <a:lnTo>
                  <a:pt x="0" y="1752600"/>
                </a:lnTo>
              </a:path>
            </a:pathLst>
          </a:custGeom>
          <a:noFill xmlns:a="http://schemas.openxmlformats.org/drawingml/2006/main"/>
          <a:ln xmlns:a="http://schemas.openxmlformats.org/drawingml/2006/main" w="22860">
            <a:solidFill>
              <a:srgbClr val="1572C3"/>
            </a:solidFill>
          </a:ln>
        </p:spPr>
      </p:sp>
      <p:sp>
        <p:nvSpPr>
          <p:cNvPr id="46" name="wire-282">
            <a:extLst xmlns:a="http://schemas.openxmlformats.org/drawingml/2006/main">
              <a:ext uri="{FF2B5EF4-FFF2-40B4-BE49-F238E27FC236}">
                <a16:creationId xmlns:a16="http://schemas.microsoft.com/office/drawing/2014/main" id="{56F9B6B5-708F-43BA-BFCC-004B1D3528EC}"/>
              </a:ext>
            </a:extLst>
          </p:cNvPr>
          <p:cNvSpPr>
            <a:spLocks xmlns:a="http://schemas.openxmlformats.org/drawingml/2006/main" noGrp="1"/>
          </p:cNvSpPr>
          <p:nvPr/>
        </p:nvSpPr>
        <p:spPr>
          <a:xfrm xmlns:a="http://schemas.openxmlformats.org/drawingml/2006/main">
            <a:off x="3105150" y="5734050"/>
            <a:ext cx="2133600" cy="9525"/>
          </a:xfrm>
          <a:custGeom xmlns:a="http://schemas.openxmlformats.org/drawingml/2006/main">
            <a:pathLst>
              <a:path w="2133600" h="9525">
                <a:moveTo>
                  <a:pt x="0" y="0"/>
                </a:moveTo>
                <a:lnTo>
                  <a:pt x="2133600" y="0"/>
                </a:lnTo>
              </a:path>
            </a:pathLst>
          </a:custGeom>
          <a:noFill xmlns:a="http://schemas.openxmlformats.org/drawingml/2006/main"/>
          <a:ln xmlns:a="http://schemas.openxmlformats.org/drawingml/2006/main" w="22860">
            <a:solidFill>
              <a:srgbClr val="1572C3"/>
            </a:solidFill>
          </a:ln>
        </p:spPr>
      </p:sp>
      <p:sp>
        <p:nvSpPr>
          <p:cNvPr id="47" name="wire-283">
            <a:extLst xmlns:a="http://schemas.openxmlformats.org/drawingml/2006/main">
              <a:ext uri="{FF2B5EF4-FFF2-40B4-BE49-F238E27FC236}">
                <a16:creationId xmlns:a16="http://schemas.microsoft.com/office/drawing/2014/main" id="{DE1DC5A3-B4BF-4526-BDB2-53C0ACDD5FCA}"/>
              </a:ext>
            </a:extLst>
          </p:cNvPr>
          <p:cNvSpPr>
            <a:spLocks xmlns:a="http://schemas.openxmlformats.org/drawingml/2006/main" noGrp="1"/>
          </p:cNvSpPr>
          <p:nvPr/>
        </p:nvSpPr>
        <p:spPr>
          <a:xfrm xmlns:a="http://schemas.openxmlformats.org/drawingml/2006/main">
            <a:off x="5238750" y="4476750"/>
            <a:ext cx="9525" cy="1257300"/>
          </a:xfrm>
          <a:custGeom xmlns:a="http://schemas.openxmlformats.org/drawingml/2006/main">
            <a:pathLst>
              <a:path w="9525" h="1257300">
                <a:moveTo>
                  <a:pt x="0" y="1257300"/>
                </a:moveTo>
                <a:lnTo>
                  <a:pt x="0" y="0"/>
                </a:lnTo>
              </a:path>
            </a:pathLst>
          </a:custGeom>
          <a:noFill xmlns:a="http://schemas.openxmlformats.org/drawingml/2006/main"/>
          <a:ln xmlns:a="http://schemas.openxmlformats.org/drawingml/2006/main" w="22860">
            <a:solidFill>
              <a:srgbClr val="1572C3"/>
            </a:solidFill>
          </a:ln>
        </p:spPr>
      </p:sp>
      <p:sp>
        <p:nvSpPr>
          <p:cNvPr id="48" name="wire-284">
            <a:extLst xmlns:a="http://schemas.openxmlformats.org/drawingml/2006/main">
              <a:ext uri="{FF2B5EF4-FFF2-40B4-BE49-F238E27FC236}">
                <a16:creationId xmlns:a16="http://schemas.microsoft.com/office/drawing/2014/main" id="{96AF1171-60BF-441B-8566-6F31438135F4}"/>
              </a:ext>
            </a:extLst>
          </p:cNvPr>
          <p:cNvSpPr>
            <a:spLocks xmlns:a="http://schemas.openxmlformats.org/drawingml/2006/main" noGrp="1"/>
          </p:cNvSpPr>
          <p:nvPr/>
        </p:nvSpPr>
        <p:spPr>
          <a:xfrm xmlns:a="http://schemas.openxmlformats.org/drawingml/2006/main">
            <a:off x="5238750" y="44767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1572C3"/>
            </a:solidFill>
          </a:ln>
        </p:spPr>
      </p:sp>
      <p:sp>
        <p:nvSpPr>
          <p:cNvPr id="49" name="circuit-285">
            <a:extLst xmlns:a="http://schemas.openxmlformats.org/drawingml/2006/main">
              <a:ext uri="{FF2B5EF4-FFF2-40B4-BE49-F238E27FC236}">
                <a16:creationId xmlns:a16="http://schemas.microsoft.com/office/drawing/2014/main" id="{43CD96BA-E0AD-44C4-912F-BA2387F74BA9}"/>
              </a:ext>
            </a:extLst>
          </p:cNvPr>
          <p:cNvSpPr>
            <a:spLocks xmlns:a="http://schemas.openxmlformats.org/drawingml/2006/main" noGrp="1"/>
          </p:cNvSpPr>
          <p:nvPr/>
        </p:nvSpPr>
        <p:spPr>
          <a:xfrm xmlns:a="http://schemas.openxmlformats.org/drawingml/2006/main">
            <a:off x="5429250" y="44386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50" name="text-286">
            <a:extLst xmlns:a="http://schemas.openxmlformats.org/drawingml/2006/main">
              <a:ext uri="{FF2B5EF4-FFF2-40B4-BE49-F238E27FC236}">
                <a16:creationId xmlns:a16="http://schemas.microsoft.com/office/drawing/2014/main" id="{363DABE2-16AE-4505-ADDC-5CE280542371}"/>
              </a:ext>
            </a:extLst>
          </p:cNvPr>
          <p:cNvSpPr>
            <a:spLocks xmlns:a="http://schemas.openxmlformats.org/drawingml/2006/main" noGrp="1"/>
          </p:cNvSpPr>
          <p:nvPr/>
        </p:nvSpPr>
        <p:spPr>
          <a:xfrm xmlns:a="http://schemas.openxmlformats.org/drawingml/2006/main">
            <a:off x="3352800" y="5791200"/>
            <a:ext cx="1695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1">
                <a:solidFill>
                  <a:srgbClr val="1572C3"/>
                </a:solidFill>
                <a:latin typeface="Yu Gothic"/>
                <a:ea typeface="Yu Gothic"/>
                <a:cs typeface="Yu Gothic"/>
              </a:defRPr>
            </a:defPPr>
            <a:lvl1pPr algn="ctr">
              <a:defRPr sz="1800" b="1">
                <a:solidFill>
                  <a:srgbClr val="1572C3"/>
                </a:solidFill>
                <a:latin typeface="Yu Gothic"/>
                <a:ea typeface="Yu Gothic"/>
                <a:cs typeface="Yu Gothic"/>
              </a:defRPr>
            </a:lvl1pPr>
            <a:lvl2pPr algn="ctr">
              <a:defRPr sz="1800" b="1">
                <a:solidFill>
                  <a:srgbClr val="1572C3"/>
                </a:solidFill>
                <a:latin typeface="Yu Gothic"/>
                <a:ea typeface="Yu Gothic"/>
                <a:cs typeface="Yu Gothic"/>
              </a:defRPr>
            </a:lvl2pPr>
            <a:lvl3pPr algn="ctr">
              <a:defRPr sz="1800" b="1">
                <a:solidFill>
                  <a:srgbClr val="1572C3"/>
                </a:solidFill>
                <a:latin typeface="Yu Gothic"/>
                <a:ea typeface="Yu Gothic"/>
                <a:cs typeface="Yu Gothic"/>
              </a:defRPr>
            </a:lvl3pPr>
            <a:lvl4pPr algn="ctr">
              <a:defRPr sz="1800" b="1">
                <a:solidFill>
                  <a:srgbClr val="1572C3"/>
                </a:solidFill>
                <a:latin typeface="Yu Gothic"/>
                <a:ea typeface="Yu Gothic"/>
                <a:cs typeface="Yu Gothic"/>
              </a:defRPr>
            </a:lvl4pPr>
            <a:lvl5pPr algn="ctr">
              <a:defRPr sz="1800" b="1">
                <a:solidFill>
                  <a:srgbClr val="1572C3"/>
                </a:solidFill>
                <a:latin typeface="Yu Gothic"/>
                <a:ea typeface="Yu Gothic"/>
                <a:cs typeface="Yu Gothic"/>
              </a:defRPr>
            </a:lvl5pPr>
            <a:lvl6pPr algn="ctr">
              <a:defRPr sz="1800" b="1">
                <a:solidFill>
                  <a:srgbClr val="1572C3"/>
                </a:solidFill>
                <a:latin typeface="Yu Gothic"/>
                <a:ea typeface="Yu Gothic"/>
                <a:cs typeface="Yu Gothic"/>
              </a:defRPr>
            </a:lvl6pPr>
            <a:lvl7pPr algn="ctr">
              <a:defRPr sz="1800" b="1">
                <a:solidFill>
                  <a:srgbClr val="1572C3"/>
                </a:solidFill>
                <a:latin typeface="Yu Gothic"/>
                <a:ea typeface="Yu Gothic"/>
                <a:cs typeface="Yu Gothic"/>
              </a:defRPr>
            </a:lvl7pPr>
            <a:lvl8pPr algn="ctr">
              <a:defRPr sz="1800" b="1">
                <a:solidFill>
                  <a:srgbClr val="1572C3"/>
                </a:solidFill>
                <a:latin typeface="Yu Gothic"/>
                <a:ea typeface="Yu Gothic"/>
                <a:cs typeface="Yu Gothic"/>
              </a:defRPr>
            </a:lvl8pPr>
            <a:lvl9pPr algn="ctr">
              <a:defRPr sz="1800" b="1">
                <a:solidFill>
                  <a:srgbClr val="1572C3"/>
                </a:solidFill>
                <a:latin typeface="Yu Gothic"/>
                <a:ea typeface="Yu Gothic"/>
                <a:cs typeface="Yu Gothic"/>
              </a:defRPr>
            </a:lvl9pPr>
          </a:lstStyle>
          <a:p xmlns:a="http://schemas.openxmlformats.org/drawingml/2006/main">
            <a:pPr algn="ctr">
              <a:defRPr sz="1800" b="1">
                <a:solidFill>
                  <a:srgbClr val="1572C3"/>
                </a:solidFill>
                <a:latin typeface="Yu Gothic"/>
                <a:ea typeface="Yu Gothic"/>
                <a:cs typeface="Yu Gothic"/>
              </a:defRPr>
            </a:pPr>
            <a:r>
              <a:rPr sz="1800" b="1">
                <a:solidFill>
                  <a:srgbClr val="1572C3"/>
                </a:solidFill>
                <a:latin typeface="Yu Gothic"/>
                <a:ea typeface="Yu Gothic"/>
                <a:cs typeface="Yu Gothic"/>
              </a:rPr>
              <a:t>書く値 D</a:t>
            </a:r>
          </a:p>
        </p:txBody>
      </p:sp>
      <p:sp>
        <p:nvSpPr>
          <p:cNvPr id="51" name="block-287">
            <a:extLst xmlns:a="http://schemas.openxmlformats.org/drawingml/2006/main">
              <a:ext uri="{FF2B5EF4-FFF2-40B4-BE49-F238E27FC236}">
                <a16:creationId xmlns:a16="http://schemas.microsoft.com/office/drawing/2014/main" id="{782BBFA4-7009-48A0-AEBD-D1D134B693EF}"/>
              </a:ext>
            </a:extLst>
          </p:cNvPr>
          <p:cNvSpPr>
            <a:spLocks xmlns:a="http://schemas.openxmlformats.org/drawingml/2006/main" noGrp="1"/>
          </p:cNvSpPr>
          <p:nvPr/>
        </p:nvSpPr>
        <p:spPr>
          <a:xfrm xmlns:a="http://schemas.openxmlformats.org/drawingml/2006/main">
            <a:off x="5524500" y="2838450"/>
            <a:ext cx="1657350" cy="2228850"/>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52" name="text-288">
            <a:extLst xmlns:a="http://schemas.openxmlformats.org/drawingml/2006/main">
              <a:ext uri="{FF2B5EF4-FFF2-40B4-BE49-F238E27FC236}">
                <a16:creationId xmlns:a16="http://schemas.microsoft.com/office/drawing/2014/main" id="{D3C9395E-04FB-44EB-93FA-E99A5ED25FA4}"/>
              </a:ext>
            </a:extLst>
          </p:cNvPr>
          <p:cNvSpPr>
            <a:spLocks xmlns:a="http://schemas.openxmlformats.org/drawingml/2006/main" noGrp="1"/>
          </p:cNvSpPr>
          <p:nvPr/>
        </p:nvSpPr>
        <p:spPr>
          <a:xfrm xmlns:a="http://schemas.openxmlformats.org/drawingml/2006/main">
            <a:off x="5695950" y="2933700"/>
            <a:ext cx="133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1">
                <a:solidFill>
                  <a:srgbClr val="231F20"/>
                </a:solidFill>
                <a:latin typeface="Yu Gothic"/>
                <a:ea typeface="Yu Gothic"/>
                <a:cs typeface="Yu Gothic"/>
              </a:defRPr>
            </a:defPPr>
            <a:lvl1pPr algn="ctr">
              <a:defRPr sz="1800" b="1">
                <a:solidFill>
                  <a:srgbClr val="231F20"/>
                </a:solidFill>
                <a:latin typeface="Yu Gothic"/>
                <a:ea typeface="Yu Gothic"/>
                <a:cs typeface="Yu Gothic"/>
              </a:defRPr>
            </a:lvl1pPr>
            <a:lvl2pPr algn="ctr">
              <a:defRPr sz="1800" b="1">
                <a:solidFill>
                  <a:srgbClr val="231F20"/>
                </a:solidFill>
                <a:latin typeface="Yu Gothic"/>
                <a:ea typeface="Yu Gothic"/>
                <a:cs typeface="Yu Gothic"/>
              </a:defRPr>
            </a:lvl2pPr>
            <a:lvl3pPr algn="ctr">
              <a:defRPr sz="1800" b="1">
                <a:solidFill>
                  <a:srgbClr val="231F20"/>
                </a:solidFill>
                <a:latin typeface="Yu Gothic"/>
                <a:ea typeface="Yu Gothic"/>
                <a:cs typeface="Yu Gothic"/>
              </a:defRPr>
            </a:lvl3pPr>
            <a:lvl4pPr algn="ctr">
              <a:defRPr sz="1800" b="1">
                <a:solidFill>
                  <a:srgbClr val="231F20"/>
                </a:solidFill>
                <a:latin typeface="Yu Gothic"/>
                <a:ea typeface="Yu Gothic"/>
                <a:cs typeface="Yu Gothic"/>
              </a:defRPr>
            </a:lvl4pPr>
            <a:lvl5pPr algn="ctr">
              <a:defRPr sz="1800" b="1">
                <a:solidFill>
                  <a:srgbClr val="231F20"/>
                </a:solidFill>
                <a:latin typeface="Yu Gothic"/>
                <a:ea typeface="Yu Gothic"/>
                <a:cs typeface="Yu Gothic"/>
              </a:defRPr>
            </a:lvl5pPr>
            <a:lvl6pPr algn="ctr">
              <a:defRPr sz="1800" b="1">
                <a:solidFill>
                  <a:srgbClr val="231F20"/>
                </a:solidFill>
                <a:latin typeface="Yu Gothic"/>
                <a:ea typeface="Yu Gothic"/>
                <a:cs typeface="Yu Gothic"/>
              </a:defRPr>
            </a:lvl6pPr>
            <a:lvl7pPr algn="ctr">
              <a:defRPr sz="1800" b="1">
                <a:solidFill>
                  <a:srgbClr val="231F20"/>
                </a:solidFill>
                <a:latin typeface="Yu Gothic"/>
                <a:ea typeface="Yu Gothic"/>
                <a:cs typeface="Yu Gothic"/>
              </a:defRPr>
            </a:lvl7pPr>
            <a:lvl8pPr algn="ctr">
              <a:defRPr sz="1800" b="1">
                <a:solidFill>
                  <a:srgbClr val="231F20"/>
                </a:solidFill>
                <a:latin typeface="Yu Gothic"/>
                <a:ea typeface="Yu Gothic"/>
                <a:cs typeface="Yu Gothic"/>
              </a:defRPr>
            </a:lvl8pPr>
            <a:lvl9pPr algn="ctr">
              <a:defRPr sz="1800" b="1">
                <a:solidFill>
                  <a:srgbClr val="231F20"/>
                </a:solidFill>
                <a:latin typeface="Yu Gothic"/>
                <a:ea typeface="Yu Gothic"/>
                <a:cs typeface="Yu Gothic"/>
              </a:defRPr>
            </a:lvl9pPr>
          </a:lstStyle>
          <a:p xmlns:a="http://schemas.openxmlformats.org/drawingml/2006/main">
            <a:pPr algn="ctr">
              <a:defRPr sz="1800" b="1">
                <a:solidFill>
                  <a:srgbClr val="231F20"/>
                </a:solidFill>
                <a:latin typeface="Yu Gothic"/>
                <a:ea typeface="Yu Gothic"/>
                <a:cs typeface="Yu Gothic"/>
              </a:defRPr>
            </a:pPr>
            <a:r>
              <a:rPr sz="1800" b="1">
                <a:solidFill>
                  <a:srgbClr val="231F20"/>
                </a:solidFill>
                <a:latin typeface="Yu Gothic"/>
                <a:ea typeface="Yu Gothic"/>
                <a:cs typeface="Yu Gothic"/>
              </a:rPr>
              <a:t>データ側の</a:t>
            </a:r>
          </a:p>
          <a:p xmlns:a="http://schemas.openxmlformats.org/drawingml/2006/main">
            <a:pPr algn="ctr">
              <a:defRPr sz="1800" b="1">
                <a:solidFill>
                  <a:srgbClr val="231F20"/>
                </a:solidFill>
                <a:latin typeface="Yu Gothic"/>
                <a:ea typeface="Yu Gothic"/>
                <a:cs typeface="Yu Gothic"/>
              </a:defRPr>
            </a:pPr>
            <a:r>
              <a:rPr sz="1800" b="1">
                <a:solidFill>
                  <a:srgbClr val="231F20"/>
                </a:solidFill>
                <a:latin typeface="Yu Gothic"/>
                <a:ea typeface="Yu Gothic"/>
                <a:cs typeface="Yu Gothic"/>
              </a:rPr>
              <a:t>バス接続</a:t>
            </a:r>
          </a:p>
        </p:txBody>
      </p:sp>
      <p:sp>
        <p:nvSpPr>
          <p:cNvPr id="53" name="text-289">
            <a:extLst xmlns:a="http://schemas.openxmlformats.org/drawingml/2006/main">
              <a:ext uri="{FF2B5EF4-FFF2-40B4-BE49-F238E27FC236}">
                <a16:creationId xmlns:a16="http://schemas.microsoft.com/office/drawing/2014/main" id="{EAEC1C4D-A2CE-4B72-89A3-93D7951252E8}"/>
              </a:ext>
            </a:extLst>
          </p:cNvPr>
          <p:cNvSpPr>
            <a:spLocks xmlns:a="http://schemas.openxmlformats.org/drawingml/2006/main" noGrp="1"/>
          </p:cNvSpPr>
          <p:nvPr/>
        </p:nvSpPr>
        <p:spPr>
          <a:xfrm xmlns:a="http://schemas.openxmlformats.org/drawingml/2006/main">
            <a:off x="5619750" y="35147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Yu Gothic"/>
                <a:ea typeface="Yu Gothic"/>
                <a:cs typeface="Yu Gothic"/>
              </a:defRPr>
            </a:defPPr>
            <a:lvl1pPr algn="l">
              <a:defRPr sz="1500" b="0">
                <a:solidFill>
                  <a:srgbClr val="231F20"/>
                </a:solidFill>
                <a:latin typeface="Yu Gothic"/>
                <a:ea typeface="Yu Gothic"/>
                <a:cs typeface="Yu Gothic"/>
              </a:defRPr>
            </a:lvl1pPr>
            <a:lvl2pPr algn="l">
              <a:defRPr sz="1500" b="0">
                <a:solidFill>
                  <a:srgbClr val="231F20"/>
                </a:solidFill>
                <a:latin typeface="Yu Gothic"/>
                <a:ea typeface="Yu Gothic"/>
                <a:cs typeface="Yu Gothic"/>
              </a:defRPr>
            </a:lvl2pPr>
            <a:lvl3pPr algn="l">
              <a:defRPr sz="1500" b="0">
                <a:solidFill>
                  <a:srgbClr val="231F20"/>
                </a:solidFill>
                <a:latin typeface="Yu Gothic"/>
                <a:ea typeface="Yu Gothic"/>
                <a:cs typeface="Yu Gothic"/>
              </a:defRPr>
            </a:lvl3pPr>
            <a:lvl4pPr algn="l">
              <a:defRPr sz="1500" b="0">
                <a:solidFill>
                  <a:srgbClr val="231F20"/>
                </a:solidFill>
                <a:latin typeface="Yu Gothic"/>
                <a:ea typeface="Yu Gothic"/>
                <a:cs typeface="Yu Gothic"/>
              </a:defRPr>
            </a:lvl4pPr>
            <a:lvl5pPr algn="l">
              <a:defRPr sz="1500" b="0">
                <a:solidFill>
                  <a:srgbClr val="231F20"/>
                </a:solidFill>
                <a:latin typeface="Yu Gothic"/>
                <a:ea typeface="Yu Gothic"/>
                <a:cs typeface="Yu Gothic"/>
              </a:defRPr>
            </a:lvl5pPr>
            <a:lvl6pPr algn="l">
              <a:defRPr sz="1500" b="0">
                <a:solidFill>
                  <a:srgbClr val="231F20"/>
                </a:solidFill>
                <a:latin typeface="Yu Gothic"/>
                <a:ea typeface="Yu Gothic"/>
                <a:cs typeface="Yu Gothic"/>
              </a:defRPr>
            </a:lvl6pPr>
            <a:lvl7pPr algn="l">
              <a:defRPr sz="1500" b="0">
                <a:solidFill>
                  <a:srgbClr val="231F20"/>
                </a:solidFill>
                <a:latin typeface="Yu Gothic"/>
                <a:ea typeface="Yu Gothic"/>
                <a:cs typeface="Yu Gothic"/>
              </a:defRPr>
            </a:lvl7pPr>
            <a:lvl8pPr algn="l">
              <a:defRPr sz="1500" b="0">
                <a:solidFill>
                  <a:srgbClr val="231F20"/>
                </a:solidFill>
                <a:latin typeface="Yu Gothic"/>
                <a:ea typeface="Yu Gothic"/>
                <a:cs typeface="Yu Gothic"/>
              </a:defRPr>
            </a:lvl8pPr>
            <a:lvl9pPr algn="l">
              <a:defRPr sz="1500" b="0">
                <a:solidFill>
                  <a:srgbClr val="231F20"/>
                </a:solidFill>
                <a:latin typeface="Yu Gothic"/>
                <a:ea typeface="Yu Gothic"/>
                <a:cs typeface="Yu Gothic"/>
              </a:defRPr>
            </a:lvl9pPr>
          </a:lstStyle>
          <a:p xmlns:a="http://schemas.openxmlformats.org/drawingml/2006/main">
            <a:pPr algn="l">
              <a:defRPr sz="1500" b="0">
                <a:solidFill>
                  <a:srgbClr val="231F20"/>
                </a:solidFill>
                <a:latin typeface="Yu Gothic"/>
                <a:ea typeface="Yu Gothic"/>
                <a:cs typeface="Yu Gothic"/>
              </a:defRPr>
            </a:pPr>
            <a:r>
              <a:rPr sz="1500" b="0">
                <a:solidFill>
                  <a:srgbClr val="231F20"/>
                </a:solidFill>
                <a:latin typeface="Yu Gothic"/>
                <a:ea typeface="Yu Gothic"/>
                <a:cs typeface="Yu Gothic"/>
              </a:rPr>
              <a:t>番地</a:t>
            </a:r>
          </a:p>
        </p:txBody>
      </p:sp>
      <p:sp>
        <p:nvSpPr>
          <p:cNvPr id="54" name="text-290">
            <a:extLst xmlns:a="http://schemas.openxmlformats.org/drawingml/2006/main">
              <a:ext uri="{FF2B5EF4-FFF2-40B4-BE49-F238E27FC236}">
                <a16:creationId xmlns:a16="http://schemas.microsoft.com/office/drawing/2014/main" id="{32870AD6-30FD-4D49-AE6A-F869AC5EF341}"/>
              </a:ext>
            </a:extLst>
          </p:cNvPr>
          <p:cNvSpPr>
            <a:spLocks xmlns:a="http://schemas.openxmlformats.org/drawingml/2006/main" noGrp="1"/>
          </p:cNvSpPr>
          <p:nvPr/>
        </p:nvSpPr>
        <p:spPr>
          <a:xfrm xmlns:a="http://schemas.openxmlformats.org/drawingml/2006/main">
            <a:off x="5619750" y="43529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231F20"/>
                </a:solidFill>
                <a:latin typeface="Yu Gothic"/>
                <a:ea typeface="Yu Gothic"/>
                <a:cs typeface="Yu Gothic"/>
              </a:defRPr>
            </a:defPPr>
            <a:lvl1pPr algn="l">
              <a:defRPr sz="1500" b="0">
                <a:solidFill>
                  <a:srgbClr val="231F20"/>
                </a:solidFill>
                <a:latin typeface="Yu Gothic"/>
                <a:ea typeface="Yu Gothic"/>
                <a:cs typeface="Yu Gothic"/>
              </a:defRPr>
            </a:lvl1pPr>
            <a:lvl2pPr algn="l">
              <a:defRPr sz="1500" b="0">
                <a:solidFill>
                  <a:srgbClr val="231F20"/>
                </a:solidFill>
                <a:latin typeface="Yu Gothic"/>
                <a:ea typeface="Yu Gothic"/>
                <a:cs typeface="Yu Gothic"/>
              </a:defRPr>
            </a:lvl2pPr>
            <a:lvl3pPr algn="l">
              <a:defRPr sz="1500" b="0">
                <a:solidFill>
                  <a:srgbClr val="231F20"/>
                </a:solidFill>
                <a:latin typeface="Yu Gothic"/>
                <a:ea typeface="Yu Gothic"/>
                <a:cs typeface="Yu Gothic"/>
              </a:defRPr>
            </a:lvl3pPr>
            <a:lvl4pPr algn="l">
              <a:defRPr sz="1500" b="0">
                <a:solidFill>
                  <a:srgbClr val="231F20"/>
                </a:solidFill>
                <a:latin typeface="Yu Gothic"/>
                <a:ea typeface="Yu Gothic"/>
                <a:cs typeface="Yu Gothic"/>
              </a:defRPr>
            </a:lvl4pPr>
            <a:lvl5pPr algn="l">
              <a:defRPr sz="1500" b="0">
                <a:solidFill>
                  <a:srgbClr val="231F20"/>
                </a:solidFill>
                <a:latin typeface="Yu Gothic"/>
                <a:ea typeface="Yu Gothic"/>
                <a:cs typeface="Yu Gothic"/>
              </a:defRPr>
            </a:lvl5pPr>
            <a:lvl6pPr algn="l">
              <a:defRPr sz="1500" b="0">
                <a:solidFill>
                  <a:srgbClr val="231F20"/>
                </a:solidFill>
                <a:latin typeface="Yu Gothic"/>
                <a:ea typeface="Yu Gothic"/>
                <a:cs typeface="Yu Gothic"/>
              </a:defRPr>
            </a:lvl6pPr>
            <a:lvl7pPr algn="l">
              <a:defRPr sz="1500" b="0">
                <a:solidFill>
                  <a:srgbClr val="231F20"/>
                </a:solidFill>
                <a:latin typeface="Yu Gothic"/>
                <a:ea typeface="Yu Gothic"/>
                <a:cs typeface="Yu Gothic"/>
              </a:defRPr>
            </a:lvl7pPr>
            <a:lvl8pPr algn="l">
              <a:defRPr sz="1500" b="0">
                <a:solidFill>
                  <a:srgbClr val="231F20"/>
                </a:solidFill>
                <a:latin typeface="Yu Gothic"/>
                <a:ea typeface="Yu Gothic"/>
                <a:cs typeface="Yu Gothic"/>
              </a:defRPr>
            </a:lvl8pPr>
            <a:lvl9pPr algn="l">
              <a:defRPr sz="1500" b="0">
                <a:solidFill>
                  <a:srgbClr val="231F20"/>
                </a:solidFill>
                <a:latin typeface="Yu Gothic"/>
                <a:ea typeface="Yu Gothic"/>
                <a:cs typeface="Yu Gothic"/>
              </a:defRPr>
            </a:lvl9pPr>
          </a:lstStyle>
          <a:p xmlns:a="http://schemas.openxmlformats.org/drawingml/2006/main">
            <a:pPr algn="l">
              <a:defRPr sz="1500" b="0">
                <a:solidFill>
                  <a:srgbClr val="231F20"/>
                </a:solidFill>
                <a:latin typeface="Yu Gothic"/>
                <a:ea typeface="Yu Gothic"/>
                <a:cs typeface="Yu Gothic"/>
              </a:defRPr>
            </a:pPr>
            <a:r>
              <a:rPr sz="1500" b="0">
                <a:solidFill>
                  <a:srgbClr val="231F20"/>
                </a:solidFill>
                <a:latin typeface="Yu Gothic"/>
                <a:ea typeface="Yu Gothic"/>
                <a:cs typeface="Yu Gothic"/>
              </a:rPr>
              <a:t>値</a:t>
            </a:r>
          </a:p>
        </p:txBody>
      </p:sp>
      <p:sp>
        <p:nvSpPr>
          <p:cNvPr id="55" name="text-291">
            <a:extLst xmlns:a="http://schemas.openxmlformats.org/drawingml/2006/main">
              <a:ext uri="{FF2B5EF4-FFF2-40B4-BE49-F238E27FC236}">
                <a16:creationId xmlns:a16="http://schemas.microsoft.com/office/drawing/2014/main" id="{18CC2A75-E797-41E9-8828-E2BF3E287DA5}"/>
              </a:ext>
            </a:extLst>
          </p:cNvPr>
          <p:cNvSpPr>
            <a:spLocks xmlns:a="http://schemas.openxmlformats.org/drawingml/2006/main" noGrp="1"/>
          </p:cNvSpPr>
          <p:nvPr/>
        </p:nvSpPr>
        <p:spPr>
          <a:xfrm xmlns:a="http://schemas.openxmlformats.org/drawingml/2006/main">
            <a:off x="6677025" y="4695825"/>
            <a:ext cx="466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350" b="0">
                <a:solidFill>
                  <a:srgbClr val="1572C3"/>
                </a:solidFill>
                <a:latin typeface="Yu Gothic"/>
                <a:ea typeface="Yu Gothic"/>
                <a:cs typeface="Yu Gothic"/>
              </a:defRPr>
            </a:defPPr>
            <a:lvl1pPr algn="l">
              <a:defRPr sz="1350" b="0">
                <a:solidFill>
                  <a:srgbClr val="1572C3"/>
                </a:solidFill>
                <a:latin typeface="Yu Gothic"/>
                <a:ea typeface="Yu Gothic"/>
                <a:cs typeface="Yu Gothic"/>
              </a:defRPr>
            </a:lvl1pPr>
            <a:lvl2pPr algn="l">
              <a:defRPr sz="1350" b="0">
                <a:solidFill>
                  <a:srgbClr val="1572C3"/>
                </a:solidFill>
                <a:latin typeface="Yu Gothic"/>
                <a:ea typeface="Yu Gothic"/>
                <a:cs typeface="Yu Gothic"/>
              </a:defRPr>
            </a:lvl2pPr>
            <a:lvl3pPr algn="l">
              <a:defRPr sz="1350" b="0">
                <a:solidFill>
                  <a:srgbClr val="1572C3"/>
                </a:solidFill>
                <a:latin typeface="Yu Gothic"/>
                <a:ea typeface="Yu Gothic"/>
                <a:cs typeface="Yu Gothic"/>
              </a:defRPr>
            </a:lvl3pPr>
            <a:lvl4pPr algn="l">
              <a:defRPr sz="1350" b="0">
                <a:solidFill>
                  <a:srgbClr val="1572C3"/>
                </a:solidFill>
                <a:latin typeface="Yu Gothic"/>
                <a:ea typeface="Yu Gothic"/>
                <a:cs typeface="Yu Gothic"/>
              </a:defRPr>
            </a:lvl4pPr>
            <a:lvl5pPr algn="l">
              <a:defRPr sz="1350" b="0">
                <a:solidFill>
                  <a:srgbClr val="1572C3"/>
                </a:solidFill>
                <a:latin typeface="Yu Gothic"/>
                <a:ea typeface="Yu Gothic"/>
                <a:cs typeface="Yu Gothic"/>
              </a:defRPr>
            </a:lvl5pPr>
            <a:lvl6pPr algn="l">
              <a:defRPr sz="1350" b="0">
                <a:solidFill>
                  <a:srgbClr val="1572C3"/>
                </a:solidFill>
                <a:latin typeface="Yu Gothic"/>
                <a:ea typeface="Yu Gothic"/>
                <a:cs typeface="Yu Gothic"/>
              </a:defRPr>
            </a:lvl6pPr>
            <a:lvl7pPr algn="l">
              <a:defRPr sz="1350" b="0">
                <a:solidFill>
                  <a:srgbClr val="1572C3"/>
                </a:solidFill>
                <a:latin typeface="Yu Gothic"/>
                <a:ea typeface="Yu Gothic"/>
                <a:cs typeface="Yu Gothic"/>
              </a:defRPr>
            </a:lvl7pPr>
            <a:lvl8pPr algn="l">
              <a:defRPr sz="1350" b="0">
                <a:solidFill>
                  <a:srgbClr val="1572C3"/>
                </a:solidFill>
                <a:latin typeface="Yu Gothic"/>
                <a:ea typeface="Yu Gothic"/>
                <a:cs typeface="Yu Gothic"/>
              </a:defRPr>
            </a:lvl8pPr>
            <a:lvl9pPr algn="l">
              <a:defRPr sz="1350" b="0">
                <a:solidFill>
                  <a:srgbClr val="1572C3"/>
                </a:solidFill>
                <a:latin typeface="Yu Gothic"/>
                <a:ea typeface="Yu Gothic"/>
                <a:cs typeface="Yu Gothic"/>
              </a:defRPr>
            </a:lvl9pPr>
          </a:lstStyle>
          <a:p xmlns:a="http://schemas.openxmlformats.org/drawingml/2006/main">
            <a:pPr algn="l">
              <a:defRPr sz="1350" b="0">
                <a:solidFill>
                  <a:srgbClr val="1572C3"/>
                </a:solidFill>
                <a:latin typeface="Yu Gothic"/>
                <a:ea typeface="Yu Gothic"/>
                <a:cs typeface="Yu Gothic"/>
              </a:defRPr>
            </a:pPr>
            <a:r>
              <a:rPr sz="1350" b="0">
                <a:solidFill>
                  <a:srgbClr val="1572C3"/>
                </a:solidFill>
                <a:latin typeface="Yu Gothic"/>
                <a:ea typeface="Yu Gothic"/>
                <a:cs typeface="Yu Gothic"/>
              </a:rPr>
              <a:t>完了</a:t>
            </a:r>
          </a:p>
        </p:txBody>
      </p:sp>
      <p:sp>
        <p:nvSpPr>
          <p:cNvPr id="56" name="text-292">
            <a:extLst xmlns:a="http://schemas.openxmlformats.org/drawingml/2006/main">
              <a:ext uri="{FF2B5EF4-FFF2-40B4-BE49-F238E27FC236}">
                <a16:creationId xmlns:a16="http://schemas.microsoft.com/office/drawing/2014/main" id="{48ABACB5-85D8-408D-9D74-706B9F1D0F78}"/>
              </a:ext>
            </a:extLst>
          </p:cNvPr>
          <p:cNvSpPr>
            <a:spLocks xmlns:a="http://schemas.openxmlformats.org/drawingml/2006/main" noGrp="1"/>
          </p:cNvSpPr>
          <p:nvPr/>
        </p:nvSpPr>
        <p:spPr>
          <a:xfrm xmlns:a="http://schemas.openxmlformats.org/drawingml/2006/main">
            <a:off x="5524500" y="22955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231F20"/>
                </a:solidFill>
                <a:latin typeface="Yu Gothic"/>
                <a:ea typeface="Yu Gothic"/>
                <a:cs typeface="Yu Gothic"/>
              </a:defRPr>
            </a:defPPr>
            <a:lvl1pPr algn="l">
              <a:defRPr sz="1575" b="0">
                <a:solidFill>
                  <a:srgbClr val="231F20"/>
                </a:solidFill>
                <a:latin typeface="Yu Gothic"/>
                <a:ea typeface="Yu Gothic"/>
                <a:cs typeface="Yu Gothic"/>
              </a:defRPr>
            </a:lvl1pPr>
            <a:lvl2pPr algn="l">
              <a:defRPr sz="1575" b="0">
                <a:solidFill>
                  <a:srgbClr val="231F20"/>
                </a:solidFill>
                <a:latin typeface="Yu Gothic"/>
                <a:ea typeface="Yu Gothic"/>
                <a:cs typeface="Yu Gothic"/>
              </a:defRPr>
            </a:lvl2pPr>
            <a:lvl3pPr algn="l">
              <a:defRPr sz="1575" b="0">
                <a:solidFill>
                  <a:srgbClr val="231F20"/>
                </a:solidFill>
                <a:latin typeface="Yu Gothic"/>
                <a:ea typeface="Yu Gothic"/>
                <a:cs typeface="Yu Gothic"/>
              </a:defRPr>
            </a:lvl3pPr>
            <a:lvl4pPr algn="l">
              <a:defRPr sz="1575" b="0">
                <a:solidFill>
                  <a:srgbClr val="231F20"/>
                </a:solidFill>
                <a:latin typeface="Yu Gothic"/>
                <a:ea typeface="Yu Gothic"/>
                <a:cs typeface="Yu Gothic"/>
              </a:defRPr>
            </a:lvl4pPr>
            <a:lvl5pPr algn="l">
              <a:defRPr sz="1575" b="0">
                <a:solidFill>
                  <a:srgbClr val="231F20"/>
                </a:solidFill>
                <a:latin typeface="Yu Gothic"/>
                <a:ea typeface="Yu Gothic"/>
                <a:cs typeface="Yu Gothic"/>
              </a:defRPr>
            </a:lvl5pPr>
            <a:lvl6pPr algn="l">
              <a:defRPr sz="1575" b="0">
                <a:solidFill>
                  <a:srgbClr val="231F20"/>
                </a:solidFill>
                <a:latin typeface="Yu Gothic"/>
                <a:ea typeface="Yu Gothic"/>
                <a:cs typeface="Yu Gothic"/>
              </a:defRPr>
            </a:lvl6pPr>
            <a:lvl7pPr algn="l">
              <a:defRPr sz="1575" b="0">
                <a:solidFill>
                  <a:srgbClr val="231F20"/>
                </a:solidFill>
                <a:latin typeface="Yu Gothic"/>
                <a:ea typeface="Yu Gothic"/>
                <a:cs typeface="Yu Gothic"/>
              </a:defRPr>
            </a:lvl7pPr>
            <a:lvl8pPr algn="l">
              <a:defRPr sz="1575" b="0">
                <a:solidFill>
                  <a:srgbClr val="231F20"/>
                </a:solidFill>
                <a:latin typeface="Yu Gothic"/>
                <a:ea typeface="Yu Gothic"/>
                <a:cs typeface="Yu Gothic"/>
              </a:defRPr>
            </a:lvl8pPr>
            <a:lvl9pPr algn="l">
              <a:defRPr sz="1575" b="0">
                <a:solidFill>
                  <a:srgbClr val="231F20"/>
                </a:solidFill>
                <a:latin typeface="Yu Gothic"/>
                <a:ea typeface="Yu Gothic"/>
                <a:cs typeface="Yu Gothic"/>
              </a:defRPr>
            </a:lvl9pPr>
          </a:lstStyle>
          <a:p xmlns:a="http://schemas.openxmlformats.org/drawingml/2006/main">
            <a:pPr algn="l">
              <a:defRPr sz="1575" b="0">
                <a:solidFill>
                  <a:srgbClr val="231F20"/>
                </a:solidFill>
                <a:latin typeface="Yu Gothic"/>
                <a:ea typeface="Yu Gothic"/>
                <a:cs typeface="Yu Gothic"/>
              </a:defRPr>
            </a:pPr>
            <a:r>
              <a:rPr sz="1575" b="0">
                <a:solidFill>
                  <a:srgbClr val="231F20"/>
                </a:solidFill>
                <a:latin typeface="Yu Gothic"/>
                <a:ea typeface="Yu Gothic"/>
                <a:cs typeface="Yu Gothic"/>
              </a:rPr>
              <a:t>書込みを指定</a:t>
            </a:r>
          </a:p>
        </p:txBody>
      </p:sp>
      <p:sp>
        <p:nvSpPr>
          <p:cNvPr id="57" name="wire-293">
            <a:extLst xmlns:a="http://schemas.openxmlformats.org/drawingml/2006/main">
              <a:ext uri="{FF2B5EF4-FFF2-40B4-BE49-F238E27FC236}">
                <a16:creationId xmlns:a16="http://schemas.microsoft.com/office/drawing/2014/main" id="{44C50AA4-74A5-4774-95D6-653050653392}"/>
              </a:ext>
            </a:extLst>
          </p:cNvPr>
          <p:cNvSpPr>
            <a:spLocks xmlns:a="http://schemas.openxmlformats.org/drawingml/2006/main" noGrp="1"/>
          </p:cNvSpPr>
          <p:nvPr/>
        </p:nvSpPr>
        <p:spPr>
          <a:xfrm xmlns:a="http://schemas.openxmlformats.org/drawingml/2006/main">
            <a:off x="6467475" y="2590800"/>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9525">
            <a:solidFill>
              <a:srgbClr val="231F20"/>
            </a:solidFill>
          </a:ln>
        </p:spPr>
      </p:sp>
      <p:sp>
        <p:nvSpPr>
          <p:cNvPr id="58" name="circuit-294">
            <a:extLst xmlns:a="http://schemas.openxmlformats.org/drawingml/2006/main">
              <a:ext uri="{FF2B5EF4-FFF2-40B4-BE49-F238E27FC236}">
                <a16:creationId xmlns:a16="http://schemas.microsoft.com/office/drawing/2014/main" id="{6E01B48C-D6AA-4129-B1AE-1EF509102720}"/>
              </a:ext>
            </a:extLst>
          </p:cNvPr>
          <p:cNvSpPr>
            <a:spLocks xmlns:a="http://schemas.openxmlformats.org/drawingml/2006/main" noGrp="1"/>
          </p:cNvSpPr>
          <p:nvPr/>
        </p:nvSpPr>
        <p:spPr>
          <a:xfrm xmlns:a="http://schemas.openxmlformats.org/drawingml/2006/main">
            <a:off x="6429375" y="2743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59" name="wire-295">
            <a:extLst xmlns:a="http://schemas.openxmlformats.org/drawingml/2006/main">
              <a:ext uri="{FF2B5EF4-FFF2-40B4-BE49-F238E27FC236}">
                <a16:creationId xmlns:a16="http://schemas.microsoft.com/office/drawing/2014/main" id="{5A4EB048-278F-44D9-A278-F9E4FAAF775E}"/>
              </a:ext>
            </a:extLst>
          </p:cNvPr>
          <p:cNvSpPr>
            <a:spLocks xmlns:a="http://schemas.openxmlformats.org/drawingml/2006/main" noGrp="1"/>
          </p:cNvSpPr>
          <p:nvPr/>
        </p:nvSpPr>
        <p:spPr>
          <a:xfrm xmlns:a="http://schemas.openxmlformats.org/drawingml/2006/main">
            <a:off x="981075" y="48387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2860">
            <a:solidFill>
              <a:srgbClr val="B9BEC6"/>
            </a:solidFill>
          </a:ln>
        </p:spPr>
      </p:sp>
      <p:sp>
        <p:nvSpPr>
          <p:cNvPr id="60" name="wire-296">
            <a:extLst xmlns:a="http://schemas.openxmlformats.org/drawingml/2006/main">
              <a:ext uri="{FF2B5EF4-FFF2-40B4-BE49-F238E27FC236}">
                <a16:creationId xmlns:a16="http://schemas.microsoft.com/office/drawing/2014/main" id="{AA3AEE1C-1C9B-4A5F-A9C5-00C2E53B622D}"/>
              </a:ext>
            </a:extLst>
          </p:cNvPr>
          <p:cNvSpPr>
            <a:spLocks xmlns:a="http://schemas.openxmlformats.org/drawingml/2006/main" noGrp="1"/>
          </p:cNvSpPr>
          <p:nvPr/>
        </p:nvSpPr>
        <p:spPr>
          <a:xfrm xmlns:a="http://schemas.openxmlformats.org/drawingml/2006/main">
            <a:off x="7181850" y="4171950"/>
            <a:ext cx="180975" cy="9525"/>
          </a:xfrm>
          <a:custGeom xmlns:a="http://schemas.openxmlformats.org/drawingml/2006/main">
            <a:pathLst>
              <a:path w="180975" h="9525">
                <a:moveTo>
                  <a:pt x="0" y="0"/>
                </a:moveTo>
                <a:lnTo>
                  <a:pt x="180975" y="0"/>
                </a:lnTo>
              </a:path>
            </a:pathLst>
          </a:custGeom>
          <a:noFill xmlns:a="http://schemas.openxmlformats.org/drawingml/2006/main"/>
          <a:ln xmlns:a="http://schemas.openxmlformats.org/drawingml/2006/main" w="22860">
            <a:solidFill>
              <a:srgbClr val="B9BEC6"/>
            </a:solidFill>
          </a:ln>
        </p:spPr>
      </p:sp>
      <p:sp>
        <p:nvSpPr>
          <p:cNvPr id="61" name="text-297">
            <a:extLst xmlns:a="http://schemas.openxmlformats.org/drawingml/2006/main">
              <a:ext uri="{FF2B5EF4-FFF2-40B4-BE49-F238E27FC236}">
                <a16:creationId xmlns:a16="http://schemas.microsoft.com/office/drawing/2014/main" id="{F6F25C44-F846-4A33-B16E-30D62522291A}"/>
              </a:ext>
            </a:extLst>
          </p:cNvPr>
          <p:cNvSpPr>
            <a:spLocks xmlns:a="http://schemas.openxmlformats.org/drawingml/2006/main" noGrp="1"/>
          </p:cNvSpPr>
          <p:nvPr/>
        </p:nvSpPr>
        <p:spPr>
          <a:xfrm xmlns:a="http://schemas.openxmlformats.org/drawingml/2006/main">
            <a:off x="7486650" y="1809750"/>
            <a:ext cx="4095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1">
                <a:solidFill>
                  <a:srgbClr val="231F20"/>
                </a:solidFill>
                <a:latin typeface="Yu Gothic"/>
                <a:ea typeface="Yu Gothic"/>
                <a:cs typeface="Yu Gothic"/>
              </a:defRPr>
            </a:defPPr>
            <a:lvl1pPr algn="l">
              <a:defRPr sz="1950" b="1">
                <a:solidFill>
                  <a:srgbClr val="231F20"/>
                </a:solidFill>
                <a:latin typeface="Yu Gothic"/>
                <a:ea typeface="Yu Gothic"/>
                <a:cs typeface="Yu Gothic"/>
              </a:defRPr>
            </a:lvl1pPr>
            <a:lvl2pPr algn="l">
              <a:defRPr sz="1950" b="1">
                <a:solidFill>
                  <a:srgbClr val="231F20"/>
                </a:solidFill>
                <a:latin typeface="Yu Gothic"/>
                <a:ea typeface="Yu Gothic"/>
                <a:cs typeface="Yu Gothic"/>
              </a:defRPr>
            </a:lvl2pPr>
            <a:lvl3pPr algn="l">
              <a:defRPr sz="1950" b="1">
                <a:solidFill>
                  <a:srgbClr val="231F20"/>
                </a:solidFill>
                <a:latin typeface="Yu Gothic"/>
                <a:ea typeface="Yu Gothic"/>
                <a:cs typeface="Yu Gothic"/>
              </a:defRPr>
            </a:lvl3pPr>
            <a:lvl4pPr algn="l">
              <a:defRPr sz="1950" b="1">
                <a:solidFill>
                  <a:srgbClr val="231F20"/>
                </a:solidFill>
                <a:latin typeface="Yu Gothic"/>
                <a:ea typeface="Yu Gothic"/>
                <a:cs typeface="Yu Gothic"/>
              </a:defRPr>
            </a:lvl4pPr>
            <a:lvl5pPr algn="l">
              <a:defRPr sz="1950" b="1">
                <a:solidFill>
                  <a:srgbClr val="231F20"/>
                </a:solidFill>
                <a:latin typeface="Yu Gothic"/>
                <a:ea typeface="Yu Gothic"/>
                <a:cs typeface="Yu Gothic"/>
              </a:defRPr>
            </a:lvl5pPr>
            <a:lvl6pPr algn="l">
              <a:defRPr sz="1950" b="1">
                <a:solidFill>
                  <a:srgbClr val="231F20"/>
                </a:solidFill>
                <a:latin typeface="Yu Gothic"/>
                <a:ea typeface="Yu Gothic"/>
                <a:cs typeface="Yu Gothic"/>
              </a:defRPr>
            </a:lvl6pPr>
            <a:lvl7pPr algn="l">
              <a:defRPr sz="1950" b="1">
                <a:solidFill>
                  <a:srgbClr val="231F20"/>
                </a:solidFill>
                <a:latin typeface="Yu Gothic"/>
                <a:ea typeface="Yu Gothic"/>
                <a:cs typeface="Yu Gothic"/>
              </a:defRPr>
            </a:lvl7pPr>
            <a:lvl8pPr algn="l">
              <a:defRPr sz="1950" b="1">
                <a:solidFill>
                  <a:srgbClr val="231F20"/>
                </a:solidFill>
                <a:latin typeface="Yu Gothic"/>
                <a:ea typeface="Yu Gothic"/>
                <a:cs typeface="Yu Gothic"/>
              </a:defRPr>
            </a:lvl8pPr>
            <a:lvl9pPr algn="l">
              <a:defRPr sz="1950" b="1">
                <a:solidFill>
                  <a:srgbClr val="231F20"/>
                </a:solidFill>
                <a:latin typeface="Yu Gothic"/>
                <a:ea typeface="Yu Gothic"/>
                <a:cs typeface="Yu Gothic"/>
              </a:defRPr>
            </a:lvl9pPr>
          </a:lstStyle>
          <a:p xmlns:a="http://schemas.openxmlformats.org/drawingml/2006/main">
            <a:pPr algn="l">
              <a:defRPr sz="1950" b="1">
                <a:solidFill>
                  <a:srgbClr val="231F20"/>
                </a:solidFill>
                <a:latin typeface="Yu Gothic"/>
                <a:ea typeface="Yu Gothic"/>
                <a:cs typeface="Yu Gothic"/>
              </a:defRPr>
            </a:pPr>
            <a:r>
              <a:rPr sz="1950" b="1">
                <a:solidFill>
                  <a:srgbClr val="231F20"/>
                </a:solidFill>
                <a:latin typeface="Yu Gothic"/>
                <a:ea typeface="Yu Gothic"/>
                <a:cs typeface="Yu Gothic"/>
              </a:rPr>
              <a:t>番地に応じて接続先を選ぶ</a:t>
            </a:r>
          </a:p>
        </p:txBody>
      </p:sp>
      <p:sp>
        <p:nvSpPr>
          <p:cNvPr id="62" name="block-298">
            <a:extLst xmlns:a="http://schemas.openxmlformats.org/drawingml/2006/main">
              <a:ext uri="{FF2B5EF4-FFF2-40B4-BE49-F238E27FC236}">
                <a16:creationId xmlns:a16="http://schemas.microsoft.com/office/drawing/2014/main" id="{B98AA75E-388B-4FBB-A802-40CB85F3A7F6}"/>
              </a:ext>
            </a:extLst>
          </p:cNvPr>
          <p:cNvSpPr>
            <a:spLocks xmlns:a="http://schemas.openxmlformats.org/drawingml/2006/main" noGrp="1"/>
          </p:cNvSpPr>
          <p:nvPr/>
        </p:nvSpPr>
        <p:spPr>
          <a:xfrm xmlns:a="http://schemas.openxmlformats.org/drawingml/2006/main">
            <a:off x="7667625" y="2438400"/>
            <a:ext cx="1714500" cy="69532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3" name="text-299">
            <a:extLst xmlns:a="http://schemas.openxmlformats.org/drawingml/2006/main">
              <a:ext uri="{FF2B5EF4-FFF2-40B4-BE49-F238E27FC236}">
                <a16:creationId xmlns:a16="http://schemas.microsoft.com/office/drawing/2014/main" id="{153FB01B-6990-4AEC-BED8-A316EC3BFF50}"/>
              </a:ext>
            </a:extLst>
          </p:cNvPr>
          <p:cNvSpPr>
            <a:spLocks xmlns:a="http://schemas.openxmlformats.org/drawingml/2006/main" noGrp="1"/>
          </p:cNvSpPr>
          <p:nvPr/>
        </p:nvSpPr>
        <p:spPr>
          <a:xfrm xmlns:a="http://schemas.openxmlformats.org/drawingml/2006/main">
            <a:off x="7743825" y="2495550"/>
            <a:ext cx="1562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AXI変換</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DDR3制御</a:t>
            </a:r>
          </a:p>
        </p:txBody>
      </p:sp>
      <p:sp>
        <p:nvSpPr>
          <p:cNvPr id="64" name="block-300">
            <a:extLst xmlns:a="http://schemas.openxmlformats.org/drawingml/2006/main">
              <a:ext uri="{FF2B5EF4-FFF2-40B4-BE49-F238E27FC236}">
                <a16:creationId xmlns:a16="http://schemas.microsoft.com/office/drawing/2014/main" id="{C8670F8F-3D6C-489D-9B66-509FA2C34F63}"/>
              </a:ext>
            </a:extLst>
          </p:cNvPr>
          <p:cNvSpPr>
            <a:spLocks xmlns:a="http://schemas.openxmlformats.org/drawingml/2006/main" noGrp="1"/>
          </p:cNvSpPr>
          <p:nvPr/>
        </p:nvSpPr>
        <p:spPr>
          <a:xfrm xmlns:a="http://schemas.openxmlformats.org/drawingml/2006/main">
            <a:off x="9915525" y="2533650"/>
            <a:ext cx="1666875" cy="50482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5" name="text-301">
            <a:extLst xmlns:a="http://schemas.openxmlformats.org/drawingml/2006/main">
              <a:ext uri="{FF2B5EF4-FFF2-40B4-BE49-F238E27FC236}">
                <a16:creationId xmlns:a16="http://schemas.microsoft.com/office/drawing/2014/main" id="{735B8B44-BE7C-4BE4-8865-35616375FC99}"/>
              </a:ext>
            </a:extLst>
          </p:cNvPr>
          <p:cNvSpPr>
            <a:spLocks xmlns:a="http://schemas.openxmlformats.org/drawingml/2006/main" noGrp="1"/>
          </p:cNvSpPr>
          <p:nvPr/>
        </p:nvSpPr>
        <p:spPr>
          <a:xfrm xmlns:a="http://schemas.openxmlformats.org/drawingml/2006/main">
            <a:off x="9991725" y="2590800"/>
            <a:ext cx="1514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00" b="1">
                <a:solidFill>
                  <a:srgbClr val="231F20"/>
                </a:solidFill>
                <a:latin typeface="Arial"/>
                <a:ea typeface="Arial"/>
                <a:cs typeface="Arial"/>
              </a:defRPr>
            </a:defPPr>
            <a:lvl1pPr algn="ctr">
              <a:defRPr sz="2100" b="1">
                <a:solidFill>
                  <a:srgbClr val="231F20"/>
                </a:solidFill>
                <a:latin typeface="Arial"/>
                <a:ea typeface="Arial"/>
                <a:cs typeface="Arial"/>
              </a:defRPr>
            </a:lvl1pPr>
            <a:lvl2pPr algn="ctr">
              <a:defRPr sz="2100" b="1">
                <a:solidFill>
                  <a:srgbClr val="231F20"/>
                </a:solidFill>
                <a:latin typeface="Arial"/>
                <a:ea typeface="Arial"/>
                <a:cs typeface="Arial"/>
              </a:defRPr>
            </a:lvl2pPr>
            <a:lvl3pPr algn="ctr">
              <a:defRPr sz="2100" b="1">
                <a:solidFill>
                  <a:srgbClr val="231F20"/>
                </a:solidFill>
                <a:latin typeface="Arial"/>
                <a:ea typeface="Arial"/>
                <a:cs typeface="Arial"/>
              </a:defRPr>
            </a:lvl3pPr>
            <a:lvl4pPr algn="ctr">
              <a:defRPr sz="2100" b="1">
                <a:solidFill>
                  <a:srgbClr val="231F20"/>
                </a:solidFill>
                <a:latin typeface="Arial"/>
                <a:ea typeface="Arial"/>
                <a:cs typeface="Arial"/>
              </a:defRPr>
            </a:lvl4pPr>
            <a:lvl5pPr algn="ctr">
              <a:defRPr sz="2100" b="1">
                <a:solidFill>
                  <a:srgbClr val="231F20"/>
                </a:solidFill>
                <a:latin typeface="Arial"/>
                <a:ea typeface="Arial"/>
                <a:cs typeface="Arial"/>
              </a:defRPr>
            </a:lvl5pPr>
            <a:lvl6pPr algn="ctr">
              <a:defRPr sz="2100" b="1">
                <a:solidFill>
                  <a:srgbClr val="231F20"/>
                </a:solidFill>
                <a:latin typeface="Arial"/>
                <a:ea typeface="Arial"/>
                <a:cs typeface="Arial"/>
              </a:defRPr>
            </a:lvl6pPr>
            <a:lvl7pPr algn="ctr">
              <a:defRPr sz="2100" b="1">
                <a:solidFill>
                  <a:srgbClr val="231F20"/>
                </a:solidFill>
                <a:latin typeface="Arial"/>
                <a:ea typeface="Arial"/>
                <a:cs typeface="Arial"/>
              </a:defRPr>
            </a:lvl7pPr>
            <a:lvl8pPr algn="ctr">
              <a:defRPr sz="2100" b="1">
                <a:solidFill>
                  <a:srgbClr val="231F20"/>
                </a:solidFill>
                <a:latin typeface="Arial"/>
                <a:ea typeface="Arial"/>
                <a:cs typeface="Arial"/>
              </a:defRPr>
            </a:lvl8pPr>
            <a:lvl9pPr algn="ctr">
              <a:defRPr sz="2100" b="1">
                <a:solidFill>
                  <a:srgbClr val="231F20"/>
                </a:solidFill>
                <a:latin typeface="Arial"/>
                <a:ea typeface="Arial"/>
                <a:cs typeface="Arial"/>
              </a:defRPr>
            </a:lvl9pPr>
          </a:lstStyle>
          <a:p xmlns:a="http://schemas.openxmlformats.org/drawingml/2006/main">
            <a:pPr algn="ctr">
              <a:defRPr sz="2100" b="1">
                <a:solidFill>
                  <a:srgbClr val="231F20"/>
                </a:solidFill>
                <a:latin typeface="Arial"/>
                <a:ea typeface="Arial"/>
                <a:cs typeface="Arial"/>
              </a:defRPr>
            </a:pPr>
            <a:r>
              <a:rPr sz="2100" b="1">
                <a:solidFill>
                  <a:srgbClr val="231F20"/>
                </a:solidFill>
                <a:latin typeface="Arial"/>
                <a:ea typeface="Arial"/>
                <a:cs typeface="Arial"/>
              </a:rPr>
              <a:t>DDR3</a:t>
            </a:r>
          </a:p>
        </p:txBody>
      </p:sp>
      <p:sp>
        <p:nvSpPr>
          <p:cNvPr id="66" name="wire-302">
            <a:extLst xmlns:a="http://schemas.openxmlformats.org/drawingml/2006/main">
              <a:ext uri="{FF2B5EF4-FFF2-40B4-BE49-F238E27FC236}">
                <a16:creationId xmlns:a16="http://schemas.microsoft.com/office/drawing/2014/main" id="{D82066DA-9540-4AC6-B731-49CECF333ECD}"/>
              </a:ext>
            </a:extLst>
          </p:cNvPr>
          <p:cNvSpPr>
            <a:spLocks xmlns:a="http://schemas.openxmlformats.org/drawingml/2006/main" noGrp="1"/>
          </p:cNvSpPr>
          <p:nvPr/>
        </p:nvSpPr>
        <p:spPr>
          <a:xfrm xmlns:a="http://schemas.openxmlformats.org/drawingml/2006/main">
            <a:off x="7181850" y="3276600"/>
            <a:ext cx="266700" cy="9525"/>
          </a:xfrm>
          <a:custGeom xmlns:a="http://schemas.openxmlformats.org/drawingml/2006/main">
            <a:pathLst>
              <a:path w="266700" h="9525">
                <a:moveTo>
                  <a:pt x="0" y="0"/>
                </a:moveTo>
                <a:lnTo>
                  <a:pt x="266700" y="0"/>
                </a:lnTo>
              </a:path>
            </a:pathLst>
          </a:custGeom>
          <a:noFill xmlns:a="http://schemas.openxmlformats.org/drawingml/2006/main"/>
          <a:ln xmlns:a="http://schemas.openxmlformats.org/drawingml/2006/main" w="22860">
            <a:solidFill>
              <a:srgbClr val="231F20"/>
            </a:solidFill>
          </a:ln>
        </p:spPr>
      </p:sp>
      <p:sp>
        <p:nvSpPr>
          <p:cNvPr id="67" name="wire-303">
            <a:extLst xmlns:a="http://schemas.openxmlformats.org/drawingml/2006/main">
              <a:ext uri="{FF2B5EF4-FFF2-40B4-BE49-F238E27FC236}">
                <a16:creationId xmlns:a16="http://schemas.microsoft.com/office/drawing/2014/main" id="{2DCEB53B-6C77-43BB-99D8-5FACFB272405}"/>
              </a:ext>
            </a:extLst>
          </p:cNvPr>
          <p:cNvSpPr>
            <a:spLocks xmlns:a="http://schemas.openxmlformats.org/drawingml/2006/main" noGrp="1"/>
          </p:cNvSpPr>
          <p:nvPr/>
        </p:nvSpPr>
        <p:spPr>
          <a:xfrm xmlns:a="http://schemas.openxmlformats.org/drawingml/2006/main">
            <a:off x="7448550" y="2790825"/>
            <a:ext cx="9525" cy="485775"/>
          </a:xfrm>
          <a:custGeom xmlns:a="http://schemas.openxmlformats.org/drawingml/2006/main">
            <a:pathLst>
              <a:path w="9525" h="485775">
                <a:moveTo>
                  <a:pt x="0" y="485775"/>
                </a:moveTo>
                <a:lnTo>
                  <a:pt x="0" y="0"/>
                </a:lnTo>
              </a:path>
            </a:pathLst>
          </a:custGeom>
          <a:noFill xmlns:a="http://schemas.openxmlformats.org/drawingml/2006/main"/>
          <a:ln xmlns:a="http://schemas.openxmlformats.org/drawingml/2006/main" w="22860">
            <a:solidFill>
              <a:srgbClr val="231F20"/>
            </a:solidFill>
          </a:ln>
        </p:spPr>
      </p:sp>
      <p:sp>
        <p:nvSpPr>
          <p:cNvPr id="68" name="wire-304">
            <a:extLst xmlns:a="http://schemas.openxmlformats.org/drawingml/2006/main">
              <a:ext uri="{FF2B5EF4-FFF2-40B4-BE49-F238E27FC236}">
                <a16:creationId xmlns:a16="http://schemas.microsoft.com/office/drawing/2014/main" id="{7E024D53-90B9-48B3-AFAE-4D50821A5C24}"/>
              </a:ext>
            </a:extLst>
          </p:cNvPr>
          <p:cNvSpPr>
            <a:spLocks xmlns:a="http://schemas.openxmlformats.org/drawingml/2006/main" noGrp="1"/>
          </p:cNvSpPr>
          <p:nvPr/>
        </p:nvSpPr>
        <p:spPr>
          <a:xfrm xmlns:a="http://schemas.openxmlformats.org/drawingml/2006/main">
            <a:off x="7448550" y="279082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2860">
            <a:solidFill>
              <a:srgbClr val="231F20"/>
            </a:solidFill>
          </a:ln>
        </p:spPr>
      </p:sp>
      <p:sp>
        <p:nvSpPr>
          <p:cNvPr id="69" name="circuit-305">
            <a:extLst xmlns:a="http://schemas.openxmlformats.org/drawingml/2006/main">
              <a:ext uri="{FF2B5EF4-FFF2-40B4-BE49-F238E27FC236}">
                <a16:creationId xmlns:a16="http://schemas.microsoft.com/office/drawing/2014/main" id="{8073EC14-044F-48FC-A64B-F4AC30921463}"/>
              </a:ext>
            </a:extLst>
          </p:cNvPr>
          <p:cNvSpPr>
            <a:spLocks xmlns:a="http://schemas.openxmlformats.org/drawingml/2006/main" noGrp="1"/>
          </p:cNvSpPr>
          <p:nvPr/>
        </p:nvSpPr>
        <p:spPr>
          <a:xfrm xmlns:a="http://schemas.openxmlformats.org/drawingml/2006/main">
            <a:off x="7572375" y="27527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70" name="wire-306">
            <a:extLst xmlns:a="http://schemas.openxmlformats.org/drawingml/2006/main">
              <a:ext uri="{FF2B5EF4-FFF2-40B4-BE49-F238E27FC236}">
                <a16:creationId xmlns:a16="http://schemas.microsoft.com/office/drawing/2014/main" id="{51B4236B-2F60-4246-83F8-0DD801E462A3}"/>
              </a:ext>
            </a:extLst>
          </p:cNvPr>
          <p:cNvSpPr>
            <a:spLocks xmlns:a="http://schemas.openxmlformats.org/drawingml/2006/main" noGrp="1"/>
          </p:cNvSpPr>
          <p:nvPr/>
        </p:nvSpPr>
        <p:spPr>
          <a:xfrm xmlns:a="http://schemas.openxmlformats.org/drawingml/2006/main">
            <a:off x="7181850" y="3276600"/>
            <a:ext cx="266700" cy="9525"/>
          </a:xfrm>
          <a:custGeom xmlns:a="http://schemas.openxmlformats.org/drawingml/2006/main">
            <a:pathLst>
              <a:path w="266700" h="9525">
                <a:moveTo>
                  <a:pt x="266700" y="0"/>
                </a:moveTo>
                <a:lnTo>
                  <a:pt x="0" y="0"/>
                </a:lnTo>
              </a:path>
            </a:pathLst>
          </a:custGeom>
          <a:noFill xmlns:a="http://schemas.openxmlformats.org/drawingml/2006/main"/>
          <a:ln xmlns:a="http://schemas.openxmlformats.org/drawingml/2006/main" w="22860">
            <a:solidFill>
              <a:srgbClr val="231F20"/>
            </a:solidFill>
          </a:ln>
        </p:spPr>
      </p:sp>
      <p:sp>
        <p:nvSpPr>
          <p:cNvPr id="71" name="circuit-307">
            <a:extLst xmlns:a="http://schemas.openxmlformats.org/drawingml/2006/main">
              <a:ext uri="{FF2B5EF4-FFF2-40B4-BE49-F238E27FC236}">
                <a16:creationId xmlns:a16="http://schemas.microsoft.com/office/drawing/2014/main" id="{74B6B1D4-A638-4539-94D9-35B057CF0C33}"/>
              </a:ext>
            </a:extLst>
          </p:cNvPr>
          <p:cNvSpPr>
            <a:spLocks xmlns:a="http://schemas.openxmlformats.org/drawingml/2006/main" noGrp="1"/>
          </p:cNvSpPr>
          <p:nvPr/>
        </p:nvSpPr>
        <p:spPr>
          <a:xfrm xmlns:a="http://schemas.openxmlformats.org/drawingml/2006/main">
            <a:off x="7181850" y="3238500"/>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72" name="wire-308">
            <a:extLst xmlns:a="http://schemas.openxmlformats.org/drawingml/2006/main">
              <a:ext uri="{FF2B5EF4-FFF2-40B4-BE49-F238E27FC236}">
                <a16:creationId xmlns:a16="http://schemas.microsoft.com/office/drawing/2014/main" id="{703CAF98-32A4-4915-81DC-3DB6ED4FFF62}"/>
              </a:ext>
            </a:extLst>
          </p:cNvPr>
          <p:cNvSpPr>
            <a:spLocks xmlns:a="http://schemas.openxmlformats.org/drawingml/2006/main" noGrp="1"/>
          </p:cNvSpPr>
          <p:nvPr/>
        </p:nvSpPr>
        <p:spPr>
          <a:xfrm xmlns:a="http://schemas.openxmlformats.org/drawingml/2006/main">
            <a:off x="9382125" y="2790825"/>
            <a:ext cx="533400" cy="9525"/>
          </a:xfrm>
          <a:custGeom xmlns:a="http://schemas.openxmlformats.org/drawingml/2006/main">
            <a:pathLst>
              <a:path w="533400" h="9525">
                <a:moveTo>
                  <a:pt x="0" y="0"/>
                </a:moveTo>
                <a:lnTo>
                  <a:pt x="533400" y="0"/>
                </a:lnTo>
              </a:path>
            </a:pathLst>
          </a:custGeom>
          <a:noFill xmlns:a="http://schemas.openxmlformats.org/drawingml/2006/main"/>
          <a:ln xmlns:a="http://schemas.openxmlformats.org/drawingml/2006/main" w="22860">
            <a:solidFill>
              <a:srgbClr val="231F20"/>
            </a:solidFill>
          </a:ln>
        </p:spPr>
      </p:sp>
      <p:sp>
        <p:nvSpPr>
          <p:cNvPr id="73" name="circuit-309">
            <a:extLst xmlns:a="http://schemas.openxmlformats.org/drawingml/2006/main">
              <a:ext uri="{FF2B5EF4-FFF2-40B4-BE49-F238E27FC236}">
                <a16:creationId xmlns:a16="http://schemas.microsoft.com/office/drawing/2014/main" id="{88015E7F-D7C9-4D4D-AD34-058FD0EF1D7F}"/>
              </a:ext>
            </a:extLst>
          </p:cNvPr>
          <p:cNvSpPr>
            <a:spLocks xmlns:a="http://schemas.openxmlformats.org/drawingml/2006/main" noGrp="1"/>
          </p:cNvSpPr>
          <p:nvPr/>
        </p:nvSpPr>
        <p:spPr>
          <a:xfrm xmlns:a="http://schemas.openxmlformats.org/drawingml/2006/main">
            <a:off x="9820275" y="27527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74" name="wire-310">
            <a:extLst xmlns:a="http://schemas.openxmlformats.org/drawingml/2006/main">
              <a:ext uri="{FF2B5EF4-FFF2-40B4-BE49-F238E27FC236}">
                <a16:creationId xmlns:a16="http://schemas.microsoft.com/office/drawing/2014/main" id="{4EE6A7F4-D31E-417F-8A3C-E9D010E7BC96}"/>
              </a:ext>
            </a:extLst>
          </p:cNvPr>
          <p:cNvSpPr>
            <a:spLocks xmlns:a="http://schemas.openxmlformats.org/drawingml/2006/main" noGrp="1"/>
          </p:cNvSpPr>
          <p:nvPr/>
        </p:nvSpPr>
        <p:spPr>
          <a:xfrm xmlns:a="http://schemas.openxmlformats.org/drawingml/2006/main">
            <a:off x="9382125" y="2790825"/>
            <a:ext cx="533400" cy="9525"/>
          </a:xfrm>
          <a:custGeom xmlns:a="http://schemas.openxmlformats.org/drawingml/2006/main">
            <a:pathLst>
              <a:path w="533400" h="9525">
                <a:moveTo>
                  <a:pt x="533400" y="0"/>
                </a:moveTo>
                <a:lnTo>
                  <a:pt x="0" y="0"/>
                </a:lnTo>
              </a:path>
            </a:pathLst>
          </a:custGeom>
          <a:noFill xmlns:a="http://schemas.openxmlformats.org/drawingml/2006/main"/>
          <a:ln xmlns:a="http://schemas.openxmlformats.org/drawingml/2006/main" w="22860">
            <a:solidFill>
              <a:srgbClr val="231F20"/>
            </a:solidFill>
          </a:ln>
        </p:spPr>
      </p:sp>
      <p:sp>
        <p:nvSpPr>
          <p:cNvPr id="75" name="circuit-311">
            <a:extLst xmlns:a="http://schemas.openxmlformats.org/drawingml/2006/main">
              <a:ext uri="{FF2B5EF4-FFF2-40B4-BE49-F238E27FC236}">
                <a16:creationId xmlns:a16="http://schemas.microsoft.com/office/drawing/2014/main" id="{0A635DBA-DE94-4D79-B04E-BE904E1EFCFC}"/>
              </a:ext>
            </a:extLst>
          </p:cNvPr>
          <p:cNvSpPr>
            <a:spLocks xmlns:a="http://schemas.openxmlformats.org/drawingml/2006/main" noGrp="1"/>
          </p:cNvSpPr>
          <p:nvPr/>
        </p:nvSpPr>
        <p:spPr>
          <a:xfrm xmlns:a="http://schemas.openxmlformats.org/drawingml/2006/main">
            <a:off x="9382125" y="275272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76" name="text-312">
            <a:extLst xmlns:a="http://schemas.openxmlformats.org/drawingml/2006/main">
              <a:ext uri="{FF2B5EF4-FFF2-40B4-BE49-F238E27FC236}">
                <a16:creationId xmlns:a16="http://schemas.microsoft.com/office/drawing/2014/main" id="{68E1792B-024F-485F-9B38-28158A201CC7}"/>
              </a:ext>
            </a:extLst>
          </p:cNvPr>
          <p:cNvSpPr>
            <a:spLocks xmlns:a="http://schemas.openxmlformats.org/drawingml/2006/main" noGrp="1"/>
          </p:cNvSpPr>
          <p:nvPr/>
        </p:nvSpPr>
        <p:spPr>
          <a:xfrm xmlns:a="http://schemas.openxmlformats.org/drawingml/2006/main">
            <a:off x="7658100" y="3286125"/>
            <a:ext cx="3924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Yu Gothic"/>
                <a:ea typeface="Yu Gothic"/>
                <a:cs typeface="Yu Gothic"/>
              </a:defRPr>
            </a:defPPr>
            <a:lvl1pPr algn="ctr">
              <a:defRPr sz="1725" b="0">
                <a:solidFill>
                  <a:srgbClr val="231F20"/>
                </a:solidFill>
                <a:latin typeface="Yu Gothic"/>
                <a:ea typeface="Yu Gothic"/>
                <a:cs typeface="Yu Gothic"/>
              </a:defRPr>
            </a:lvl1pPr>
            <a:lvl2pPr algn="ctr">
              <a:defRPr sz="1725" b="0">
                <a:solidFill>
                  <a:srgbClr val="231F20"/>
                </a:solidFill>
                <a:latin typeface="Yu Gothic"/>
                <a:ea typeface="Yu Gothic"/>
                <a:cs typeface="Yu Gothic"/>
              </a:defRPr>
            </a:lvl2pPr>
            <a:lvl3pPr algn="ctr">
              <a:defRPr sz="1725" b="0">
                <a:solidFill>
                  <a:srgbClr val="231F20"/>
                </a:solidFill>
                <a:latin typeface="Yu Gothic"/>
                <a:ea typeface="Yu Gothic"/>
                <a:cs typeface="Yu Gothic"/>
              </a:defRPr>
            </a:lvl3pPr>
            <a:lvl4pPr algn="ctr">
              <a:defRPr sz="1725" b="0">
                <a:solidFill>
                  <a:srgbClr val="231F20"/>
                </a:solidFill>
                <a:latin typeface="Yu Gothic"/>
                <a:ea typeface="Yu Gothic"/>
                <a:cs typeface="Yu Gothic"/>
              </a:defRPr>
            </a:lvl4pPr>
            <a:lvl5pPr algn="ctr">
              <a:defRPr sz="1725" b="0">
                <a:solidFill>
                  <a:srgbClr val="231F20"/>
                </a:solidFill>
                <a:latin typeface="Yu Gothic"/>
                <a:ea typeface="Yu Gothic"/>
                <a:cs typeface="Yu Gothic"/>
              </a:defRPr>
            </a:lvl5pPr>
            <a:lvl6pPr algn="ctr">
              <a:defRPr sz="1725" b="0">
                <a:solidFill>
                  <a:srgbClr val="231F20"/>
                </a:solidFill>
                <a:latin typeface="Yu Gothic"/>
                <a:ea typeface="Yu Gothic"/>
                <a:cs typeface="Yu Gothic"/>
              </a:defRPr>
            </a:lvl6pPr>
            <a:lvl7pPr algn="ctr">
              <a:defRPr sz="1725" b="0">
                <a:solidFill>
                  <a:srgbClr val="231F20"/>
                </a:solidFill>
                <a:latin typeface="Yu Gothic"/>
                <a:ea typeface="Yu Gothic"/>
                <a:cs typeface="Yu Gothic"/>
              </a:defRPr>
            </a:lvl7pPr>
            <a:lvl8pPr algn="ctr">
              <a:defRPr sz="1725" b="0">
                <a:solidFill>
                  <a:srgbClr val="231F20"/>
                </a:solidFill>
                <a:latin typeface="Yu Gothic"/>
                <a:ea typeface="Yu Gothic"/>
                <a:cs typeface="Yu Gothic"/>
              </a:defRPr>
            </a:lvl8pPr>
            <a:lvl9pPr algn="ctr">
              <a:defRPr sz="1725" b="0">
                <a:solidFill>
                  <a:srgbClr val="231F20"/>
                </a:solidFill>
                <a:latin typeface="Yu Gothic"/>
                <a:ea typeface="Yu Gothic"/>
                <a:cs typeface="Yu Gothic"/>
              </a:defRPr>
            </a:lvl9pPr>
          </a:lstStyle>
          <a:p xmlns:a="http://schemas.openxmlformats.org/drawingml/2006/main">
            <a:pPr algn="ctr">
              <a:defRPr sz="1725" b="0">
                <a:solidFill>
                  <a:srgbClr val="231F20"/>
                </a:solidFill>
                <a:latin typeface="Yu Gothic"/>
                <a:ea typeface="Yu Gothic"/>
                <a:cs typeface="Yu Gothic"/>
              </a:defRPr>
            </a:pPr>
            <a:r>
              <a:rPr sz="1725" b="0">
                <a:solidFill>
                  <a:srgbClr val="231F20"/>
                </a:solidFill>
                <a:latin typeface="Yu Gothic"/>
                <a:ea typeface="Yu Gothic"/>
                <a:cs typeface="Yu Gothic"/>
              </a:rPr>
              <a:t>実行中の命令・データ</a:t>
            </a:r>
          </a:p>
        </p:txBody>
      </p:sp>
      <p:sp>
        <p:nvSpPr>
          <p:cNvPr id="77" name="block-313">
            <a:extLst xmlns:a="http://schemas.openxmlformats.org/drawingml/2006/main">
              <a:ext uri="{FF2B5EF4-FFF2-40B4-BE49-F238E27FC236}">
                <a16:creationId xmlns:a16="http://schemas.microsoft.com/office/drawing/2014/main" id="{80087930-87CE-4AC7-AD64-BDBFCC145EC7}"/>
              </a:ext>
            </a:extLst>
          </p:cNvPr>
          <p:cNvSpPr>
            <a:spLocks xmlns:a="http://schemas.openxmlformats.org/drawingml/2006/main" noGrp="1"/>
          </p:cNvSpPr>
          <p:nvPr/>
        </p:nvSpPr>
        <p:spPr>
          <a:xfrm xmlns:a="http://schemas.openxmlformats.org/drawingml/2006/main">
            <a:off x="7667625" y="3962400"/>
            <a:ext cx="1714500" cy="695325"/>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78" name="text-314">
            <a:extLst xmlns:a="http://schemas.openxmlformats.org/drawingml/2006/main">
              <a:ext uri="{FF2B5EF4-FFF2-40B4-BE49-F238E27FC236}">
                <a16:creationId xmlns:a16="http://schemas.microsoft.com/office/drawing/2014/main" id="{46B7272F-054C-42EE-8A0E-612B8232E843}"/>
              </a:ext>
            </a:extLst>
          </p:cNvPr>
          <p:cNvSpPr>
            <a:spLocks xmlns:a="http://schemas.openxmlformats.org/drawingml/2006/main" noGrp="1"/>
          </p:cNvSpPr>
          <p:nvPr/>
        </p:nvSpPr>
        <p:spPr>
          <a:xfrm xmlns:a="http://schemas.openxmlformats.org/drawingml/2006/main">
            <a:off x="7743825" y="4019550"/>
            <a:ext cx="1562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APB変換</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SPI制御</a:t>
            </a:r>
          </a:p>
        </p:txBody>
      </p:sp>
      <p:sp>
        <p:nvSpPr>
          <p:cNvPr id="79" name="block-315">
            <a:extLst xmlns:a="http://schemas.openxmlformats.org/drawingml/2006/main">
              <a:ext uri="{FF2B5EF4-FFF2-40B4-BE49-F238E27FC236}">
                <a16:creationId xmlns:a16="http://schemas.microsoft.com/office/drawing/2014/main" id="{50F1B0E6-7952-4C9C-8AF7-D9EFE93ED185}"/>
              </a:ext>
            </a:extLst>
          </p:cNvPr>
          <p:cNvSpPr>
            <a:spLocks xmlns:a="http://schemas.openxmlformats.org/drawingml/2006/main" noGrp="1"/>
          </p:cNvSpPr>
          <p:nvPr/>
        </p:nvSpPr>
        <p:spPr>
          <a:xfrm xmlns:a="http://schemas.openxmlformats.org/drawingml/2006/main">
            <a:off x="9915525" y="4057650"/>
            <a:ext cx="1666875" cy="50482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80" name="text-316">
            <a:extLst xmlns:a="http://schemas.openxmlformats.org/drawingml/2006/main">
              <a:ext uri="{FF2B5EF4-FFF2-40B4-BE49-F238E27FC236}">
                <a16:creationId xmlns:a16="http://schemas.microsoft.com/office/drawing/2014/main" id="{E7E056EC-54CF-42D8-9A3D-F923C995F5B1}"/>
              </a:ext>
            </a:extLst>
          </p:cNvPr>
          <p:cNvSpPr>
            <a:spLocks xmlns:a="http://schemas.openxmlformats.org/drawingml/2006/main" noGrp="1"/>
          </p:cNvSpPr>
          <p:nvPr/>
        </p:nvSpPr>
        <p:spPr>
          <a:xfrm xmlns:a="http://schemas.openxmlformats.org/drawingml/2006/main">
            <a:off x="9991725" y="4114800"/>
            <a:ext cx="1514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SDカード</a:t>
            </a:r>
          </a:p>
        </p:txBody>
      </p:sp>
      <p:sp>
        <p:nvSpPr>
          <p:cNvPr id="81" name="wire-317">
            <a:extLst xmlns:a="http://schemas.openxmlformats.org/drawingml/2006/main">
              <a:ext uri="{FF2B5EF4-FFF2-40B4-BE49-F238E27FC236}">
                <a16:creationId xmlns:a16="http://schemas.microsoft.com/office/drawing/2014/main" id="{F04B6529-FAB1-4FDD-A3EA-0FA019D0F3C1}"/>
              </a:ext>
            </a:extLst>
          </p:cNvPr>
          <p:cNvSpPr>
            <a:spLocks xmlns:a="http://schemas.openxmlformats.org/drawingml/2006/main" noGrp="1"/>
          </p:cNvSpPr>
          <p:nvPr/>
        </p:nvSpPr>
        <p:spPr>
          <a:xfrm xmlns:a="http://schemas.openxmlformats.org/drawingml/2006/main">
            <a:off x="7181850" y="3981450"/>
            <a:ext cx="266700" cy="9525"/>
          </a:xfrm>
          <a:custGeom xmlns:a="http://schemas.openxmlformats.org/drawingml/2006/main">
            <a:pathLst>
              <a:path w="266700" h="9525">
                <a:moveTo>
                  <a:pt x="0" y="0"/>
                </a:moveTo>
                <a:lnTo>
                  <a:pt x="266700" y="0"/>
                </a:lnTo>
              </a:path>
            </a:pathLst>
          </a:custGeom>
          <a:noFill xmlns:a="http://schemas.openxmlformats.org/drawingml/2006/main"/>
          <a:ln xmlns:a="http://schemas.openxmlformats.org/drawingml/2006/main" w="22860">
            <a:solidFill>
              <a:srgbClr val="1572C3"/>
            </a:solidFill>
          </a:ln>
        </p:spPr>
      </p:sp>
      <p:sp>
        <p:nvSpPr>
          <p:cNvPr id="82" name="wire-318">
            <a:extLst xmlns:a="http://schemas.openxmlformats.org/drawingml/2006/main">
              <a:ext uri="{FF2B5EF4-FFF2-40B4-BE49-F238E27FC236}">
                <a16:creationId xmlns:a16="http://schemas.microsoft.com/office/drawing/2014/main" id="{38C86062-4A1E-475E-8C6B-4389A7CDD78E}"/>
              </a:ext>
            </a:extLst>
          </p:cNvPr>
          <p:cNvSpPr>
            <a:spLocks xmlns:a="http://schemas.openxmlformats.org/drawingml/2006/main" noGrp="1"/>
          </p:cNvSpPr>
          <p:nvPr/>
        </p:nvSpPr>
        <p:spPr>
          <a:xfrm xmlns:a="http://schemas.openxmlformats.org/drawingml/2006/main">
            <a:off x="7448550" y="3981450"/>
            <a:ext cx="9525" cy="333375"/>
          </a:xfrm>
          <a:custGeom xmlns:a="http://schemas.openxmlformats.org/drawingml/2006/main">
            <a:pathLst>
              <a:path w="9525" h="333375">
                <a:moveTo>
                  <a:pt x="0" y="0"/>
                </a:moveTo>
                <a:lnTo>
                  <a:pt x="0" y="333375"/>
                </a:lnTo>
              </a:path>
            </a:pathLst>
          </a:custGeom>
          <a:noFill xmlns:a="http://schemas.openxmlformats.org/drawingml/2006/main"/>
          <a:ln xmlns:a="http://schemas.openxmlformats.org/drawingml/2006/main" w="22860">
            <a:solidFill>
              <a:srgbClr val="1572C3"/>
            </a:solidFill>
          </a:ln>
        </p:spPr>
      </p:sp>
      <p:sp>
        <p:nvSpPr>
          <p:cNvPr id="83" name="wire-319">
            <a:extLst xmlns:a="http://schemas.openxmlformats.org/drawingml/2006/main">
              <a:ext uri="{FF2B5EF4-FFF2-40B4-BE49-F238E27FC236}">
                <a16:creationId xmlns:a16="http://schemas.microsoft.com/office/drawing/2014/main" id="{13D7E2D0-A3F3-452D-9B7C-2F48B34B48E1}"/>
              </a:ext>
            </a:extLst>
          </p:cNvPr>
          <p:cNvSpPr>
            <a:spLocks xmlns:a="http://schemas.openxmlformats.org/drawingml/2006/main" noGrp="1"/>
          </p:cNvSpPr>
          <p:nvPr/>
        </p:nvSpPr>
        <p:spPr>
          <a:xfrm xmlns:a="http://schemas.openxmlformats.org/drawingml/2006/main">
            <a:off x="7448550" y="431482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2860">
            <a:solidFill>
              <a:srgbClr val="1572C3"/>
            </a:solidFill>
          </a:ln>
        </p:spPr>
      </p:sp>
      <p:sp>
        <p:nvSpPr>
          <p:cNvPr id="84" name="circuit-320">
            <a:extLst xmlns:a="http://schemas.openxmlformats.org/drawingml/2006/main">
              <a:ext uri="{FF2B5EF4-FFF2-40B4-BE49-F238E27FC236}">
                <a16:creationId xmlns:a16="http://schemas.microsoft.com/office/drawing/2014/main" id="{A4A27210-12C8-4756-ACF2-0F9A3BD1505A}"/>
              </a:ext>
            </a:extLst>
          </p:cNvPr>
          <p:cNvSpPr>
            <a:spLocks xmlns:a="http://schemas.openxmlformats.org/drawingml/2006/main" noGrp="1"/>
          </p:cNvSpPr>
          <p:nvPr/>
        </p:nvSpPr>
        <p:spPr>
          <a:xfrm xmlns:a="http://schemas.openxmlformats.org/drawingml/2006/main">
            <a:off x="7572375" y="42767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85" name="wire-321">
            <a:extLst xmlns:a="http://schemas.openxmlformats.org/drawingml/2006/main">
              <a:ext uri="{FF2B5EF4-FFF2-40B4-BE49-F238E27FC236}">
                <a16:creationId xmlns:a16="http://schemas.microsoft.com/office/drawing/2014/main" id="{2E7BA499-2411-4934-8F76-9619A7FE4224}"/>
              </a:ext>
            </a:extLst>
          </p:cNvPr>
          <p:cNvSpPr>
            <a:spLocks xmlns:a="http://schemas.openxmlformats.org/drawingml/2006/main" noGrp="1"/>
          </p:cNvSpPr>
          <p:nvPr/>
        </p:nvSpPr>
        <p:spPr>
          <a:xfrm xmlns:a="http://schemas.openxmlformats.org/drawingml/2006/main">
            <a:off x="7181850" y="3981450"/>
            <a:ext cx="266700" cy="9525"/>
          </a:xfrm>
          <a:custGeom xmlns:a="http://schemas.openxmlformats.org/drawingml/2006/main">
            <a:pathLst>
              <a:path w="266700" h="9525">
                <a:moveTo>
                  <a:pt x="266700" y="0"/>
                </a:moveTo>
                <a:lnTo>
                  <a:pt x="0" y="0"/>
                </a:lnTo>
              </a:path>
            </a:pathLst>
          </a:custGeom>
          <a:noFill xmlns:a="http://schemas.openxmlformats.org/drawingml/2006/main"/>
          <a:ln xmlns:a="http://schemas.openxmlformats.org/drawingml/2006/main" w="22860">
            <a:solidFill>
              <a:srgbClr val="1572C3"/>
            </a:solidFill>
          </a:ln>
        </p:spPr>
      </p:sp>
      <p:sp>
        <p:nvSpPr>
          <p:cNvPr id="86" name="circuit-322">
            <a:extLst xmlns:a="http://schemas.openxmlformats.org/drawingml/2006/main">
              <a:ext uri="{FF2B5EF4-FFF2-40B4-BE49-F238E27FC236}">
                <a16:creationId xmlns:a16="http://schemas.microsoft.com/office/drawing/2014/main" id="{16DB7A2F-8FF4-4B43-A714-2D971B46F650}"/>
              </a:ext>
            </a:extLst>
          </p:cNvPr>
          <p:cNvSpPr>
            <a:spLocks xmlns:a="http://schemas.openxmlformats.org/drawingml/2006/main" noGrp="1"/>
          </p:cNvSpPr>
          <p:nvPr/>
        </p:nvSpPr>
        <p:spPr>
          <a:xfrm xmlns:a="http://schemas.openxmlformats.org/drawingml/2006/main">
            <a:off x="7181850" y="3943350"/>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1572C3"/>
          </a:solidFill>
          <a:ln xmlns:a="http://schemas.openxmlformats.org/drawingml/2006/main" w="9525">
            <a:solidFill>
              <a:srgbClr val="1572C3"/>
            </a:solidFill>
          </a:ln>
        </p:spPr>
      </p:sp>
      <p:sp>
        <p:nvSpPr>
          <p:cNvPr id="87" name="wire-323">
            <a:extLst xmlns:a="http://schemas.openxmlformats.org/drawingml/2006/main">
              <a:ext uri="{FF2B5EF4-FFF2-40B4-BE49-F238E27FC236}">
                <a16:creationId xmlns:a16="http://schemas.microsoft.com/office/drawing/2014/main" id="{2C4BC9F2-C127-49AE-A8B7-8F12E3CEB49A}"/>
              </a:ext>
            </a:extLst>
          </p:cNvPr>
          <p:cNvSpPr>
            <a:spLocks xmlns:a="http://schemas.openxmlformats.org/drawingml/2006/main" noGrp="1"/>
          </p:cNvSpPr>
          <p:nvPr/>
        </p:nvSpPr>
        <p:spPr>
          <a:xfrm xmlns:a="http://schemas.openxmlformats.org/drawingml/2006/main">
            <a:off x="9382125" y="4314825"/>
            <a:ext cx="533400" cy="9525"/>
          </a:xfrm>
          <a:custGeom xmlns:a="http://schemas.openxmlformats.org/drawingml/2006/main">
            <a:pathLst>
              <a:path w="533400" h="9525">
                <a:moveTo>
                  <a:pt x="0" y="0"/>
                </a:moveTo>
                <a:lnTo>
                  <a:pt x="533400" y="0"/>
                </a:lnTo>
              </a:path>
            </a:pathLst>
          </a:custGeom>
          <a:noFill xmlns:a="http://schemas.openxmlformats.org/drawingml/2006/main"/>
          <a:ln xmlns:a="http://schemas.openxmlformats.org/drawingml/2006/main" w="22860">
            <a:solidFill>
              <a:srgbClr val="1572C3"/>
            </a:solidFill>
          </a:ln>
        </p:spPr>
      </p:sp>
      <p:sp>
        <p:nvSpPr>
          <p:cNvPr id="88" name="circuit-324">
            <a:extLst xmlns:a="http://schemas.openxmlformats.org/drawingml/2006/main">
              <a:ext uri="{FF2B5EF4-FFF2-40B4-BE49-F238E27FC236}">
                <a16:creationId xmlns:a16="http://schemas.microsoft.com/office/drawing/2014/main" id="{6105AB83-B2EF-410F-A200-586BC2F4C8FC}"/>
              </a:ext>
            </a:extLst>
          </p:cNvPr>
          <p:cNvSpPr>
            <a:spLocks xmlns:a="http://schemas.openxmlformats.org/drawingml/2006/main" noGrp="1"/>
          </p:cNvSpPr>
          <p:nvPr/>
        </p:nvSpPr>
        <p:spPr>
          <a:xfrm xmlns:a="http://schemas.openxmlformats.org/drawingml/2006/main">
            <a:off x="9820275" y="42767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89" name="wire-325">
            <a:extLst xmlns:a="http://schemas.openxmlformats.org/drawingml/2006/main">
              <a:ext uri="{FF2B5EF4-FFF2-40B4-BE49-F238E27FC236}">
                <a16:creationId xmlns:a16="http://schemas.microsoft.com/office/drawing/2014/main" id="{8C140855-DED2-42CC-AFCA-1E342DA2BA7E}"/>
              </a:ext>
            </a:extLst>
          </p:cNvPr>
          <p:cNvSpPr>
            <a:spLocks xmlns:a="http://schemas.openxmlformats.org/drawingml/2006/main" noGrp="1"/>
          </p:cNvSpPr>
          <p:nvPr/>
        </p:nvSpPr>
        <p:spPr>
          <a:xfrm xmlns:a="http://schemas.openxmlformats.org/drawingml/2006/main">
            <a:off x="9382125" y="4314825"/>
            <a:ext cx="533400" cy="9525"/>
          </a:xfrm>
          <a:custGeom xmlns:a="http://schemas.openxmlformats.org/drawingml/2006/main">
            <a:pathLst>
              <a:path w="533400" h="9525">
                <a:moveTo>
                  <a:pt x="533400" y="0"/>
                </a:moveTo>
                <a:lnTo>
                  <a:pt x="0" y="0"/>
                </a:lnTo>
              </a:path>
            </a:pathLst>
          </a:custGeom>
          <a:noFill xmlns:a="http://schemas.openxmlformats.org/drawingml/2006/main"/>
          <a:ln xmlns:a="http://schemas.openxmlformats.org/drawingml/2006/main" w="22860">
            <a:solidFill>
              <a:srgbClr val="1572C3"/>
            </a:solidFill>
          </a:ln>
        </p:spPr>
      </p:sp>
      <p:sp>
        <p:nvSpPr>
          <p:cNvPr id="90" name="circuit-326">
            <a:extLst xmlns:a="http://schemas.openxmlformats.org/drawingml/2006/main">
              <a:ext uri="{FF2B5EF4-FFF2-40B4-BE49-F238E27FC236}">
                <a16:creationId xmlns:a16="http://schemas.microsoft.com/office/drawing/2014/main" id="{0EE1816F-3D1D-4A15-9E66-938B6E7B499D}"/>
              </a:ext>
            </a:extLst>
          </p:cNvPr>
          <p:cNvSpPr>
            <a:spLocks xmlns:a="http://schemas.openxmlformats.org/drawingml/2006/main" noGrp="1"/>
          </p:cNvSpPr>
          <p:nvPr/>
        </p:nvSpPr>
        <p:spPr>
          <a:xfrm xmlns:a="http://schemas.openxmlformats.org/drawingml/2006/main">
            <a:off x="9382125" y="427672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1572C3"/>
          </a:solidFill>
          <a:ln xmlns:a="http://schemas.openxmlformats.org/drawingml/2006/main" w="9525">
            <a:solidFill>
              <a:srgbClr val="1572C3"/>
            </a:solidFill>
          </a:ln>
        </p:spPr>
      </p:sp>
      <p:sp>
        <p:nvSpPr>
          <p:cNvPr id="91" name="text-327">
            <a:extLst xmlns:a="http://schemas.openxmlformats.org/drawingml/2006/main">
              <a:ext uri="{FF2B5EF4-FFF2-40B4-BE49-F238E27FC236}">
                <a16:creationId xmlns:a16="http://schemas.microsoft.com/office/drawing/2014/main" id="{06072F89-C2C0-4931-87C7-FD10199A59DF}"/>
              </a:ext>
            </a:extLst>
          </p:cNvPr>
          <p:cNvSpPr>
            <a:spLocks xmlns:a="http://schemas.openxmlformats.org/drawingml/2006/main" noGrp="1"/>
          </p:cNvSpPr>
          <p:nvPr/>
        </p:nvSpPr>
        <p:spPr>
          <a:xfrm xmlns:a="http://schemas.openxmlformats.org/drawingml/2006/main">
            <a:off x="7658100" y="4819650"/>
            <a:ext cx="3924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Yu Gothic"/>
                <a:ea typeface="Yu Gothic"/>
                <a:cs typeface="Yu Gothic"/>
              </a:defRPr>
            </a:defPPr>
            <a:lvl1pPr algn="ctr">
              <a:defRPr sz="1725" b="0">
                <a:solidFill>
                  <a:srgbClr val="231F20"/>
                </a:solidFill>
                <a:latin typeface="Yu Gothic"/>
                <a:ea typeface="Yu Gothic"/>
                <a:cs typeface="Yu Gothic"/>
              </a:defRPr>
            </a:lvl1pPr>
            <a:lvl2pPr algn="ctr">
              <a:defRPr sz="1725" b="0">
                <a:solidFill>
                  <a:srgbClr val="231F20"/>
                </a:solidFill>
                <a:latin typeface="Yu Gothic"/>
                <a:ea typeface="Yu Gothic"/>
                <a:cs typeface="Yu Gothic"/>
              </a:defRPr>
            </a:lvl2pPr>
            <a:lvl3pPr algn="ctr">
              <a:defRPr sz="1725" b="0">
                <a:solidFill>
                  <a:srgbClr val="231F20"/>
                </a:solidFill>
                <a:latin typeface="Yu Gothic"/>
                <a:ea typeface="Yu Gothic"/>
                <a:cs typeface="Yu Gothic"/>
              </a:defRPr>
            </a:lvl3pPr>
            <a:lvl4pPr algn="ctr">
              <a:defRPr sz="1725" b="0">
                <a:solidFill>
                  <a:srgbClr val="231F20"/>
                </a:solidFill>
                <a:latin typeface="Yu Gothic"/>
                <a:ea typeface="Yu Gothic"/>
                <a:cs typeface="Yu Gothic"/>
              </a:defRPr>
            </a:lvl4pPr>
            <a:lvl5pPr algn="ctr">
              <a:defRPr sz="1725" b="0">
                <a:solidFill>
                  <a:srgbClr val="231F20"/>
                </a:solidFill>
                <a:latin typeface="Yu Gothic"/>
                <a:ea typeface="Yu Gothic"/>
                <a:cs typeface="Yu Gothic"/>
              </a:defRPr>
            </a:lvl5pPr>
            <a:lvl6pPr algn="ctr">
              <a:defRPr sz="1725" b="0">
                <a:solidFill>
                  <a:srgbClr val="231F20"/>
                </a:solidFill>
                <a:latin typeface="Yu Gothic"/>
                <a:ea typeface="Yu Gothic"/>
                <a:cs typeface="Yu Gothic"/>
              </a:defRPr>
            </a:lvl6pPr>
            <a:lvl7pPr algn="ctr">
              <a:defRPr sz="1725" b="0">
                <a:solidFill>
                  <a:srgbClr val="231F20"/>
                </a:solidFill>
                <a:latin typeface="Yu Gothic"/>
                <a:ea typeface="Yu Gothic"/>
                <a:cs typeface="Yu Gothic"/>
              </a:defRPr>
            </a:lvl7pPr>
            <a:lvl8pPr algn="ctr">
              <a:defRPr sz="1725" b="0">
                <a:solidFill>
                  <a:srgbClr val="231F20"/>
                </a:solidFill>
                <a:latin typeface="Yu Gothic"/>
                <a:ea typeface="Yu Gothic"/>
                <a:cs typeface="Yu Gothic"/>
              </a:defRPr>
            </a:lvl8pPr>
            <a:lvl9pPr algn="ctr">
              <a:defRPr sz="1725" b="0">
                <a:solidFill>
                  <a:srgbClr val="231F20"/>
                </a:solidFill>
                <a:latin typeface="Yu Gothic"/>
                <a:ea typeface="Yu Gothic"/>
                <a:cs typeface="Yu Gothic"/>
              </a:defRPr>
            </a:lvl9pPr>
          </a:lstStyle>
          <a:p xmlns:a="http://schemas.openxmlformats.org/drawingml/2006/main">
            <a:pPr algn="ctr">
              <a:defRPr sz="1725" b="0">
                <a:solidFill>
                  <a:srgbClr val="231F20"/>
                </a:solidFill>
                <a:latin typeface="Yu Gothic"/>
                <a:ea typeface="Yu Gothic"/>
                <a:cs typeface="Yu Gothic"/>
              </a:defRPr>
            </a:pPr>
            <a:r>
              <a:rPr sz="1725" b="0">
                <a:solidFill>
                  <a:srgbClr val="231F20"/>
                </a:solidFill>
                <a:latin typeface="Yu Gothic"/>
                <a:ea typeface="Yu Gothic"/>
                <a:cs typeface="Yu Gothic"/>
              </a:rPr>
              <a:t>保存してあるプログラム</a:t>
            </a:r>
          </a:p>
        </p:txBody>
      </p:sp>
      <p:sp>
        <p:nvSpPr>
          <p:cNvPr id="92" name="text-328">
            <a:extLst xmlns:a="http://schemas.openxmlformats.org/drawingml/2006/main">
              <a:ext uri="{FF2B5EF4-FFF2-40B4-BE49-F238E27FC236}">
                <a16:creationId xmlns:a16="http://schemas.microsoft.com/office/drawing/2014/main" id="{DA8C8C28-89D7-459C-BCD2-2FDAD47601E9}"/>
              </a:ext>
            </a:extLst>
          </p:cNvPr>
          <p:cNvSpPr>
            <a:spLocks xmlns:a="http://schemas.openxmlformats.org/drawingml/2006/main" noGrp="1"/>
          </p:cNvSpPr>
          <p:nvPr/>
        </p:nvSpPr>
        <p:spPr>
          <a:xfrm xmlns:a="http://schemas.openxmlformats.org/drawingml/2006/main">
            <a:off x="5876925" y="5381625"/>
            <a:ext cx="57054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1">
                <a:solidFill>
                  <a:srgbClr val="231F20"/>
                </a:solidFill>
                <a:latin typeface="Yu Gothic"/>
                <a:ea typeface="Yu Gothic"/>
                <a:cs typeface="Yu Gothic"/>
              </a:defRPr>
            </a:defPPr>
            <a:lvl1pPr algn="l">
              <a:defRPr sz="1950" b="1">
                <a:solidFill>
                  <a:srgbClr val="231F20"/>
                </a:solidFill>
                <a:latin typeface="Yu Gothic"/>
                <a:ea typeface="Yu Gothic"/>
                <a:cs typeface="Yu Gothic"/>
              </a:defRPr>
            </a:lvl1pPr>
            <a:lvl2pPr algn="l">
              <a:defRPr sz="1950" b="1">
                <a:solidFill>
                  <a:srgbClr val="231F20"/>
                </a:solidFill>
                <a:latin typeface="Yu Gothic"/>
                <a:ea typeface="Yu Gothic"/>
                <a:cs typeface="Yu Gothic"/>
              </a:defRPr>
            </a:lvl2pPr>
            <a:lvl3pPr algn="l">
              <a:defRPr sz="1950" b="1">
                <a:solidFill>
                  <a:srgbClr val="231F20"/>
                </a:solidFill>
                <a:latin typeface="Yu Gothic"/>
                <a:ea typeface="Yu Gothic"/>
                <a:cs typeface="Yu Gothic"/>
              </a:defRPr>
            </a:lvl3pPr>
            <a:lvl4pPr algn="l">
              <a:defRPr sz="1950" b="1">
                <a:solidFill>
                  <a:srgbClr val="231F20"/>
                </a:solidFill>
                <a:latin typeface="Yu Gothic"/>
                <a:ea typeface="Yu Gothic"/>
                <a:cs typeface="Yu Gothic"/>
              </a:defRPr>
            </a:lvl4pPr>
            <a:lvl5pPr algn="l">
              <a:defRPr sz="1950" b="1">
                <a:solidFill>
                  <a:srgbClr val="231F20"/>
                </a:solidFill>
                <a:latin typeface="Yu Gothic"/>
                <a:ea typeface="Yu Gothic"/>
                <a:cs typeface="Yu Gothic"/>
              </a:defRPr>
            </a:lvl5pPr>
            <a:lvl6pPr algn="l">
              <a:defRPr sz="1950" b="1">
                <a:solidFill>
                  <a:srgbClr val="231F20"/>
                </a:solidFill>
                <a:latin typeface="Yu Gothic"/>
                <a:ea typeface="Yu Gothic"/>
                <a:cs typeface="Yu Gothic"/>
              </a:defRPr>
            </a:lvl6pPr>
            <a:lvl7pPr algn="l">
              <a:defRPr sz="1950" b="1">
                <a:solidFill>
                  <a:srgbClr val="231F20"/>
                </a:solidFill>
                <a:latin typeface="Yu Gothic"/>
                <a:ea typeface="Yu Gothic"/>
                <a:cs typeface="Yu Gothic"/>
              </a:defRPr>
            </a:lvl7pPr>
            <a:lvl8pPr algn="l">
              <a:defRPr sz="1950" b="1">
                <a:solidFill>
                  <a:srgbClr val="231F20"/>
                </a:solidFill>
                <a:latin typeface="Yu Gothic"/>
                <a:ea typeface="Yu Gothic"/>
                <a:cs typeface="Yu Gothic"/>
              </a:defRPr>
            </a:lvl8pPr>
            <a:lvl9pPr algn="l">
              <a:defRPr sz="1950" b="1">
                <a:solidFill>
                  <a:srgbClr val="231F20"/>
                </a:solidFill>
                <a:latin typeface="Yu Gothic"/>
                <a:ea typeface="Yu Gothic"/>
                <a:cs typeface="Yu Gothic"/>
              </a:defRPr>
            </a:lvl9pPr>
          </a:lstStyle>
          <a:p xmlns:a="http://schemas.openxmlformats.org/drawingml/2006/main">
            <a:pPr algn="l">
              <a:defRPr sz="1950" b="1">
                <a:solidFill>
                  <a:srgbClr val="231F20"/>
                </a:solidFill>
                <a:latin typeface="Yu Gothic"/>
                <a:ea typeface="Yu Gothic"/>
                <a:cs typeface="Yu Gothic"/>
              </a:defRPr>
            </a:pPr>
            <a:r>
              <a:rPr sz="1950" b="1">
                <a:solidFill>
                  <a:srgbClr val="231F20"/>
                </a:solidFill>
                <a:latin typeface="Yu Gothic"/>
                <a:ea typeface="Yu Gothic"/>
                <a:cs typeface="Yu Gothic"/>
              </a:rPr>
              <a:t>SDからDDR3へ読み込み、実行する</a:t>
            </a:r>
          </a:p>
        </p:txBody>
      </p:sp>
      <p:sp>
        <p:nvSpPr>
          <p:cNvPr id="93" name="text-329">
            <a:extLst xmlns:a="http://schemas.openxmlformats.org/drawingml/2006/main">
              <a:ext uri="{FF2B5EF4-FFF2-40B4-BE49-F238E27FC236}">
                <a16:creationId xmlns:a16="http://schemas.microsoft.com/office/drawing/2014/main" id="{22E7214E-1FD7-40D3-A1B8-83F472F6F1BF}"/>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5</a:t>
            </a:r>
          </a:p>
        </p:txBody>
      </p:sp>
      <p:sp>
        <p:nvSpPr>
          <p:cNvPr id="94" name="text-330">
            <a:extLst xmlns:a="http://schemas.openxmlformats.org/drawingml/2006/main">
              <a:ext uri="{FF2B5EF4-FFF2-40B4-BE49-F238E27FC236}">
                <a16:creationId xmlns:a16="http://schemas.microsoft.com/office/drawing/2014/main" id="{7384703F-DA42-4E2A-B94E-F03869EFA393}"/>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SDカードにはSPIで接続。図の線は信号群。DDR3・SD制御回路は既存実装を利用</a:t>
            </a:r>
          </a:p>
        </p:txBody>
      </p:sp>
    </p:spTree>
    <p:extLst>
      <p:ext uri="{BB962C8B-B14F-4D97-AF65-F5344CB8AC3E}">
        <p14:creationId xmlns:p14="http://schemas.microsoft.com/office/powerpoint/2010/main" val="12488985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0" name="text-331">
            <a:extLst xmlns:a="http://schemas.openxmlformats.org/drawingml/2006/main">
              <a:ext uri="{FF2B5EF4-FFF2-40B4-BE49-F238E27FC236}">
                <a16:creationId xmlns:a16="http://schemas.microsoft.com/office/drawing/2014/main" id="{2276EE48-201A-4F81-92F1-4533E80D1C5D}"/>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6</a:t>
            </a:r>
          </a:p>
        </p:txBody>
      </p:sp>
      <p:sp>
        <p:nvSpPr>
          <p:cNvPr id="2" name="text-332">
            <a:extLst xmlns:a="http://schemas.openxmlformats.org/drawingml/2006/main">
              <a:ext uri="{FF2B5EF4-FFF2-40B4-BE49-F238E27FC236}">
                <a16:creationId xmlns:a16="http://schemas.microsoft.com/office/drawing/2014/main" id="{5AEC1A71-C12F-4C63-A990-D4CE665401AC}"/>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Wallyの主要回路を、FPGAチップ内に実装する</a:t>
            </a:r>
          </a:p>
        </p:txBody>
      </p:sp>
      <p:sp>
        <p:nvSpPr>
          <p:cNvPr id="3" name="text-333">
            <a:extLst xmlns:a="http://schemas.openxmlformats.org/drawingml/2006/main">
              <a:ext uri="{FF2B5EF4-FFF2-40B4-BE49-F238E27FC236}">
                <a16:creationId xmlns:a16="http://schemas.microsoft.com/office/drawing/2014/main" id="{D9ED60F0-5968-4749-A56F-256FDE16D51C}"/>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6</a:t>
            </a:r>
          </a:p>
        </p:txBody>
      </p:sp>
      <p:sp>
        <p:nvSpPr>
          <p:cNvPr id="4" name="block-334">
            <a:extLst xmlns:a="http://schemas.openxmlformats.org/drawingml/2006/main">
              <a:ext uri="{FF2B5EF4-FFF2-40B4-BE49-F238E27FC236}">
                <a16:creationId xmlns:a16="http://schemas.microsoft.com/office/drawing/2014/main" id="{8F4DB833-01F2-4C9E-A405-C47448F2A0C1}"/>
              </a:ext>
            </a:extLst>
          </p:cNvPr>
          <p:cNvSpPr>
            <a:spLocks xmlns:a="http://schemas.openxmlformats.org/drawingml/2006/main" noGrp="1"/>
          </p:cNvSpPr>
          <p:nvPr/>
        </p:nvSpPr>
        <p:spPr>
          <a:xfrm xmlns:a="http://schemas.openxmlformats.org/drawingml/2006/main">
            <a:off x="381000" y="1323975"/>
            <a:ext cx="11430000" cy="4810125"/>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5" name="block-335">
            <a:extLst xmlns:a="http://schemas.openxmlformats.org/drawingml/2006/main">
              <a:ext uri="{FF2B5EF4-FFF2-40B4-BE49-F238E27FC236}">
                <a16:creationId xmlns:a16="http://schemas.microsoft.com/office/drawing/2014/main" id="{5DB96EBA-79E6-4E0D-BDDA-264931309C54}"/>
              </a:ext>
            </a:extLst>
          </p:cNvPr>
          <p:cNvSpPr>
            <a:spLocks xmlns:a="http://schemas.openxmlformats.org/drawingml/2006/main" noGrp="1"/>
          </p:cNvSpPr>
          <p:nvPr/>
        </p:nvSpPr>
        <p:spPr>
          <a:xfrm xmlns:a="http://schemas.openxmlformats.org/drawingml/2006/main">
            <a:off x="457200" y="2076450"/>
            <a:ext cx="11277600" cy="3990975"/>
          </a:xfrm>
          <a:prstGeom xmlns:a="http://schemas.openxmlformats.org/drawingml/2006/main" prst="rect">
            <a:avLst/>
          </a:prstGeom>
          <a:solidFill xmlns:a="http://schemas.openxmlformats.org/drawingml/2006/main">
            <a:srgbClr val="CCD9F1"/>
          </a:solidFill>
          <a:ln xmlns:a="http://schemas.openxmlformats.org/drawingml/2006/main" w="16193">
            <a:solidFill>
              <a:srgbClr val="231F20"/>
            </a:solidFill>
          </a:ln>
        </p:spPr>
      </p:sp>
      <p:sp>
        <p:nvSpPr>
          <p:cNvPr id="6" name="block-336">
            <a:extLst xmlns:a="http://schemas.openxmlformats.org/drawingml/2006/main">
              <a:ext uri="{FF2B5EF4-FFF2-40B4-BE49-F238E27FC236}">
                <a16:creationId xmlns:a16="http://schemas.microsoft.com/office/drawing/2014/main" id="{A28BD370-58C3-4641-B36A-09B6AA067949}"/>
              </a:ext>
            </a:extLst>
          </p:cNvPr>
          <p:cNvSpPr>
            <a:spLocks xmlns:a="http://schemas.openxmlformats.org/drawingml/2006/main" noGrp="1"/>
          </p:cNvSpPr>
          <p:nvPr/>
        </p:nvSpPr>
        <p:spPr>
          <a:xfrm xmlns:a="http://schemas.openxmlformats.org/drawingml/2006/main">
            <a:off x="647700" y="3086100"/>
            <a:ext cx="8201025" cy="2714625"/>
          </a:xfrm>
          <a:prstGeom xmlns:a="http://schemas.openxmlformats.org/drawingml/2006/main" prst="rect">
            <a:avLst/>
          </a:prstGeom>
          <a:solidFill xmlns:a="http://schemas.openxmlformats.org/drawingml/2006/main">
            <a:srgbClr val="E5EBF8"/>
          </a:solidFill>
          <a:ln xmlns:a="http://schemas.openxmlformats.org/drawingml/2006/main" w="0">
            <a:solidFill>
              <a:srgbClr val="231F20"/>
            </a:solidFill>
          </a:ln>
        </p:spPr>
      </p:sp>
      <p:sp>
        <p:nvSpPr>
          <p:cNvPr id="7" name="text-337">
            <a:extLst xmlns:a="http://schemas.openxmlformats.org/drawingml/2006/main">
              <a:ext uri="{FF2B5EF4-FFF2-40B4-BE49-F238E27FC236}">
                <a16:creationId xmlns:a16="http://schemas.microsoft.com/office/drawing/2014/main" id="{71D14E1A-A65B-4CF5-9329-285983554AAE}"/>
              </a:ext>
            </a:extLst>
          </p:cNvPr>
          <p:cNvSpPr>
            <a:spLocks xmlns:a="http://schemas.openxmlformats.org/drawingml/2006/main" noGrp="1"/>
          </p:cNvSpPr>
          <p:nvPr/>
        </p:nvSpPr>
        <p:spPr>
          <a:xfrm xmlns:a="http://schemas.openxmlformats.org/drawingml/2006/main">
            <a:off x="619125" y="2124075"/>
            <a:ext cx="666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1">
                <a:solidFill>
                  <a:srgbClr val="231F20"/>
                </a:solidFill>
                <a:latin typeface="Yu Gothic"/>
                <a:ea typeface="Yu Gothic"/>
                <a:cs typeface="Yu Gothic"/>
              </a:defRPr>
            </a:defPPr>
            <a:lvl1pPr algn="l">
              <a:defRPr sz="1575" b="1">
                <a:solidFill>
                  <a:srgbClr val="231F20"/>
                </a:solidFill>
                <a:latin typeface="Yu Gothic"/>
                <a:ea typeface="Yu Gothic"/>
                <a:cs typeface="Yu Gothic"/>
              </a:defRPr>
            </a:lvl1pPr>
            <a:lvl2pPr algn="l">
              <a:defRPr sz="1575" b="1">
                <a:solidFill>
                  <a:srgbClr val="231F20"/>
                </a:solidFill>
                <a:latin typeface="Yu Gothic"/>
                <a:ea typeface="Yu Gothic"/>
                <a:cs typeface="Yu Gothic"/>
              </a:defRPr>
            </a:lvl2pPr>
            <a:lvl3pPr algn="l">
              <a:defRPr sz="1575" b="1">
                <a:solidFill>
                  <a:srgbClr val="231F20"/>
                </a:solidFill>
                <a:latin typeface="Yu Gothic"/>
                <a:ea typeface="Yu Gothic"/>
                <a:cs typeface="Yu Gothic"/>
              </a:defRPr>
            </a:lvl3pPr>
            <a:lvl4pPr algn="l">
              <a:defRPr sz="1575" b="1">
                <a:solidFill>
                  <a:srgbClr val="231F20"/>
                </a:solidFill>
                <a:latin typeface="Yu Gothic"/>
                <a:ea typeface="Yu Gothic"/>
                <a:cs typeface="Yu Gothic"/>
              </a:defRPr>
            </a:lvl4pPr>
            <a:lvl5pPr algn="l">
              <a:defRPr sz="1575" b="1">
                <a:solidFill>
                  <a:srgbClr val="231F20"/>
                </a:solidFill>
                <a:latin typeface="Yu Gothic"/>
                <a:ea typeface="Yu Gothic"/>
                <a:cs typeface="Yu Gothic"/>
              </a:defRPr>
            </a:lvl5pPr>
            <a:lvl6pPr algn="l">
              <a:defRPr sz="1575" b="1">
                <a:solidFill>
                  <a:srgbClr val="231F20"/>
                </a:solidFill>
                <a:latin typeface="Yu Gothic"/>
                <a:ea typeface="Yu Gothic"/>
                <a:cs typeface="Yu Gothic"/>
              </a:defRPr>
            </a:lvl6pPr>
            <a:lvl7pPr algn="l">
              <a:defRPr sz="1575" b="1">
                <a:solidFill>
                  <a:srgbClr val="231F20"/>
                </a:solidFill>
                <a:latin typeface="Yu Gothic"/>
                <a:ea typeface="Yu Gothic"/>
                <a:cs typeface="Yu Gothic"/>
              </a:defRPr>
            </a:lvl7pPr>
            <a:lvl8pPr algn="l">
              <a:defRPr sz="1575" b="1">
                <a:solidFill>
                  <a:srgbClr val="231F20"/>
                </a:solidFill>
                <a:latin typeface="Yu Gothic"/>
                <a:ea typeface="Yu Gothic"/>
                <a:cs typeface="Yu Gothic"/>
              </a:defRPr>
            </a:lvl8pPr>
            <a:lvl9pPr algn="l">
              <a:defRPr sz="1575" b="1">
                <a:solidFill>
                  <a:srgbClr val="231F20"/>
                </a:solidFill>
                <a:latin typeface="Yu Gothic"/>
                <a:ea typeface="Yu Gothic"/>
                <a:cs typeface="Yu Gothic"/>
              </a:defRPr>
            </a:lvl9pPr>
          </a:lstStyle>
          <a:p xmlns:a="http://schemas.openxmlformats.org/drawingml/2006/main">
            <a:pPr algn="l">
              <a:defRPr sz="1575" b="1">
                <a:solidFill>
                  <a:srgbClr val="231F20"/>
                </a:solidFill>
                <a:latin typeface="Yu Gothic"/>
                <a:ea typeface="Yu Gothic"/>
                <a:cs typeface="Yu Gothic"/>
              </a:defRPr>
            </a:pPr>
            <a:r>
              <a:rPr sz="1575" b="1">
                <a:solidFill>
                  <a:srgbClr val="231F20"/>
                </a:solidFill>
                <a:latin typeface="Yu Gothic"/>
                <a:ea typeface="Yu Gothic"/>
                <a:cs typeface="Yu Gothic"/>
              </a:rPr>
              <a:t>FPGAチップ：内部の論理回路と配線を設定する</a:t>
            </a:r>
          </a:p>
        </p:txBody>
      </p:sp>
      <p:sp>
        <p:nvSpPr>
          <p:cNvPr id="8" name="block-338">
            <a:extLst xmlns:a="http://schemas.openxmlformats.org/drawingml/2006/main">
              <a:ext uri="{FF2B5EF4-FFF2-40B4-BE49-F238E27FC236}">
                <a16:creationId xmlns:a16="http://schemas.microsoft.com/office/drawing/2014/main" id="{EE13EF45-46DD-4E81-92BD-760E97B3AE86}"/>
              </a:ext>
            </a:extLst>
          </p:cNvPr>
          <p:cNvSpPr>
            <a:spLocks xmlns:a="http://schemas.openxmlformats.org/drawingml/2006/main" noGrp="1"/>
          </p:cNvSpPr>
          <p:nvPr/>
        </p:nvSpPr>
        <p:spPr>
          <a:xfrm xmlns:a="http://schemas.openxmlformats.org/drawingml/2006/main">
            <a:off x="9144000" y="1466850"/>
            <a:ext cx="1143000" cy="4762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9" name="text-339">
            <a:extLst xmlns:a="http://schemas.openxmlformats.org/drawingml/2006/main">
              <a:ext uri="{FF2B5EF4-FFF2-40B4-BE49-F238E27FC236}">
                <a16:creationId xmlns:a16="http://schemas.microsoft.com/office/drawing/2014/main" id="{3E162825-D638-44E8-B7AD-FF43F6D7042A}"/>
              </a:ext>
            </a:extLst>
          </p:cNvPr>
          <p:cNvSpPr>
            <a:spLocks xmlns:a="http://schemas.openxmlformats.org/drawingml/2006/main" noGrp="1"/>
          </p:cNvSpPr>
          <p:nvPr/>
        </p:nvSpPr>
        <p:spPr>
          <a:xfrm xmlns:a="http://schemas.openxmlformats.org/drawingml/2006/main">
            <a:off x="9220200" y="1524000"/>
            <a:ext cx="99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Arial"/>
                <a:ea typeface="Arial"/>
                <a:cs typeface="Arial"/>
              </a:defRPr>
            </a:defPPr>
            <a:lvl1pPr algn="ctr">
              <a:defRPr sz="1875" b="1">
                <a:solidFill>
                  <a:srgbClr val="231F20"/>
                </a:solidFill>
                <a:latin typeface="Arial"/>
                <a:ea typeface="Arial"/>
                <a:cs typeface="Arial"/>
              </a:defRPr>
            </a:lvl1pPr>
            <a:lvl2pPr algn="ctr">
              <a:defRPr sz="1875" b="1">
                <a:solidFill>
                  <a:srgbClr val="231F20"/>
                </a:solidFill>
                <a:latin typeface="Arial"/>
                <a:ea typeface="Arial"/>
                <a:cs typeface="Arial"/>
              </a:defRPr>
            </a:lvl2pPr>
            <a:lvl3pPr algn="ctr">
              <a:defRPr sz="1875" b="1">
                <a:solidFill>
                  <a:srgbClr val="231F20"/>
                </a:solidFill>
                <a:latin typeface="Arial"/>
                <a:ea typeface="Arial"/>
                <a:cs typeface="Arial"/>
              </a:defRPr>
            </a:lvl3pPr>
            <a:lvl4pPr algn="ctr">
              <a:defRPr sz="1875" b="1">
                <a:solidFill>
                  <a:srgbClr val="231F20"/>
                </a:solidFill>
                <a:latin typeface="Arial"/>
                <a:ea typeface="Arial"/>
                <a:cs typeface="Arial"/>
              </a:defRPr>
            </a:lvl4pPr>
            <a:lvl5pPr algn="ctr">
              <a:defRPr sz="1875" b="1">
                <a:solidFill>
                  <a:srgbClr val="231F20"/>
                </a:solidFill>
                <a:latin typeface="Arial"/>
                <a:ea typeface="Arial"/>
                <a:cs typeface="Arial"/>
              </a:defRPr>
            </a:lvl5pPr>
            <a:lvl6pPr algn="ctr">
              <a:defRPr sz="1875" b="1">
                <a:solidFill>
                  <a:srgbClr val="231F20"/>
                </a:solidFill>
                <a:latin typeface="Arial"/>
                <a:ea typeface="Arial"/>
                <a:cs typeface="Arial"/>
              </a:defRPr>
            </a:lvl6pPr>
            <a:lvl7pPr algn="ctr">
              <a:defRPr sz="1875" b="1">
                <a:solidFill>
                  <a:srgbClr val="231F20"/>
                </a:solidFill>
                <a:latin typeface="Arial"/>
                <a:ea typeface="Arial"/>
                <a:cs typeface="Arial"/>
              </a:defRPr>
            </a:lvl7pPr>
            <a:lvl8pPr algn="ctr">
              <a:defRPr sz="1875" b="1">
                <a:solidFill>
                  <a:srgbClr val="231F20"/>
                </a:solidFill>
                <a:latin typeface="Arial"/>
                <a:ea typeface="Arial"/>
                <a:cs typeface="Arial"/>
              </a:defRPr>
            </a:lvl8pPr>
            <a:lvl9pPr algn="ctr">
              <a:defRPr sz="1875" b="1">
                <a:solidFill>
                  <a:srgbClr val="231F20"/>
                </a:solidFill>
                <a:latin typeface="Arial"/>
                <a:ea typeface="Arial"/>
                <a:cs typeface="Arial"/>
              </a:defRPr>
            </a:lvl9pPr>
          </a:lstStyle>
          <a:p xmlns:a="http://schemas.openxmlformats.org/drawingml/2006/main">
            <a:pPr algn="ctr">
              <a:defRPr sz="1875" b="1">
                <a:solidFill>
                  <a:srgbClr val="231F20"/>
                </a:solidFill>
                <a:latin typeface="Arial"/>
                <a:ea typeface="Arial"/>
                <a:cs typeface="Arial"/>
              </a:defRPr>
            </a:pPr>
            <a:r>
              <a:rPr sz="1875" b="1">
                <a:solidFill>
                  <a:srgbClr val="231F20"/>
                </a:solidFill>
                <a:latin typeface="Arial"/>
                <a:ea typeface="Arial"/>
                <a:cs typeface="Arial"/>
              </a:rPr>
              <a:t>DDR3</a:t>
            </a:r>
          </a:p>
        </p:txBody>
      </p:sp>
      <p:sp>
        <p:nvSpPr>
          <p:cNvPr id="10" name="block-340">
            <a:extLst xmlns:a="http://schemas.openxmlformats.org/drawingml/2006/main">
              <a:ext uri="{FF2B5EF4-FFF2-40B4-BE49-F238E27FC236}">
                <a16:creationId xmlns:a16="http://schemas.microsoft.com/office/drawing/2014/main" id="{F49BD950-9F93-4B9C-A40B-194D4A38080F}"/>
              </a:ext>
            </a:extLst>
          </p:cNvPr>
          <p:cNvSpPr>
            <a:spLocks xmlns:a="http://schemas.openxmlformats.org/drawingml/2006/main" noGrp="1"/>
          </p:cNvSpPr>
          <p:nvPr/>
        </p:nvSpPr>
        <p:spPr>
          <a:xfrm xmlns:a="http://schemas.openxmlformats.org/drawingml/2006/main">
            <a:off x="10429875" y="1466850"/>
            <a:ext cx="1143000" cy="4762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1" name="text-341">
            <a:extLst xmlns:a="http://schemas.openxmlformats.org/drawingml/2006/main">
              <a:ext uri="{FF2B5EF4-FFF2-40B4-BE49-F238E27FC236}">
                <a16:creationId xmlns:a16="http://schemas.microsoft.com/office/drawing/2014/main" id="{2B73E294-2205-4951-BF7B-228D88898211}"/>
              </a:ext>
            </a:extLst>
          </p:cNvPr>
          <p:cNvSpPr>
            <a:spLocks xmlns:a="http://schemas.openxmlformats.org/drawingml/2006/main" noGrp="1"/>
          </p:cNvSpPr>
          <p:nvPr/>
        </p:nvSpPr>
        <p:spPr>
          <a:xfrm xmlns:a="http://schemas.openxmlformats.org/drawingml/2006/main">
            <a:off x="10506075" y="1524000"/>
            <a:ext cx="99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231F20"/>
                </a:solidFill>
                <a:latin typeface="Yu Gothic"/>
                <a:ea typeface="Yu Gothic"/>
                <a:cs typeface="Yu Gothic"/>
              </a:defRPr>
            </a:defPPr>
            <a:lvl1pPr algn="ctr">
              <a:defRPr sz="1725" b="1">
                <a:solidFill>
                  <a:srgbClr val="231F20"/>
                </a:solidFill>
                <a:latin typeface="Yu Gothic"/>
                <a:ea typeface="Yu Gothic"/>
                <a:cs typeface="Yu Gothic"/>
              </a:defRPr>
            </a:lvl1pPr>
            <a:lvl2pPr algn="ctr">
              <a:defRPr sz="1725" b="1">
                <a:solidFill>
                  <a:srgbClr val="231F20"/>
                </a:solidFill>
                <a:latin typeface="Yu Gothic"/>
                <a:ea typeface="Yu Gothic"/>
                <a:cs typeface="Yu Gothic"/>
              </a:defRPr>
            </a:lvl2pPr>
            <a:lvl3pPr algn="ctr">
              <a:defRPr sz="1725" b="1">
                <a:solidFill>
                  <a:srgbClr val="231F20"/>
                </a:solidFill>
                <a:latin typeface="Yu Gothic"/>
                <a:ea typeface="Yu Gothic"/>
                <a:cs typeface="Yu Gothic"/>
              </a:defRPr>
            </a:lvl3pPr>
            <a:lvl4pPr algn="ctr">
              <a:defRPr sz="1725" b="1">
                <a:solidFill>
                  <a:srgbClr val="231F20"/>
                </a:solidFill>
                <a:latin typeface="Yu Gothic"/>
                <a:ea typeface="Yu Gothic"/>
                <a:cs typeface="Yu Gothic"/>
              </a:defRPr>
            </a:lvl4pPr>
            <a:lvl5pPr algn="ctr">
              <a:defRPr sz="1725" b="1">
                <a:solidFill>
                  <a:srgbClr val="231F20"/>
                </a:solidFill>
                <a:latin typeface="Yu Gothic"/>
                <a:ea typeface="Yu Gothic"/>
                <a:cs typeface="Yu Gothic"/>
              </a:defRPr>
            </a:lvl5pPr>
            <a:lvl6pPr algn="ctr">
              <a:defRPr sz="1725" b="1">
                <a:solidFill>
                  <a:srgbClr val="231F20"/>
                </a:solidFill>
                <a:latin typeface="Yu Gothic"/>
                <a:ea typeface="Yu Gothic"/>
                <a:cs typeface="Yu Gothic"/>
              </a:defRPr>
            </a:lvl6pPr>
            <a:lvl7pPr algn="ctr">
              <a:defRPr sz="1725" b="1">
                <a:solidFill>
                  <a:srgbClr val="231F20"/>
                </a:solidFill>
                <a:latin typeface="Yu Gothic"/>
                <a:ea typeface="Yu Gothic"/>
                <a:cs typeface="Yu Gothic"/>
              </a:defRPr>
            </a:lvl7pPr>
            <a:lvl8pPr algn="ctr">
              <a:defRPr sz="1725" b="1">
                <a:solidFill>
                  <a:srgbClr val="231F20"/>
                </a:solidFill>
                <a:latin typeface="Yu Gothic"/>
                <a:ea typeface="Yu Gothic"/>
                <a:cs typeface="Yu Gothic"/>
              </a:defRPr>
            </a:lvl8pPr>
            <a:lvl9pPr algn="ctr">
              <a:defRPr sz="1725" b="1">
                <a:solidFill>
                  <a:srgbClr val="231F20"/>
                </a:solidFill>
                <a:latin typeface="Yu Gothic"/>
                <a:ea typeface="Yu Gothic"/>
                <a:cs typeface="Yu Gothic"/>
              </a:defRPr>
            </a:lvl9pPr>
          </a:lstStyle>
          <a:p xmlns:a="http://schemas.openxmlformats.org/drawingml/2006/main">
            <a:pPr algn="ctr">
              <a:defRPr sz="1725" b="1">
                <a:solidFill>
                  <a:srgbClr val="231F20"/>
                </a:solidFill>
                <a:latin typeface="Yu Gothic"/>
                <a:ea typeface="Yu Gothic"/>
                <a:cs typeface="Yu Gothic"/>
              </a:defRPr>
            </a:pPr>
            <a:r>
              <a:rPr sz="1725" b="1">
                <a:solidFill>
                  <a:srgbClr val="231F20"/>
                </a:solidFill>
                <a:latin typeface="Yu Gothic"/>
                <a:ea typeface="Yu Gothic"/>
                <a:cs typeface="Yu Gothic"/>
              </a:rPr>
              <a:t>SDカード</a:t>
            </a:r>
          </a:p>
        </p:txBody>
      </p:sp>
      <p:sp>
        <p:nvSpPr>
          <p:cNvPr id="12" name="text-342">
            <a:extLst xmlns:a="http://schemas.openxmlformats.org/drawingml/2006/main">
              <a:ext uri="{FF2B5EF4-FFF2-40B4-BE49-F238E27FC236}">
                <a16:creationId xmlns:a16="http://schemas.microsoft.com/office/drawing/2014/main" id="{DADA9268-21DF-4154-8196-B4A9CFA109B8}"/>
              </a:ext>
            </a:extLst>
          </p:cNvPr>
          <p:cNvSpPr>
            <a:spLocks xmlns:a="http://schemas.openxmlformats.org/drawingml/2006/main" noGrp="1"/>
          </p:cNvSpPr>
          <p:nvPr/>
        </p:nvSpPr>
        <p:spPr>
          <a:xfrm xmlns:a="http://schemas.openxmlformats.org/drawingml/2006/main">
            <a:off x="619125" y="14763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231F20"/>
                </a:solidFill>
                <a:latin typeface="Yu Gothic"/>
                <a:ea typeface="Yu Gothic"/>
                <a:cs typeface="Yu Gothic"/>
              </a:defRPr>
            </a:defPPr>
            <a:lvl1pPr algn="l">
              <a:defRPr sz="1875" b="1">
                <a:solidFill>
                  <a:srgbClr val="231F20"/>
                </a:solidFill>
                <a:latin typeface="Yu Gothic"/>
                <a:ea typeface="Yu Gothic"/>
                <a:cs typeface="Yu Gothic"/>
              </a:defRPr>
            </a:lvl1pPr>
            <a:lvl2pPr algn="l">
              <a:defRPr sz="1875" b="1">
                <a:solidFill>
                  <a:srgbClr val="231F20"/>
                </a:solidFill>
                <a:latin typeface="Yu Gothic"/>
                <a:ea typeface="Yu Gothic"/>
                <a:cs typeface="Yu Gothic"/>
              </a:defRPr>
            </a:lvl2pPr>
            <a:lvl3pPr algn="l">
              <a:defRPr sz="1875" b="1">
                <a:solidFill>
                  <a:srgbClr val="231F20"/>
                </a:solidFill>
                <a:latin typeface="Yu Gothic"/>
                <a:ea typeface="Yu Gothic"/>
                <a:cs typeface="Yu Gothic"/>
              </a:defRPr>
            </a:lvl3pPr>
            <a:lvl4pPr algn="l">
              <a:defRPr sz="1875" b="1">
                <a:solidFill>
                  <a:srgbClr val="231F20"/>
                </a:solidFill>
                <a:latin typeface="Yu Gothic"/>
                <a:ea typeface="Yu Gothic"/>
                <a:cs typeface="Yu Gothic"/>
              </a:defRPr>
            </a:lvl4pPr>
            <a:lvl5pPr algn="l">
              <a:defRPr sz="1875" b="1">
                <a:solidFill>
                  <a:srgbClr val="231F20"/>
                </a:solidFill>
                <a:latin typeface="Yu Gothic"/>
                <a:ea typeface="Yu Gothic"/>
                <a:cs typeface="Yu Gothic"/>
              </a:defRPr>
            </a:lvl5pPr>
            <a:lvl6pPr algn="l">
              <a:defRPr sz="1875" b="1">
                <a:solidFill>
                  <a:srgbClr val="231F20"/>
                </a:solidFill>
                <a:latin typeface="Yu Gothic"/>
                <a:ea typeface="Yu Gothic"/>
                <a:cs typeface="Yu Gothic"/>
              </a:defRPr>
            </a:lvl6pPr>
            <a:lvl7pPr algn="l">
              <a:defRPr sz="1875" b="1">
                <a:solidFill>
                  <a:srgbClr val="231F20"/>
                </a:solidFill>
                <a:latin typeface="Yu Gothic"/>
                <a:ea typeface="Yu Gothic"/>
                <a:cs typeface="Yu Gothic"/>
              </a:defRPr>
            </a:lvl7pPr>
            <a:lvl8pPr algn="l">
              <a:defRPr sz="1875" b="1">
                <a:solidFill>
                  <a:srgbClr val="231F20"/>
                </a:solidFill>
                <a:latin typeface="Yu Gothic"/>
                <a:ea typeface="Yu Gothic"/>
                <a:cs typeface="Yu Gothic"/>
              </a:defRPr>
            </a:lvl8pPr>
            <a:lvl9pPr algn="l">
              <a:defRPr sz="1875" b="1">
                <a:solidFill>
                  <a:srgbClr val="231F20"/>
                </a:solidFill>
                <a:latin typeface="Yu Gothic"/>
                <a:ea typeface="Yu Gothic"/>
                <a:cs typeface="Yu Gothic"/>
              </a:defRPr>
            </a:lvl9pPr>
          </a:lstStyle>
          <a:p xmlns:a="http://schemas.openxmlformats.org/drawingml/2006/main">
            <a:pPr algn="l">
              <a:defRPr sz="1875" b="1">
                <a:solidFill>
                  <a:srgbClr val="231F20"/>
                </a:solidFill>
                <a:latin typeface="Yu Gothic"/>
                <a:ea typeface="Yu Gothic"/>
                <a:cs typeface="Yu Gothic"/>
              </a:defRPr>
            </a:pPr>
            <a:r>
              <a:rPr sz="1875" b="1">
                <a:solidFill>
                  <a:srgbClr val="231F20"/>
                </a:solidFill>
                <a:latin typeface="Yu Gothic"/>
                <a:ea typeface="Yu Gothic"/>
                <a:cs typeface="Yu Gothic"/>
              </a:rPr>
              <a:t>Nexys Video：基板上の機器</a:t>
            </a:r>
          </a:p>
        </p:txBody>
      </p:sp>
      <p:sp>
        <p:nvSpPr>
          <p:cNvPr id="13" name="block-343">
            <a:extLst xmlns:a="http://schemas.openxmlformats.org/drawingml/2006/main">
              <a:ext uri="{FF2B5EF4-FFF2-40B4-BE49-F238E27FC236}">
                <a16:creationId xmlns:a16="http://schemas.microsoft.com/office/drawing/2014/main" id="{92156FE5-0D45-43D9-B887-2CD7EC96BC4E}"/>
              </a:ext>
            </a:extLst>
          </p:cNvPr>
          <p:cNvSpPr>
            <a:spLocks xmlns:a="http://schemas.openxmlformats.org/drawingml/2006/main" noGrp="1"/>
          </p:cNvSpPr>
          <p:nvPr/>
        </p:nvSpPr>
        <p:spPr>
          <a:xfrm xmlns:a="http://schemas.openxmlformats.org/drawingml/2006/main">
            <a:off x="666750" y="2438400"/>
            <a:ext cx="1809750"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4" name="text-344">
            <a:extLst xmlns:a="http://schemas.openxmlformats.org/drawingml/2006/main">
              <a:ext uri="{FF2B5EF4-FFF2-40B4-BE49-F238E27FC236}">
                <a16:creationId xmlns:a16="http://schemas.microsoft.com/office/drawing/2014/main" id="{5654DF0A-367F-4799-A2D6-8A87090546F9}"/>
              </a:ext>
            </a:extLst>
          </p:cNvPr>
          <p:cNvSpPr>
            <a:spLocks xmlns:a="http://schemas.openxmlformats.org/drawingml/2006/main" noGrp="1"/>
          </p:cNvSpPr>
          <p:nvPr/>
        </p:nvSpPr>
        <p:spPr>
          <a:xfrm xmlns:a="http://schemas.openxmlformats.org/drawingml/2006/main">
            <a:off x="742950" y="24955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保持・取消し制御</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Stall / Flush</a:t>
            </a:r>
          </a:p>
        </p:txBody>
      </p:sp>
      <p:sp>
        <p:nvSpPr>
          <p:cNvPr id="15" name="text-345">
            <a:extLst xmlns:a="http://schemas.openxmlformats.org/drawingml/2006/main">
              <a:ext uri="{FF2B5EF4-FFF2-40B4-BE49-F238E27FC236}">
                <a16:creationId xmlns:a16="http://schemas.microsoft.com/office/drawing/2014/main" id="{16D337FC-870C-40E3-BEEC-4A9ABE5EBA87}"/>
              </a:ext>
            </a:extLst>
          </p:cNvPr>
          <p:cNvSpPr>
            <a:spLocks xmlns:a="http://schemas.openxmlformats.org/drawingml/2006/main" noGrp="1"/>
          </p:cNvSpPr>
          <p:nvPr/>
        </p:nvSpPr>
        <p:spPr>
          <a:xfrm xmlns:a="http://schemas.openxmlformats.org/drawingml/2006/main">
            <a:off x="2705100" y="2428875"/>
            <a:ext cx="281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777777"/>
                </a:solidFill>
                <a:latin typeface="Yu Gothic"/>
                <a:ea typeface="Yu Gothic"/>
                <a:cs typeface="Yu Gothic"/>
              </a:defRPr>
            </a:defPPr>
            <a:lvl1pPr algn="l">
              <a:defRPr sz="1275" b="0">
                <a:solidFill>
                  <a:srgbClr val="777777"/>
                </a:solidFill>
                <a:latin typeface="Yu Gothic"/>
                <a:ea typeface="Yu Gothic"/>
                <a:cs typeface="Yu Gothic"/>
              </a:defRPr>
            </a:lvl1pPr>
            <a:lvl2pPr algn="l">
              <a:defRPr sz="1275" b="0">
                <a:solidFill>
                  <a:srgbClr val="777777"/>
                </a:solidFill>
                <a:latin typeface="Yu Gothic"/>
                <a:ea typeface="Yu Gothic"/>
                <a:cs typeface="Yu Gothic"/>
              </a:defRPr>
            </a:lvl2pPr>
            <a:lvl3pPr algn="l">
              <a:defRPr sz="1275" b="0">
                <a:solidFill>
                  <a:srgbClr val="777777"/>
                </a:solidFill>
                <a:latin typeface="Yu Gothic"/>
                <a:ea typeface="Yu Gothic"/>
                <a:cs typeface="Yu Gothic"/>
              </a:defRPr>
            </a:lvl3pPr>
            <a:lvl4pPr algn="l">
              <a:defRPr sz="1275" b="0">
                <a:solidFill>
                  <a:srgbClr val="777777"/>
                </a:solidFill>
                <a:latin typeface="Yu Gothic"/>
                <a:ea typeface="Yu Gothic"/>
                <a:cs typeface="Yu Gothic"/>
              </a:defRPr>
            </a:lvl4pPr>
            <a:lvl5pPr algn="l">
              <a:defRPr sz="1275" b="0">
                <a:solidFill>
                  <a:srgbClr val="777777"/>
                </a:solidFill>
                <a:latin typeface="Yu Gothic"/>
                <a:ea typeface="Yu Gothic"/>
                <a:cs typeface="Yu Gothic"/>
              </a:defRPr>
            </a:lvl5pPr>
            <a:lvl6pPr algn="l">
              <a:defRPr sz="1275" b="0">
                <a:solidFill>
                  <a:srgbClr val="777777"/>
                </a:solidFill>
                <a:latin typeface="Yu Gothic"/>
                <a:ea typeface="Yu Gothic"/>
                <a:cs typeface="Yu Gothic"/>
              </a:defRPr>
            </a:lvl6pPr>
            <a:lvl7pPr algn="l">
              <a:defRPr sz="1275" b="0">
                <a:solidFill>
                  <a:srgbClr val="777777"/>
                </a:solidFill>
                <a:latin typeface="Yu Gothic"/>
                <a:ea typeface="Yu Gothic"/>
                <a:cs typeface="Yu Gothic"/>
              </a:defRPr>
            </a:lvl7pPr>
            <a:lvl8pPr algn="l">
              <a:defRPr sz="1275" b="0">
                <a:solidFill>
                  <a:srgbClr val="777777"/>
                </a:solidFill>
                <a:latin typeface="Yu Gothic"/>
                <a:ea typeface="Yu Gothic"/>
                <a:cs typeface="Yu Gothic"/>
              </a:defRPr>
            </a:lvl8pPr>
            <a:lvl9pPr algn="l">
              <a:defRPr sz="1275" b="0">
                <a:solidFill>
                  <a:srgbClr val="777777"/>
                </a:solidFill>
                <a:latin typeface="Yu Gothic"/>
                <a:ea typeface="Yu Gothic"/>
                <a:cs typeface="Yu Gothic"/>
              </a:defRPr>
            </a:lvl9pPr>
          </a:lstStyle>
          <a:p xmlns:a="http://schemas.openxmlformats.org/drawingml/2006/main">
            <a:pPr algn="l">
              <a:defRPr sz="1275" b="0">
                <a:solidFill>
                  <a:srgbClr val="777777"/>
                </a:solidFill>
                <a:latin typeface="Yu Gothic"/>
                <a:ea typeface="Yu Gothic"/>
                <a:cs typeface="Yu Gothic"/>
              </a:defRPr>
            </a:pPr>
            <a:r>
              <a:rPr sz="1275" b="0">
                <a:solidFill>
                  <a:srgbClr val="777777"/>
                </a:solidFill>
                <a:latin typeface="Yu Gothic"/>
                <a:ea typeface="Yu Gothic"/>
                <a:cs typeface="Yu Gothic"/>
              </a:rPr>
              <a:t>CSR・割込み・乗除算・FPU</a:t>
            </a:r>
          </a:p>
          <a:p xmlns:a="http://schemas.openxmlformats.org/drawingml/2006/main">
            <a:pPr algn="l">
              <a:defRPr sz="1275" b="0">
                <a:solidFill>
                  <a:srgbClr val="777777"/>
                </a:solidFill>
                <a:latin typeface="Yu Gothic"/>
                <a:ea typeface="Yu Gothic"/>
                <a:cs typeface="Yu Gothic"/>
              </a:defRPr>
            </a:pPr>
            <a:r>
              <a:rPr sz="1275" b="0">
                <a:solidFill>
                  <a:srgbClr val="777777"/>
                </a:solidFill>
                <a:latin typeface="Yu Gothic"/>
                <a:ea typeface="Yu Gothic"/>
                <a:cs typeface="Yu Gothic"/>
              </a:rPr>
              <a:t>（内部と配線を省略）</a:t>
            </a:r>
          </a:p>
        </p:txBody>
      </p:sp>
      <p:sp>
        <p:nvSpPr>
          <p:cNvPr id="16" name="block-346">
            <a:extLst xmlns:a="http://schemas.openxmlformats.org/drawingml/2006/main">
              <a:ext uri="{FF2B5EF4-FFF2-40B4-BE49-F238E27FC236}">
                <a16:creationId xmlns:a16="http://schemas.microsoft.com/office/drawing/2014/main" id="{3115EE55-A477-4EA2-88F4-CFE014016B88}"/>
              </a:ext>
            </a:extLst>
          </p:cNvPr>
          <p:cNvSpPr>
            <a:spLocks xmlns:a="http://schemas.openxmlformats.org/drawingml/2006/main" noGrp="1"/>
          </p:cNvSpPr>
          <p:nvPr/>
        </p:nvSpPr>
        <p:spPr>
          <a:xfrm xmlns:a="http://schemas.openxmlformats.org/drawingml/2006/main">
            <a:off x="5715000" y="2438400"/>
            <a:ext cx="952500"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7" name="text-347">
            <a:extLst xmlns:a="http://schemas.openxmlformats.org/drawingml/2006/main">
              <a:ext uri="{FF2B5EF4-FFF2-40B4-BE49-F238E27FC236}">
                <a16:creationId xmlns:a16="http://schemas.microsoft.com/office/drawing/2014/main" id="{5EFC3376-7AB2-4D2C-A39E-35F3AC85445D}"/>
              </a:ext>
            </a:extLst>
          </p:cNvPr>
          <p:cNvSpPr>
            <a:spLocks xmlns:a="http://schemas.openxmlformats.org/drawingml/2006/main" noGrp="1"/>
          </p:cNvSpPr>
          <p:nvPr/>
        </p:nvSpPr>
        <p:spPr>
          <a:xfrm xmlns:a="http://schemas.openxmlformats.org/drawingml/2006/main">
            <a:off x="5791200" y="24955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EBU</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要求選択</a:t>
            </a:r>
          </a:p>
        </p:txBody>
      </p:sp>
      <p:sp>
        <p:nvSpPr>
          <p:cNvPr id="18" name="block-348">
            <a:extLst xmlns:a="http://schemas.openxmlformats.org/drawingml/2006/main">
              <a:ext uri="{FF2B5EF4-FFF2-40B4-BE49-F238E27FC236}">
                <a16:creationId xmlns:a16="http://schemas.microsoft.com/office/drawing/2014/main" id="{8A420FE8-6DB6-47B9-9EC0-EFA59E51CF8A}"/>
              </a:ext>
            </a:extLst>
          </p:cNvPr>
          <p:cNvSpPr>
            <a:spLocks xmlns:a="http://schemas.openxmlformats.org/drawingml/2006/main" noGrp="1"/>
          </p:cNvSpPr>
          <p:nvPr/>
        </p:nvSpPr>
        <p:spPr>
          <a:xfrm xmlns:a="http://schemas.openxmlformats.org/drawingml/2006/main">
            <a:off x="6810375" y="2438400"/>
            <a:ext cx="904875"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9" name="text-349">
            <a:extLst xmlns:a="http://schemas.openxmlformats.org/drawingml/2006/main">
              <a:ext uri="{FF2B5EF4-FFF2-40B4-BE49-F238E27FC236}">
                <a16:creationId xmlns:a16="http://schemas.microsoft.com/office/drawing/2014/main" id="{2F70481D-9D3A-4F89-8597-DC8AA26CA2CE}"/>
              </a:ext>
            </a:extLst>
          </p:cNvPr>
          <p:cNvSpPr>
            <a:spLocks xmlns:a="http://schemas.openxmlformats.org/drawingml/2006/main" noGrp="1"/>
          </p:cNvSpPr>
          <p:nvPr/>
        </p:nvSpPr>
        <p:spPr>
          <a:xfrm xmlns:a="http://schemas.openxmlformats.org/drawingml/2006/main">
            <a:off x="6886575" y="2495550"/>
            <a:ext cx="752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番地で</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選択</a:t>
            </a:r>
          </a:p>
        </p:txBody>
      </p:sp>
      <p:sp>
        <p:nvSpPr>
          <p:cNvPr id="20" name="block-350">
            <a:extLst xmlns:a="http://schemas.openxmlformats.org/drawingml/2006/main">
              <a:ext uri="{FF2B5EF4-FFF2-40B4-BE49-F238E27FC236}">
                <a16:creationId xmlns:a16="http://schemas.microsoft.com/office/drawing/2014/main" id="{0287782B-149D-4CBE-A5E7-BBF2DD7CD3E7}"/>
              </a:ext>
            </a:extLst>
          </p:cNvPr>
          <p:cNvSpPr>
            <a:spLocks xmlns:a="http://schemas.openxmlformats.org/drawingml/2006/main" noGrp="1"/>
          </p:cNvSpPr>
          <p:nvPr/>
        </p:nvSpPr>
        <p:spPr>
          <a:xfrm xmlns:a="http://schemas.openxmlformats.org/drawingml/2006/main">
            <a:off x="7858125" y="2438400"/>
            <a:ext cx="1143000" cy="438150"/>
          </a:xfrm>
          <a:prstGeom xmlns:a="http://schemas.openxmlformats.org/drawingml/2006/main" prst="rect">
            <a:avLst/>
          </a:prstGeom>
          <a:solidFill xmlns:a="http://schemas.openxmlformats.org/drawingml/2006/main">
            <a:srgbClr val="77A3DC"/>
          </a:solidFill>
          <a:ln xmlns:a="http://schemas.openxmlformats.org/drawingml/2006/main" w="16193">
            <a:solidFill>
              <a:srgbClr val="231F20"/>
            </a:solidFill>
          </a:ln>
        </p:spPr>
      </p:sp>
      <p:sp>
        <p:nvSpPr>
          <p:cNvPr id="21" name="text-351">
            <a:extLst xmlns:a="http://schemas.openxmlformats.org/drawingml/2006/main">
              <a:ext uri="{FF2B5EF4-FFF2-40B4-BE49-F238E27FC236}">
                <a16:creationId xmlns:a16="http://schemas.microsoft.com/office/drawing/2014/main" id="{8B3F99DE-11E2-4373-826F-F679643AA0E2}"/>
              </a:ext>
            </a:extLst>
          </p:cNvPr>
          <p:cNvSpPr>
            <a:spLocks xmlns:a="http://schemas.openxmlformats.org/drawingml/2006/main" noGrp="1"/>
          </p:cNvSpPr>
          <p:nvPr/>
        </p:nvSpPr>
        <p:spPr>
          <a:xfrm xmlns:a="http://schemas.openxmlformats.org/drawingml/2006/main">
            <a:off x="7934325" y="2495550"/>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AXI変換</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クロック接続</a:t>
            </a:r>
          </a:p>
        </p:txBody>
      </p:sp>
      <p:sp>
        <p:nvSpPr>
          <p:cNvPr id="22" name="block-352">
            <a:extLst xmlns:a="http://schemas.openxmlformats.org/drawingml/2006/main">
              <a:ext uri="{FF2B5EF4-FFF2-40B4-BE49-F238E27FC236}">
                <a16:creationId xmlns:a16="http://schemas.microsoft.com/office/drawing/2014/main" id="{F343828B-694C-48F8-9958-4816E376E7F7}"/>
              </a:ext>
            </a:extLst>
          </p:cNvPr>
          <p:cNvSpPr>
            <a:spLocks xmlns:a="http://schemas.openxmlformats.org/drawingml/2006/main" noGrp="1"/>
          </p:cNvSpPr>
          <p:nvPr/>
        </p:nvSpPr>
        <p:spPr>
          <a:xfrm xmlns:a="http://schemas.openxmlformats.org/drawingml/2006/main">
            <a:off x="9144000" y="2438400"/>
            <a:ext cx="1143000" cy="438150"/>
          </a:xfrm>
          <a:prstGeom xmlns:a="http://schemas.openxmlformats.org/drawingml/2006/main" prst="rect">
            <a:avLst/>
          </a:prstGeom>
          <a:solidFill xmlns:a="http://schemas.openxmlformats.org/drawingml/2006/main">
            <a:srgbClr val="77A3DC"/>
          </a:solidFill>
          <a:ln xmlns:a="http://schemas.openxmlformats.org/drawingml/2006/main" w="16193">
            <a:solidFill>
              <a:srgbClr val="231F20"/>
            </a:solidFill>
          </a:ln>
        </p:spPr>
      </p:sp>
      <p:sp>
        <p:nvSpPr>
          <p:cNvPr id="23" name="text-353">
            <a:extLst xmlns:a="http://schemas.openxmlformats.org/drawingml/2006/main">
              <a:ext uri="{FF2B5EF4-FFF2-40B4-BE49-F238E27FC236}">
                <a16:creationId xmlns:a16="http://schemas.microsoft.com/office/drawing/2014/main" id="{15EDCF2C-D945-4F0E-B14A-54DF9DE7A7F1}"/>
              </a:ext>
            </a:extLst>
          </p:cNvPr>
          <p:cNvSpPr>
            <a:spLocks xmlns:a="http://schemas.openxmlformats.org/drawingml/2006/main" noGrp="1"/>
          </p:cNvSpPr>
          <p:nvPr/>
        </p:nvSpPr>
        <p:spPr>
          <a:xfrm xmlns:a="http://schemas.openxmlformats.org/drawingml/2006/main">
            <a:off x="9220200" y="2495550"/>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DDR3制御</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共有接続</a:t>
            </a:r>
          </a:p>
        </p:txBody>
      </p:sp>
      <p:sp>
        <p:nvSpPr>
          <p:cNvPr id="24" name="block-354">
            <a:extLst xmlns:a="http://schemas.openxmlformats.org/drawingml/2006/main">
              <a:ext uri="{FF2B5EF4-FFF2-40B4-BE49-F238E27FC236}">
                <a16:creationId xmlns:a16="http://schemas.microsoft.com/office/drawing/2014/main" id="{74B0E236-5667-4B5C-9C29-4B4AEB4D2973}"/>
              </a:ext>
            </a:extLst>
          </p:cNvPr>
          <p:cNvSpPr>
            <a:spLocks xmlns:a="http://schemas.openxmlformats.org/drawingml/2006/main" noGrp="1"/>
          </p:cNvSpPr>
          <p:nvPr/>
        </p:nvSpPr>
        <p:spPr>
          <a:xfrm xmlns:a="http://schemas.openxmlformats.org/drawingml/2006/main">
            <a:off x="10429875" y="2143125"/>
            <a:ext cx="1143000" cy="3429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25" name="text-355">
            <a:extLst xmlns:a="http://schemas.openxmlformats.org/drawingml/2006/main">
              <a:ext uri="{FF2B5EF4-FFF2-40B4-BE49-F238E27FC236}">
                <a16:creationId xmlns:a16="http://schemas.microsoft.com/office/drawing/2014/main" id="{CFCE890B-6849-4F6E-83F9-EF9766E769B8}"/>
              </a:ext>
            </a:extLst>
          </p:cNvPr>
          <p:cNvSpPr>
            <a:spLocks xmlns:a="http://schemas.openxmlformats.org/drawingml/2006/main" noGrp="1"/>
          </p:cNvSpPr>
          <p:nvPr/>
        </p:nvSpPr>
        <p:spPr>
          <a:xfrm xmlns:a="http://schemas.openxmlformats.org/drawingml/2006/main">
            <a:off x="10506075" y="2200275"/>
            <a:ext cx="99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1">
                <a:solidFill>
                  <a:srgbClr val="231F20"/>
                </a:solidFill>
                <a:latin typeface="Yu Gothic"/>
                <a:ea typeface="Yu Gothic"/>
                <a:cs typeface="Yu Gothic"/>
              </a:defRPr>
            </a:defPPr>
            <a:lvl1pPr algn="ctr">
              <a:defRPr sz="1350" b="1">
                <a:solidFill>
                  <a:srgbClr val="231F20"/>
                </a:solidFill>
                <a:latin typeface="Yu Gothic"/>
                <a:ea typeface="Yu Gothic"/>
                <a:cs typeface="Yu Gothic"/>
              </a:defRPr>
            </a:lvl1pPr>
            <a:lvl2pPr algn="ctr">
              <a:defRPr sz="1350" b="1">
                <a:solidFill>
                  <a:srgbClr val="231F20"/>
                </a:solidFill>
                <a:latin typeface="Yu Gothic"/>
                <a:ea typeface="Yu Gothic"/>
                <a:cs typeface="Yu Gothic"/>
              </a:defRPr>
            </a:lvl2pPr>
            <a:lvl3pPr algn="ctr">
              <a:defRPr sz="1350" b="1">
                <a:solidFill>
                  <a:srgbClr val="231F20"/>
                </a:solidFill>
                <a:latin typeface="Yu Gothic"/>
                <a:ea typeface="Yu Gothic"/>
                <a:cs typeface="Yu Gothic"/>
              </a:defRPr>
            </a:lvl3pPr>
            <a:lvl4pPr algn="ctr">
              <a:defRPr sz="1350" b="1">
                <a:solidFill>
                  <a:srgbClr val="231F20"/>
                </a:solidFill>
                <a:latin typeface="Yu Gothic"/>
                <a:ea typeface="Yu Gothic"/>
                <a:cs typeface="Yu Gothic"/>
              </a:defRPr>
            </a:lvl4pPr>
            <a:lvl5pPr algn="ctr">
              <a:defRPr sz="1350" b="1">
                <a:solidFill>
                  <a:srgbClr val="231F20"/>
                </a:solidFill>
                <a:latin typeface="Yu Gothic"/>
                <a:ea typeface="Yu Gothic"/>
                <a:cs typeface="Yu Gothic"/>
              </a:defRPr>
            </a:lvl5pPr>
            <a:lvl6pPr algn="ctr">
              <a:defRPr sz="1350" b="1">
                <a:solidFill>
                  <a:srgbClr val="231F20"/>
                </a:solidFill>
                <a:latin typeface="Yu Gothic"/>
                <a:ea typeface="Yu Gothic"/>
                <a:cs typeface="Yu Gothic"/>
              </a:defRPr>
            </a:lvl6pPr>
            <a:lvl7pPr algn="ctr">
              <a:defRPr sz="1350" b="1">
                <a:solidFill>
                  <a:srgbClr val="231F20"/>
                </a:solidFill>
                <a:latin typeface="Yu Gothic"/>
                <a:ea typeface="Yu Gothic"/>
                <a:cs typeface="Yu Gothic"/>
              </a:defRPr>
            </a:lvl7pPr>
            <a:lvl8pPr algn="ctr">
              <a:defRPr sz="1350" b="1">
                <a:solidFill>
                  <a:srgbClr val="231F20"/>
                </a:solidFill>
                <a:latin typeface="Yu Gothic"/>
                <a:ea typeface="Yu Gothic"/>
                <a:cs typeface="Yu Gothic"/>
              </a:defRPr>
            </a:lvl8pPr>
            <a:lvl9pPr algn="ctr">
              <a:defRPr sz="1350" b="1">
                <a:solidFill>
                  <a:srgbClr val="231F20"/>
                </a:solidFill>
                <a:latin typeface="Yu Gothic"/>
                <a:ea typeface="Yu Gothic"/>
                <a:cs typeface="Yu Gothic"/>
              </a:defRPr>
            </a:lvl9pPr>
          </a:lstStyle>
          <a:p xmlns:a="http://schemas.openxmlformats.org/drawingml/2006/main">
            <a:pPr algn="ctr">
              <a:defRPr sz="1350" b="1">
                <a:solidFill>
                  <a:srgbClr val="231F20"/>
                </a:solidFill>
                <a:latin typeface="Yu Gothic"/>
                <a:ea typeface="Yu Gothic"/>
                <a:cs typeface="Yu Gothic"/>
              </a:defRPr>
            </a:pPr>
            <a:r>
              <a:rPr sz="1350" b="1">
                <a:solidFill>
                  <a:srgbClr val="231F20"/>
                </a:solidFill>
                <a:latin typeface="Yu Gothic"/>
                <a:ea typeface="Yu Gothic"/>
                <a:cs typeface="Yu Gothic"/>
              </a:rPr>
              <a:t>SPI制御</a:t>
            </a:r>
          </a:p>
        </p:txBody>
      </p:sp>
      <p:sp>
        <p:nvSpPr>
          <p:cNvPr id="26" name="block-356">
            <a:extLst xmlns:a="http://schemas.openxmlformats.org/drawingml/2006/main">
              <a:ext uri="{FF2B5EF4-FFF2-40B4-BE49-F238E27FC236}">
                <a16:creationId xmlns:a16="http://schemas.microsoft.com/office/drawing/2014/main" id="{50A22CC9-6954-48E3-88BC-981BD121C47E}"/>
              </a:ext>
            </a:extLst>
          </p:cNvPr>
          <p:cNvSpPr>
            <a:spLocks xmlns:a="http://schemas.openxmlformats.org/drawingml/2006/main" noGrp="1"/>
          </p:cNvSpPr>
          <p:nvPr/>
        </p:nvSpPr>
        <p:spPr>
          <a:xfrm xmlns:a="http://schemas.openxmlformats.org/drawingml/2006/main">
            <a:off x="10429875" y="2619375"/>
            <a:ext cx="1143000" cy="3048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27" name="text-357">
            <a:extLst xmlns:a="http://schemas.openxmlformats.org/drawingml/2006/main">
              <a:ext uri="{FF2B5EF4-FFF2-40B4-BE49-F238E27FC236}">
                <a16:creationId xmlns:a16="http://schemas.microsoft.com/office/drawing/2014/main" id="{4AF490D5-D430-4A77-A749-A21F92D96E65}"/>
              </a:ext>
            </a:extLst>
          </p:cNvPr>
          <p:cNvSpPr>
            <a:spLocks xmlns:a="http://schemas.openxmlformats.org/drawingml/2006/main" noGrp="1"/>
          </p:cNvSpPr>
          <p:nvPr/>
        </p:nvSpPr>
        <p:spPr>
          <a:xfrm xmlns:a="http://schemas.openxmlformats.org/drawingml/2006/main">
            <a:off x="10506075" y="2676525"/>
            <a:ext cx="990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AHB → APB</a:t>
            </a:r>
          </a:p>
        </p:txBody>
      </p:sp>
      <p:sp>
        <p:nvSpPr>
          <p:cNvPr id="28" name="wire-358">
            <a:extLst xmlns:a="http://schemas.openxmlformats.org/drawingml/2006/main">
              <a:ext uri="{FF2B5EF4-FFF2-40B4-BE49-F238E27FC236}">
                <a16:creationId xmlns:a16="http://schemas.microsoft.com/office/drawing/2014/main" id="{12D2BA4B-F080-4CAF-B9AB-DA473294813A}"/>
              </a:ext>
            </a:extLst>
          </p:cNvPr>
          <p:cNvSpPr>
            <a:spLocks xmlns:a="http://schemas.openxmlformats.org/drawingml/2006/main" noGrp="1"/>
          </p:cNvSpPr>
          <p:nvPr/>
        </p:nvSpPr>
        <p:spPr>
          <a:xfrm xmlns:a="http://schemas.openxmlformats.org/drawingml/2006/main">
            <a:off x="6667500" y="26574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29" name="circuit-359">
            <a:extLst xmlns:a="http://schemas.openxmlformats.org/drawingml/2006/main">
              <a:ext uri="{FF2B5EF4-FFF2-40B4-BE49-F238E27FC236}">
                <a16:creationId xmlns:a16="http://schemas.microsoft.com/office/drawing/2014/main" id="{FF65A8D7-BD05-466F-8AD3-C1639F0979DB}"/>
              </a:ext>
            </a:extLst>
          </p:cNvPr>
          <p:cNvSpPr>
            <a:spLocks xmlns:a="http://schemas.openxmlformats.org/drawingml/2006/main" noGrp="1"/>
          </p:cNvSpPr>
          <p:nvPr/>
        </p:nvSpPr>
        <p:spPr>
          <a:xfrm xmlns:a="http://schemas.openxmlformats.org/drawingml/2006/main">
            <a:off x="6715125" y="26193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30" name="wire-360">
            <a:extLst xmlns:a="http://schemas.openxmlformats.org/drawingml/2006/main">
              <a:ext uri="{FF2B5EF4-FFF2-40B4-BE49-F238E27FC236}">
                <a16:creationId xmlns:a16="http://schemas.microsoft.com/office/drawing/2014/main" id="{89960693-0C8A-48CB-B9EE-D43475AC2246}"/>
              </a:ext>
            </a:extLst>
          </p:cNvPr>
          <p:cNvSpPr>
            <a:spLocks xmlns:a="http://schemas.openxmlformats.org/drawingml/2006/main" noGrp="1"/>
          </p:cNvSpPr>
          <p:nvPr/>
        </p:nvSpPr>
        <p:spPr>
          <a:xfrm xmlns:a="http://schemas.openxmlformats.org/drawingml/2006/main">
            <a:off x="6667500" y="2657475"/>
            <a:ext cx="142875" cy="9525"/>
          </a:xfrm>
          <a:custGeom xmlns:a="http://schemas.openxmlformats.org/drawingml/2006/main">
            <a:pathLst>
              <a:path w="142875" h="9525">
                <a:moveTo>
                  <a:pt x="142875" y="0"/>
                </a:moveTo>
                <a:lnTo>
                  <a:pt x="0" y="0"/>
                </a:lnTo>
              </a:path>
            </a:pathLst>
          </a:custGeom>
          <a:noFill xmlns:a="http://schemas.openxmlformats.org/drawingml/2006/main"/>
          <a:ln xmlns:a="http://schemas.openxmlformats.org/drawingml/2006/main" w="22860">
            <a:solidFill>
              <a:srgbClr val="231F20"/>
            </a:solidFill>
          </a:ln>
        </p:spPr>
      </p:sp>
      <p:sp>
        <p:nvSpPr>
          <p:cNvPr id="31" name="circuit-361">
            <a:extLst xmlns:a="http://schemas.openxmlformats.org/drawingml/2006/main">
              <a:ext uri="{FF2B5EF4-FFF2-40B4-BE49-F238E27FC236}">
                <a16:creationId xmlns:a16="http://schemas.microsoft.com/office/drawing/2014/main" id="{B07CDA17-81E9-49BF-8029-90F1FEF6FB47}"/>
              </a:ext>
            </a:extLst>
          </p:cNvPr>
          <p:cNvSpPr>
            <a:spLocks xmlns:a="http://schemas.openxmlformats.org/drawingml/2006/main" noGrp="1"/>
          </p:cNvSpPr>
          <p:nvPr/>
        </p:nvSpPr>
        <p:spPr>
          <a:xfrm xmlns:a="http://schemas.openxmlformats.org/drawingml/2006/main">
            <a:off x="6667500" y="26193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32" name="wire-362">
            <a:extLst xmlns:a="http://schemas.openxmlformats.org/drawingml/2006/main">
              <a:ext uri="{FF2B5EF4-FFF2-40B4-BE49-F238E27FC236}">
                <a16:creationId xmlns:a16="http://schemas.microsoft.com/office/drawing/2014/main" id="{9625FFBA-2240-4D06-993B-E48F4C16F899}"/>
              </a:ext>
            </a:extLst>
          </p:cNvPr>
          <p:cNvSpPr>
            <a:spLocks xmlns:a="http://schemas.openxmlformats.org/drawingml/2006/main" noGrp="1"/>
          </p:cNvSpPr>
          <p:nvPr/>
        </p:nvSpPr>
        <p:spPr>
          <a:xfrm xmlns:a="http://schemas.openxmlformats.org/drawingml/2006/main">
            <a:off x="7715250" y="26574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33" name="circuit-363">
            <a:extLst xmlns:a="http://schemas.openxmlformats.org/drawingml/2006/main">
              <a:ext uri="{FF2B5EF4-FFF2-40B4-BE49-F238E27FC236}">
                <a16:creationId xmlns:a16="http://schemas.microsoft.com/office/drawing/2014/main" id="{D9F1A3B8-E024-4150-BD67-E517669EF716}"/>
              </a:ext>
            </a:extLst>
          </p:cNvPr>
          <p:cNvSpPr>
            <a:spLocks xmlns:a="http://schemas.openxmlformats.org/drawingml/2006/main" noGrp="1"/>
          </p:cNvSpPr>
          <p:nvPr/>
        </p:nvSpPr>
        <p:spPr>
          <a:xfrm xmlns:a="http://schemas.openxmlformats.org/drawingml/2006/main">
            <a:off x="7762875" y="26193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34" name="wire-364">
            <a:extLst xmlns:a="http://schemas.openxmlformats.org/drawingml/2006/main">
              <a:ext uri="{FF2B5EF4-FFF2-40B4-BE49-F238E27FC236}">
                <a16:creationId xmlns:a16="http://schemas.microsoft.com/office/drawing/2014/main" id="{9B0E55EE-B3DF-4197-8223-3C615A61747B}"/>
              </a:ext>
            </a:extLst>
          </p:cNvPr>
          <p:cNvSpPr>
            <a:spLocks xmlns:a="http://schemas.openxmlformats.org/drawingml/2006/main" noGrp="1"/>
          </p:cNvSpPr>
          <p:nvPr/>
        </p:nvSpPr>
        <p:spPr>
          <a:xfrm xmlns:a="http://schemas.openxmlformats.org/drawingml/2006/main">
            <a:off x="7715250" y="2657475"/>
            <a:ext cx="142875" cy="9525"/>
          </a:xfrm>
          <a:custGeom xmlns:a="http://schemas.openxmlformats.org/drawingml/2006/main">
            <a:pathLst>
              <a:path w="142875" h="9525">
                <a:moveTo>
                  <a:pt x="142875" y="0"/>
                </a:moveTo>
                <a:lnTo>
                  <a:pt x="0" y="0"/>
                </a:lnTo>
              </a:path>
            </a:pathLst>
          </a:custGeom>
          <a:noFill xmlns:a="http://schemas.openxmlformats.org/drawingml/2006/main"/>
          <a:ln xmlns:a="http://schemas.openxmlformats.org/drawingml/2006/main" w="22860">
            <a:solidFill>
              <a:srgbClr val="231F20"/>
            </a:solidFill>
          </a:ln>
        </p:spPr>
      </p:sp>
      <p:sp>
        <p:nvSpPr>
          <p:cNvPr id="35" name="circuit-365">
            <a:extLst xmlns:a="http://schemas.openxmlformats.org/drawingml/2006/main">
              <a:ext uri="{FF2B5EF4-FFF2-40B4-BE49-F238E27FC236}">
                <a16:creationId xmlns:a16="http://schemas.microsoft.com/office/drawing/2014/main" id="{10498BF3-19B1-409D-AF3C-7547C685EE56}"/>
              </a:ext>
            </a:extLst>
          </p:cNvPr>
          <p:cNvSpPr>
            <a:spLocks xmlns:a="http://schemas.openxmlformats.org/drawingml/2006/main" noGrp="1"/>
          </p:cNvSpPr>
          <p:nvPr/>
        </p:nvSpPr>
        <p:spPr>
          <a:xfrm xmlns:a="http://schemas.openxmlformats.org/drawingml/2006/main">
            <a:off x="7715250" y="26193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36" name="wire-366">
            <a:extLst xmlns:a="http://schemas.openxmlformats.org/drawingml/2006/main">
              <a:ext uri="{FF2B5EF4-FFF2-40B4-BE49-F238E27FC236}">
                <a16:creationId xmlns:a16="http://schemas.microsoft.com/office/drawing/2014/main" id="{90BCD3C6-2944-45D2-86F1-B56B781214BA}"/>
              </a:ext>
            </a:extLst>
          </p:cNvPr>
          <p:cNvSpPr>
            <a:spLocks xmlns:a="http://schemas.openxmlformats.org/drawingml/2006/main" noGrp="1"/>
          </p:cNvSpPr>
          <p:nvPr/>
        </p:nvSpPr>
        <p:spPr>
          <a:xfrm xmlns:a="http://schemas.openxmlformats.org/drawingml/2006/main">
            <a:off x="9001125" y="26574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37" name="circuit-367">
            <a:extLst xmlns:a="http://schemas.openxmlformats.org/drawingml/2006/main">
              <a:ext uri="{FF2B5EF4-FFF2-40B4-BE49-F238E27FC236}">
                <a16:creationId xmlns:a16="http://schemas.microsoft.com/office/drawing/2014/main" id="{82461004-A0F3-4EA9-B69A-266E82E33D48}"/>
              </a:ext>
            </a:extLst>
          </p:cNvPr>
          <p:cNvSpPr>
            <a:spLocks xmlns:a="http://schemas.openxmlformats.org/drawingml/2006/main" noGrp="1"/>
          </p:cNvSpPr>
          <p:nvPr/>
        </p:nvSpPr>
        <p:spPr>
          <a:xfrm xmlns:a="http://schemas.openxmlformats.org/drawingml/2006/main">
            <a:off x="9048750" y="26193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38" name="wire-368">
            <a:extLst xmlns:a="http://schemas.openxmlformats.org/drawingml/2006/main">
              <a:ext uri="{FF2B5EF4-FFF2-40B4-BE49-F238E27FC236}">
                <a16:creationId xmlns:a16="http://schemas.microsoft.com/office/drawing/2014/main" id="{F31764EB-30AA-4748-8E5C-87610471097F}"/>
              </a:ext>
            </a:extLst>
          </p:cNvPr>
          <p:cNvSpPr>
            <a:spLocks xmlns:a="http://schemas.openxmlformats.org/drawingml/2006/main" noGrp="1"/>
          </p:cNvSpPr>
          <p:nvPr/>
        </p:nvSpPr>
        <p:spPr>
          <a:xfrm xmlns:a="http://schemas.openxmlformats.org/drawingml/2006/main">
            <a:off x="9001125" y="2657475"/>
            <a:ext cx="142875" cy="9525"/>
          </a:xfrm>
          <a:custGeom xmlns:a="http://schemas.openxmlformats.org/drawingml/2006/main">
            <a:pathLst>
              <a:path w="142875" h="9525">
                <a:moveTo>
                  <a:pt x="142875" y="0"/>
                </a:moveTo>
                <a:lnTo>
                  <a:pt x="0" y="0"/>
                </a:lnTo>
              </a:path>
            </a:pathLst>
          </a:custGeom>
          <a:noFill xmlns:a="http://schemas.openxmlformats.org/drawingml/2006/main"/>
          <a:ln xmlns:a="http://schemas.openxmlformats.org/drawingml/2006/main" w="22860">
            <a:solidFill>
              <a:srgbClr val="231F20"/>
            </a:solidFill>
          </a:ln>
        </p:spPr>
      </p:sp>
      <p:sp>
        <p:nvSpPr>
          <p:cNvPr id="39" name="circuit-369">
            <a:extLst xmlns:a="http://schemas.openxmlformats.org/drawingml/2006/main">
              <a:ext uri="{FF2B5EF4-FFF2-40B4-BE49-F238E27FC236}">
                <a16:creationId xmlns:a16="http://schemas.microsoft.com/office/drawing/2014/main" id="{CC69F598-B4AE-49B6-A9DD-C5FB375D5EFD}"/>
              </a:ext>
            </a:extLst>
          </p:cNvPr>
          <p:cNvSpPr>
            <a:spLocks xmlns:a="http://schemas.openxmlformats.org/drawingml/2006/main" noGrp="1"/>
          </p:cNvSpPr>
          <p:nvPr/>
        </p:nvSpPr>
        <p:spPr>
          <a:xfrm xmlns:a="http://schemas.openxmlformats.org/drawingml/2006/main">
            <a:off x="9001125" y="26193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40" name="wire-370">
            <a:extLst xmlns:a="http://schemas.openxmlformats.org/drawingml/2006/main">
              <a:ext uri="{FF2B5EF4-FFF2-40B4-BE49-F238E27FC236}">
                <a16:creationId xmlns:a16="http://schemas.microsoft.com/office/drawing/2014/main" id="{0BC8A6D2-3129-4ED0-B481-6794AFC1F6FF}"/>
              </a:ext>
            </a:extLst>
          </p:cNvPr>
          <p:cNvSpPr>
            <a:spLocks xmlns:a="http://schemas.openxmlformats.org/drawingml/2006/main" noGrp="1"/>
          </p:cNvSpPr>
          <p:nvPr/>
        </p:nvSpPr>
        <p:spPr>
          <a:xfrm xmlns:a="http://schemas.openxmlformats.org/drawingml/2006/main">
            <a:off x="9715500" y="1943100"/>
            <a:ext cx="9525" cy="495300"/>
          </a:xfrm>
          <a:custGeom xmlns:a="http://schemas.openxmlformats.org/drawingml/2006/main">
            <a:pathLst>
              <a:path w="9525" h="495300">
                <a:moveTo>
                  <a:pt x="0" y="495300"/>
                </a:moveTo>
                <a:lnTo>
                  <a:pt x="0" y="0"/>
                </a:lnTo>
              </a:path>
            </a:pathLst>
          </a:custGeom>
          <a:noFill xmlns:a="http://schemas.openxmlformats.org/drawingml/2006/main"/>
          <a:ln xmlns:a="http://schemas.openxmlformats.org/drawingml/2006/main" w="22860">
            <a:solidFill>
              <a:srgbClr val="231F20"/>
            </a:solidFill>
          </a:ln>
        </p:spPr>
      </p:sp>
      <p:sp>
        <p:nvSpPr>
          <p:cNvPr id="41" name="circuit-371">
            <a:extLst xmlns:a="http://schemas.openxmlformats.org/drawingml/2006/main">
              <a:ext uri="{FF2B5EF4-FFF2-40B4-BE49-F238E27FC236}">
                <a16:creationId xmlns:a16="http://schemas.microsoft.com/office/drawing/2014/main" id="{6DB6EE69-414B-4CE7-9D13-5DA8FBFD37EC}"/>
              </a:ext>
            </a:extLst>
          </p:cNvPr>
          <p:cNvSpPr>
            <a:spLocks xmlns:a="http://schemas.openxmlformats.org/drawingml/2006/main" noGrp="1"/>
          </p:cNvSpPr>
          <p:nvPr/>
        </p:nvSpPr>
        <p:spPr>
          <a:xfrm xmlns:a="http://schemas.openxmlformats.org/drawingml/2006/main">
            <a:off x="9677400" y="194310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42" name="wire-372">
            <a:extLst xmlns:a="http://schemas.openxmlformats.org/drawingml/2006/main">
              <a:ext uri="{FF2B5EF4-FFF2-40B4-BE49-F238E27FC236}">
                <a16:creationId xmlns:a16="http://schemas.microsoft.com/office/drawing/2014/main" id="{40618644-F555-4B85-8AA0-F597892419A4}"/>
              </a:ext>
            </a:extLst>
          </p:cNvPr>
          <p:cNvSpPr>
            <a:spLocks xmlns:a="http://schemas.openxmlformats.org/drawingml/2006/main" noGrp="1"/>
          </p:cNvSpPr>
          <p:nvPr/>
        </p:nvSpPr>
        <p:spPr>
          <a:xfrm xmlns:a="http://schemas.openxmlformats.org/drawingml/2006/main">
            <a:off x="9715500" y="1943100"/>
            <a:ext cx="9525" cy="495300"/>
          </a:xfrm>
          <a:custGeom xmlns:a="http://schemas.openxmlformats.org/drawingml/2006/main">
            <a:pathLst>
              <a:path w="9525" h="495300">
                <a:moveTo>
                  <a:pt x="0" y="0"/>
                </a:moveTo>
                <a:lnTo>
                  <a:pt x="0" y="495300"/>
                </a:lnTo>
              </a:path>
            </a:pathLst>
          </a:custGeom>
          <a:noFill xmlns:a="http://schemas.openxmlformats.org/drawingml/2006/main"/>
          <a:ln xmlns:a="http://schemas.openxmlformats.org/drawingml/2006/main" w="22860">
            <a:solidFill>
              <a:srgbClr val="231F20"/>
            </a:solidFill>
          </a:ln>
        </p:spPr>
      </p:sp>
      <p:sp>
        <p:nvSpPr>
          <p:cNvPr id="43" name="circuit-373">
            <a:extLst xmlns:a="http://schemas.openxmlformats.org/drawingml/2006/main">
              <a:ext uri="{FF2B5EF4-FFF2-40B4-BE49-F238E27FC236}">
                <a16:creationId xmlns:a16="http://schemas.microsoft.com/office/drawing/2014/main" id="{103A13F8-60EE-45A6-9FB5-0C2942F23EFE}"/>
              </a:ext>
            </a:extLst>
          </p:cNvPr>
          <p:cNvSpPr>
            <a:spLocks xmlns:a="http://schemas.openxmlformats.org/drawingml/2006/main" noGrp="1"/>
          </p:cNvSpPr>
          <p:nvPr/>
        </p:nvSpPr>
        <p:spPr>
          <a:xfrm xmlns:a="http://schemas.openxmlformats.org/drawingml/2006/main">
            <a:off x="9677400" y="234315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44" name="wire-374">
            <a:extLst xmlns:a="http://schemas.openxmlformats.org/drawingml/2006/main">
              <a:ext uri="{FF2B5EF4-FFF2-40B4-BE49-F238E27FC236}">
                <a16:creationId xmlns:a16="http://schemas.microsoft.com/office/drawing/2014/main" id="{D08B3DB5-653E-4553-A563-AF43E52CDD17}"/>
              </a:ext>
            </a:extLst>
          </p:cNvPr>
          <p:cNvSpPr>
            <a:spLocks xmlns:a="http://schemas.openxmlformats.org/drawingml/2006/main" noGrp="1"/>
          </p:cNvSpPr>
          <p:nvPr/>
        </p:nvSpPr>
        <p:spPr>
          <a:xfrm xmlns:a="http://schemas.openxmlformats.org/drawingml/2006/main">
            <a:off x="11001375" y="1943100"/>
            <a:ext cx="9525" cy="200025"/>
          </a:xfrm>
          <a:custGeom xmlns:a="http://schemas.openxmlformats.org/drawingml/2006/main">
            <a:pathLst>
              <a:path w="9525" h="200025">
                <a:moveTo>
                  <a:pt x="0" y="200025"/>
                </a:moveTo>
                <a:lnTo>
                  <a:pt x="0" y="0"/>
                </a:lnTo>
              </a:path>
            </a:pathLst>
          </a:custGeom>
          <a:noFill xmlns:a="http://schemas.openxmlformats.org/drawingml/2006/main"/>
          <a:ln xmlns:a="http://schemas.openxmlformats.org/drawingml/2006/main" w="22860">
            <a:solidFill>
              <a:srgbClr val="231F20"/>
            </a:solidFill>
          </a:ln>
        </p:spPr>
      </p:sp>
      <p:sp>
        <p:nvSpPr>
          <p:cNvPr id="45" name="circuit-375">
            <a:extLst xmlns:a="http://schemas.openxmlformats.org/drawingml/2006/main">
              <a:ext uri="{FF2B5EF4-FFF2-40B4-BE49-F238E27FC236}">
                <a16:creationId xmlns:a16="http://schemas.microsoft.com/office/drawing/2014/main" id="{79EAF9FE-BBB4-4621-9413-26C71AF4FEC6}"/>
              </a:ext>
            </a:extLst>
          </p:cNvPr>
          <p:cNvSpPr>
            <a:spLocks xmlns:a="http://schemas.openxmlformats.org/drawingml/2006/main" noGrp="1"/>
          </p:cNvSpPr>
          <p:nvPr/>
        </p:nvSpPr>
        <p:spPr>
          <a:xfrm xmlns:a="http://schemas.openxmlformats.org/drawingml/2006/main">
            <a:off x="10963275" y="194310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46" name="wire-376">
            <a:extLst xmlns:a="http://schemas.openxmlformats.org/drawingml/2006/main">
              <a:ext uri="{FF2B5EF4-FFF2-40B4-BE49-F238E27FC236}">
                <a16:creationId xmlns:a16="http://schemas.microsoft.com/office/drawing/2014/main" id="{77A1658F-BB1E-4744-A638-5C5C6C3CBC17}"/>
              </a:ext>
            </a:extLst>
          </p:cNvPr>
          <p:cNvSpPr>
            <a:spLocks xmlns:a="http://schemas.openxmlformats.org/drawingml/2006/main" noGrp="1"/>
          </p:cNvSpPr>
          <p:nvPr/>
        </p:nvSpPr>
        <p:spPr>
          <a:xfrm xmlns:a="http://schemas.openxmlformats.org/drawingml/2006/main">
            <a:off x="11001375" y="1943100"/>
            <a:ext cx="9525" cy="200025"/>
          </a:xfrm>
          <a:custGeom xmlns:a="http://schemas.openxmlformats.org/drawingml/2006/main">
            <a:pathLst>
              <a:path w="9525" h="200025">
                <a:moveTo>
                  <a:pt x="0" y="0"/>
                </a:moveTo>
                <a:lnTo>
                  <a:pt x="0" y="200025"/>
                </a:lnTo>
              </a:path>
            </a:pathLst>
          </a:custGeom>
          <a:noFill xmlns:a="http://schemas.openxmlformats.org/drawingml/2006/main"/>
          <a:ln xmlns:a="http://schemas.openxmlformats.org/drawingml/2006/main" w="22860">
            <a:solidFill>
              <a:srgbClr val="231F20"/>
            </a:solidFill>
          </a:ln>
        </p:spPr>
      </p:sp>
      <p:sp>
        <p:nvSpPr>
          <p:cNvPr id="47" name="circuit-377">
            <a:extLst xmlns:a="http://schemas.openxmlformats.org/drawingml/2006/main">
              <a:ext uri="{FF2B5EF4-FFF2-40B4-BE49-F238E27FC236}">
                <a16:creationId xmlns:a16="http://schemas.microsoft.com/office/drawing/2014/main" id="{915E355A-FA46-4407-B1B9-6B53CFB3A0DD}"/>
              </a:ext>
            </a:extLst>
          </p:cNvPr>
          <p:cNvSpPr>
            <a:spLocks xmlns:a="http://schemas.openxmlformats.org/drawingml/2006/main" noGrp="1"/>
          </p:cNvSpPr>
          <p:nvPr/>
        </p:nvSpPr>
        <p:spPr>
          <a:xfrm xmlns:a="http://schemas.openxmlformats.org/drawingml/2006/main">
            <a:off x="10963275" y="2047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48" name="wire-378">
            <a:extLst xmlns:a="http://schemas.openxmlformats.org/drawingml/2006/main">
              <a:ext uri="{FF2B5EF4-FFF2-40B4-BE49-F238E27FC236}">
                <a16:creationId xmlns:a16="http://schemas.microsoft.com/office/drawing/2014/main" id="{AC701853-8ABF-4154-B63F-F8E0D9CBEF33}"/>
              </a:ext>
            </a:extLst>
          </p:cNvPr>
          <p:cNvSpPr>
            <a:spLocks xmlns:a="http://schemas.openxmlformats.org/drawingml/2006/main" noGrp="1"/>
          </p:cNvSpPr>
          <p:nvPr/>
        </p:nvSpPr>
        <p:spPr>
          <a:xfrm xmlns:a="http://schemas.openxmlformats.org/drawingml/2006/main">
            <a:off x="11001375" y="2486025"/>
            <a:ext cx="9525" cy="133350"/>
          </a:xfrm>
          <a:custGeom xmlns:a="http://schemas.openxmlformats.org/drawingml/2006/main">
            <a:pathLst>
              <a:path w="9525" h="133350">
                <a:moveTo>
                  <a:pt x="0" y="133350"/>
                </a:moveTo>
                <a:lnTo>
                  <a:pt x="0" y="0"/>
                </a:lnTo>
              </a:path>
            </a:pathLst>
          </a:custGeom>
          <a:noFill xmlns:a="http://schemas.openxmlformats.org/drawingml/2006/main"/>
          <a:ln xmlns:a="http://schemas.openxmlformats.org/drawingml/2006/main" w="22860">
            <a:solidFill>
              <a:srgbClr val="231F20"/>
            </a:solidFill>
          </a:ln>
        </p:spPr>
      </p:sp>
      <p:sp>
        <p:nvSpPr>
          <p:cNvPr id="49" name="circuit-379">
            <a:extLst xmlns:a="http://schemas.openxmlformats.org/drawingml/2006/main">
              <a:ext uri="{FF2B5EF4-FFF2-40B4-BE49-F238E27FC236}">
                <a16:creationId xmlns:a16="http://schemas.microsoft.com/office/drawing/2014/main" id="{53DBD767-D7B3-4EA5-8535-743C1D1F721A}"/>
              </a:ext>
            </a:extLst>
          </p:cNvPr>
          <p:cNvSpPr>
            <a:spLocks xmlns:a="http://schemas.openxmlformats.org/drawingml/2006/main" noGrp="1"/>
          </p:cNvSpPr>
          <p:nvPr/>
        </p:nvSpPr>
        <p:spPr>
          <a:xfrm xmlns:a="http://schemas.openxmlformats.org/drawingml/2006/main">
            <a:off x="10963275" y="2486025"/>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50" name="wire-380">
            <a:extLst xmlns:a="http://schemas.openxmlformats.org/drawingml/2006/main">
              <a:ext uri="{FF2B5EF4-FFF2-40B4-BE49-F238E27FC236}">
                <a16:creationId xmlns:a16="http://schemas.microsoft.com/office/drawing/2014/main" id="{878BD9A1-FAA3-4495-936A-DE1F16BA022B}"/>
              </a:ext>
            </a:extLst>
          </p:cNvPr>
          <p:cNvSpPr>
            <a:spLocks xmlns:a="http://schemas.openxmlformats.org/drawingml/2006/main" noGrp="1"/>
          </p:cNvSpPr>
          <p:nvPr/>
        </p:nvSpPr>
        <p:spPr>
          <a:xfrm xmlns:a="http://schemas.openxmlformats.org/drawingml/2006/main">
            <a:off x="11001375" y="2486025"/>
            <a:ext cx="9525" cy="133350"/>
          </a:xfrm>
          <a:custGeom xmlns:a="http://schemas.openxmlformats.org/drawingml/2006/main">
            <a:pathLst>
              <a:path w="9525" h="133350">
                <a:moveTo>
                  <a:pt x="0" y="0"/>
                </a:moveTo>
                <a:lnTo>
                  <a:pt x="0" y="133350"/>
                </a:lnTo>
              </a:path>
            </a:pathLst>
          </a:custGeom>
          <a:noFill xmlns:a="http://schemas.openxmlformats.org/drawingml/2006/main"/>
          <a:ln xmlns:a="http://schemas.openxmlformats.org/drawingml/2006/main" w="22860">
            <a:solidFill>
              <a:srgbClr val="231F20"/>
            </a:solidFill>
          </a:ln>
        </p:spPr>
      </p:sp>
      <p:sp>
        <p:nvSpPr>
          <p:cNvPr id="51" name="circuit-381">
            <a:extLst xmlns:a="http://schemas.openxmlformats.org/drawingml/2006/main">
              <a:ext uri="{FF2B5EF4-FFF2-40B4-BE49-F238E27FC236}">
                <a16:creationId xmlns:a16="http://schemas.microsoft.com/office/drawing/2014/main" id="{BC39BF29-A960-46F2-9086-49C9F6AE4927}"/>
              </a:ext>
            </a:extLst>
          </p:cNvPr>
          <p:cNvSpPr>
            <a:spLocks xmlns:a="http://schemas.openxmlformats.org/drawingml/2006/main" noGrp="1"/>
          </p:cNvSpPr>
          <p:nvPr/>
        </p:nvSpPr>
        <p:spPr>
          <a:xfrm xmlns:a="http://schemas.openxmlformats.org/drawingml/2006/main">
            <a:off x="10963275" y="25241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52" name="wire-382">
            <a:extLst xmlns:a="http://schemas.openxmlformats.org/drawingml/2006/main">
              <a:ext uri="{FF2B5EF4-FFF2-40B4-BE49-F238E27FC236}">
                <a16:creationId xmlns:a16="http://schemas.microsoft.com/office/drawing/2014/main" id="{ED94B8CA-AE57-4FF4-AF95-506EDEE0109A}"/>
              </a:ext>
            </a:extLst>
          </p:cNvPr>
          <p:cNvSpPr>
            <a:spLocks xmlns:a="http://schemas.openxmlformats.org/drawingml/2006/main" noGrp="1"/>
          </p:cNvSpPr>
          <p:nvPr/>
        </p:nvSpPr>
        <p:spPr>
          <a:xfrm xmlns:a="http://schemas.openxmlformats.org/drawingml/2006/main">
            <a:off x="7715250" y="2733675"/>
            <a:ext cx="66675" cy="9525"/>
          </a:xfrm>
          <a:custGeom xmlns:a="http://schemas.openxmlformats.org/drawingml/2006/main">
            <a:pathLst>
              <a:path w="66675" h="9525">
                <a:moveTo>
                  <a:pt x="0" y="0"/>
                </a:moveTo>
                <a:lnTo>
                  <a:pt x="66675" y="0"/>
                </a:lnTo>
              </a:path>
            </a:pathLst>
          </a:custGeom>
          <a:noFill xmlns:a="http://schemas.openxmlformats.org/drawingml/2006/main"/>
          <a:ln xmlns:a="http://schemas.openxmlformats.org/drawingml/2006/main" w="22860">
            <a:solidFill>
              <a:srgbClr val="231F20"/>
            </a:solidFill>
          </a:ln>
        </p:spPr>
      </p:sp>
      <p:sp>
        <p:nvSpPr>
          <p:cNvPr id="53" name="wire-383">
            <a:extLst xmlns:a="http://schemas.openxmlformats.org/drawingml/2006/main">
              <a:ext uri="{FF2B5EF4-FFF2-40B4-BE49-F238E27FC236}">
                <a16:creationId xmlns:a16="http://schemas.microsoft.com/office/drawing/2014/main" id="{DFFF4DB2-0165-40D2-836B-E714B4A442D0}"/>
              </a:ext>
            </a:extLst>
          </p:cNvPr>
          <p:cNvSpPr>
            <a:spLocks xmlns:a="http://schemas.openxmlformats.org/drawingml/2006/main" noGrp="1"/>
          </p:cNvSpPr>
          <p:nvPr/>
        </p:nvSpPr>
        <p:spPr>
          <a:xfrm xmlns:a="http://schemas.openxmlformats.org/drawingml/2006/main">
            <a:off x="7781925" y="2733675"/>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22860">
            <a:solidFill>
              <a:srgbClr val="231F20"/>
            </a:solidFill>
          </a:ln>
        </p:spPr>
      </p:sp>
      <p:sp>
        <p:nvSpPr>
          <p:cNvPr id="54" name="wire-384">
            <a:extLst xmlns:a="http://schemas.openxmlformats.org/drawingml/2006/main">
              <a:ext uri="{FF2B5EF4-FFF2-40B4-BE49-F238E27FC236}">
                <a16:creationId xmlns:a16="http://schemas.microsoft.com/office/drawing/2014/main" id="{1CD0E827-147C-4EFB-933B-AC61F3A115B2}"/>
              </a:ext>
            </a:extLst>
          </p:cNvPr>
          <p:cNvSpPr>
            <a:spLocks xmlns:a="http://schemas.openxmlformats.org/drawingml/2006/main" noGrp="1"/>
          </p:cNvSpPr>
          <p:nvPr/>
        </p:nvSpPr>
        <p:spPr>
          <a:xfrm xmlns:a="http://schemas.openxmlformats.org/drawingml/2006/main">
            <a:off x="7781925" y="2981325"/>
            <a:ext cx="3219450" cy="9525"/>
          </a:xfrm>
          <a:custGeom xmlns:a="http://schemas.openxmlformats.org/drawingml/2006/main">
            <a:pathLst>
              <a:path w="3219450" h="9525">
                <a:moveTo>
                  <a:pt x="0" y="0"/>
                </a:moveTo>
                <a:lnTo>
                  <a:pt x="3219450" y="0"/>
                </a:lnTo>
              </a:path>
            </a:pathLst>
          </a:custGeom>
          <a:noFill xmlns:a="http://schemas.openxmlformats.org/drawingml/2006/main"/>
          <a:ln xmlns:a="http://schemas.openxmlformats.org/drawingml/2006/main" w="22860">
            <a:solidFill>
              <a:srgbClr val="231F20"/>
            </a:solidFill>
          </a:ln>
        </p:spPr>
      </p:sp>
      <p:sp>
        <p:nvSpPr>
          <p:cNvPr id="55" name="wire-385">
            <a:extLst xmlns:a="http://schemas.openxmlformats.org/drawingml/2006/main">
              <a:ext uri="{FF2B5EF4-FFF2-40B4-BE49-F238E27FC236}">
                <a16:creationId xmlns:a16="http://schemas.microsoft.com/office/drawing/2014/main" id="{170B5EBF-248F-45D3-9975-E9CD2ACE8BEF}"/>
              </a:ext>
            </a:extLst>
          </p:cNvPr>
          <p:cNvSpPr>
            <a:spLocks xmlns:a="http://schemas.openxmlformats.org/drawingml/2006/main" noGrp="1"/>
          </p:cNvSpPr>
          <p:nvPr/>
        </p:nvSpPr>
        <p:spPr>
          <a:xfrm xmlns:a="http://schemas.openxmlformats.org/drawingml/2006/main">
            <a:off x="11001375" y="2924175"/>
            <a:ext cx="9525" cy="57150"/>
          </a:xfrm>
          <a:custGeom xmlns:a="http://schemas.openxmlformats.org/drawingml/2006/main">
            <a:pathLst>
              <a:path w="9525" h="57150">
                <a:moveTo>
                  <a:pt x="0" y="57150"/>
                </a:moveTo>
                <a:lnTo>
                  <a:pt x="0" y="0"/>
                </a:lnTo>
              </a:path>
            </a:pathLst>
          </a:custGeom>
          <a:noFill xmlns:a="http://schemas.openxmlformats.org/drawingml/2006/main"/>
          <a:ln xmlns:a="http://schemas.openxmlformats.org/drawingml/2006/main" w="22860">
            <a:solidFill>
              <a:srgbClr val="231F20"/>
            </a:solidFill>
          </a:ln>
        </p:spPr>
      </p:sp>
      <p:sp>
        <p:nvSpPr>
          <p:cNvPr id="56" name="circuit-386">
            <a:extLst xmlns:a="http://schemas.openxmlformats.org/drawingml/2006/main">
              <a:ext uri="{FF2B5EF4-FFF2-40B4-BE49-F238E27FC236}">
                <a16:creationId xmlns:a16="http://schemas.microsoft.com/office/drawing/2014/main" id="{2C79955F-7A88-4F9D-90EB-601C88D206BE}"/>
              </a:ext>
            </a:extLst>
          </p:cNvPr>
          <p:cNvSpPr>
            <a:spLocks xmlns:a="http://schemas.openxmlformats.org/drawingml/2006/main" noGrp="1"/>
          </p:cNvSpPr>
          <p:nvPr/>
        </p:nvSpPr>
        <p:spPr>
          <a:xfrm xmlns:a="http://schemas.openxmlformats.org/drawingml/2006/main">
            <a:off x="10963275" y="2924175"/>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57" name="wire-387">
            <a:extLst xmlns:a="http://schemas.openxmlformats.org/drawingml/2006/main">
              <a:ext uri="{FF2B5EF4-FFF2-40B4-BE49-F238E27FC236}">
                <a16:creationId xmlns:a16="http://schemas.microsoft.com/office/drawing/2014/main" id="{89C23F22-4180-4D9D-88A6-2A69B512BA51}"/>
              </a:ext>
            </a:extLst>
          </p:cNvPr>
          <p:cNvSpPr>
            <a:spLocks xmlns:a="http://schemas.openxmlformats.org/drawingml/2006/main" noGrp="1"/>
          </p:cNvSpPr>
          <p:nvPr/>
        </p:nvSpPr>
        <p:spPr>
          <a:xfrm xmlns:a="http://schemas.openxmlformats.org/drawingml/2006/main">
            <a:off x="7715250" y="2733675"/>
            <a:ext cx="66675" cy="9525"/>
          </a:xfrm>
          <a:custGeom xmlns:a="http://schemas.openxmlformats.org/drawingml/2006/main">
            <a:pathLst>
              <a:path w="66675" h="9525">
                <a:moveTo>
                  <a:pt x="66675" y="0"/>
                </a:moveTo>
                <a:lnTo>
                  <a:pt x="0" y="0"/>
                </a:lnTo>
              </a:path>
            </a:pathLst>
          </a:custGeom>
          <a:noFill xmlns:a="http://schemas.openxmlformats.org/drawingml/2006/main"/>
          <a:ln xmlns:a="http://schemas.openxmlformats.org/drawingml/2006/main" w="22860">
            <a:solidFill>
              <a:srgbClr val="231F20"/>
            </a:solidFill>
          </a:ln>
        </p:spPr>
      </p:sp>
      <p:sp>
        <p:nvSpPr>
          <p:cNvPr id="58" name="circuit-388">
            <a:extLst xmlns:a="http://schemas.openxmlformats.org/drawingml/2006/main">
              <a:ext uri="{FF2B5EF4-FFF2-40B4-BE49-F238E27FC236}">
                <a16:creationId xmlns:a16="http://schemas.microsoft.com/office/drawing/2014/main" id="{8FC982EF-AF12-4B4D-AD90-B0820A174590}"/>
              </a:ext>
            </a:extLst>
          </p:cNvPr>
          <p:cNvSpPr>
            <a:spLocks xmlns:a="http://schemas.openxmlformats.org/drawingml/2006/main" noGrp="1"/>
          </p:cNvSpPr>
          <p:nvPr/>
        </p:nvSpPr>
        <p:spPr>
          <a:xfrm xmlns:a="http://schemas.openxmlformats.org/drawingml/2006/main">
            <a:off x="7715250" y="26955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59" name="text-389">
            <a:extLst xmlns:a="http://schemas.openxmlformats.org/drawingml/2006/main">
              <a:ext uri="{FF2B5EF4-FFF2-40B4-BE49-F238E27FC236}">
                <a16:creationId xmlns:a16="http://schemas.microsoft.com/office/drawing/2014/main" id="{C8886BBA-C985-4FF8-BF56-5D9AF2DEFC47}"/>
              </a:ext>
            </a:extLst>
          </p:cNvPr>
          <p:cNvSpPr>
            <a:spLocks xmlns:a="http://schemas.openxmlformats.org/drawingml/2006/main" noGrp="1"/>
          </p:cNvSpPr>
          <p:nvPr/>
        </p:nvSpPr>
        <p:spPr>
          <a:xfrm xmlns:a="http://schemas.openxmlformats.org/drawingml/2006/main">
            <a:off x="2514600" y="30670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1">
                <a:solidFill>
                  <a:srgbClr val="231F20"/>
                </a:solidFill>
                <a:latin typeface="Yu Gothic"/>
                <a:ea typeface="Yu Gothic"/>
                <a:cs typeface="Yu Gothic"/>
              </a:defRPr>
            </a:defPPr>
            <a:lvl1pPr algn="l">
              <a:defRPr sz="1425" b="1">
                <a:solidFill>
                  <a:srgbClr val="231F20"/>
                </a:solidFill>
                <a:latin typeface="Yu Gothic"/>
                <a:ea typeface="Yu Gothic"/>
                <a:cs typeface="Yu Gothic"/>
              </a:defRPr>
            </a:lvl1pPr>
            <a:lvl2pPr algn="l">
              <a:defRPr sz="1425" b="1">
                <a:solidFill>
                  <a:srgbClr val="231F20"/>
                </a:solidFill>
                <a:latin typeface="Yu Gothic"/>
                <a:ea typeface="Yu Gothic"/>
                <a:cs typeface="Yu Gothic"/>
              </a:defRPr>
            </a:lvl2pPr>
            <a:lvl3pPr algn="l">
              <a:defRPr sz="1425" b="1">
                <a:solidFill>
                  <a:srgbClr val="231F20"/>
                </a:solidFill>
                <a:latin typeface="Yu Gothic"/>
                <a:ea typeface="Yu Gothic"/>
                <a:cs typeface="Yu Gothic"/>
              </a:defRPr>
            </a:lvl3pPr>
            <a:lvl4pPr algn="l">
              <a:defRPr sz="1425" b="1">
                <a:solidFill>
                  <a:srgbClr val="231F20"/>
                </a:solidFill>
                <a:latin typeface="Yu Gothic"/>
                <a:ea typeface="Yu Gothic"/>
                <a:cs typeface="Yu Gothic"/>
              </a:defRPr>
            </a:lvl4pPr>
            <a:lvl5pPr algn="l">
              <a:defRPr sz="1425" b="1">
                <a:solidFill>
                  <a:srgbClr val="231F20"/>
                </a:solidFill>
                <a:latin typeface="Yu Gothic"/>
                <a:ea typeface="Yu Gothic"/>
                <a:cs typeface="Yu Gothic"/>
              </a:defRPr>
            </a:lvl5pPr>
            <a:lvl6pPr algn="l">
              <a:defRPr sz="1425" b="1">
                <a:solidFill>
                  <a:srgbClr val="231F20"/>
                </a:solidFill>
                <a:latin typeface="Yu Gothic"/>
                <a:ea typeface="Yu Gothic"/>
                <a:cs typeface="Yu Gothic"/>
              </a:defRPr>
            </a:lvl6pPr>
            <a:lvl7pPr algn="l">
              <a:defRPr sz="1425" b="1">
                <a:solidFill>
                  <a:srgbClr val="231F20"/>
                </a:solidFill>
                <a:latin typeface="Yu Gothic"/>
                <a:ea typeface="Yu Gothic"/>
                <a:cs typeface="Yu Gothic"/>
              </a:defRPr>
            </a:lvl7pPr>
            <a:lvl8pPr algn="l">
              <a:defRPr sz="1425" b="1">
                <a:solidFill>
                  <a:srgbClr val="231F20"/>
                </a:solidFill>
                <a:latin typeface="Yu Gothic"/>
                <a:ea typeface="Yu Gothic"/>
                <a:cs typeface="Yu Gothic"/>
              </a:defRPr>
            </a:lvl8pPr>
            <a:lvl9pPr algn="l">
              <a:defRPr sz="1425" b="1">
                <a:solidFill>
                  <a:srgbClr val="231F20"/>
                </a:solidFill>
                <a:latin typeface="Yu Gothic"/>
                <a:ea typeface="Yu Gothic"/>
                <a:cs typeface="Yu Gothic"/>
              </a:defRPr>
            </a:lvl9pPr>
          </a:lstStyle>
          <a:p xmlns:a="http://schemas.openxmlformats.org/drawingml/2006/main">
            <a:pPr algn="l">
              <a:defRPr sz="1425" b="1">
                <a:solidFill>
                  <a:srgbClr val="231F20"/>
                </a:solidFill>
                <a:latin typeface="Yu Gothic"/>
                <a:ea typeface="Yu Gothic"/>
                <a:cs typeface="Yu Gothic"/>
              </a:defRPr>
            </a:pPr>
            <a:r>
              <a:rPr sz="1425" b="1">
                <a:solidFill>
                  <a:srgbClr val="231F20"/>
                </a:solidFill>
                <a:latin typeface="Yu Gothic"/>
                <a:ea typeface="Yu Gothic"/>
                <a:cs typeface="Yu Gothic"/>
              </a:rPr>
              <a:t>CPU：前の図のレジスタ・ALUを含む経路</a:t>
            </a:r>
          </a:p>
        </p:txBody>
      </p:sp>
      <p:sp>
        <p:nvSpPr>
          <p:cNvPr id="60" name="text-390">
            <a:extLst xmlns:a="http://schemas.openxmlformats.org/drawingml/2006/main">
              <a:ext uri="{FF2B5EF4-FFF2-40B4-BE49-F238E27FC236}">
                <a16:creationId xmlns:a16="http://schemas.microsoft.com/office/drawing/2014/main" id="{9B9E2F68-FA3E-4AE9-A2F2-D3000FCC5A93}"/>
              </a:ext>
            </a:extLst>
          </p:cNvPr>
          <p:cNvSpPr>
            <a:spLocks xmlns:a="http://schemas.openxmlformats.org/drawingml/2006/main" noGrp="1"/>
          </p:cNvSpPr>
          <p:nvPr/>
        </p:nvSpPr>
        <p:spPr>
          <a:xfrm xmlns:a="http://schemas.openxmlformats.org/drawingml/2006/main">
            <a:off x="809625" y="3295650"/>
            <a:ext cx="1238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命令読出し</a:t>
            </a:r>
          </a:p>
        </p:txBody>
      </p:sp>
      <p:sp>
        <p:nvSpPr>
          <p:cNvPr id="61" name="text-391">
            <a:extLst xmlns:a="http://schemas.openxmlformats.org/drawingml/2006/main">
              <a:ext uri="{FF2B5EF4-FFF2-40B4-BE49-F238E27FC236}">
                <a16:creationId xmlns:a16="http://schemas.microsoft.com/office/drawing/2014/main" id="{87650AFC-3074-4AC7-A8C3-280266DF3FEB}"/>
              </a:ext>
            </a:extLst>
          </p:cNvPr>
          <p:cNvSpPr>
            <a:spLocks xmlns:a="http://schemas.openxmlformats.org/drawingml/2006/main" noGrp="1"/>
          </p:cNvSpPr>
          <p:nvPr/>
        </p:nvSpPr>
        <p:spPr>
          <a:xfrm xmlns:a="http://schemas.openxmlformats.org/drawingml/2006/main">
            <a:off x="2362200" y="3295650"/>
            <a:ext cx="1352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解読・読出し</a:t>
            </a:r>
          </a:p>
        </p:txBody>
      </p:sp>
      <p:sp>
        <p:nvSpPr>
          <p:cNvPr id="62" name="text-392">
            <a:extLst xmlns:a="http://schemas.openxmlformats.org/drawingml/2006/main">
              <a:ext uri="{FF2B5EF4-FFF2-40B4-BE49-F238E27FC236}">
                <a16:creationId xmlns:a16="http://schemas.microsoft.com/office/drawing/2014/main" id="{43E4B334-911B-41B7-9E9D-FE73FEBCF67C}"/>
              </a:ext>
            </a:extLst>
          </p:cNvPr>
          <p:cNvSpPr>
            <a:spLocks xmlns:a="http://schemas.openxmlformats.org/drawingml/2006/main" noGrp="1"/>
          </p:cNvSpPr>
          <p:nvPr/>
        </p:nvSpPr>
        <p:spPr>
          <a:xfrm xmlns:a="http://schemas.openxmlformats.org/drawingml/2006/main">
            <a:off x="4191000" y="3295650"/>
            <a:ext cx="1476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計算</a:t>
            </a:r>
          </a:p>
        </p:txBody>
      </p:sp>
      <p:sp>
        <p:nvSpPr>
          <p:cNvPr id="63" name="text-393">
            <a:extLst xmlns:a="http://schemas.openxmlformats.org/drawingml/2006/main">
              <a:ext uri="{FF2B5EF4-FFF2-40B4-BE49-F238E27FC236}">
                <a16:creationId xmlns:a16="http://schemas.microsoft.com/office/drawing/2014/main" id="{6328FE80-4D06-40C1-A18F-13CB7E50D1BF}"/>
              </a:ext>
            </a:extLst>
          </p:cNvPr>
          <p:cNvSpPr>
            <a:spLocks xmlns:a="http://schemas.openxmlformats.org/drawingml/2006/main" noGrp="1"/>
          </p:cNvSpPr>
          <p:nvPr/>
        </p:nvSpPr>
        <p:spPr>
          <a:xfrm xmlns:a="http://schemas.openxmlformats.org/drawingml/2006/main">
            <a:off x="6115050" y="3295650"/>
            <a:ext cx="133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データ読書き</a:t>
            </a:r>
          </a:p>
        </p:txBody>
      </p:sp>
      <p:sp>
        <p:nvSpPr>
          <p:cNvPr id="64" name="text-394">
            <a:extLst xmlns:a="http://schemas.openxmlformats.org/drawingml/2006/main">
              <a:ext uri="{FF2B5EF4-FFF2-40B4-BE49-F238E27FC236}">
                <a16:creationId xmlns:a16="http://schemas.microsoft.com/office/drawing/2014/main" id="{4B196489-26E7-43D1-B5F1-7E6933E90D88}"/>
              </a:ext>
            </a:extLst>
          </p:cNvPr>
          <p:cNvSpPr>
            <a:spLocks xmlns:a="http://schemas.openxmlformats.org/drawingml/2006/main" noGrp="1"/>
          </p:cNvSpPr>
          <p:nvPr/>
        </p:nvSpPr>
        <p:spPr>
          <a:xfrm xmlns:a="http://schemas.openxmlformats.org/drawingml/2006/main">
            <a:off x="7753350" y="3295650"/>
            <a:ext cx="109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結果の保存</a:t>
            </a:r>
          </a:p>
        </p:txBody>
      </p:sp>
      <p:sp>
        <p:nvSpPr>
          <p:cNvPr id="65" name="block-395">
            <a:extLst xmlns:a="http://schemas.openxmlformats.org/drawingml/2006/main">
              <a:ext uri="{FF2B5EF4-FFF2-40B4-BE49-F238E27FC236}">
                <a16:creationId xmlns:a16="http://schemas.microsoft.com/office/drawing/2014/main" id="{2A13BFC0-1F5E-4D4C-BD57-0F239D4DEEE7}"/>
              </a:ext>
            </a:extLst>
          </p:cNvPr>
          <p:cNvSpPr>
            <a:spLocks xmlns:a="http://schemas.openxmlformats.org/drawingml/2006/main" noGrp="1"/>
          </p:cNvSpPr>
          <p:nvPr/>
        </p:nvSpPr>
        <p:spPr>
          <a:xfrm xmlns:a="http://schemas.openxmlformats.org/drawingml/2006/main">
            <a:off x="2095500"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6" name="wire-396">
            <a:extLst xmlns:a="http://schemas.openxmlformats.org/drawingml/2006/main">
              <a:ext uri="{FF2B5EF4-FFF2-40B4-BE49-F238E27FC236}">
                <a16:creationId xmlns:a16="http://schemas.microsoft.com/office/drawing/2014/main" id="{216EE820-F350-45F3-B939-6C2F4C9C3FC0}"/>
              </a:ext>
            </a:extLst>
          </p:cNvPr>
          <p:cNvSpPr>
            <a:spLocks xmlns:a="http://schemas.openxmlformats.org/drawingml/2006/main" noGrp="1"/>
          </p:cNvSpPr>
          <p:nvPr/>
        </p:nvSpPr>
        <p:spPr>
          <a:xfrm xmlns:a="http://schemas.openxmlformats.org/drawingml/2006/main">
            <a:off x="2143125"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67" name="circuit-397">
            <a:extLst xmlns:a="http://schemas.openxmlformats.org/drawingml/2006/main">
              <a:ext uri="{FF2B5EF4-FFF2-40B4-BE49-F238E27FC236}">
                <a16:creationId xmlns:a16="http://schemas.microsoft.com/office/drawing/2014/main" id="{E9D8C679-B179-49D7-A4A7-847162BBEBCE}"/>
              </a:ext>
            </a:extLst>
          </p:cNvPr>
          <p:cNvSpPr>
            <a:spLocks xmlns:a="http://schemas.openxmlformats.org/drawingml/2006/main" noGrp="1"/>
          </p:cNvSpPr>
          <p:nvPr/>
        </p:nvSpPr>
        <p:spPr>
          <a:xfrm xmlns:a="http://schemas.openxmlformats.org/drawingml/2006/main">
            <a:off x="2105025"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68" name="block-398">
            <a:extLst xmlns:a="http://schemas.openxmlformats.org/drawingml/2006/main">
              <a:ext uri="{FF2B5EF4-FFF2-40B4-BE49-F238E27FC236}">
                <a16:creationId xmlns:a16="http://schemas.microsoft.com/office/drawing/2014/main" id="{753952F0-7AA0-4A1C-AC7B-323F8A4A95C8}"/>
              </a:ext>
            </a:extLst>
          </p:cNvPr>
          <p:cNvSpPr>
            <a:spLocks xmlns:a="http://schemas.openxmlformats.org/drawingml/2006/main" noGrp="1"/>
          </p:cNvSpPr>
          <p:nvPr/>
        </p:nvSpPr>
        <p:spPr>
          <a:xfrm xmlns:a="http://schemas.openxmlformats.org/drawingml/2006/main">
            <a:off x="3857625"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9" name="wire-399">
            <a:extLst xmlns:a="http://schemas.openxmlformats.org/drawingml/2006/main">
              <a:ext uri="{FF2B5EF4-FFF2-40B4-BE49-F238E27FC236}">
                <a16:creationId xmlns:a16="http://schemas.microsoft.com/office/drawing/2014/main" id="{BAC1A410-39F5-478D-BA2E-B6A1F36C56AC}"/>
              </a:ext>
            </a:extLst>
          </p:cNvPr>
          <p:cNvSpPr>
            <a:spLocks xmlns:a="http://schemas.openxmlformats.org/drawingml/2006/main" noGrp="1"/>
          </p:cNvSpPr>
          <p:nvPr/>
        </p:nvSpPr>
        <p:spPr>
          <a:xfrm xmlns:a="http://schemas.openxmlformats.org/drawingml/2006/main">
            <a:off x="3905250"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70" name="circuit-400">
            <a:extLst xmlns:a="http://schemas.openxmlformats.org/drawingml/2006/main">
              <a:ext uri="{FF2B5EF4-FFF2-40B4-BE49-F238E27FC236}">
                <a16:creationId xmlns:a16="http://schemas.microsoft.com/office/drawing/2014/main" id="{4C8ABFF6-3AA2-4744-BD09-1CB4A439D16A}"/>
              </a:ext>
            </a:extLst>
          </p:cNvPr>
          <p:cNvSpPr>
            <a:spLocks xmlns:a="http://schemas.openxmlformats.org/drawingml/2006/main" noGrp="1"/>
          </p:cNvSpPr>
          <p:nvPr/>
        </p:nvSpPr>
        <p:spPr>
          <a:xfrm xmlns:a="http://schemas.openxmlformats.org/drawingml/2006/main">
            <a:off x="3867150"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71" name="block-401">
            <a:extLst xmlns:a="http://schemas.openxmlformats.org/drawingml/2006/main">
              <a:ext uri="{FF2B5EF4-FFF2-40B4-BE49-F238E27FC236}">
                <a16:creationId xmlns:a16="http://schemas.microsoft.com/office/drawing/2014/main" id="{7FBD36F2-9EBB-4C2C-ADA1-7F04A371DB73}"/>
              </a:ext>
            </a:extLst>
          </p:cNvPr>
          <p:cNvSpPr>
            <a:spLocks xmlns:a="http://schemas.openxmlformats.org/drawingml/2006/main" noGrp="1"/>
          </p:cNvSpPr>
          <p:nvPr/>
        </p:nvSpPr>
        <p:spPr>
          <a:xfrm xmlns:a="http://schemas.openxmlformats.org/drawingml/2006/main">
            <a:off x="5905500"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72" name="wire-402">
            <a:extLst xmlns:a="http://schemas.openxmlformats.org/drawingml/2006/main">
              <a:ext uri="{FF2B5EF4-FFF2-40B4-BE49-F238E27FC236}">
                <a16:creationId xmlns:a16="http://schemas.microsoft.com/office/drawing/2014/main" id="{88452C10-4155-4CCB-A672-CB967019C222}"/>
              </a:ext>
            </a:extLst>
          </p:cNvPr>
          <p:cNvSpPr>
            <a:spLocks xmlns:a="http://schemas.openxmlformats.org/drawingml/2006/main" noGrp="1"/>
          </p:cNvSpPr>
          <p:nvPr/>
        </p:nvSpPr>
        <p:spPr>
          <a:xfrm xmlns:a="http://schemas.openxmlformats.org/drawingml/2006/main">
            <a:off x="5953125"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73" name="circuit-403">
            <a:extLst xmlns:a="http://schemas.openxmlformats.org/drawingml/2006/main">
              <a:ext uri="{FF2B5EF4-FFF2-40B4-BE49-F238E27FC236}">
                <a16:creationId xmlns:a16="http://schemas.microsoft.com/office/drawing/2014/main" id="{ACFA0EE8-2E9A-4F0C-94C7-0316FD8C6538}"/>
              </a:ext>
            </a:extLst>
          </p:cNvPr>
          <p:cNvSpPr>
            <a:spLocks xmlns:a="http://schemas.openxmlformats.org/drawingml/2006/main" noGrp="1"/>
          </p:cNvSpPr>
          <p:nvPr/>
        </p:nvSpPr>
        <p:spPr>
          <a:xfrm xmlns:a="http://schemas.openxmlformats.org/drawingml/2006/main">
            <a:off x="5915025"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74" name="block-404">
            <a:extLst xmlns:a="http://schemas.openxmlformats.org/drawingml/2006/main">
              <a:ext uri="{FF2B5EF4-FFF2-40B4-BE49-F238E27FC236}">
                <a16:creationId xmlns:a16="http://schemas.microsoft.com/office/drawing/2014/main" id="{B5252A10-6E19-4C52-B404-D557CA751D9C}"/>
              </a:ext>
            </a:extLst>
          </p:cNvPr>
          <p:cNvSpPr>
            <a:spLocks xmlns:a="http://schemas.openxmlformats.org/drawingml/2006/main" noGrp="1"/>
          </p:cNvSpPr>
          <p:nvPr/>
        </p:nvSpPr>
        <p:spPr>
          <a:xfrm xmlns:a="http://schemas.openxmlformats.org/drawingml/2006/main">
            <a:off x="7524750"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75" name="wire-405">
            <a:extLst xmlns:a="http://schemas.openxmlformats.org/drawingml/2006/main">
              <a:ext uri="{FF2B5EF4-FFF2-40B4-BE49-F238E27FC236}">
                <a16:creationId xmlns:a16="http://schemas.microsoft.com/office/drawing/2014/main" id="{D9A6AB32-2F61-4D87-90A7-2E7002A5F9EE}"/>
              </a:ext>
            </a:extLst>
          </p:cNvPr>
          <p:cNvSpPr>
            <a:spLocks xmlns:a="http://schemas.openxmlformats.org/drawingml/2006/main" noGrp="1"/>
          </p:cNvSpPr>
          <p:nvPr/>
        </p:nvSpPr>
        <p:spPr>
          <a:xfrm xmlns:a="http://schemas.openxmlformats.org/drawingml/2006/main">
            <a:off x="7572375"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76" name="circuit-406">
            <a:extLst xmlns:a="http://schemas.openxmlformats.org/drawingml/2006/main">
              <a:ext uri="{FF2B5EF4-FFF2-40B4-BE49-F238E27FC236}">
                <a16:creationId xmlns:a16="http://schemas.microsoft.com/office/drawing/2014/main" id="{7FDF3AA8-661D-4FE3-9E5C-A9ABAF4D8951}"/>
              </a:ext>
            </a:extLst>
          </p:cNvPr>
          <p:cNvSpPr>
            <a:spLocks xmlns:a="http://schemas.openxmlformats.org/drawingml/2006/main" noGrp="1"/>
          </p:cNvSpPr>
          <p:nvPr/>
        </p:nvSpPr>
        <p:spPr>
          <a:xfrm xmlns:a="http://schemas.openxmlformats.org/drawingml/2006/main">
            <a:off x="7534275"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77" name="wire-407">
            <a:extLst xmlns:a="http://schemas.openxmlformats.org/drawingml/2006/main">
              <a:ext uri="{FF2B5EF4-FFF2-40B4-BE49-F238E27FC236}">
                <a16:creationId xmlns:a16="http://schemas.microsoft.com/office/drawing/2014/main" id="{57FD7E22-684E-4491-8137-83C3963857BD}"/>
              </a:ext>
            </a:extLst>
          </p:cNvPr>
          <p:cNvSpPr>
            <a:spLocks xmlns:a="http://schemas.openxmlformats.org/drawingml/2006/main" noGrp="1"/>
          </p:cNvSpPr>
          <p:nvPr/>
        </p:nvSpPr>
        <p:spPr>
          <a:xfrm xmlns:a="http://schemas.openxmlformats.org/drawingml/2006/main">
            <a:off x="809625" y="287655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9525">
            <a:solidFill>
              <a:srgbClr val="231F20"/>
            </a:solidFill>
          </a:ln>
        </p:spPr>
      </p:sp>
      <p:sp>
        <p:nvSpPr>
          <p:cNvPr id="78" name="wire-408">
            <a:extLst xmlns:a="http://schemas.openxmlformats.org/drawingml/2006/main">
              <a:ext uri="{FF2B5EF4-FFF2-40B4-BE49-F238E27FC236}">
                <a16:creationId xmlns:a16="http://schemas.microsoft.com/office/drawing/2014/main" id="{75BD93F0-E0DD-4FF0-A813-AC2D876A8B52}"/>
              </a:ext>
            </a:extLst>
          </p:cNvPr>
          <p:cNvSpPr>
            <a:spLocks xmlns:a="http://schemas.openxmlformats.org/drawingml/2006/main" noGrp="1"/>
          </p:cNvSpPr>
          <p:nvPr/>
        </p:nvSpPr>
        <p:spPr>
          <a:xfrm xmlns:a="http://schemas.openxmlformats.org/drawingml/2006/main">
            <a:off x="657225" y="3114675"/>
            <a:ext cx="152400" cy="9525"/>
          </a:xfrm>
          <a:custGeom xmlns:a="http://schemas.openxmlformats.org/drawingml/2006/main">
            <a:pathLst>
              <a:path w="152400" h="9525">
                <a:moveTo>
                  <a:pt x="152400" y="0"/>
                </a:moveTo>
                <a:lnTo>
                  <a:pt x="0" y="0"/>
                </a:lnTo>
              </a:path>
            </a:pathLst>
          </a:custGeom>
          <a:noFill xmlns:a="http://schemas.openxmlformats.org/drawingml/2006/main"/>
          <a:ln xmlns:a="http://schemas.openxmlformats.org/drawingml/2006/main" w="9525">
            <a:solidFill>
              <a:srgbClr val="231F20"/>
            </a:solidFill>
          </a:ln>
        </p:spPr>
      </p:sp>
      <p:sp>
        <p:nvSpPr>
          <p:cNvPr id="79" name="wire-409">
            <a:extLst xmlns:a="http://schemas.openxmlformats.org/drawingml/2006/main">
              <a:ext uri="{FF2B5EF4-FFF2-40B4-BE49-F238E27FC236}">
                <a16:creationId xmlns:a16="http://schemas.microsoft.com/office/drawing/2014/main" id="{F3125D6C-87AA-4159-A446-2247DE4FB5EC}"/>
              </a:ext>
            </a:extLst>
          </p:cNvPr>
          <p:cNvSpPr>
            <a:spLocks xmlns:a="http://schemas.openxmlformats.org/drawingml/2006/main" noGrp="1"/>
          </p:cNvSpPr>
          <p:nvPr/>
        </p:nvSpPr>
        <p:spPr>
          <a:xfrm xmlns:a="http://schemas.openxmlformats.org/drawingml/2006/main">
            <a:off x="657225" y="3114675"/>
            <a:ext cx="9525" cy="485775"/>
          </a:xfrm>
          <a:custGeom xmlns:a="http://schemas.openxmlformats.org/drawingml/2006/main">
            <a:pathLst>
              <a:path w="9525" h="485775">
                <a:moveTo>
                  <a:pt x="0" y="0"/>
                </a:moveTo>
                <a:lnTo>
                  <a:pt x="0" y="485775"/>
                </a:lnTo>
              </a:path>
            </a:pathLst>
          </a:custGeom>
          <a:noFill xmlns:a="http://schemas.openxmlformats.org/drawingml/2006/main"/>
          <a:ln xmlns:a="http://schemas.openxmlformats.org/drawingml/2006/main" w="9525">
            <a:solidFill>
              <a:srgbClr val="231F20"/>
            </a:solidFill>
          </a:ln>
        </p:spPr>
      </p:sp>
      <p:sp>
        <p:nvSpPr>
          <p:cNvPr id="80" name="wire-410">
            <a:extLst xmlns:a="http://schemas.openxmlformats.org/drawingml/2006/main">
              <a:ext uri="{FF2B5EF4-FFF2-40B4-BE49-F238E27FC236}">
                <a16:creationId xmlns:a16="http://schemas.microsoft.com/office/drawing/2014/main" id="{DC26D9D8-29D4-4595-A6CB-E12A450F3543}"/>
              </a:ext>
            </a:extLst>
          </p:cNvPr>
          <p:cNvSpPr>
            <a:spLocks xmlns:a="http://schemas.openxmlformats.org/drawingml/2006/main" noGrp="1"/>
          </p:cNvSpPr>
          <p:nvPr/>
        </p:nvSpPr>
        <p:spPr>
          <a:xfrm xmlns:a="http://schemas.openxmlformats.org/drawingml/2006/main">
            <a:off x="657225" y="3600450"/>
            <a:ext cx="6915150" cy="9525"/>
          </a:xfrm>
          <a:custGeom xmlns:a="http://schemas.openxmlformats.org/drawingml/2006/main">
            <a:pathLst>
              <a:path w="6915150" h="9525">
                <a:moveTo>
                  <a:pt x="0" y="0"/>
                </a:moveTo>
                <a:lnTo>
                  <a:pt x="6915150" y="0"/>
                </a:lnTo>
              </a:path>
            </a:pathLst>
          </a:custGeom>
          <a:noFill xmlns:a="http://schemas.openxmlformats.org/drawingml/2006/main"/>
          <a:ln xmlns:a="http://schemas.openxmlformats.org/drawingml/2006/main" w="9525">
            <a:solidFill>
              <a:srgbClr val="231F20"/>
            </a:solidFill>
          </a:ln>
        </p:spPr>
      </p:sp>
      <p:sp>
        <p:nvSpPr>
          <p:cNvPr id="81" name="text-411">
            <a:extLst xmlns:a="http://schemas.openxmlformats.org/drawingml/2006/main">
              <a:ext uri="{FF2B5EF4-FFF2-40B4-BE49-F238E27FC236}">
                <a16:creationId xmlns:a16="http://schemas.microsoft.com/office/drawing/2014/main" id="{E7CE9E2F-BFD2-4589-8A8D-CF5FA57EC53D}"/>
              </a:ext>
            </a:extLst>
          </p:cNvPr>
          <p:cNvSpPr>
            <a:spLocks xmlns:a="http://schemas.openxmlformats.org/drawingml/2006/main" noGrp="1"/>
          </p:cNvSpPr>
          <p:nvPr/>
        </p:nvSpPr>
        <p:spPr>
          <a:xfrm xmlns:a="http://schemas.openxmlformats.org/drawingml/2006/main">
            <a:off x="2667000" y="5810250"/>
            <a:ext cx="581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1572C3"/>
                </a:solidFill>
                <a:latin typeface="Yu Gothic"/>
                <a:ea typeface="Yu Gothic"/>
                <a:cs typeface="Yu Gothic"/>
              </a:defRPr>
            </a:defPPr>
            <a:lvl1pPr algn="ctr">
              <a:defRPr sz="1275" b="0">
                <a:solidFill>
                  <a:srgbClr val="1572C3"/>
                </a:solidFill>
                <a:latin typeface="Yu Gothic"/>
                <a:ea typeface="Yu Gothic"/>
                <a:cs typeface="Yu Gothic"/>
              </a:defRPr>
            </a:lvl1pPr>
            <a:lvl2pPr algn="ctr">
              <a:defRPr sz="1275" b="0">
                <a:solidFill>
                  <a:srgbClr val="1572C3"/>
                </a:solidFill>
                <a:latin typeface="Yu Gothic"/>
                <a:ea typeface="Yu Gothic"/>
                <a:cs typeface="Yu Gothic"/>
              </a:defRPr>
            </a:lvl2pPr>
            <a:lvl3pPr algn="ctr">
              <a:defRPr sz="1275" b="0">
                <a:solidFill>
                  <a:srgbClr val="1572C3"/>
                </a:solidFill>
                <a:latin typeface="Yu Gothic"/>
                <a:ea typeface="Yu Gothic"/>
                <a:cs typeface="Yu Gothic"/>
              </a:defRPr>
            </a:lvl3pPr>
            <a:lvl4pPr algn="ctr">
              <a:defRPr sz="1275" b="0">
                <a:solidFill>
                  <a:srgbClr val="1572C3"/>
                </a:solidFill>
                <a:latin typeface="Yu Gothic"/>
                <a:ea typeface="Yu Gothic"/>
                <a:cs typeface="Yu Gothic"/>
              </a:defRPr>
            </a:lvl4pPr>
            <a:lvl5pPr algn="ctr">
              <a:defRPr sz="1275" b="0">
                <a:solidFill>
                  <a:srgbClr val="1572C3"/>
                </a:solidFill>
                <a:latin typeface="Yu Gothic"/>
                <a:ea typeface="Yu Gothic"/>
                <a:cs typeface="Yu Gothic"/>
              </a:defRPr>
            </a:lvl5pPr>
            <a:lvl6pPr algn="ctr">
              <a:defRPr sz="1275" b="0">
                <a:solidFill>
                  <a:srgbClr val="1572C3"/>
                </a:solidFill>
                <a:latin typeface="Yu Gothic"/>
                <a:ea typeface="Yu Gothic"/>
                <a:cs typeface="Yu Gothic"/>
              </a:defRPr>
            </a:lvl6pPr>
            <a:lvl7pPr algn="ctr">
              <a:defRPr sz="1275" b="0">
                <a:solidFill>
                  <a:srgbClr val="1572C3"/>
                </a:solidFill>
                <a:latin typeface="Yu Gothic"/>
                <a:ea typeface="Yu Gothic"/>
                <a:cs typeface="Yu Gothic"/>
              </a:defRPr>
            </a:lvl7pPr>
            <a:lvl8pPr algn="ctr">
              <a:defRPr sz="1275" b="0">
                <a:solidFill>
                  <a:srgbClr val="1572C3"/>
                </a:solidFill>
                <a:latin typeface="Yu Gothic"/>
                <a:ea typeface="Yu Gothic"/>
                <a:cs typeface="Yu Gothic"/>
              </a:defRPr>
            </a:lvl8pPr>
            <a:lvl9pPr algn="ctr">
              <a:defRPr sz="1275" b="0">
                <a:solidFill>
                  <a:srgbClr val="1572C3"/>
                </a:solidFill>
                <a:latin typeface="Yu Gothic"/>
                <a:ea typeface="Yu Gothic"/>
                <a:cs typeface="Yu Gothic"/>
              </a:defRPr>
            </a:lvl9pPr>
          </a:lstStyle>
          <a:p xmlns:a="http://schemas.openxmlformats.org/drawingml/2006/main">
            <a:pPr algn="ctr">
              <a:defRPr sz="1275" b="0">
                <a:solidFill>
                  <a:srgbClr val="1572C3"/>
                </a:solidFill>
                <a:latin typeface="Yu Gothic"/>
                <a:ea typeface="Yu Gothic"/>
                <a:cs typeface="Yu Gothic"/>
              </a:defRPr>
            </a:pPr>
            <a:r>
              <a:rPr sz="1275" b="0">
                <a:solidFill>
                  <a:srgbClr val="1572C3"/>
                </a:solidFill>
                <a:latin typeface="Yu Gothic"/>
                <a:ea typeface="Yu Gothic"/>
                <a:cs typeface="Yu Gothic"/>
              </a:rPr>
              <a:t>縦長の白い箱：途中の値を保存するレジスタ</a:t>
            </a:r>
          </a:p>
        </p:txBody>
      </p:sp>
      <p:sp>
        <p:nvSpPr>
          <p:cNvPr id="82" name="block-412">
            <a:extLst xmlns:a="http://schemas.openxmlformats.org/drawingml/2006/main">
              <a:ext uri="{FF2B5EF4-FFF2-40B4-BE49-F238E27FC236}">
                <a16:creationId xmlns:a16="http://schemas.microsoft.com/office/drawing/2014/main" id="{E78F75D1-8E71-482F-9FC6-04D00935EBC1}"/>
              </a:ext>
            </a:extLst>
          </p:cNvPr>
          <p:cNvSpPr>
            <a:spLocks xmlns:a="http://schemas.openxmlformats.org/drawingml/2006/main" noGrp="1"/>
          </p:cNvSpPr>
          <p:nvPr/>
        </p:nvSpPr>
        <p:spPr>
          <a:xfrm xmlns:a="http://schemas.openxmlformats.org/drawingml/2006/main">
            <a:off x="809625" y="3943350"/>
            <a:ext cx="400050"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83" name="text-413">
            <a:extLst xmlns:a="http://schemas.openxmlformats.org/drawingml/2006/main">
              <a:ext uri="{FF2B5EF4-FFF2-40B4-BE49-F238E27FC236}">
                <a16:creationId xmlns:a16="http://schemas.microsoft.com/office/drawing/2014/main" id="{733BAB94-F967-4F84-9697-CEF79D1BBB0B}"/>
              </a:ext>
            </a:extLst>
          </p:cNvPr>
          <p:cNvSpPr>
            <a:spLocks xmlns:a="http://schemas.openxmlformats.org/drawingml/2006/main" noGrp="1"/>
          </p:cNvSpPr>
          <p:nvPr/>
        </p:nvSpPr>
        <p:spPr>
          <a:xfrm xmlns:a="http://schemas.openxmlformats.org/drawingml/2006/main">
            <a:off x="885825" y="4000500"/>
            <a:ext cx="24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Arial"/>
                <a:ea typeface="Arial"/>
                <a:cs typeface="Arial"/>
              </a:defRPr>
            </a:defPPr>
            <a:lvl1pPr algn="ctr">
              <a:defRPr sz="1275" b="1">
                <a:solidFill>
                  <a:srgbClr val="231F20"/>
                </a:solidFill>
                <a:latin typeface="Arial"/>
                <a:ea typeface="Arial"/>
                <a:cs typeface="Arial"/>
              </a:defRPr>
            </a:lvl1pPr>
            <a:lvl2pPr algn="ctr">
              <a:defRPr sz="1275" b="1">
                <a:solidFill>
                  <a:srgbClr val="231F20"/>
                </a:solidFill>
                <a:latin typeface="Arial"/>
                <a:ea typeface="Arial"/>
                <a:cs typeface="Arial"/>
              </a:defRPr>
            </a:lvl2pPr>
            <a:lvl3pPr algn="ctr">
              <a:defRPr sz="1275" b="1">
                <a:solidFill>
                  <a:srgbClr val="231F20"/>
                </a:solidFill>
                <a:latin typeface="Arial"/>
                <a:ea typeface="Arial"/>
                <a:cs typeface="Arial"/>
              </a:defRPr>
            </a:lvl3pPr>
            <a:lvl4pPr algn="ctr">
              <a:defRPr sz="1275" b="1">
                <a:solidFill>
                  <a:srgbClr val="231F20"/>
                </a:solidFill>
                <a:latin typeface="Arial"/>
                <a:ea typeface="Arial"/>
                <a:cs typeface="Arial"/>
              </a:defRPr>
            </a:lvl4pPr>
            <a:lvl5pPr algn="ctr">
              <a:defRPr sz="1275" b="1">
                <a:solidFill>
                  <a:srgbClr val="231F20"/>
                </a:solidFill>
                <a:latin typeface="Arial"/>
                <a:ea typeface="Arial"/>
                <a:cs typeface="Arial"/>
              </a:defRPr>
            </a:lvl5pPr>
            <a:lvl6pPr algn="ctr">
              <a:defRPr sz="1275" b="1">
                <a:solidFill>
                  <a:srgbClr val="231F20"/>
                </a:solidFill>
                <a:latin typeface="Arial"/>
                <a:ea typeface="Arial"/>
                <a:cs typeface="Arial"/>
              </a:defRPr>
            </a:lvl6pPr>
            <a:lvl7pPr algn="ctr">
              <a:defRPr sz="1275" b="1">
                <a:solidFill>
                  <a:srgbClr val="231F20"/>
                </a:solidFill>
                <a:latin typeface="Arial"/>
                <a:ea typeface="Arial"/>
                <a:cs typeface="Arial"/>
              </a:defRPr>
            </a:lvl7pPr>
            <a:lvl8pPr algn="ctr">
              <a:defRPr sz="1275" b="1">
                <a:solidFill>
                  <a:srgbClr val="231F20"/>
                </a:solidFill>
                <a:latin typeface="Arial"/>
                <a:ea typeface="Arial"/>
                <a:cs typeface="Arial"/>
              </a:defRPr>
            </a:lvl8pPr>
            <a:lvl9pPr algn="ctr">
              <a:defRPr sz="1275" b="1">
                <a:solidFill>
                  <a:srgbClr val="231F20"/>
                </a:solidFill>
                <a:latin typeface="Arial"/>
                <a:ea typeface="Arial"/>
                <a:cs typeface="Arial"/>
              </a:defRPr>
            </a:lvl9pPr>
          </a:lstStyle>
          <a:p xmlns:a="http://schemas.openxmlformats.org/drawingml/2006/main">
            <a:pPr algn="ctr">
              <a:defRPr sz="1275" b="1">
                <a:solidFill>
                  <a:srgbClr val="231F20"/>
                </a:solidFill>
                <a:latin typeface="Arial"/>
                <a:ea typeface="Arial"/>
                <a:cs typeface="Arial"/>
              </a:defRPr>
            </a:pPr>
            <a:r>
              <a:rPr sz="1275" b="1">
                <a:solidFill>
                  <a:srgbClr val="231F20"/>
                </a:solidFill>
                <a:latin typeface="Arial"/>
                <a:ea typeface="Arial"/>
                <a:cs typeface="Arial"/>
              </a:rPr>
              <a:t>PC</a:t>
            </a:r>
          </a:p>
        </p:txBody>
      </p:sp>
      <p:sp>
        <p:nvSpPr>
          <p:cNvPr id="84" name="block-414">
            <a:extLst xmlns:a="http://schemas.openxmlformats.org/drawingml/2006/main">
              <a:ext uri="{FF2B5EF4-FFF2-40B4-BE49-F238E27FC236}">
                <a16:creationId xmlns:a16="http://schemas.microsoft.com/office/drawing/2014/main" id="{447A7E7E-0D34-4AEB-AFD7-805B0ED24834}"/>
              </a:ext>
            </a:extLst>
          </p:cNvPr>
          <p:cNvSpPr>
            <a:spLocks xmlns:a="http://schemas.openxmlformats.org/drawingml/2006/main" noGrp="1"/>
          </p:cNvSpPr>
          <p:nvPr/>
        </p:nvSpPr>
        <p:spPr>
          <a:xfrm xmlns:a="http://schemas.openxmlformats.org/drawingml/2006/main">
            <a:off x="1381125" y="3829050"/>
            <a:ext cx="600075" cy="2857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85" name="text-415">
            <a:extLst xmlns:a="http://schemas.openxmlformats.org/drawingml/2006/main">
              <a:ext uri="{FF2B5EF4-FFF2-40B4-BE49-F238E27FC236}">
                <a16:creationId xmlns:a16="http://schemas.microsoft.com/office/drawing/2014/main" id="{52B4C1AE-5E19-45D9-B061-C5520D32A09F}"/>
              </a:ext>
            </a:extLst>
          </p:cNvPr>
          <p:cNvSpPr>
            <a:spLocks xmlns:a="http://schemas.openxmlformats.org/drawingml/2006/main" noGrp="1"/>
          </p:cNvSpPr>
          <p:nvPr/>
        </p:nvSpPr>
        <p:spPr>
          <a:xfrm xmlns:a="http://schemas.openxmlformats.org/drawingml/2006/main">
            <a:off x="1457325" y="3886200"/>
            <a:ext cx="4476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1">
                <a:solidFill>
                  <a:srgbClr val="231F20"/>
                </a:solidFill>
                <a:latin typeface="Arial"/>
                <a:ea typeface="Arial"/>
                <a:cs typeface="Arial"/>
              </a:defRPr>
            </a:defPPr>
            <a:lvl1pPr algn="ctr">
              <a:defRPr sz="1200" b="1">
                <a:solidFill>
                  <a:srgbClr val="231F20"/>
                </a:solidFill>
                <a:latin typeface="Arial"/>
                <a:ea typeface="Arial"/>
                <a:cs typeface="Arial"/>
              </a:defRPr>
            </a:lvl1pPr>
            <a:lvl2pPr algn="ctr">
              <a:defRPr sz="1200" b="1">
                <a:solidFill>
                  <a:srgbClr val="231F20"/>
                </a:solidFill>
                <a:latin typeface="Arial"/>
                <a:ea typeface="Arial"/>
                <a:cs typeface="Arial"/>
              </a:defRPr>
            </a:lvl2pPr>
            <a:lvl3pPr algn="ctr">
              <a:defRPr sz="1200" b="1">
                <a:solidFill>
                  <a:srgbClr val="231F20"/>
                </a:solidFill>
                <a:latin typeface="Arial"/>
                <a:ea typeface="Arial"/>
                <a:cs typeface="Arial"/>
              </a:defRPr>
            </a:lvl3pPr>
            <a:lvl4pPr algn="ctr">
              <a:defRPr sz="1200" b="1">
                <a:solidFill>
                  <a:srgbClr val="231F20"/>
                </a:solidFill>
                <a:latin typeface="Arial"/>
                <a:ea typeface="Arial"/>
                <a:cs typeface="Arial"/>
              </a:defRPr>
            </a:lvl4pPr>
            <a:lvl5pPr algn="ctr">
              <a:defRPr sz="1200" b="1">
                <a:solidFill>
                  <a:srgbClr val="231F20"/>
                </a:solidFill>
                <a:latin typeface="Arial"/>
                <a:ea typeface="Arial"/>
                <a:cs typeface="Arial"/>
              </a:defRPr>
            </a:lvl5pPr>
            <a:lvl6pPr algn="ctr">
              <a:defRPr sz="1200" b="1">
                <a:solidFill>
                  <a:srgbClr val="231F20"/>
                </a:solidFill>
                <a:latin typeface="Arial"/>
                <a:ea typeface="Arial"/>
                <a:cs typeface="Arial"/>
              </a:defRPr>
            </a:lvl6pPr>
            <a:lvl7pPr algn="ctr">
              <a:defRPr sz="1200" b="1">
                <a:solidFill>
                  <a:srgbClr val="231F20"/>
                </a:solidFill>
                <a:latin typeface="Arial"/>
                <a:ea typeface="Arial"/>
                <a:cs typeface="Arial"/>
              </a:defRPr>
            </a:lvl7pPr>
            <a:lvl8pPr algn="ctr">
              <a:defRPr sz="1200" b="1">
                <a:solidFill>
                  <a:srgbClr val="231F20"/>
                </a:solidFill>
                <a:latin typeface="Arial"/>
                <a:ea typeface="Arial"/>
                <a:cs typeface="Arial"/>
              </a:defRPr>
            </a:lvl8pPr>
            <a:lvl9pPr algn="ctr">
              <a:defRPr sz="1200" b="1">
                <a:solidFill>
                  <a:srgbClr val="231F20"/>
                </a:solidFill>
                <a:latin typeface="Arial"/>
                <a:ea typeface="Arial"/>
                <a:cs typeface="Arial"/>
              </a:defRPr>
            </a:lvl9pPr>
          </a:lstStyle>
          <a:p xmlns:a="http://schemas.openxmlformats.org/drawingml/2006/main">
            <a:pPr algn="ctr">
              <a:defRPr sz="1200" b="1">
                <a:solidFill>
                  <a:srgbClr val="231F20"/>
                </a:solidFill>
                <a:latin typeface="Arial"/>
                <a:ea typeface="Arial"/>
                <a:cs typeface="Arial"/>
              </a:defRPr>
            </a:pPr>
            <a:r>
              <a:rPr sz="1200" b="1">
                <a:solidFill>
                  <a:srgbClr val="231F20"/>
                </a:solidFill>
                <a:latin typeface="Arial"/>
                <a:ea typeface="Arial"/>
                <a:cs typeface="Arial"/>
              </a:rPr>
              <a:t>iMMU</a:t>
            </a:r>
          </a:p>
        </p:txBody>
      </p:sp>
      <p:sp>
        <p:nvSpPr>
          <p:cNvPr id="86" name="block-416">
            <a:extLst xmlns:a="http://schemas.openxmlformats.org/drawingml/2006/main">
              <a:ext uri="{FF2B5EF4-FFF2-40B4-BE49-F238E27FC236}">
                <a16:creationId xmlns:a16="http://schemas.microsoft.com/office/drawing/2014/main" id="{E43F102D-3554-435E-B222-2A73978DD5A6}"/>
              </a:ext>
            </a:extLst>
          </p:cNvPr>
          <p:cNvSpPr>
            <a:spLocks xmlns:a="http://schemas.openxmlformats.org/drawingml/2006/main" noGrp="1"/>
          </p:cNvSpPr>
          <p:nvPr/>
        </p:nvSpPr>
        <p:spPr>
          <a:xfrm xmlns:a="http://schemas.openxmlformats.org/drawingml/2006/main">
            <a:off x="1381125" y="4286250"/>
            <a:ext cx="600075" cy="2857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87" name="text-417">
            <a:extLst xmlns:a="http://schemas.openxmlformats.org/drawingml/2006/main">
              <a:ext uri="{FF2B5EF4-FFF2-40B4-BE49-F238E27FC236}">
                <a16:creationId xmlns:a16="http://schemas.microsoft.com/office/drawing/2014/main" id="{EF033B75-9BA6-44F0-839C-92AC30AD3EA7}"/>
              </a:ext>
            </a:extLst>
          </p:cNvPr>
          <p:cNvSpPr>
            <a:spLocks xmlns:a="http://schemas.openxmlformats.org/drawingml/2006/main" noGrp="1"/>
          </p:cNvSpPr>
          <p:nvPr/>
        </p:nvSpPr>
        <p:spPr>
          <a:xfrm xmlns:a="http://schemas.openxmlformats.org/drawingml/2006/main">
            <a:off x="1457325" y="4343400"/>
            <a:ext cx="4476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1">
                <a:solidFill>
                  <a:srgbClr val="231F20"/>
                </a:solidFill>
                <a:latin typeface="Arial"/>
                <a:ea typeface="Arial"/>
                <a:cs typeface="Arial"/>
              </a:defRPr>
            </a:defPPr>
            <a:lvl1pPr algn="ctr">
              <a:defRPr sz="1350" b="1">
                <a:solidFill>
                  <a:srgbClr val="231F20"/>
                </a:solidFill>
                <a:latin typeface="Arial"/>
                <a:ea typeface="Arial"/>
                <a:cs typeface="Arial"/>
              </a:defRPr>
            </a:lvl1pPr>
            <a:lvl2pPr algn="ctr">
              <a:defRPr sz="1350" b="1">
                <a:solidFill>
                  <a:srgbClr val="231F20"/>
                </a:solidFill>
                <a:latin typeface="Arial"/>
                <a:ea typeface="Arial"/>
                <a:cs typeface="Arial"/>
              </a:defRPr>
            </a:lvl2pPr>
            <a:lvl3pPr algn="ctr">
              <a:defRPr sz="1350" b="1">
                <a:solidFill>
                  <a:srgbClr val="231F20"/>
                </a:solidFill>
                <a:latin typeface="Arial"/>
                <a:ea typeface="Arial"/>
                <a:cs typeface="Arial"/>
              </a:defRPr>
            </a:lvl3pPr>
            <a:lvl4pPr algn="ctr">
              <a:defRPr sz="1350" b="1">
                <a:solidFill>
                  <a:srgbClr val="231F20"/>
                </a:solidFill>
                <a:latin typeface="Arial"/>
                <a:ea typeface="Arial"/>
                <a:cs typeface="Arial"/>
              </a:defRPr>
            </a:lvl4pPr>
            <a:lvl5pPr algn="ctr">
              <a:defRPr sz="1350" b="1">
                <a:solidFill>
                  <a:srgbClr val="231F20"/>
                </a:solidFill>
                <a:latin typeface="Arial"/>
                <a:ea typeface="Arial"/>
                <a:cs typeface="Arial"/>
              </a:defRPr>
            </a:lvl5pPr>
            <a:lvl6pPr algn="ctr">
              <a:defRPr sz="1350" b="1">
                <a:solidFill>
                  <a:srgbClr val="231F20"/>
                </a:solidFill>
                <a:latin typeface="Arial"/>
                <a:ea typeface="Arial"/>
                <a:cs typeface="Arial"/>
              </a:defRPr>
            </a:lvl6pPr>
            <a:lvl7pPr algn="ctr">
              <a:defRPr sz="1350" b="1">
                <a:solidFill>
                  <a:srgbClr val="231F20"/>
                </a:solidFill>
                <a:latin typeface="Arial"/>
                <a:ea typeface="Arial"/>
                <a:cs typeface="Arial"/>
              </a:defRPr>
            </a:lvl7pPr>
            <a:lvl8pPr algn="ctr">
              <a:defRPr sz="1350" b="1">
                <a:solidFill>
                  <a:srgbClr val="231F20"/>
                </a:solidFill>
                <a:latin typeface="Arial"/>
                <a:ea typeface="Arial"/>
                <a:cs typeface="Arial"/>
              </a:defRPr>
            </a:lvl8pPr>
            <a:lvl9pPr algn="ctr">
              <a:defRPr sz="1350" b="1">
                <a:solidFill>
                  <a:srgbClr val="231F20"/>
                </a:solidFill>
                <a:latin typeface="Arial"/>
                <a:ea typeface="Arial"/>
                <a:cs typeface="Arial"/>
              </a:defRPr>
            </a:lvl9pPr>
          </a:lstStyle>
          <a:p xmlns:a="http://schemas.openxmlformats.org/drawingml/2006/main">
            <a:pPr algn="ctr">
              <a:defRPr sz="1350" b="1">
                <a:solidFill>
                  <a:srgbClr val="231F20"/>
                </a:solidFill>
                <a:latin typeface="Arial"/>
                <a:ea typeface="Arial"/>
                <a:cs typeface="Arial"/>
              </a:defRPr>
            </a:pPr>
            <a:r>
              <a:rPr sz="1350" b="1">
                <a:solidFill>
                  <a:srgbClr val="231F20"/>
                </a:solidFill>
                <a:latin typeface="Arial"/>
                <a:ea typeface="Arial"/>
                <a:cs typeface="Arial"/>
              </a:rPr>
              <a:t>I$</a:t>
            </a:r>
          </a:p>
        </p:txBody>
      </p:sp>
      <p:sp>
        <p:nvSpPr>
          <p:cNvPr id="88" name="wire-418">
            <a:extLst xmlns:a="http://schemas.openxmlformats.org/drawingml/2006/main">
              <a:ext uri="{FF2B5EF4-FFF2-40B4-BE49-F238E27FC236}">
                <a16:creationId xmlns:a16="http://schemas.microsoft.com/office/drawing/2014/main" id="{C2F4CAE4-78A3-47E9-8020-AFF00121E917}"/>
              </a:ext>
            </a:extLst>
          </p:cNvPr>
          <p:cNvSpPr>
            <a:spLocks xmlns:a="http://schemas.openxmlformats.org/drawingml/2006/main" noGrp="1"/>
          </p:cNvSpPr>
          <p:nvPr/>
        </p:nvSpPr>
        <p:spPr>
          <a:xfrm xmlns:a="http://schemas.openxmlformats.org/drawingml/2006/main">
            <a:off x="1209675" y="419100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89" name="wire-419">
            <a:extLst xmlns:a="http://schemas.openxmlformats.org/drawingml/2006/main">
              <a:ext uri="{FF2B5EF4-FFF2-40B4-BE49-F238E27FC236}">
                <a16:creationId xmlns:a16="http://schemas.microsoft.com/office/drawing/2014/main" id="{8FFCFE4B-4268-4BAC-AF18-D25FA9F708B9}"/>
              </a:ext>
            </a:extLst>
          </p:cNvPr>
          <p:cNvSpPr>
            <a:spLocks xmlns:a="http://schemas.openxmlformats.org/drawingml/2006/main" noGrp="1"/>
          </p:cNvSpPr>
          <p:nvPr/>
        </p:nvSpPr>
        <p:spPr>
          <a:xfrm xmlns:a="http://schemas.openxmlformats.org/drawingml/2006/main">
            <a:off x="1295400" y="3971925"/>
            <a:ext cx="9525" cy="219075"/>
          </a:xfrm>
          <a:custGeom xmlns:a="http://schemas.openxmlformats.org/drawingml/2006/main">
            <a:pathLst>
              <a:path w="9525" h="219075">
                <a:moveTo>
                  <a:pt x="0" y="219075"/>
                </a:moveTo>
                <a:lnTo>
                  <a:pt x="0" y="0"/>
                </a:lnTo>
              </a:path>
            </a:pathLst>
          </a:custGeom>
          <a:noFill xmlns:a="http://schemas.openxmlformats.org/drawingml/2006/main"/>
          <a:ln xmlns:a="http://schemas.openxmlformats.org/drawingml/2006/main" w="22860">
            <a:solidFill>
              <a:srgbClr val="231F20"/>
            </a:solidFill>
          </a:ln>
        </p:spPr>
      </p:sp>
      <p:sp>
        <p:nvSpPr>
          <p:cNvPr id="90" name="wire-420">
            <a:extLst xmlns:a="http://schemas.openxmlformats.org/drawingml/2006/main">
              <a:ext uri="{FF2B5EF4-FFF2-40B4-BE49-F238E27FC236}">
                <a16:creationId xmlns:a16="http://schemas.microsoft.com/office/drawing/2014/main" id="{CA3B995E-B155-4CD4-836D-C912E6EECED1}"/>
              </a:ext>
            </a:extLst>
          </p:cNvPr>
          <p:cNvSpPr>
            <a:spLocks xmlns:a="http://schemas.openxmlformats.org/drawingml/2006/main" noGrp="1"/>
          </p:cNvSpPr>
          <p:nvPr/>
        </p:nvSpPr>
        <p:spPr>
          <a:xfrm xmlns:a="http://schemas.openxmlformats.org/drawingml/2006/main">
            <a:off x="1295400" y="3971925"/>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91" name="circuit-421">
            <a:extLst xmlns:a="http://schemas.openxmlformats.org/drawingml/2006/main">
              <a:ext uri="{FF2B5EF4-FFF2-40B4-BE49-F238E27FC236}">
                <a16:creationId xmlns:a16="http://schemas.microsoft.com/office/drawing/2014/main" id="{09D75967-D10F-440F-B470-1F9812A22C40}"/>
              </a:ext>
            </a:extLst>
          </p:cNvPr>
          <p:cNvSpPr>
            <a:spLocks xmlns:a="http://schemas.openxmlformats.org/drawingml/2006/main" noGrp="1"/>
          </p:cNvSpPr>
          <p:nvPr/>
        </p:nvSpPr>
        <p:spPr>
          <a:xfrm xmlns:a="http://schemas.openxmlformats.org/drawingml/2006/main">
            <a:off x="1285875" y="39338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92" name="wire-422">
            <a:extLst xmlns:a="http://schemas.openxmlformats.org/drawingml/2006/main">
              <a:ext uri="{FF2B5EF4-FFF2-40B4-BE49-F238E27FC236}">
                <a16:creationId xmlns:a16="http://schemas.microsoft.com/office/drawing/2014/main" id="{239A7A21-478B-4799-BFDA-3B5441AFB7C4}"/>
              </a:ext>
            </a:extLst>
          </p:cNvPr>
          <p:cNvSpPr>
            <a:spLocks xmlns:a="http://schemas.openxmlformats.org/drawingml/2006/main" noGrp="1"/>
          </p:cNvSpPr>
          <p:nvPr/>
        </p:nvSpPr>
        <p:spPr>
          <a:xfrm xmlns:a="http://schemas.openxmlformats.org/drawingml/2006/main">
            <a:off x="1676400" y="411480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22860">
            <a:solidFill>
              <a:srgbClr val="231F20"/>
            </a:solidFill>
          </a:ln>
        </p:spPr>
      </p:sp>
      <p:sp>
        <p:nvSpPr>
          <p:cNvPr id="93" name="circuit-423">
            <a:extLst xmlns:a="http://schemas.openxmlformats.org/drawingml/2006/main">
              <a:ext uri="{FF2B5EF4-FFF2-40B4-BE49-F238E27FC236}">
                <a16:creationId xmlns:a16="http://schemas.microsoft.com/office/drawing/2014/main" id="{14957B98-E78C-4262-B117-E7DEC6EC3695}"/>
              </a:ext>
            </a:extLst>
          </p:cNvPr>
          <p:cNvSpPr>
            <a:spLocks xmlns:a="http://schemas.openxmlformats.org/drawingml/2006/main" noGrp="1"/>
          </p:cNvSpPr>
          <p:nvPr/>
        </p:nvSpPr>
        <p:spPr>
          <a:xfrm xmlns:a="http://schemas.openxmlformats.org/drawingml/2006/main">
            <a:off x="1638300" y="41910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94" name="wire-424">
            <a:extLst xmlns:a="http://schemas.openxmlformats.org/drawingml/2006/main">
              <a:ext uri="{FF2B5EF4-FFF2-40B4-BE49-F238E27FC236}">
                <a16:creationId xmlns:a16="http://schemas.microsoft.com/office/drawing/2014/main" id="{DF04FEC8-EB98-4D0D-B5E4-ED366A0833C0}"/>
              </a:ext>
            </a:extLst>
          </p:cNvPr>
          <p:cNvSpPr>
            <a:spLocks xmlns:a="http://schemas.openxmlformats.org/drawingml/2006/main" noGrp="1"/>
          </p:cNvSpPr>
          <p:nvPr/>
        </p:nvSpPr>
        <p:spPr>
          <a:xfrm xmlns:a="http://schemas.openxmlformats.org/drawingml/2006/main">
            <a:off x="1981200" y="442912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22860">
            <a:solidFill>
              <a:srgbClr val="231F20"/>
            </a:solidFill>
          </a:ln>
        </p:spPr>
      </p:sp>
      <p:sp>
        <p:nvSpPr>
          <p:cNvPr id="95" name="wire-425">
            <a:extLst xmlns:a="http://schemas.openxmlformats.org/drawingml/2006/main">
              <a:ext uri="{FF2B5EF4-FFF2-40B4-BE49-F238E27FC236}">
                <a16:creationId xmlns:a16="http://schemas.microsoft.com/office/drawing/2014/main" id="{5B320340-8A25-4AEE-A939-C39A5CA8703E}"/>
              </a:ext>
            </a:extLst>
          </p:cNvPr>
          <p:cNvSpPr>
            <a:spLocks xmlns:a="http://schemas.openxmlformats.org/drawingml/2006/main" noGrp="1"/>
          </p:cNvSpPr>
          <p:nvPr/>
        </p:nvSpPr>
        <p:spPr>
          <a:xfrm xmlns:a="http://schemas.openxmlformats.org/drawingml/2006/main">
            <a:off x="2190750" y="4429125"/>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96" name="wire-426">
            <a:extLst xmlns:a="http://schemas.openxmlformats.org/drawingml/2006/main">
              <a:ext uri="{FF2B5EF4-FFF2-40B4-BE49-F238E27FC236}">
                <a16:creationId xmlns:a16="http://schemas.microsoft.com/office/drawing/2014/main" id="{EB6C922A-064E-4448-9C26-4084B1BB0FF5}"/>
              </a:ext>
            </a:extLst>
          </p:cNvPr>
          <p:cNvSpPr>
            <a:spLocks xmlns:a="http://schemas.openxmlformats.org/drawingml/2006/main" noGrp="1"/>
          </p:cNvSpPr>
          <p:nvPr/>
        </p:nvSpPr>
        <p:spPr>
          <a:xfrm xmlns:a="http://schemas.openxmlformats.org/drawingml/2006/main">
            <a:off x="2286000" y="4114800"/>
            <a:ext cx="9525" cy="314325"/>
          </a:xfrm>
          <a:custGeom xmlns:a="http://schemas.openxmlformats.org/drawingml/2006/main">
            <a:pathLst>
              <a:path w="9525" h="314325">
                <a:moveTo>
                  <a:pt x="0" y="314325"/>
                </a:moveTo>
                <a:lnTo>
                  <a:pt x="0" y="0"/>
                </a:lnTo>
              </a:path>
            </a:pathLst>
          </a:custGeom>
          <a:noFill xmlns:a="http://schemas.openxmlformats.org/drawingml/2006/main"/>
          <a:ln xmlns:a="http://schemas.openxmlformats.org/drawingml/2006/main" w="22860">
            <a:solidFill>
              <a:srgbClr val="231F20"/>
            </a:solidFill>
          </a:ln>
        </p:spPr>
      </p:sp>
      <p:sp>
        <p:nvSpPr>
          <p:cNvPr id="97" name="wire-427">
            <a:extLst xmlns:a="http://schemas.openxmlformats.org/drawingml/2006/main">
              <a:ext uri="{FF2B5EF4-FFF2-40B4-BE49-F238E27FC236}">
                <a16:creationId xmlns:a16="http://schemas.microsoft.com/office/drawing/2014/main" id="{DD4D5AF0-06C3-4993-9406-D3D6DAB9B5F5}"/>
              </a:ext>
            </a:extLst>
          </p:cNvPr>
          <p:cNvSpPr>
            <a:spLocks xmlns:a="http://schemas.openxmlformats.org/drawingml/2006/main" noGrp="1"/>
          </p:cNvSpPr>
          <p:nvPr/>
        </p:nvSpPr>
        <p:spPr>
          <a:xfrm xmlns:a="http://schemas.openxmlformats.org/drawingml/2006/main">
            <a:off x="2286000" y="41148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98" name="circuit-428">
            <a:extLst xmlns:a="http://schemas.openxmlformats.org/drawingml/2006/main">
              <a:ext uri="{FF2B5EF4-FFF2-40B4-BE49-F238E27FC236}">
                <a16:creationId xmlns:a16="http://schemas.microsoft.com/office/drawing/2014/main" id="{B2DEA983-0B5F-4996-9823-DFC018D0C079}"/>
              </a:ext>
            </a:extLst>
          </p:cNvPr>
          <p:cNvSpPr>
            <a:spLocks xmlns:a="http://schemas.openxmlformats.org/drawingml/2006/main" noGrp="1"/>
          </p:cNvSpPr>
          <p:nvPr/>
        </p:nvSpPr>
        <p:spPr>
          <a:xfrm xmlns:a="http://schemas.openxmlformats.org/drawingml/2006/main">
            <a:off x="2333625" y="40767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99" name="junction-429">
            <a:extLst xmlns:a="http://schemas.openxmlformats.org/drawingml/2006/main">
              <a:ext uri="{FF2B5EF4-FFF2-40B4-BE49-F238E27FC236}">
                <a16:creationId xmlns:a16="http://schemas.microsoft.com/office/drawing/2014/main" id="{6EB1F182-47DC-40C1-A880-BF8929DD5381}"/>
              </a:ext>
            </a:extLst>
          </p:cNvPr>
          <p:cNvSpPr>
            <a:spLocks xmlns:a="http://schemas.openxmlformats.org/drawingml/2006/main" noGrp="1"/>
          </p:cNvSpPr>
          <p:nvPr/>
        </p:nvSpPr>
        <p:spPr>
          <a:xfrm xmlns:a="http://schemas.openxmlformats.org/drawingml/2006/main">
            <a:off x="2259330" y="4345305"/>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100" name="wire-430">
            <a:extLst xmlns:a="http://schemas.openxmlformats.org/drawingml/2006/main">
              <a:ext uri="{FF2B5EF4-FFF2-40B4-BE49-F238E27FC236}">
                <a16:creationId xmlns:a16="http://schemas.microsoft.com/office/drawing/2014/main" id="{DF066E1D-9870-46FC-8669-0C0AF60F69A7}"/>
              </a:ext>
            </a:extLst>
          </p:cNvPr>
          <p:cNvSpPr>
            <a:spLocks xmlns:a="http://schemas.openxmlformats.org/drawingml/2006/main" noGrp="1"/>
          </p:cNvSpPr>
          <p:nvPr/>
        </p:nvSpPr>
        <p:spPr>
          <a:xfrm xmlns:a="http://schemas.openxmlformats.org/drawingml/2006/main">
            <a:off x="2286000" y="43719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101" name="circuit-431">
            <a:extLst xmlns:a="http://schemas.openxmlformats.org/drawingml/2006/main">
              <a:ext uri="{FF2B5EF4-FFF2-40B4-BE49-F238E27FC236}">
                <a16:creationId xmlns:a16="http://schemas.microsoft.com/office/drawing/2014/main" id="{3490EC03-0ABF-49F4-9609-5734857C1884}"/>
              </a:ext>
            </a:extLst>
          </p:cNvPr>
          <p:cNvSpPr>
            <a:spLocks xmlns:a="http://schemas.openxmlformats.org/drawingml/2006/main" noGrp="1"/>
          </p:cNvSpPr>
          <p:nvPr/>
        </p:nvSpPr>
        <p:spPr>
          <a:xfrm xmlns:a="http://schemas.openxmlformats.org/drawingml/2006/main">
            <a:off x="2333625" y="43338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02" name="wire-432">
            <a:extLst xmlns:a="http://schemas.openxmlformats.org/drawingml/2006/main">
              <a:ext uri="{FF2B5EF4-FFF2-40B4-BE49-F238E27FC236}">
                <a16:creationId xmlns:a16="http://schemas.microsoft.com/office/drawing/2014/main" id="{34A93644-C9A7-401A-8614-5CC27BC9FAB6}"/>
              </a:ext>
            </a:extLst>
          </p:cNvPr>
          <p:cNvSpPr>
            <a:spLocks xmlns:a="http://schemas.openxmlformats.org/drawingml/2006/main" noGrp="1"/>
          </p:cNvSpPr>
          <p:nvPr/>
        </p:nvSpPr>
        <p:spPr>
          <a:xfrm xmlns:a="http://schemas.openxmlformats.org/drawingml/2006/main">
            <a:off x="2286000" y="4429125"/>
            <a:ext cx="9525" cy="800100"/>
          </a:xfrm>
          <a:custGeom xmlns:a="http://schemas.openxmlformats.org/drawingml/2006/main">
            <a:pathLst>
              <a:path w="9525" h="800100">
                <a:moveTo>
                  <a:pt x="0" y="0"/>
                </a:moveTo>
                <a:lnTo>
                  <a:pt x="0" y="800100"/>
                </a:lnTo>
              </a:path>
            </a:pathLst>
          </a:custGeom>
          <a:noFill xmlns:a="http://schemas.openxmlformats.org/drawingml/2006/main"/>
          <a:ln xmlns:a="http://schemas.openxmlformats.org/drawingml/2006/main" w="22860">
            <a:solidFill>
              <a:srgbClr val="231F20"/>
            </a:solidFill>
          </a:ln>
        </p:spPr>
      </p:sp>
      <p:sp>
        <p:nvSpPr>
          <p:cNvPr id="103" name="wire-433">
            <a:extLst xmlns:a="http://schemas.openxmlformats.org/drawingml/2006/main">
              <a:ext uri="{FF2B5EF4-FFF2-40B4-BE49-F238E27FC236}">
                <a16:creationId xmlns:a16="http://schemas.microsoft.com/office/drawing/2014/main" id="{B1A0506E-DBA0-437A-9B80-7989FCCE87A8}"/>
              </a:ext>
            </a:extLst>
          </p:cNvPr>
          <p:cNvSpPr>
            <a:spLocks xmlns:a="http://schemas.openxmlformats.org/drawingml/2006/main" noGrp="1"/>
          </p:cNvSpPr>
          <p:nvPr/>
        </p:nvSpPr>
        <p:spPr>
          <a:xfrm xmlns:a="http://schemas.openxmlformats.org/drawingml/2006/main">
            <a:off x="2286000" y="52292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104" name="circuit-434">
            <a:extLst xmlns:a="http://schemas.openxmlformats.org/drawingml/2006/main">
              <a:ext uri="{FF2B5EF4-FFF2-40B4-BE49-F238E27FC236}">
                <a16:creationId xmlns:a16="http://schemas.microsoft.com/office/drawing/2014/main" id="{ED52F213-A609-4732-A167-525EF540A032}"/>
              </a:ext>
            </a:extLst>
          </p:cNvPr>
          <p:cNvSpPr>
            <a:spLocks xmlns:a="http://schemas.openxmlformats.org/drawingml/2006/main" noGrp="1"/>
          </p:cNvSpPr>
          <p:nvPr/>
        </p:nvSpPr>
        <p:spPr>
          <a:xfrm xmlns:a="http://schemas.openxmlformats.org/drawingml/2006/main">
            <a:off x="2333625" y="51911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05" name="block-435">
            <a:extLst xmlns:a="http://schemas.openxmlformats.org/drawingml/2006/main">
              <a:ext uri="{FF2B5EF4-FFF2-40B4-BE49-F238E27FC236}">
                <a16:creationId xmlns:a16="http://schemas.microsoft.com/office/drawing/2014/main" id="{19196393-4FA7-4C91-9DEB-D463D4E3A90C}"/>
              </a:ext>
            </a:extLst>
          </p:cNvPr>
          <p:cNvSpPr>
            <a:spLocks xmlns:a="http://schemas.openxmlformats.org/drawingml/2006/main" noGrp="1"/>
          </p:cNvSpPr>
          <p:nvPr/>
        </p:nvSpPr>
        <p:spPr>
          <a:xfrm xmlns:a="http://schemas.openxmlformats.org/drawingml/2006/main">
            <a:off x="809625" y="5019675"/>
            <a:ext cx="1143000" cy="4476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06" name="text-436">
            <a:extLst xmlns:a="http://schemas.openxmlformats.org/drawingml/2006/main">
              <a:ext uri="{FF2B5EF4-FFF2-40B4-BE49-F238E27FC236}">
                <a16:creationId xmlns:a16="http://schemas.microsoft.com/office/drawing/2014/main" id="{E8052164-3A70-4B5D-A5AE-138425E7418D}"/>
              </a:ext>
            </a:extLst>
          </p:cNvPr>
          <p:cNvSpPr>
            <a:spLocks xmlns:a="http://schemas.openxmlformats.org/drawingml/2006/main" noGrp="1"/>
          </p:cNvSpPr>
          <p:nvPr/>
        </p:nvSpPr>
        <p:spPr>
          <a:xfrm xmlns:a="http://schemas.openxmlformats.org/drawingml/2006/main">
            <a:off x="885825" y="5076825"/>
            <a:ext cx="99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1">
                <a:solidFill>
                  <a:srgbClr val="231F20"/>
                </a:solidFill>
                <a:latin typeface="Yu Gothic"/>
                <a:ea typeface="Yu Gothic"/>
                <a:cs typeface="Yu Gothic"/>
              </a:defRPr>
            </a:defPPr>
            <a:lvl1pPr algn="ctr">
              <a:defRPr sz="1200" b="1">
                <a:solidFill>
                  <a:srgbClr val="231F20"/>
                </a:solidFill>
                <a:latin typeface="Yu Gothic"/>
                <a:ea typeface="Yu Gothic"/>
                <a:cs typeface="Yu Gothic"/>
              </a:defRPr>
            </a:lvl1pPr>
            <a:lvl2pPr algn="ctr">
              <a:defRPr sz="1200" b="1">
                <a:solidFill>
                  <a:srgbClr val="231F20"/>
                </a:solidFill>
                <a:latin typeface="Yu Gothic"/>
                <a:ea typeface="Yu Gothic"/>
                <a:cs typeface="Yu Gothic"/>
              </a:defRPr>
            </a:lvl2pPr>
            <a:lvl3pPr algn="ctr">
              <a:defRPr sz="1200" b="1">
                <a:solidFill>
                  <a:srgbClr val="231F20"/>
                </a:solidFill>
                <a:latin typeface="Yu Gothic"/>
                <a:ea typeface="Yu Gothic"/>
                <a:cs typeface="Yu Gothic"/>
              </a:defRPr>
            </a:lvl3pPr>
            <a:lvl4pPr algn="ctr">
              <a:defRPr sz="1200" b="1">
                <a:solidFill>
                  <a:srgbClr val="231F20"/>
                </a:solidFill>
                <a:latin typeface="Yu Gothic"/>
                <a:ea typeface="Yu Gothic"/>
                <a:cs typeface="Yu Gothic"/>
              </a:defRPr>
            </a:lvl4pPr>
            <a:lvl5pPr algn="ctr">
              <a:defRPr sz="1200" b="1">
                <a:solidFill>
                  <a:srgbClr val="231F20"/>
                </a:solidFill>
                <a:latin typeface="Yu Gothic"/>
                <a:ea typeface="Yu Gothic"/>
                <a:cs typeface="Yu Gothic"/>
              </a:defRPr>
            </a:lvl5pPr>
            <a:lvl6pPr algn="ctr">
              <a:defRPr sz="1200" b="1">
                <a:solidFill>
                  <a:srgbClr val="231F20"/>
                </a:solidFill>
                <a:latin typeface="Yu Gothic"/>
                <a:ea typeface="Yu Gothic"/>
                <a:cs typeface="Yu Gothic"/>
              </a:defRPr>
            </a:lvl6pPr>
            <a:lvl7pPr algn="ctr">
              <a:defRPr sz="1200" b="1">
                <a:solidFill>
                  <a:srgbClr val="231F20"/>
                </a:solidFill>
                <a:latin typeface="Yu Gothic"/>
                <a:ea typeface="Yu Gothic"/>
                <a:cs typeface="Yu Gothic"/>
              </a:defRPr>
            </a:lvl7pPr>
            <a:lvl8pPr algn="ctr">
              <a:defRPr sz="1200" b="1">
                <a:solidFill>
                  <a:srgbClr val="231F20"/>
                </a:solidFill>
                <a:latin typeface="Yu Gothic"/>
                <a:ea typeface="Yu Gothic"/>
                <a:cs typeface="Yu Gothic"/>
              </a:defRPr>
            </a:lvl8pPr>
            <a:lvl9pPr algn="ctr">
              <a:defRPr sz="1200" b="1">
                <a:solidFill>
                  <a:srgbClr val="231F20"/>
                </a:solidFill>
                <a:latin typeface="Yu Gothic"/>
                <a:ea typeface="Yu Gothic"/>
                <a:cs typeface="Yu Gothic"/>
              </a:defRPr>
            </a:lvl9pPr>
          </a:lstStyle>
          <a:p xmlns:a="http://schemas.openxmlformats.org/drawingml/2006/main">
            <a:pPr algn="ctr">
              <a:defRPr sz="1200" b="1">
                <a:solidFill>
                  <a:srgbClr val="231F20"/>
                </a:solidFill>
                <a:latin typeface="Yu Gothic"/>
                <a:ea typeface="Yu Gothic"/>
                <a:cs typeface="Yu Gothic"/>
              </a:defRPr>
            </a:pPr>
            <a:r>
              <a:rPr sz="1200" b="1">
                <a:solidFill>
                  <a:srgbClr val="231F20"/>
                </a:solidFill>
                <a:latin typeface="Yu Gothic"/>
                <a:ea typeface="Yu Gothic"/>
                <a:cs typeface="Yu Gothic"/>
              </a:rPr>
              <a:t>次PC選択</a:t>
            </a:r>
          </a:p>
          <a:p xmlns:a="http://schemas.openxmlformats.org/drawingml/2006/main">
            <a:pPr algn="ctr">
              <a:defRPr sz="1200" b="1">
                <a:solidFill>
                  <a:srgbClr val="231F20"/>
                </a:solidFill>
                <a:latin typeface="Yu Gothic"/>
                <a:ea typeface="Yu Gothic"/>
                <a:cs typeface="Yu Gothic"/>
              </a:defRPr>
            </a:pPr>
            <a:r>
              <a:rPr sz="1200" b="1">
                <a:solidFill>
                  <a:srgbClr val="231F20"/>
                </a:solidFill>
                <a:latin typeface="Yu Gothic"/>
                <a:ea typeface="Yu Gothic"/>
                <a:cs typeface="Yu Gothic"/>
              </a:rPr>
              <a:t>＋2/4・分岐</a:t>
            </a:r>
          </a:p>
        </p:txBody>
      </p:sp>
      <p:sp>
        <p:nvSpPr>
          <p:cNvPr id="107" name="wire-437">
            <a:extLst xmlns:a="http://schemas.openxmlformats.org/drawingml/2006/main">
              <a:ext uri="{FF2B5EF4-FFF2-40B4-BE49-F238E27FC236}">
                <a16:creationId xmlns:a16="http://schemas.microsoft.com/office/drawing/2014/main" id="{964AB7DE-88A1-4409-8E41-F2D2CF6F7F88}"/>
              </a:ext>
            </a:extLst>
          </p:cNvPr>
          <p:cNvSpPr>
            <a:spLocks xmlns:a="http://schemas.openxmlformats.org/drawingml/2006/main" noGrp="1"/>
          </p:cNvSpPr>
          <p:nvPr/>
        </p:nvSpPr>
        <p:spPr>
          <a:xfrm xmlns:a="http://schemas.openxmlformats.org/drawingml/2006/main">
            <a:off x="1209675" y="4191000"/>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22860">
            <a:solidFill>
              <a:srgbClr val="231F20"/>
            </a:solidFill>
          </a:ln>
        </p:spPr>
      </p:sp>
      <p:sp>
        <p:nvSpPr>
          <p:cNvPr id="108" name="wire-438">
            <a:extLst xmlns:a="http://schemas.openxmlformats.org/drawingml/2006/main">
              <a:ext uri="{FF2B5EF4-FFF2-40B4-BE49-F238E27FC236}">
                <a16:creationId xmlns:a16="http://schemas.microsoft.com/office/drawing/2014/main" id="{A1BBD057-5817-446C-A63E-DC1DAD15BF4C}"/>
              </a:ext>
            </a:extLst>
          </p:cNvPr>
          <p:cNvSpPr>
            <a:spLocks xmlns:a="http://schemas.openxmlformats.org/drawingml/2006/main" noGrp="1"/>
          </p:cNvSpPr>
          <p:nvPr/>
        </p:nvSpPr>
        <p:spPr>
          <a:xfrm xmlns:a="http://schemas.openxmlformats.org/drawingml/2006/main">
            <a:off x="1266825" y="419100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22860">
            <a:solidFill>
              <a:srgbClr val="231F20"/>
            </a:solidFill>
          </a:ln>
        </p:spPr>
      </p:sp>
      <p:sp>
        <p:nvSpPr>
          <p:cNvPr id="109" name="wire-439">
            <a:extLst xmlns:a="http://schemas.openxmlformats.org/drawingml/2006/main">
              <a:ext uri="{FF2B5EF4-FFF2-40B4-BE49-F238E27FC236}">
                <a16:creationId xmlns:a16="http://schemas.microsoft.com/office/drawing/2014/main" id="{BA486D99-B195-4EB9-83B4-4E694BE99E08}"/>
              </a:ext>
            </a:extLst>
          </p:cNvPr>
          <p:cNvSpPr>
            <a:spLocks xmlns:a="http://schemas.openxmlformats.org/drawingml/2006/main" noGrp="1"/>
          </p:cNvSpPr>
          <p:nvPr/>
        </p:nvSpPr>
        <p:spPr>
          <a:xfrm xmlns:a="http://schemas.openxmlformats.org/drawingml/2006/main">
            <a:off x="1266825" y="491490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22860">
            <a:solidFill>
              <a:srgbClr val="231F20"/>
            </a:solidFill>
          </a:ln>
        </p:spPr>
      </p:sp>
      <p:sp>
        <p:nvSpPr>
          <p:cNvPr id="110" name="wire-440">
            <a:extLst xmlns:a="http://schemas.openxmlformats.org/drawingml/2006/main">
              <a:ext uri="{FF2B5EF4-FFF2-40B4-BE49-F238E27FC236}">
                <a16:creationId xmlns:a16="http://schemas.microsoft.com/office/drawing/2014/main" id="{881F4CB7-8FC0-48DC-BFF3-CBF731FF5AC2}"/>
              </a:ext>
            </a:extLst>
          </p:cNvPr>
          <p:cNvSpPr>
            <a:spLocks xmlns:a="http://schemas.openxmlformats.org/drawingml/2006/main" noGrp="1"/>
          </p:cNvSpPr>
          <p:nvPr/>
        </p:nvSpPr>
        <p:spPr>
          <a:xfrm xmlns:a="http://schemas.openxmlformats.org/drawingml/2006/main">
            <a:off x="1381125" y="4914900"/>
            <a:ext cx="9525" cy="104775"/>
          </a:xfrm>
          <a:custGeom xmlns:a="http://schemas.openxmlformats.org/drawingml/2006/main">
            <a:pathLst>
              <a:path w="9525" h="104775">
                <a:moveTo>
                  <a:pt x="0" y="0"/>
                </a:moveTo>
                <a:lnTo>
                  <a:pt x="0" y="104775"/>
                </a:lnTo>
              </a:path>
            </a:pathLst>
          </a:custGeom>
          <a:noFill xmlns:a="http://schemas.openxmlformats.org/drawingml/2006/main"/>
          <a:ln xmlns:a="http://schemas.openxmlformats.org/drawingml/2006/main" w="22860">
            <a:solidFill>
              <a:srgbClr val="231F20"/>
            </a:solidFill>
          </a:ln>
        </p:spPr>
      </p:sp>
      <p:sp>
        <p:nvSpPr>
          <p:cNvPr id="111" name="circuit-441">
            <a:extLst xmlns:a="http://schemas.openxmlformats.org/drawingml/2006/main">
              <a:ext uri="{FF2B5EF4-FFF2-40B4-BE49-F238E27FC236}">
                <a16:creationId xmlns:a16="http://schemas.microsoft.com/office/drawing/2014/main" id="{27110E4E-628D-4874-85F7-DB2DE4E64090}"/>
              </a:ext>
            </a:extLst>
          </p:cNvPr>
          <p:cNvSpPr>
            <a:spLocks xmlns:a="http://schemas.openxmlformats.org/drawingml/2006/main" noGrp="1"/>
          </p:cNvSpPr>
          <p:nvPr/>
        </p:nvSpPr>
        <p:spPr>
          <a:xfrm xmlns:a="http://schemas.openxmlformats.org/drawingml/2006/main">
            <a:off x="1343025" y="49244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112" name="wire-442">
            <a:extLst xmlns:a="http://schemas.openxmlformats.org/drawingml/2006/main">
              <a:ext uri="{FF2B5EF4-FFF2-40B4-BE49-F238E27FC236}">
                <a16:creationId xmlns:a16="http://schemas.microsoft.com/office/drawing/2014/main" id="{6C3EC3CE-3D8B-4DE2-BC18-AE7DCF803789}"/>
              </a:ext>
            </a:extLst>
          </p:cNvPr>
          <p:cNvSpPr>
            <a:spLocks xmlns:a="http://schemas.openxmlformats.org/drawingml/2006/main" noGrp="1"/>
          </p:cNvSpPr>
          <p:nvPr/>
        </p:nvSpPr>
        <p:spPr>
          <a:xfrm xmlns:a="http://schemas.openxmlformats.org/drawingml/2006/main">
            <a:off x="723900" y="5248275"/>
            <a:ext cx="85725" cy="9525"/>
          </a:xfrm>
          <a:custGeom xmlns:a="http://schemas.openxmlformats.org/drawingml/2006/main">
            <a:pathLst>
              <a:path w="85725" h="9525">
                <a:moveTo>
                  <a:pt x="85725" y="0"/>
                </a:moveTo>
                <a:lnTo>
                  <a:pt x="0" y="0"/>
                </a:lnTo>
              </a:path>
            </a:pathLst>
          </a:custGeom>
          <a:noFill xmlns:a="http://schemas.openxmlformats.org/drawingml/2006/main"/>
          <a:ln xmlns:a="http://schemas.openxmlformats.org/drawingml/2006/main" w="22860">
            <a:solidFill>
              <a:srgbClr val="231F20"/>
            </a:solidFill>
          </a:ln>
        </p:spPr>
      </p:sp>
      <p:sp>
        <p:nvSpPr>
          <p:cNvPr id="113" name="wire-443">
            <a:extLst xmlns:a="http://schemas.openxmlformats.org/drawingml/2006/main">
              <a:ext uri="{FF2B5EF4-FFF2-40B4-BE49-F238E27FC236}">
                <a16:creationId xmlns:a16="http://schemas.microsoft.com/office/drawing/2014/main" id="{DD10DCB4-E132-4DE1-BB64-180BFD997980}"/>
              </a:ext>
            </a:extLst>
          </p:cNvPr>
          <p:cNvSpPr>
            <a:spLocks xmlns:a="http://schemas.openxmlformats.org/drawingml/2006/main" noGrp="1"/>
          </p:cNvSpPr>
          <p:nvPr/>
        </p:nvSpPr>
        <p:spPr>
          <a:xfrm xmlns:a="http://schemas.openxmlformats.org/drawingml/2006/main">
            <a:off x="723900" y="4191000"/>
            <a:ext cx="9525" cy="1057275"/>
          </a:xfrm>
          <a:custGeom xmlns:a="http://schemas.openxmlformats.org/drawingml/2006/main">
            <a:pathLst>
              <a:path w="9525" h="1057275">
                <a:moveTo>
                  <a:pt x="0" y="1057275"/>
                </a:moveTo>
                <a:lnTo>
                  <a:pt x="0" y="0"/>
                </a:lnTo>
              </a:path>
            </a:pathLst>
          </a:custGeom>
          <a:noFill xmlns:a="http://schemas.openxmlformats.org/drawingml/2006/main"/>
          <a:ln xmlns:a="http://schemas.openxmlformats.org/drawingml/2006/main" w="22860">
            <a:solidFill>
              <a:srgbClr val="231F20"/>
            </a:solidFill>
          </a:ln>
        </p:spPr>
      </p:sp>
      <p:sp>
        <p:nvSpPr>
          <p:cNvPr id="114" name="wire-444">
            <a:extLst xmlns:a="http://schemas.openxmlformats.org/drawingml/2006/main">
              <a:ext uri="{FF2B5EF4-FFF2-40B4-BE49-F238E27FC236}">
                <a16:creationId xmlns:a16="http://schemas.microsoft.com/office/drawing/2014/main" id="{D077561E-8B40-4CEC-A231-FA275F28AB92}"/>
              </a:ext>
            </a:extLst>
          </p:cNvPr>
          <p:cNvSpPr>
            <a:spLocks xmlns:a="http://schemas.openxmlformats.org/drawingml/2006/main" noGrp="1"/>
          </p:cNvSpPr>
          <p:nvPr/>
        </p:nvSpPr>
        <p:spPr>
          <a:xfrm xmlns:a="http://schemas.openxmlformats.org/drawingml/2006/main">
            <a:off x="723900" y="419100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115" name="circuit-445">
            <a:extLst xmlns:a="http://schemas.openxmlformats.org/drawingml/2006/main">
              <a:ext uri="{FF2B5EF4-FFF2-40B4-BE49-F238E27FC236}">
                <a16:creationId xmlns:a16="http://schemas.microsoft.com/office/drawing/2014/main" id="{E7E1DEEA-A217-4547-83D4-01CEA2717F64}"/>
              </a:ext>
            </a:extLst>
          </p:cNvPr>
          <p:cNvSpPr>
            <a:spLocks xmlns:a="http://schemas.openxmlformats.org/drawingml/2006/main" noGrp="1"/>
          </p:cNvSpPr>
          <p:nvPr/>
        </p:nvSpPr>
        <p:spPr>
          <a:xfrm xmlns:a="http://schemas.openxmlformats.org/drawingml/2006/main">
            <a:off x="714375" y="41529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16" name="wire-446">
            <a:extLst xmlns:a="http://schemas.openxmlformats.org/drawingml/2006/main">
              <a:ext uri="{FF2B5EF4-FFF2-40B4-BE49-F238E27FC236}">
                <a16:creationId xmlns:a16="http://schemas.microsoft.com/office/drawing/2014/main" id="{9F73155F-B826-47A9-AA0C-75E5614271CC}"/>
              </a:ext>
            </a:extLst>
          </p:cNvPr>
          <p:cNvSpPr>
            <a:spLocks xmlns:a="http://schemas.openxmlformats.org/drawingml/2006/main" noGrp="1"/>
          </p:cNvSpPr>
          <p:nvPr/>
        </p:nvSpPr>
        <p:spPr>
          <a:xfrm xmlns:a="http://schemas.openxmlformats.org/drawingml/2006/main">
            <a:off x="1981200" y="4429125"/>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22860">
            <a:solidFill>
              <a:srgbClr val="231F20"/>
            </a:solidFill>
          </a:ln>
        </p:spPr>
      </p:sp>
      <p:sp>
        <p:nvSpPr>
          <p:cNvPr id="117" name="wire-447">
            <a:extLst xmlns:a="http://schemas.openxmlformats.org/drawingml/2006/main">
              <a:ext uri="{FF2B5EF4-FFF2-40B4-BE49-F238E27FC236}">
                <a16:creationId xmlns:a16="http://schemas.microsoft.com/office/drawing/2014/main" id="{BF4E3B6A-2AC2-4682-BFC1-800FC428BBAE}"/>
              </a:ext>
            </a:extLst>
          </p:cNvPr>
          <p:cNvSpPr>
            <a:spLocks xmlns:a="http://schemas.openxmlformats.org/drawingml/2006/main" noGrp="1"/>
          </p:cNvSpPr>
          <p:nvPr/>
        </p:nvSpPr>
        <p:spPr>
          <a:xfrm xmlns:a="http://schemas.openxmlformats.org/drawingml/2006/main">
            <a:off x="2038350" y="2952750"/>
            <a:ext cx="9525" cy="1476375"/>
          </a:xfrm>
          <a:custGeom xmlns:a="http://schemas.openxmlformats.org/drawingml/2006/main">
            <a:pathLst>
              <a:path w="9525" h="1476375">
                <a:moveTo>
                  <a:pt x="0" y="1476375"/>
                </a:moveTo>
                <a:lnTo>
                  <a:pt x="0" y="0"/>
                </a:lnTo>
              </a:path>
            </a:pathLst>
          </a:custGeom>
          <a:noFill xmlns:a="http://schemas.openxmlformats.org/drawingml/2006/main"/>
          <a:ln xmlns:a="http://schemas.openxmlformats.org/drawingml/2006/main" w="22860">
            <a:solidFill>
              <a:srgbClr val="231F20"/>
            </a:solidFill>
          </a:ln>
        </p:spPr>
      </p:sp>
      <p:sp>
        <p:nvSpPr>
          <p:cNvPr id="118" name="wire-448">
            <a:extLst xmlns:a="http://schemas.openxmlformats.org/drawingml/2006/main">
              <a:ext uri="{FF2B5EF4-FFF2-40B4-BE49-F238E27FC236}">
                <a16:creationId xmlns:a16="http://schemas.microsoft.com/office/drawing/2014/main" id="{E9315B43-2FCB-48BB-A71D-0343E5AA996A}"/>
              </a:ext>
            </a:extLst>
          </p:cNvPr>
          <p:cNvSpPr>
            <a:spLocks xmlns:a="http://schemas.openxmlformats.org/drawingml/2006/main" noGrp="1"/>
          </p:cNvSpPr>
          <p:nvPr/>
        </p:nvSpPr>
        <p:spPr>
          <a:xfrm xmlns:a="http://schemas.openxmlformats.org/drawingml/2006/main">
            <a:off x="2038350" y="2952750"/>
            <a:ext cx="3924300" cy="9525"/>
          </a:xfrm>
          <a:custGeom xmlns:a="http://schemas.openxmlformats.org/drawingml/2006/main">
            <a:pathLst>
              <a:path w="3924300" h="9525">
                <a:moveTo>
                  <a:pt x="0" y="0"/>
                </a:moveTo>
                <a:lnTo>
                  <a:pt x="3924300" y="0"/>
                </a:lnTo>
              </a:path>
            </a:pathLst>
          </a:custGeom>
          <a:noFill xmlns:a="http://schemas.openxmlformats.org/drawingml/2006/main"/>
          <a:ln xmlns:a="http://schemas.openxmlformats.org/drawingml/2006/main" w="22860">
            <a:solidFill>
              <a:srgbClr val="231F20"/>
            </a:solidFill>
          </a:ln>
        </p:spPr>
      </p:sp>
      <p:sp>
        <p:nvSpPr>
          <p:cNvPr id="119" name="wire-449">
            <a:extLst xmlns:a="http://schemas.openxmlformats.org/drawingml/2006/main">
              <a:ext uri="{FF2B5EF4-FFF2-40B4-BE49-F238E27FC236}">
                <a16:creationId xmlns:a16="http://schemas.microsoft.com/office/drawing/2014/main" id="{35027607-1D6A-4045-9412-BC95F5A11658}"/>
              </a:ext>
            </a:extLst>
          </p:cNvPr>
          <p:cNvSpPr>
            <a:spLocks xmlns:a="http://schemas.openxmlformats.org/drawingml/2006/main" noGrp="1"/>
          </p:cNvSpPr>
          <p:nvPr/>
        </p:nvSpPr>
        <p:spPr>
          <a:xfrm xmlns:a="http://schemas.openxmlformats.org/drawingml/2006/main">
            <a:off x="5962650" y="2876550"/>
            <a:ext cx="9525" cy="76200"/>
          </a:xfrm>
          <a:custGeom xmlns:a="http://schemas.openxmlformats.org/drawingml/2006/main">
            <a:pathLst>
              <a:path w="9525" h="76200">
                <a:moveTo>
                  <a:pt x="0" y="76200"/>
                </a:moveTo>
                <a:lnTo>
                  <a:pt x="0" y="0"/>
                </a:lnTo>
              </a:path>
            </a:pathLst>
          </a:custGeom>
          <a:noFill xmlns:a="http://schemas.openxmlformats.org/drawingml/2006/main"/>
          <a:ln xmlns:a="http://schemas.openxmlformats.org/drawingml/2006/main" w="22860">
            <a:solidFill>
              <a:srgbClr val="231F20"/>
            </a:solidFill>
          </a:ln>
        </p:spPr>
      </p:sp>
      <p:sp>
        <p:nvSpPr>
          <p:cNvPr id="120" name="circuit-450">
            <a:extLst xmlns:a="http://schemas.openxmlformats.org/drawingml/2006/main">
              <a:ext uri="{FF2B5EF4-FFF2-40B4-BE49-F238E27FC236}">
                <a16:creationId xmlns:a16="http://schemas.microsoft.com/office/drawing/2014/main" id="{96FE14C0-83FE-42E7-96B3-51715D66DCF5}"/>
              </a:ext>
            </a:extLst>
          </p:cNvPr>
          <p:cNvSpPr>
            <a:spLocks xmlns:a="http://schemas.openxmlformats.org/drawingml/2006/main" noGrp="1"/>
          </p:cNvSpPr>
          <p:nvPr/>
        </p:nvSpPr>
        <p:spPr>
          <a:xfrm xmlns:a="http://schemas.openxmlformats.org/drawingml/2006/main">
            <a:off x="5924550" y="287655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121" name="wire-451">
            <a:extLst xmlns:a="http://schemas.openxmlformats.org/drawingml/2006/main">
              <a:ext uri="{FF2B5EF4-FFF2-40B4-BE49-F238E27FC236}">
                <a16:creationId xmlns:a16="http://schemas.microsoft.com/office/drawing/2014/main" id="{F28967B1-9121-4734-BE30-E307F58E8FAA}"/>
              </a:ext>
            </a:extLst>
          </p:cNvPr>
          <p:cNvSpPr>
            <a:spLocks xmlns:a="http://schemas.openxmlformats.org/drawingml/2006/main" noGrp="1"/>
          </p:cNvSpPr>
          <p:nvPr/>
        </p:nvSpPr>
        <p:spPr>
          <a:xfrm xmlns:a="http://schemas.openxmlformats.org/drawingml/2006/main">
            <a:off x="1981200" y="4429125"/>
            <a:ext cx="57150" cy="9525"/>
          </a:xfrm>
          <a:custGeom xmlns:a="http://schemas.openxmlformats.org/drawingml/2006/main">
            <a:pathLst>
              <a:path w="57150" h="9525">
                <a:moveTo>
                  <a:pt x="57150" y="0"/>
                </a:moveTo>
                <a:lnTo>
                  <a:pt x="0" y="0"/>
                </a:lnTo>
              </a:path>
            </a:pathLst>
          </a:custGeom>
          <a:noFill xmlns:a="http://schemas.openxmlformats.org/drawingml/2006/main"/>
          <a:ln xmlns:a="http://schemas.openxmlformats.org/drawingml/2006/main" w="22860">
            <a:solidFill>
              <a:srgbClr val="231F20"/>
            </a:solidFill>
          </a:ln>
        </p:spPr>
      </p:sp>
      <p:sp>
        <p:nvSpPr>
          <p:cNvPr id="122" name="circuit-452">
            <a:extLst xmlns:a="http://schemas.openxmlformats.org/drawingml/2006/main">
              <a:ext uri="{FF2B5EF4-FFF2-40B4-BE49-F238E27FC236}">
                <a16:creationId xmlns:a16="http://schemas.microsoft.com/office/drawing/2014/main" id="{0CF0E1EC-50F6-4368-94D1-4DE9C17FC47D}"/>
              </a:ext>
            </a:extLst>
          </p:cNvPr>
          <p:cNvSpPr>
            <a:spLocks xmlns:a="http://schemas.openxmlformats.org/drawingml/2006/main" noGrp="1"/>
          </p:cNvSpPr>
          <p:nvPr/>
        </p:nvSpPr>
        <p:spPr>
          <a:xfrm xmlns:a="http://schemas.openxmlformats.org/drawingml/2006/main">
            <a:off x="1981200" y="439102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123" name="block-453">
            <a:extLst xmlns:a="http://schemas.openxmlformats.org/drawingml/2006/main">
              <a:ext uri="{FF2B5EF4-FFF2-40B4-BE49-F238E27FC236}">
                <a16:creationId xmlns:a16="http://schemas.microsoft.com/office/drawing/2014/main" id="{EB02539E-EE13-4D0E-969B-6E32F825A79D}"/>
              </a:ext>
            </a:extLst>
          </p:cNvPr>
          <p:cNvSpPr>
            <a:spLocks xmlns:a="http://schemas.openxmlformats.org/drawingml/2006/main" noGrp="1"/>
          </p:cNvSpPr>
          <p:nvPr/>
        </p:nvSpPr>
        <p:spPr>
          <a:xfrm xmlns:a="http://schemas.openxmlformats.org/drawingml/2006/main">
            <a:off x="2428875" y="3724275"/>
            <a:ext cx="1143000" cy="10572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24" name="text-454">
            <a:extLst xmlns:a="http://schemas.openxmlformats.org/drawingml/2006/main">
              <a:ext uri="{FF2B5EF4-FFF2-40B4-BE49-F238E27FC236}">
                <a16:creationId xmlns:a16="http://schemas.microsoft.com/office/drawing/2014/main" id="{D5407025-2600-4C3F-AC07-BCF42A236CE5}"/>
              </a:ext>
            </a:extLst>
          </p:cNvPr>
          <p:cNvSpPr>
            <a:spLocks xmlns:a="http://schemas.openxmlformats.org/drawingml/2006/main" noGrp="1"/>
          </p:cNvSpPr>
          <p:nvPr/>
        </p:nvSpPr>
        <p:spPr>
          <a:xfrm xmlns:a="http://schemas.openxmlformats.org/drawingml/2006/main">
            <a:off x="2495550" y="3724275"/>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231F20"/>
                </a:solidFill>
                <a:latin typeface="Yu Gothic"/>
                <a:ea typeface="Yu Gothic"/>
                <a:cs typeface="Yu Gothic"/>
              </a:defRPr>
            </a:defPPr>
            <a:lvl1pPr algn="ctr">
              <a:defRPr sz="1500" b="1">
                <a:solidFill>
                  <a:srgbClr val="231F20"/>
                </a:solidFill>
                <a:latin typeface="Yu Gothic"/>
                <a:ea typeface="Yu Gothic"/>
                <a:cs typeface="Yu Gothic"/>
              </a:defRPr>
            </a:lvl1pPr>
            <a:lvl2pPr algn="ctr">
              <a:defRPr sz="1500" b="1">
                <a:solidFill>
                  <a:srgbClr val="231F20"/>
                </a:solidFill>
                <a:latin typeface="Yu Gothic"/>
                <a:ea typeface="Yu Gothic"/>
                <a:cs typeface="Yu Gothic"/>
              </a:defRPr>
            </a:lvl2pPr>
            <a:lvl3pPr algn="ctr">
              <a:defRPr sz="1500" b="1">
                <a:solidFill>
                  <a:srgbClr val="231F20"/>
                </a:solidFill>
                <a:latin typeface="Yu Gothic"/>
                <a:ea typeface="Yu Gothic"/>
                <a:cs typeface="Yu Gothic"/>
              </a:defRPr>
            </a:lvl3pPr>
            <a:lvl4pPr algn="ctr">
              <a:defRPr sz="1500" b="1">
                <a:solidFill>
                  <a:srgbClr val="231F20"/>
                </a:solidFill>
                <a:latin typeface="Yu Gothic"/>
                <a:ea typeface="Yu Gothic"/>
                <a:cs typeface="Yu Gothic"/>
              </a:defRPr>
            </a:lvl4pPr>
            <a:lvl5pPr algn="ctr">
              <a:defRPr sz="1500" b="1">
                <a:solidFill>
                  <a:srgbClr val="231F20"/>
                </a:solidFill>
                <a:latin typeface="Yu Gothic"/>
                <a:ea typeface="Yu Gothic"/>
                <a:cs typeface="Yu Gothic"/>
              </a:defRPr>
            </a:lvl5pPr>
            <a:lvl6pPr algn="ctr">
              <a:defRPr sz="1500" b="1">
                <a:solidFill>
                  <a:srgbClr val="231F20"/>
                </a:solidFill>
                <a:latin typeface="Yu Gothic"/>
                <a:ea typeface="Yu Gothic"/>
                <a:cs typeface="Yu Gothic"/>
              </a:defRPr>
            </a:lvl6pPr>
            <a:lvl7pPr algn="ctr">
              <a:defRPr sz="1500" b="1">
                <a:solidFill>
                  <a:srgbClr val="231F20"/>
                </a:solidFill>
                <a:latin typeface="Yu Gothic"/>
                <a:ea typeface="Yu Gothic"/>
                <a:cs typeface="Yu Gothic"/>
              </a:defRPr>
            </a:lvl7pPr>
            <a:lvl8pPr algn="ctr">
              <a:defRPr sz="1500" b="1">
                <a:solidFill>
                  <a:srgbClr val="231F20"/>
                </a:solidFill>
                <a:latin typeface="Yu Gothic"/>
                <a:ea typeface="Yu Gothic"/>
                <a:cs typeface="Yu Gothic"/>
              </a:defRPr>
            </a:lvl8pPr>
            <a:lvl9pPr algn="ctr">
              <a:defRPr sz="1500" b="1">
                <a:solidFill>
                  <a:srgbClr val="231F20"/>
                </a:solidFill>
                <a:latin typeface="Yu Gothic"/>
                <a:ea typeface="Yu Gothic"/>
                <a:cs typeface="Yu Gothic"/>
              </a:defRPr>
            </a:lvl9pPr>
          </a:lstStyle>
          <a:p xmlns:a="http://schemas.openxmlformats.org/drawingml/2006/main">
            <a:pPr algn="ctr">
              <a:defRPr sz="1500" b="1">
                <a:solidFill>
                  <a:srgbClr val="231F20"/>
                </a:solidFill>
                <a:latin typeface="Yu Gothic"/>
                <a:ea typeface="Yu Gothic"/>
                <a:cs typeface="Yu Gothic"/>
              </a:defRPr>
            </a:pPr>
            <a:r>
              <a:rPr sz="1500" b="1">
                <a:solidFill>
                  <a:srgbClr val="231F20"/>
                </a:solidFill>
                <a:latin typeface="Yu Gothic"/>
                <a:ea typeface="Yu Gothic"/>
                <a:cs typeface="Yu Gothic"/>
              </a:rPr>
              <a:t>レジスタ</a:t>
            </a:r>
          </a:p>
        </p:txBody>
      </p:sp>
      <p:sp>
        <p:nvSpPr>
          <p:cNvPr id="125" name="text-455">
            <a:extLst xmlns:a="http://schemas.openxmlformats.org/drawingml/2006/main">
              <a:ext uri="{FF2B5EF4-FFF2-40B4-BE49-F238E27FC236}">
                <a16:creationId xmlns:a16="http://schemas.microsoft.com/office/drawing/2014/main" id="{54699F91-A33B-4015-81E9-7E361AEBA6DF}"/>
              </a:ext>
            </a:extLst>
          </p:cNvPr>
          <p:cNvSpPr>
            <a:spLocks xmlns:a="http://schemas.openxmlformats.org/drawingml/2006/main" noGrp="1"/>
          </p:cNvSpPr>
          <p:nvPr/>
        </p:nvSpPr>
        <p:spPr>
          <a:xfrm xmlns:a="http://schemas.openxmlformats.org/drawingml/2006/main">
            <a:off x="2514600" y="39909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A1</a:t>
            </a:r>
          </a:p>
        </p:txBody>
      </p:sp>
      <p:sp>
        <p:nvSpPr>
          <p:cNvPr id="126" name="text-456">
            <a:extLst xmlns:a="http://schemas.openxmlformats.org/drawingml/2006/main">
              <a:ext uri="{FF2B5EF4-FFF2-40B4-BE49-F238E27FC236}">
                <a16:creationId xmlns:a16="http://schemas.microsoft.com/office/drawing/2014/main" id="{69F30F3D-E609-46FA-B651-BAA9E732E1B3}"/>
              </a:ext>
            </a:extLst>
          </p:cNvPr>
          <p:cNvSpPr>
            <a:spLocks xmlns:a="http://schemas.openxmlformats.org/drawingml/2006/main" noGrp="1"/>
          </p:cNvSpPr>
          <p:nvPr/>
        </p:nvSpPr>
        <p:spPr>
          <a:xfrm xmlns:a="http://schemas.openxmlformats.org/drawingml/2006/main">
            <a:off x="2514600" y="4248150"/>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A2</a:t>
            </a:r>
          </a:p>
        </p:txBody>
      </p:sp>
      <p:sp>
        <p:nvSpPr>
          <p:cNvPr id="127" name="text-457">
            <a:extLst xmlns:a="http://schemas.openxmlformats.org/drawingml/2006/main">
              <a:ext uri="{FF2B5EF4-FFF2-40B4-BE49-F238E27FC236}">
                <a16:creationId xmlns:a16="http://schemas.microsoft.com/office/drawing/2014/main" id="{9CD22117-03BD-49F8-B76F-5C9009CE0884}"/>
              </a:ext>
            </a:extLst>
          </p:cNvPr>
          <p:cNvSpPr>
            <a:spLocks xmlns:a="http://schemas.openxmlformats.org/drawingml/2006/main" noGrp="1"/>
          </p:cNvSpPr>
          <p:nvPr/>
        </p:nvSpPr>
        <p:spPr>
          <a:xfrm xmlns:a="http://schemas.openxmlformats.org/drawingml/2006/main">
            <a:off x="2514600" y="45243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WD</a:t>
            </a:r>
          </a:p>
        </p:txBody>
      </p:sp>
      <p:sp>
        <p:nvSpPr>
          <p:cNvPr id="128" name="text-458">
            <a:extLst xmlns:a="http://schemas.openxmlformats.org/drawingml/2006/main">
              <a:ext uri="{FF2B5EF4-FFF2-40B4-BE49-F238E27FC236}">
                <a16:creationId xmlns:a16="http://schemas.microsoft.com/office/drawing/2014/main" id="{EDFF52C7-169B-46C6-9DE0-CA202C8476CD}"/>
              </a:ext>
            </a:extLst>
          </p:cNvPr>
          <p:cNvSpPr>
            <a:spLocks xmlns:a="http://schemas.openxmlformats.org/drawingml/2006/main" noGrp="1"/>
          </p:cNvSpPr>
          <p:nvPr/>
        </p:nvSpPr>
        <p:spPr>
          <a:xfrm xmlns:a="http://schemas.openxmlformats.org/drawingml/2006/main">
            <a:off x="3190875" y="39909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RD1</a:t>
            </a:r>
          </a:p>
        </p:txBody>
      </p:sp>
      <p:sp>
        <p:nvSpPr>
          <p:cNvPr id="129" name="text-459">
            <a:extLst xmlns:a="http://schemas.openxmlformats.org/drawingml/2006/main">
              <a:ext uri="{FF2B5EF4-FFF2-40B4-BE49-F238E27FC236}">
                <a16:creationId xmlns:a16="http://schemas.microsoft.com/office/drawing/2014/main" id="{842E09EB-CA03-4B84-9038-91F91F430714}"/>
              </a:ext>
            </a:extLst>
          </p:cNvPr>
          <p:cNvSpPr>
            <a:spLocks xmlns:a="http://schemas.openxmlformats.org/drawingml/2006/main" noGrp="1"/>
          </p:cNvSpPr>
          <p:nvPr/>
        </p:nvSpPr>
        <p:spPr>
          <a:xfrm xmlns:a="http://schemas.openxmlformats.org/drawingml/2006/main">
            <a:off x="3190875" y="42957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RD2</a:t>
            </a:r>
          </a:p>
        </p:txBody>
      </p:sp>
      <p:sp>
        <p:nvSpPr>
          <p:cNvPr id="130" name="block-460">
            <a:extLst xmlns:a="http://schemas.openxmlformats.org/drawingml/2006/main">
              <a:ext uri="{FF2B5EF4-FFF2-40B4-BE49-F238E27FC236}">
                <a16:creationId xmlns:a16="http://schemas.microsoft.com/office/drawing/2014/main" id="{F46CB68B-9375-4595-9FE7-44787846B1B8}"/>
              </a:ext>
            </a:extLst>
          </p:cNvPr>
          <p:cNvSpPr>
            <a:spLocks xmlns:a="http://schemas.openxmlformats.org/drawingml/2006/main" noGrp="1"/>
          </p:cNvSpPr>
          <p:nvPr/>
        </p:nvSpPr>
        <p:spPr>
          <a:xfrm xmlns:a="http://schemas.openxmlformats.org/drawingml/2006/main">
            <a:off x="2428875" y="5019675"/>
            <a:ext cx="1143000"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31" name="text-461">
            <a:extLst xmlns:a="http://schemas.openxmlformats.org/drawingml/2006/main">
              <a:ext uri="{FF2B5EF4-FFF2-40B4-BE49-F238E27FC236}">
                <a16:creationId xmlns:a16="http://schemas.microsoft.com/office/drawing/2014/main" id="{8D49B958-2427-4E31-89C4-CE8242E2ED81}"/>
              </a:ext>
            </a:extLst>
          </p:cNvPr>
          <p:cNvSpPr>
            <a:spLocks xmlns:a="http://schemas.openxmlformats.org/drawingml/2006/main" noGrp="1"/>
          </p:cNvSpPr>
          <p:nvPr/>
        </p:nvSpPr>
        <p:spPr>
          <a:xfrm xmlns:a="http://schemas.openxmlformats.org/drawingml/2006/main">
            <a:off x="2505075" y="5076825"/>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命令解読</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即値生成</a:t>
            </a:r>
          </a:p>
        </p:txBody>
      </p:sp>
      <p:sp>
        <p:nvSpPr>
          <p:cNvPr id="132" name="wire-462">
            <a:extLst xmlns:a="http://schemas.openxmlformats.org/drawingml/2006/main">
              <a:ext uri="{FF2B5EF4-FFF2-40B4-BE49-F238E27FC236}">
                <a16:creationId xmlns:a16="http://schemas.microsoft.com/office/drawing/2014/main" id="{D107F1C2-7AAC-480D-8A18-FFFC2DF39DDF}"/>
              </a:ext>
            </a:extLst>
          </p:cNvPr>
          <p:cNvSpPr>
            <a:spLocks xmlns:a="http://schemas.openxmlformats.org/drawingml/2006/main" noGrp="1"/>
          </p:cNvSpPr>
          <p:nvPr/>
        </p:nvSpPr>
        <p:spPr>
          <a:xfrm xmlns:a="http://schemas.openxmlformats.org/drawingml/2006/main">
            <a:off x="2286000" y="4238625"/>
            <a:ext cx="66675" cy="9525"/>
          </a:xfrm>
          <a:custGeom xmlns:a="http://schemas.openxmlformats.org/drawingml/2006/main">
            <a:pathLst>
              <a:path w="66675" h="9525">
                <a:moveTo>
                  <a:pt x="0" y="0"/>
                </a:moveTo>
                <a:lnTo>
                  <a:pt x="66675" y="0"/>
                </a:lnTo>
              </a:path>
            </a:pathLst>
          </a:custGeom>
          <a:noFill xmlns:a="http://schemas.openxmlformats.org/drawingml/2006/main"/>
          <a:ln xmlns:a="http://schemas.openxmlformats.org/drawingml/2006/main" w="22860">
            <a:solidFill>
              <a:srgbClr val="231F20"/>
            </a:solidFill>
          </a:ln>
        </p:spPr>
      </p:sp>
      <p:sp>
        <p:nvSpPr>
          <p:cNvPr id="133" name="wire-463">
            <a:extLst xmlns:a="http://schemas.openxmlformats.org/drawingml/2006/main">
              <a:ext uri="{FF2B5EF4-FFF2-40B4-BE49-F238E27FC236}">
                <a16:creationId xmlns:a16="http://schemas.microsoft.com/office/drawing/2014/main" id="{20138816-2FCE-4907-8C61-179173AC3606}"/>
              </a:ext>
            </a:extLst>
          </p:cNvPr>
          <p:cNvSpPr>
            <a:spLocks xmlns:a="http://schemas.openxmlformats.org/drawingml/2006/main" noGrp="1"/>
          </p:cNvSpPr>
          <p:nvPr/>
        </p:nvSpPr>
        <p:spPr>
          <a:xfrm xmlns:a="http://schemas.openxmlformats.org/drawingml/2006/main">
            <a:off x="2352675" y="4238625"/>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2860">
            <a:solidFill>
              <a:srgbClr val="231F20"/>
            </a:solidFill>
          </a:ln>
        </p:spPr>
      </p:sp>
      <p:sp>
        <p:nvSpPr>
          <p:cNvPr id="134" name="wire-464">
            <a:extLst xmlns:a="http://schemas.openxmlformats.org/drawingml/2006/main">
              <a:ext uri="{FF2B5EF4-FFF2-40B4-BE49-F238E27FC236}">
                <a16:creationId xmlns:a16="http://schemas.microsoft.com/office/drawing/2014/main" id="{509E0E02-1EFA-45F1-BF52-F3C0427BE613}"/>
              </a:ext>
            </a:extLst>
          </p:cNvPr>
          <p:cNvSpPr>
            <a:spLocks xmlns:a="http://schemas.openxmlformats.org/drawingml/2006/main" noGrp="1"/>
          </p:cNvSpPr>
          <p:nvPr/>
        </p:nvSpPr>
        <p:spPr>
          <a:xfrm xmlns:a="http://schemas.openxmlformats.org/drawingml/2006/main">
            <a:off x="2352675" y="495300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22860">
            <a:solidFill>
              <a:srgbClr val="231F20"/>
            </a:solidFill>
          </a:ln>
        </p:spPr>
      </p:sp>
      <p:sp>
        <p:nvSpPr>
          <p:cNvPr id="135" name="wire-465">
            <a:extLst xmlns:a="http://schemas.openxmlformats.org/drawingml/2006/main">
              <a:ext uri="{FF2B5EF4-FFF2-40B4-BE49-F238E27FC236}">
                <a16:creationId xmlns:a16="http://schemas.microsoft.com/office/drawing/2014/main" id="{3475921A-536B-438C-8865-9076742BC051}"/>
              </a:ext>
            </a:extLst>
          </p:cNvPr>
          <p:cNvSpPr>
            <a:spLocks xmlns:a="http://schemas.openxmlformats.org/drawingml/2006/main" noGrp="1"/>
          </p:cNvSpPr>
          <p:nvPr/>
        </p:nvSpPr>
        <p:spPr>
          <a:xfrm xmlns:a="http://schemas.openxmlformats.org/drawingml/2006/main">
            <a:off x="3000375" y="495300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22860">
            <a:solidFill>
              <a:srgbClr val="231F20"/>
            </a:solidFill>
          </a:ln>
        </p:spPr>
      </p:sp>
      <p:sp>
        <p:nvSpPr>
          <p:cNvPr id="136" name="circuit-466">
            <a:extLst xmlns:a="http://schemas.openxmlformats.org/drawingml/2006/main">
              <a:ext uri="{FF2B5EF4-FFF2-40B4-BE49-F238E27FC236}">
                <a16:creationId xmlns:a16="http://schemas.microsoft.com/office/drawing/2014/main" id="{805EC65F-E5DE-4AA5-B513-CB612DE8BD5A}"/>
              </a:ext>
            </a:extLst>
          </p:cNvPr>
          <p:cNvSpPr>
            <a:spLocks xmlns:a="http://schemas.openxmlformats.org/drawingml/2006/main" noGrp="1"/>
          </p:cNvSpPr>
          <p:nvPr/>
        </p:nvSpPr>
        <p:spPr>
          <a:xfrm xmlns:a="http://schemas.openxmlformats.org/drawingml/2006/main">
            <a:off x="2962275" y="49244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137" name="wire-467">
            <a:extLst xmlns:a="http://schemas.openxmlformats.org/drawingml/2006/main">
              <a:ext uri="{FF2B5EF4-FFF2-40B4-BE49-F238E27FC236}">
                <a16:creationId xmlns:a16="http://schemas.microsoft.com/office/drawing/2014/main" id="{AA301AA7-E8A0-4A5B-8C9C-98E5E94828B9}"/>
              </a:ext>
            </a:extLst>
          </p:cNvPr>
          <p:cNvSpPr>
            <a:spLocks xmlns:a="http://schemas.openxmlformats.org/drawingml/2006/main" noGrp="1"/>
          </p:cNvSpPr>
          <p:nvPr/>
        </p:nvSpPr>
        <p:spPr>
          <a:xfrm xmlns:a="http://schemas.openxmlformats.org/drawingml/2006/main">
            <a:off x="3571875" y="41148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231F20"/>
            </a:solidFill>
          </a:ln>
        </p:spPr>
      </p:sp>
      <p:sp>
        <p:nvSpPr>
          <p:cNvPr id="138" name="wire-468">
            <a:extLst xmlns:a="http://schemas.openxmlformats.org/drawingml/2006/main">
              <a:ext uri="{FF2B5EF4-FFF2-40B4-BE49-F238E27FC236}">
                <a16:creationId xmlns:a16="http://schemas.microsoft.com/office/drawing/2014/main" id="{83091637-4939-487A-A601-7781FDA4B0EE}"/>
              </a:ext>
            </a:extLst>
          </p:cNvPr>
          <p:cNvSpPr>
            <a:spLocks xmlns:a="http://schemas.openxmlformats.org/drawingml/2006/main" noGrp="1"/>
          </p:cNvSpPr>
          <p:nvPr/>
        </p:nvSpPr>
        <p:spPr>
          <a:xfrm xmlns:a="http://schemas.openxmlformats.org/drawingml/2006/main">
            <a:off x="3952875" y="41148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2860">
            <a:solidFill>
              <a:srgbClr val="231F20"/>
            </a:solidFill>
          </a:ln>
        </p:spPr>
      </p:sp>
      <p:sp>
        <p:nvSpPr>
          <p:cNvPr id="139" name="circuit-469">
            <a:extLst xmlns:a="http://schemas.openxmlformats.org/drawingml/2006/main">
              <a:ext uri="{FF2B5EF4-FFF2-40B4-BE49-F238E27FC236}">
                <a16:creationId xmlns:a16="http://schemas.microsoft.com/office/drawing/2014/main" id="{2BE8E764-2009-4517-BF09-3BC223183F6F}"/>
              </a:ext>
            </a:extLst>
          </p:cNvPr>
          <p:cNvSpPr>
            <a:spLocks xmlns:a="http://schemas.openxmlformats.org/drawingml/2006/main" noGrp="1"/>
          </p:cNvSpPr>
          <p:nvPr/>
        </p:nvSpPr>
        <p:spPr>
          <a:xfrm xmlns:a="http://schemas.openxmlformats.org/drawingml/2006/main">
            <a:off x="4095750" y="40767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40" name="wire-470">
            <a:extLst xmlns:a="http://schemas.openxmlformats.org/drawingml/2006/main">
              <a:ext uri="{FF2B5EF4-FFF2-40B4-BE49-F238E27FC236}">
                <a16:creationId xmlns:a16="http://schemas.microsoft.com/office/drawing/2014/main" id="{EB264D1F-C8A2-4CAD-8759-3F94DF9F1409}"/>
              </a:ext>
            </a:extLst>
          </p:cNvPr>
          <p:cNvSpPr>
            <a:spLocks xmlns:a="http://schemas.openxmlformats.org/drawingml/2006/main" noGrp="1"/>
          </p:cNvSpPr>
          <p:nvPr/>
        </p:nvSpPr>
        <p:spPr>
          <a:xfrm xmlns:a="http://schemas.openxmlformats.org/drawingml/2006/main">
            <a:off x="3571875" y="44196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231F20"/>
            </a:solidFill>
          </a:ln>
        </p:spPr>
      </p:sp>
      <p:sp>
        <p:nvSpPr>
          <p:cNvPr id="141" name="wire-471">
            <a:extLst xmlns:a="http://schemas.openxmlformats.org/drawingml/2006/main">
              <a:ext uri="{FF2B5EF4-FFF2-40B4-BE49-F238E27FC236}">
                <a16:creationId xmlns:a16="http://schemas.microsoft.com/office/drawing/2014/main" id="{00C02354-D39A-44EE-9E5E-A0546B43991F}"/>
              </a:ext>
            </a:extLst>
          </p:cNvPr>
          <p:cNvSpPr>
            <a:spLocks xmlns:a="http://schemas.openxmlformats.org/drawingml/2006/main" noGrp="1"/>
          </p:cNvSpPr>
          <p:nvPr/>
        </p:nvSpPr>
        <p:spPr>
          <a:xfrm xmlns:a="http://schemas.openxmlformats.org/drawingml/2006/main">
            <a:off x="3952875" y="4419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2860">
            <a:solidFill>
              <a:srgbClr val="231F20"/>
            </a:solidFill>
          </a:ln>
        </p:spPr>
      </p:sp>
      <p:sp>
        <p:nvSpPr>
          <p:cNvPr id="142" name="circuit-472">
            <a:extLst xmlns:a="http://schemas.openxmlformats.org/drawingml/2006/main">
              <a:ext uri="{FF2B5EF4-FFF2-40B4-BE49-F238E27FC236}">
                <a16:creationId xmlns:a16="http://schemas.microsoft.com/office/drawing/2014/main" id="{22DA09B8-146F-462E-BA45-0CD05CD725A7}"/>
              </a:ext>
            </a:extLst>
          </p:cNvPr>
          <p:cNvSpPr>
            <a:spLocks xmlns:a="http://schemas.openxmlformats.org/drawingml/2006/main" noGrp="1"/>
          </p:cNvSpPr>
          <p:nvPr/>
        </p:nvSpPr>
        <p:spPr>
          <a:xfrm xmlns:a="http://schemas.openxmlformats.org/drawingml/2006/main">
            <a:off x="4095750" y="4381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43" name="wire-473">
            <a:extLst xmlns:a="http://schemas.openxmlformats.org/drawingml/2006/main">
              <a:ext uri="{FF2B5EF4-FFF2-40B4-BE49-F238E27FC236}">
                <a16:creationId xmlns:a16="http://schemas.microsoft.com/office/drawing/2014/main" id="{31B138D7-C640-42BB-B7CE-10038BED0B9D}"/>
              </a:ext>
            </a:extLst>
          </p:cNvPr>
          <p:cNvSpPr>
            <a:spLocks xmlns:a="http://schemas.openxmlformats.org/drawingml/2006/main" noGrp="1"/>
          </p:cNvSpPr>
          <p:nvPr/>
        </p:nvSpPr>
        <p:spPr>
          <a:xfrm xmlns:a="http://schemas.openxmlformats.org/drawingml/2006/main">
            <a:off x="3571875" y="52387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231F20"/>
            </a:solidFill>
          </a:ln>
        </p:spPr>
      </p:sp>
      <p:sp>
        <p:nvSpPr>
          <p:cNvPr id="144" name="wire-474">
            <a:extLst xmlns:a="http://schemas.openxmlformats.org/drawingml/2006/main">
              <a:ext uri="{FF2B5EF4-FFF2-40B4-BE49-F238E27FC236}">
                <a16:creationId xmlns:a16="http://schemas.microsoft.com/office/drawing/2014/main" id="{5B1B5AD7-5A03-443E-838B-C9D443117D1D}"/>
              </a:ext>
            </a:extLst>
          </p:cNvPr>
          <p:cNvSpPr>
            <a:spLocks xmlns:a="http://schemas.openxmlformats.org/drawingml/2006/main" noGrp="1"/>
          </p:cNvSpPr>
          <p:nvPr/>
        </p:nvSpPr>
        <p:spPr>
          <a:xfrm xmlns:a="http://schemas.openxmlformats.org/drawingml/2006/main">
            <a:off x="3952875" y="523875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2860">
            <a:solidFill>
              <a:srgbClr val="231F20"/>
            </a:solidFill>
          </a:ln>
        </p:spPr>
      </p:sp>
      <p:sp>
        <p:nvSpPr>
          <p:cNvPr id="145" name="wire-475">
            <a:extLst xmlns:a="http://schemas.openxmlformats.org/drawingml/2006/main">
              <a:ext uri="{FF2B5EF4-FFF2-40B4-BE49-F238E27FC236}">
                <a16:creationId xmlns:a16="http://schemas.microsoft.com/office/drawing/2014/main" id="{6148B7BA-5B53-4968-AC38-2F8D5926A30F}"/>
              </a:ext>
            </a:extLst>
          </p:cNvPr>
          <p:cNvSpPr>
            <a:spLocks xmlns:a="http://schemas.openxmlformats.org/drawingml/2006/main" noGrp="1"/>
          </p:cNvSpPr>
          <p:nvPr/>
        </p:nvSpPr>
        <p:spPr>
          <a:xfrm xmlns:a="http://schemas.openxmlformats.org/drawingml/2006/main">
            <a:off x="4619625" y="4610100"/>
            <a:ext cx="9525" cy="628650"/>
          </a:xfrm>
          <a:custGeom xmlns:a="http://schemas.openxmlformats.org/drawingml/2006/main">
            <a:pathLst>
              <a:path w="9525" h="628650">
                <a:moveTo>
                  <a:pt x="0" y="628650"/>
                </a:moveTo>
                <a:lnTo>
                  <a:pt x="0" y="0"/>
                </a:lnTo>
              </a:path>
            </a:pathLst>
          </a:custGeom>
          <a:noFill xmlns:a="http://schemas.openxmlformats.org/drawingml/2006/main"/>
          <a:ln xmlns:a="http://schemas.openxmlformats.org/drawingml/2006/main" w="22860">
            <a:solidFill>
              <a:srgbClr val="231F20"/>
            </a:solidFill>
          </a:ln>
        </p:spPr>
      </p:sp>
      <p:sp>
        <p:nvSpPr>
          <p:cNvPr id="146" name="wire-476">
            <a:extLst xmlns:a="http://schemas.openxmlformats.org/drawingml/2006/main">
              <a:ext uri="{FF2B5EF4-FFF2-40B4-BE49-F238E27FC236}">
                <a16:creationId xmlns:a16="http://schemas.microsoft.com/office/drawing/2014/main" id="{7B88A6A7-F6E6-43F7-A0BE-9F1D33F91569}"/>
              </a:ext>
            </a:extLst>
          </p:cNvPr>
          <p:cNvSpPr>
            <a:spLocks xmlns:a="http://schemas.openxmlformats.org/drawingml/2006/main" noGrp="1"/>
          </p:cNvSpPr>
          <p:nvPr/>
        </p:nvSpPr>
        <p:spPr>
          <a:xfrm xmlns:a="http://schemas.openxmlformats.org/drawingml/2006/main">
            <a:off x="4619625" y="461010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147" name="circuit-477">
            <a:extLst xmlns:a="http://schemas.openxmlformats.org/drawingml/2006/main">
              <a:ext uri="{FF2B5EF4-FFF2-40B4-BE49-F238E27FC236}">
                <a16:creationId xmlns:a16="http://schemas.microsoft.com/office/drawing/2014/main" id="{97C3ED8E-9E35-4280-B27F-CB44F89B1D65}"/>
              </a:ext>
            </a:extLst>
          </p:cNvPr>
          <p:cNvSpPr>
            <a:spLocks xmlns:a="http://schemas.openxmlformats.org/drawingml/2006/main" noGrp="1"/>
          </p:cNvSpPr>
          <p:nvPr/>
        </p:nvSpPr>
        <p:spPr>
          <a:xfrm xmlns:a="http://schemas.openxmlformats.org/drawingml/2006/main">
            <a:off x="4619625" y="45720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48" name="circuit-478">
            <a:extLst xmlns:a="http://schemas.openxmlformats.org/drawingml/2006/main">
              <a:ext uri="{FF2B5EF4-FFF2-40B4-BE49-F238E27FC236}">
                <a16:creationId xmlns:a16="http://schemas.microsoft.com/office/drawing/2014/main" id="{358C2E32-F764-4FC5-9445-077BBCCABB28}"/>
              </a:ext>
            </a:extLst>
          </p:cNvPr>
          <p:cNvSpPr>
            <a:spLocks xmlns:a="http://schemas.openxmlformats.org/drawingml/2006/main" noGrp="1"/>
          </p:cNvSpPr>
          <p:nvPr/>
        </p:nvSpPr>
        <p:spPr>
          <a:xfrm xmlns:a="http://schemas.openxmlformats.org/drawingml/2006/main">
            <a:off x="4191000" y="3943350"/>
            <a:ext cx="171450" cy="295275"/>
          </a:xfrm>
          <a:custGeom xmlns:a="http://schemas.openxmlformats.org/drawingml/2006/main">
            <a:pathLst>
              <a:path w="171450" h="295275">
                <a:moveTo>
                  <a:pt x="0" y="0"/>
                </a:moveTo>
                <a:lnTo>
                  <a:pt x="171450" y="57150"/>
                </a:lnTo>
                <a:lnTo>
                  <a:pt x="171450" y="238125"/>
                </a:lnTo>
                <a:lnTo>
                  <a:pt x="0" y="295275"/>
                </a:lnTo>
                <a:close/>
              </a:path>
            </a:pathLst>
          </a:custGeom>
          <a:solidFill xmlns:a="http://schemas.openxmlformats.org/drawingml/2006/main">
            <a:srgbClr val="FFFFFF"/>
          </a:solidFill>
          <a:ln xmlns:a="http://schemas.openxmlformats.org/drawingml/2006/main" w="14288">
            <a:solidFill>
              <a:srgbClr val="231F20"/>
            </a:solidFill>
          </a:ln>
        </p:spPr>
      </p:sp>
      <p:sp>
        <p:nvSpPr>
          <p:cNvPr id="149" name="circuit-479">
            <a:extLst xmlns:a="http://schemas.openxmlformats.org/drawingml/2006/main">
              <a:ext uri="{FF2B5EF4-FFF2-40B4-BE49-F238E27FC236}">
                <a16:creationId xmlns:a16="http://schemas.microsoft.com/office/drawing/2014/main" id="{2142796F-60A7-40EF-B891-77C6F8472EB0}"/>
              </a:ext>
            </a:extLst>
          </p:cNvPr>
          <p:cNvSpPr>
            <a:spLocks xmlns:a="http://schemas.openxmlformats.org/drawingml/2006/main" noGrp="1"/>
          </p:cNvSpPr>
          <p:nvPr/>
        </p:nvSpPr>
        <p:spPr>
          <a:xfrm xmlns:a="http://schemas.openxmlformats.org/drawingml/2006/main">
            <a:off x="4191000" y="4314825"/>
            <a:ext cx="171450" cy="333375"/>
          </a:xfrm>
          <a:custGeom xmlns:a="http://schemas.openxmlformats.org/drawingml/2006/main">
            <a:pathLst>
              <a:path w="171450" h="333375">
                <a:moveTo>
                  <a:pt x="0" y="0"/>
                </a:moveTo>
                <a:lnTo>
                  <a:pt x="171450" y="57150"/>
                </a:lnTo>
                <a:lnTo>
                  <a:pt x="171450" y="276225"/>
                </a:lnTo>
                <a:lnTo>
                  <a:pt x="0" y="333375"/>
                </a:lnTo>
                <a:close/>
              </a:path>
            </a:pathLst>
          </a:custGeom>
          <a:solidFill xmlns:a="http://schemas.openxmlformats.org/drawingml/2006/main">
            <a:srgbClr val="FFFFFF"/>
          </a:solidFill>
          <a:ln xmlns:a="http://schemas.openxmlformats.org/drawingml/2006/main" w="14288">
            <a:solidFill>
              <a:srgbClr val="231F20"/>
            </a:solidFill>
          </a:ln>
        </p:spPr>
      </p:sp>
      <p:sp>
        <p:nvSpPr>
          <p:cNvPr id="150" name="text-480">
            <a:extLst xmlns:a="http://schemas.openxmlformats.org/drawingml/2006/main">
              <a:ext uri="{FF2B5EF4-FFF2-40B4-BE49-F238E27FC236}">
                <a16:creationId xmlns:a16="http://schemas.microsoft.com/office/drawing/2014/main" id="{ED3C93ED-665C-42D1-BCEA-23F6A0B2D705}"/>
              </a:ext>
            </a:extLst>
          </p:cNvPr>
          <p:cNvSpPr>
            <a:spLocks xmlns:a="http://schemas.openxmlformats.org/drawingml/2006/main" noGrp="1"/>
          </p:cNvSpPr>
          <p:nvPr/>
        </p:nvSpPr>
        <p:spPr>
          <a:xfrm xmlns:a="http://schemas.openxmlformats.org/drawingml/2006/main">
            <a:off x="4048125" y="3667125"/>
            <a:ext cx="79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0">
                <a:solidFill>
                  <a:srgbClr val="231F20"/>
                </a:solidFill>
                <a:latin typeface="Yu Gothic"/>
                <a:ea typeface="Yu Gothic"/>
                <a:cs typeface="Yu Gothic"/>
              </a:defRPr>
            </a:defPPr>
            <a:lvl1pPr algn="ctr">
              <a:defRPr sz="1200" b="0">
                <a:solidFill>
                  <a:srgbClr val="231F20"/>
                </a:solidFill>
                <a:latin typeface="Yu Gothic"/>
                <a:ea typeface="Yu Gothic"/>
                <a:cs typeface="Yu Gothic"/>
              </a:defRPr>
            </a:lvl1pPr>
            <a:lvl2pPr algn="ctr">
              <a:defRPr sz="1200" b="0">
                <a:solidFill>
                  <a:srgbClr val="231F20"/>
                </a:solidFill>
                <a:latin typeface="Yu Gothic"/>
                <a:ea typeface="Yu Gothic"/>
                <a:cs typeface="Yu Gothic"/>
              </a:defRPr>
            </a:lvl2pPr>
            <a:lvl3pPr algn="ctr">
              <a:defRPr sz="1200" b="0">
                <a:solidFill>
                  <a:srgbClr val="231F20"/>
                </a:solidFill>
                <a:latin typeface="Yu Gothic"/>
                <a:ea typeface="Yu Gothic"/>
                <a:cs typeface="Yu Gothic"/>
              </a:defRPr>
            </a:lvl3pPr>
            <a:lvl4pPr algn="ctr">
              <a:defRPr sz="1200" b="0">
                <a:solidFill>
                  <a:srgbClr val="231F20"/>
                </a:solidFill>
                <a:latin typeface="Yu Gothic"/>
                <a:ea typeface="Yu Gothic"/>
                <a:cs typeface="Yu Gothic"/>
              </a:defRPr>
            </a:lvl4pPr>
            <a:lvl5pPr algn="ctr">
              <a:defRPr sz="1200" b="0">
                <a:solidFill>
                  <a:srgbClr val="231F20"/>
                </a:solidFill>
                <a:latin typeface="Yu Gothic"/>
                <a:ea typeface="Yu Gothic"/>
                <a:cs typeface="Yu Gothic"/>
              </a:defRPr>
            </a:lvl5pPr>
            <a:lvl6pPr algn="ctr">
              <a:defRPr sz="1200" b="0">
                <a:solidFill>
                  <a:srgbClr val="231F20"/>
                </a:solidFill>
                <a:latin typeface="Yu Gothic"/>
                <a:ea typeface="Yu Gothic"/>
                <a:cs typeface="Yu Gothic"/>
              </a:defRPr>
            </a:lvl6pPr>
            <a:lvl7pPr algn="ctr">
              <a:defRPr sz="1200" b="0">
                <a:solidFill>
                  <a:srgbClr val="231F20"/>
                </a:solidFill>
                <a:latin typeface="Yu Gothic"/>
                <a:ea typeface="Yu Gothic"/>
                <a:cs typeface="Yu Gothic"/>
              </a:defRPr>
            </a:lvl7pPr>
            <a:lvl8pPr algn="ctr">
              <a:defRPr sz="1200" b="0">
                <a:solidFill>
                  <a:srgbClr val="231F20"/>
                </a:solidFill>
                <a:latin typeface="Yu Gothic"/>
                <a:ea typeface="Yu Gothic"/>
                <a:cs typeface="Yu Gothic"/>
              </a:defRPr>
            </a:lvl8pPr>
            <a:lvl9pPr algn="ctr">
              <a:defRPr sz="1200" b="0">
                <a:solidFill>
                  <a:srgbClr val="231F20"/>
                </a:solidFill>
                <a:latin typeface="Yu Gothic"/>
                <a:ea typeface="Yu Gothic"/>
                <a:cs typeface="Yu Gothic"/>
              </a:defRPr>
            </a:lvl9pPr>
          </a:lstStyle>
          <a:p xmlns:a="http://schemas.openxmlformats.org/drawingml/2006/main">
            <a:pPr algn="ctr">
              <a:defRPr sz="1200" b="0">
                <a:solidFill>
                  <a:srgbClr val="231F20"/>
                </a:solidFill>
                <a:latin typeface="Yu Gothic"/>
                <a:ea typeface="Yu Gothic"/>
                <a:cs typeface="Yu Gothic"/>
              </a:defRPr>
            </a:pPr>
            <a:r>
              <a:rPr sz="1200" b="0">
                <a:solidFill>
                  <a:srgbClr val="231F20"/>
                </a:solidFill>
                <a:latin typeface="Yu Gothic"/>
                <a:ea typeface="Yu Gothic"/>
                <a:cs typeface="Yu Gothic"/>
              </a:rPr>
              <a:t>転送選択</a:t>
            </a:r>
          </a:p>
        </p:txBody>
      </p:sp>
      <p:sp>
        <p:nvSpPr>
          <p:cNvPr id="151" name="circuit-481">
            <a:extLst xmlns:a="http://schemas.openxmlformats.org/drawingml/2006/main">
              <a:ext uri="{FF2B5EF4-FFF2-40B4-BE49-F238E27FC236}">
                <a16:creationId xmlns:a16="http://schemas.microsoft.com/office/drawing/2014/main" id="{F645EB0A-AAD0-41BC-A6A8-74DE4C3FD7FB}"/>
              </a:ext>
            </a:extLst>
          </p:cNvPr>
          <p:cNvSpPr>
            <a:spLocks xmlns:a="http://schemas.openxmlformats.org/drawingml/2006/main" noGrp="1"/>
          </p:cNvSpPr>
          <p:nvPr/>
        </p:nvSpPr>
        <p:spPr>
          <a:xfrm xmlns:a="http://schemas.openxmlformats.org/drawingml/2006/main">
            <a:off x="4714875" y="4295775"/>
            <a:ext cx="190500" cy="514350"/>
          </a:xfrm>
          <a:custGeom xmlns:a="http://schemas.openxmlformats.org/drawingml/2006/main">
            <a:pathLst>
              <a:path w="190500" h="514350">
                <a:moveTo>
                  <a:pt x="0" y="0"/>
                </a:moveTo>
                <a:lnTo>
                  <a:pt x="190500" y="57150"/>
                </a:lnTo>
                <a:lnTo>
                  <a:pt x="190500" y="457200"/>
                </a:lnTo>
                <a:lnTo>
                  <a:pt x="0" y="514350"/>
                </a:lnTo>
                <a:close/>
              </a:path>
            </a:pathLst>
          </a:custGeom>
          <a:solidFill xmlns:a="http://schemas.openxmlformats.org/drawingml/2006/main">
            <a:srgbClr val="FFFFFF"/>
          </a:solidFill>
          <a:ln xmlns:a="http://schemas.openxmlformats.org/drawingml/2006/main" w="14288">
            <a:solidFill>
              <a:srgbClr val="231F20"/>
            </a:solidFill>
          </a:ln>
        </p:spPr>
      </p:sp>
      <p:sp>
        <p:nvSpPr>
          <p:cNvPr id="152" name="text-482">
            <a:extLst xmlns:a="http://schemas.openxmlformats.org/drawingml/2006/main">
              <a:ext uri="{FF2B5EF4-FFF2-40B4-BE49-F238E27FC236}">
                <a16:creationId xmlns:a16="http://schemas.microsoft.com/office/drawing/2014/main" id="{4FCE86A8-8978-436C-BAD9-9870DA3229C7}"/>
              </a:ext>
            </a:extLst>
          </p:cNvPr>
          <p:cNvSpPr>
            <a:spLocks xmlns:a="http://schemas.openxmlformats.org/drawingml/2006/main" noGrp="1"/>
          </p:cNvSpPr>
          <p:nvPr/>
        </p:nvSpPr>
        <p:spPr>
          <a:xfrm xmlns:a="http://schemas.openxmlformats.org/drawingml/2006/main">
            <a:off x="4705350" y="5219700"/>
            <a:ext cx="1066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231F20"/>
                </a:solidFill>
                <a:latin typeface="Yu Gothic"/>
                <a:ea typeface="Yu Gothic"/>
                <a:cs typeface="Yu Gothic"/>
              </a:defRPr>
            </a:defPPr>
            <a:lvl1pPr algn="ctr">
              <a:defRPr sz="1275" b="0">
                <a:solidFill>
                  <a:srgbClr val="231F20"/>
                </a:solidFill>
                <a:latin typeface="Yu Gothic"/>
                <a:ea typeface="Yu Gothic"/>
                <a:cs typeface="Yu Gothic"/>
              </a:defRPr>
            </a:lvl1pPr>
            <a:lvl2pPr algn="ctr">
              <a:defRPr sz="1275" b="0">
                <a:solidFill>
                  <a:srgbClr val="231F20"/>
                </a:solidFill>
                <a:latin typeface="Yu Gothic"/>
                <a:ea typeface="Yu Gothic"/>
                <a:cs typeface="Yu Gothic"/>
              </a:defRPr>
            </a:lvl2pPr>
            <a:lvl3pPr algn="ctr">
              <a:defRPr sz="1275" b="0">
                <a:solidFill>
                  <a:srgbClr val="231F20"/>
                </a:solidFill>
                <a:latin typeface="Yu Gothic"/>
                <a:ea typeface="Yu Gothic"/>
                <a:cs typeface="Yu Gothic"/>
              </a:defRPr>
            </a:lvl3pPr>
            <a:lvl4pPr algn="ctr">
              <a:defRPr sz="1275" b="0">
                <a:solidFill>
                  <a:srgbClr val="231F20"/>
                </a:solidFill>
                <a:latin typeface="Yu Gothic"/>
                <a:ea typeface="Yu Gothic"/>
                <a:cs typeface="Yu Gothic"/>
              </a:defRPr>
            </a:lvl4pPr>
            <a:lvl5pPr algn="ctr">
              <a:defRPr sz="1275" b="0">
                <a:solidFill>
                  <a:srgbClr val="231F20"/>
                </a:solidFill>
                <a:latin typeface="Yu Gothic"/>
                <a:ea typeface="Yu Gothic"/>
                <a:cs typeface="Yu Gothic"/>
              </a:defRPr>
            </a:lvl5pPr>
            <a:lvl6pPr algn="ctr">
              <a:defRPr sz="1275" b="0">
                <a:solidFill>
                  <a:srgbClr val="231F20"/>
                </a:solidFill>
                <a:latin typeface="Yu Gothic"/>
                <a:ea typeface="Yu Gothic"/>
                <a:cs typeface="Yu Gothic"/>
              </a:defRPr>
            </a:lvl6pPr>
            <a:lvl7pPr algn="ctr">
              <a:defRPr sz="1275" b="0">
                <a:solidFill>
                  <a:srgbClr val="231F20"/>
                </a:solidFill>
                <a:latin typeface="Yu Gothic"/>
                <a:ea typeface="Yu Gothic"/>
                <a:cs typeface="Yu Gothic"/>
              </a:defRPr>
            </a:lvl7pPr>
            <a:lvl8pPr algn="ctr">
              <a:defRPr sz="1275" b="0">
                <a:solidFill>
                  <a:srgbClr val="231F20"/>
                </a:solidFill>
                <a:latin typeface="Yu Gothic"/>
                <a:ea typeface="Yu Gothic"/>
                <a:cs typeface="Yu Gothic"/>
              </a:defRPr>
            </a:lvl8pPr>
            <a:lvl9pPr algn="ctr">
              <a:defRPr sz="1275" b="0">
                <a:solidFill>
                  <a:srgbClr val="231F20"/>
                </a:solidFill>
                <a:latin typeface="Yu Gothic"/>
                <a:ea typeface="Yu Gothic"/>
                <a:cs typeface="Yu Gothic"/>
              </a:defRPr>
            </a:lvl9pPr>
          </a:lstStyle>
          <a:p xmlns:a="http://schemas.openxmlformats.org/drawingml/2006/main">
            <a:pPr algn="ctr">
              <a:defRPr sz="1275" b="0">
                <a:solidFill>
                  <a:srgbClr val="231F20"/>
                </a:solidFill>
                <a:latin typeface="Yu Gothic"/>
                <a:ea typeface="Yu Gothic"/>
                <a:cs typeface="Yu Gothic"/>
              </a:defRPr>
            </a:pPr>
            <a:r>
              <a:rPr sz="1275" b="0">
                <a:solidFill>
                  <a:srgbClr val="231F20"/>
                </a:solidFill>
                <a:latin typeface="Yu Gothic"/>
                <a:ea typeface="Yu Gothic"/>
                <a:cs typeface="Yu Gothic"/>
              </a:rPr>
              <a:t>入力選択</a:t>
            </a:r>
          </a:p>
        </p:txBody>
      </p:sp>
      <p:sp>
        <p:nvSpPr>
          <p:cNvPr id="153" name="wire-483">
            <a:extLst xmlns:a="http://schemas.openxmlformats.org/drawingml/2006/main">
              <a:ext uri="{FF2B5EF4-FFF2-40B4-BE49-F238E27FC236}">
                <a16:creationId xmlns:a16="http://schemas.microsoft.com/office/drawing/2014/main" id="{BB28F9E4-E29D-45E5-A5C9-D12CB12391D3}"/>
              </a:ext>
            </a:extLst>
          </p:cNvPr>
          <p:cNvSpPr>
            <a:spLocks xmlns:a="http://schemas.openxmlformats.org/drawingml/2006/main" noGrp="1"/>
          </p:cNvSpPr>
          <p:nvPr/>
        </p:nvSpPr>
        <p:spPr>
          <a:xfrm xmlns:a="http://schemas.openxmlformats.org/drawingml/2006/main">
            <a:off x="4362450" y="4114800"/>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2860">
            <a:solidFill>
              <a:srgbClr val="231F20"/>
            </a:solidFill>
          </a:ln>
        </p:spPr>
      </p:sp>
      <p:sp>
        <p:nvSpPr>
          <p:cNvPr id="154" name="wire-484">
            <a:extLst xmlns:a="http://schemas.openxmlformats.org/drawingml/2006/main">
              <a:ext uri="{FF2B5EF4-FFF2-40B4-BE49-F238E27FC236}">
                <a16:creationId xmlns:a16="http://schemas.microsoft.com/office/drawing/2014/main" id="{2BF620EF-18DC-47F9-A67C-C01E6EC57F54}"/>
              </a:ext>
            </a:extLst>
          </p:cNvPr>
          <p:cNvSpPr>
            <a:spLocks xmlns:a="http://schemas.openxmlformats.org/drawingml/2006/main" noGrp="1"/>
          </p:cNvSpPr>
          <p:nvPr/>
        </p:nvSpPr>
        <p:spPr>
          <a:xfrm xmlns:a="http://schemas.openxmlformats.org/drawingml/2006/main">
            <a:off x="5076825" y="4076700"/>
            <a:ext cx="9525" cy="38100"/>
          </a:xfrm>
          <a:custGeom xmlns:a="http://schemas.openxmlformats.org/drawingml/2006/main">
            <a:pathLst>
              <a:path w="9525" h="38100">
                <a:moveTo>
                  <a:pt x="0" y="38100"/>
                </a:moveTo>
                <a:lnTo>
                  <a:pt x="0" y="0"/>
                </a:lnTo>
              </a:path>
            </a:pathLst>
          </a:custGeom>
          <a:noFill xmlns:a="http://schemas.openxmlformats.org/drawingml/2006/main"/>
          <a:ln xmlns:a="http://schemas.openxmlformats.org/drawingml/2006/main" w="22860">
            <a:solidFill>
              <a:srgbClr val="231F20"/>
            </a:solidFill>
          </a:ln>
        </p:spPr>
      </p:sp>
      <p:sp>
        <p:nvSpPr>
          <p:cNvPr id="155" name="wire-485">
            <a:extLst xmlns:a="http://schemas.openxmlformats.org/drawingml/2006/main">
              <a:ext uri="{FF2B5EF4-FFF2-40B4-BE49-F238E27FC236}">
                <a16:creationId xmlns:a16="http://schemas.microsoft.com/office/drawing/2014/main" id="{5C982A4F-B013-4F6E-9590-62E4E8687719}"/>
              </a:ext>
            </a:extLst>
          </p:cNvPr>
          <p:cNvSpPr>
            <a:spLocks xmlns:a="http://schemas.openxmlformats.org/drawingml/2006/main" noGrp="1"/>
          </p:cNvSpPr>
          <p:nvPr/>
        </p:nvSpPr>
        <p:spPr>
          <a:xfrm xmlns:a="http://schemas.openxmlformats.org/drawingml/2006/main">
            <a:off x="5076825" y="40767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2860">
            <a:solidFill>
              <a:srgbClr val="231F20"/>
            </a:solidFill>
          </a:ln>
        </p:spPr>
      </p:sp>
      <p:sp>
        <p:nvSpPr>
          <p:cNvPr id="156" name="circuit-486">
            <a:extLst xmlns:a="http://schemas.openxmlformats.org/drawingml/2006/main">
              <a:ext uri="{FF2B5EF4-FFF2-40B4-BE49-F238E27FC236}">
                <a16:creationId xmlns:a16="http://schemas.microsoft.com/office/drawing/2014/main" id="{88A72C38-3F31-40C4-96B7-9C911215BF31}"/>
              </a:ext>
            </a:extLst>
          </p:cNvPr>
          <p:cNvSpPr>
            <a:spLocks xmlns:a="http://schemas.openxmlformats.org/drawingml/2006/main" noGrp="1"/>
          </p:cNvSpPr>
          <p:nvPr/>
        </p:nvSpPr>
        <p:spPr>
          <a:xfrm xmlns:a="http://schemas.openxmlformats.org/drawingml/2006/main">
            <a:off x="5143500" y="40386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57" name="wire-487">
            <a:extLst xmlns:a="http://schemas.openxmlformats.org/drawingml/2006/main">
              <a:ext uri="{FF2B5EF4-FFF2-40B4-BE49-F238E27FC236}">
                <a16:creationId xmlns:a16="http://schemas.microsoft.com/office/drawing/2014/main" id="{7C6E27E1-B409-4EEE-B0B3-A4F9A80DFA2C}"/>
              </a:ext>
            </a:extLst>
          </p:cNvPr>
          <p:cNvSpPr>
            <a:spLocks xmlns:a="http://schemas.openxmlformats.org/drawingml/2006/main" noGrp="1"/>
          </p:cNvSpPr>
          <p:nvPr/>
        </p:nvSpPr>
        <p:spPr>
          <a:xfrm xmlns:a="http://schemas.openxmlformats.org/drawingml/2006/main">
            <a:off x="4362450" y="4448175"/>
            <a:ext cx="352425" cy="9525"/>
          </a:xfrm>
          <a:custGeom xmlns:a="http://schemas.openxmlformats.org/drawingml/2006/main">
            <a:pathLst>
              <a:path w="352425" h="9525">
                <a:moveTo>
                  <a:pt x="0" y="0"/>
                </a:moveTo>
                <a:lnTo>
                  <a:pt x="352425" y="0"/>
                </a:lnTo>
              </a:path>
            </a:pathLst>
          </a:custGeom>
          <a:noFill xmlns:a="http://schemas.openxmlformats.org/drawingml/2006/main"/>
          <a:ln xmlns:a="http://schemas.openxmlformats.org/drawingml/2006/main" w="22860">
            <a:solidFill>
              <a:srgbClr val="231F20"/>
            </a:solidFill>
          </a:ln>
        </p:spPr>
      </p:sp>
      <p:sp>
        <p:nvSpPr>
          <p:cNvPr id="158" name="circuit-488">
            <a:extLst xmlns:a="http://schemas.openxmlformats.org/drawingml/2006/main">
              <a:ext uri="{FF2B5EF4-FFF2-40B4-BE49-F238E27FC236}">
                <a16:creationId xmlns:a16="http://schemas.microsoft.com/office/drawing/2014/main" id="{C7954D76-C961-4215-936A-D7FFB3B4ADA9}"/>
              </a:ext>
            </a:extLst>
          </p:cNvPr>
          <p:cNvSpPr>
            <a:spLocks xmlns:a="http://schemas.openxmlformats.org/drawingml/2006/main" noGrp="1"/>
          </p:cNvSpPr>
          <p:nvPr/>
        </p:nvSpPr>
        <p:spPr>
          <a:xfrm xmlns:a="http://schemas.openxmlformats.org/drawingml/2006/main">
            <a:off x="4619625" y="44100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59" name="wire-489">
            <a:extLst xmlns:a="http://schemas.openxmlformats.org/drawingml/2006/main">
              <a:ext uri="{FF2B5EF4-FFF2-40B4-BE49-F238E27FC236}">
                <a16:creationId xmlns:a16="http://schemas.microsoft.com/office/drawing/2014/main" id="{ACCE7C06-ACF0-4AA4-B51F-2A05DF04FB8D}"/>
              </a:ext>
            </a:extLst>
          </p:cNvPr>
          <p:cNvSpPr>
            <a:spLocks xmlns:a="http://schemas.openxmlformats.org/drawingml/2006/main" noGrp="1"/>
          </p:cNvSpPr>
          <p:nvPr/>
        </p:nvSpPr>
        <p:spPr>
          <a:xfrm xmlns:a="http://schemas.openxmlformats.org/drawingml/2006/main">
            <a:off x="4905375" y="45624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2860">
            <a:solidFill>
              <a:srgbClr val="231F20"/>
            </a:solidFill>
          </a:ln>
        </p:spPr>
      </p:sp>
      <p:sp>
        <p:nvSpPr>
          <p:cNvPr id="160" name="wire-490">
            <a:extLst xmlns:a="http://schemas.openxmlformats.org/drawingml/2006/main">
              <a:ext uri="{FF2B5EF4-FFF2-40B4-BE49-F238E27FC236}">
                <a16:creationId xmlns:a16="http://schemas.microsoft.com/office/drawing/2014/main" id="{DE69E97C-4CBD-4C6E-91E2-E4E1F856B600}"/>
              </a:ext>
            </a:extLst>
          </p:cNvPr>
          <p:cNvSpPr>
            <a:spLocks xmlns:a="http://schemas.openxmlformats.org/drawingml/2006/main" noGrp="1"/>
          </p:cNvSpPr>
          <p:nvPr/>
        </p:nvSpPr>
        <p:spPr>
          <a:xfrm xmlns:a="http://schemas.openxmlformats.org/drawingml/2006/main">
            <a:off x="5095875" y="4543425"/>
            <a:ext cx="9525" cy="19050"/>
          </a:xfrm>
          <a:custGeom xmlns:a="http://schemas.openxmlformats.org/drawingml/2006/main">
            <a:pathLst>
              <a:path w="9525" h="19050">
                <a:moveTo>
                  <a:pt x="0" y="19050"/>
                </a:moveTo>
                <a:lnTo>
                  <a:pt x="0" y="0"/>
                </a:lnTo>
              </a:path>
            </a:pathLst>
          </a:custGeom>
          <a:noFill xmlns:a="http://schemas.openxmlformats.org/drawingml/2006/main"/>
          <a:ln xmlns:a="http://schemas.openxmlformats.org/drawingml/2006/main" w="22860">
            <a:solidFill>
              <a:srgbClr val="231F20"/>
            </a:solidFill>
          </a:ln>
        </p:spPr>
      </p:sp>
      <p:sp>
        <p:nvSpPr>
          <p:cNvPr id="161" name="wire-491">
            <a:extLst xmlns:a="http://schemas.openxmlformats.org/drawingml/2006/main">
              <a:ext uri="{FF2B5EF4-FFF2-40B4-BE49-F238E27FC236}">
                <a16:creationId xmlns:a16="http://schemas.microsoft.com/office/drawing/2014/main" id="{6142FFA2-4E6B-4BD2-9F1F-30C7F0FEAA12}"/>
              </a:ext>
            </a:extLst>
          </p:cNvPr>
          <p:cNvSpPr>
            <a:spLocks xmlns:a="http://schemas.openxmlformats.org/drawingml/2006/main" noGrp="1"/>
          </p:cNvSpPr>
          <p:nvPr/>
        </p:nvSpPr>
        <p:spPr>
          <a:xfrm xmlns:a="http://schemas.openxmlformats.org/drawingml/2006/main">
            <a:off x="5095875" y="45434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162" name="circuit-492">
            <a:extLst xmlns:a="http://schemas.openxmlformats.org/drawingml/2006/main">
              <a:ext uri="{FF2B5EF4-FFF2-40B4-BE49-F238E27FC236}">
                <a16:creationId xmlns:a16="http://schemas.microsoft.com/office/drawing/2014/main" id="{D8D7D9AF-711F-4156-8751-E66974759BA1}"/>
              </a:ext>
            </a:extLst>
          </p:cNvPr>
          <p:cNvSpPr>
            <a:spLocks xmlns:a="http://schemas.openxmlformats.org/drawingml/2006/main" noGrp="1"/>
          </p:cNvSpPr>
          <p:nvPr/>
        </p:nvSpPr>
        <p:spPr>
          <a:xfrm xmlns:a="http://schemas.openxmlformats.org/drawingml/2006/main">
            <a:off x="5143500" y="45053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63" name="circuit-493">
            <a:extLst xmlns:a="http://schemas.openxmlformats.org/drawingml/2006/main">
              <a:ext uri="{FF2B5EF4-FFF2-40B4-BE49-F238E27FC236}">
                <a16:creationId xmlns:a16="http://schemas.microsoft.com/office/drawing/2014/main" id="{B7EACD7F-73BB-470C-8829-FEB7464A9FA6}"/>
              </a:ext>
            </a:extLst>
          </p:cNvPr>
          <p:cNvSpPr>
            <a:spLocks xmlns:a="http://schemas.openxmlformats.org/drawingml/2006/main" noGrp="1"/>
          </p:cNvSpPr>
          <p:nvPr/>
        </p:nvSpPr>
        <p:spPr>
          <a:xfrm xmlns:a="http://schemas.openxmlformats.org/drawingml/2006/main">
            <a:off x="5238750" y="3905250"/>
            <a:ext cx="571500" cy="809625"/>
          </a:xfrm>
          <a:custGeom xmlns:a="http://schemas.openxmlformats.org/drawingml/2006/main">
            <a:pathLst>
              <a:path w="571500" h="809625">
                <a:moveTo>
                  <a:pt x="0" y="0"/>
                </a:moveTo>
                <a:lnTo>
                  <a:pt x="571500" y="161925"/>
                </a:lnTo>
                <a:lnTo>
                  <a:pt x="571500" y="676275"/>
                </a:lnTo>
                <a:lnTo>
                  <a:pt x="0" y="809625"/>
                </a:lnTo>
                <a:lnTo>
                  <a:pt x="0" y="523875"/>
                </a:lnTo>
                <a:lnTo>
                  <a:pt x="171450" y="419100"/>
                </a:lnTo>
                <a:lnTo>
                  <a:pt x="0" y="304800"/>
                </a:lnTo>
                <a:close/>
              </a:path>
            </a:pathLst>
          </a:custGeom>
          <a:solidFill xmlns:a="http://schemas.openxmlformats.org/drawingml/2006/main">
            <a:srgbClr val="FFFFFF"/>
          </a:solidFill>
          <a:ln xmlns:a="http://schemas.openxmlformats.org/drawingml/2006/main" w="16193">
            <a:solidFill>
              <a:srgbClr val="231F20"/>
            </a:solidFill>
          </a:ln>
        </p:spPr>
      </p:sp>
      <p:sp>
        <p:nvSpPr>
          <p:cNvPr id="164" name="text-494">
            <a:extLst xmlns:a="http://schemas.openxmlformats.org/drawingml/2006/main">
              <a:ext uri="{FF2B5EF4-FFF2-40B4-BE49-F238E27FC236}">
                <a16:creationId xmlns:a16="http://schemas.microsoft.com/office/drawing/2014/main" id="{238F90C2-3A10-4282-9692-5BB7B2D1BE08}"/>
              </a:ext>
            </a:extLst>
          </p:cNvPr>
          <p:cNvSpPr>
            <a:spLocks xmlns:a="http://schemas.openxmlformats.org/drawingml/2006/main" noGrp="1"/>
          </p:cNvSpPr>
          <p:nvPr/>
        </p:nvSpPr>
        <p:spPr>
          <a:xfrm xmlns:a="http://schemas.openxmlformats.org/drawingml/2006/main">
            <a:off x="5324475" y="4076700"/>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425" b="1">
                <a:solidFill>
                  <a:srgbClr val="231F20"/>
                </a:solidFill>
                <a:latin typeface="Arial"/>
                <a:ea typeface="Arial"/>
                <a:cs typeface="Arial"/>
              </a:defRPr>
            </a:defPPr>
            <a:lvl1pPr algn="ctr">
              <a:defRPr sz="1425" b="1">
                <a:solidFill>
                  <a:srgbClr val="231F20"/>
                </a:solidFill>
                <a:latin typeface="Arial"/>
                <a:ea typeface="Arial"/>
                <a:cs typeface="Arial"/>
              </a:defRPr>
            </a:lvl1pPr>
            <a:lvl2pPr algn="ctr">
              <a:defRPr sz="1425" b="1">
                <a:solidFill>
                  <a:srgbClr val="231F20"/>
                </a:solidFill>
                <a:latin typeface="Arial"/>
                <a:ea typeface="Arial"/>
                <a:cs typeface="Arial"/>
              </a:defRPr>
            </a:lvl2pPr>
            <a:lvl3pPr algn="ctr">
              <a:defRPr sz="1425" b="1">
                <a:solidFill>
                  <a:srgbClr val="231F20"/>
                </a:solidFill>
                <a:latin typeface="Arial"/>
                <a:ea typeface="Arial"/>
                <a:cs typeface="Arial"/>
              </a:defRPr>
            </a:lvl3pPr>
            <a:lvl4pPr algn="ctr">
              <a:defRPr sz="1425" b="1">
                <a:solidFill>
                  <a:srgbClr val="231F20"/>
                </a:solidFill>
                <a:latin typeface="Arial"/>
                <a:ea typeface="Arial"/>
                <a:cs typeface="Arial"/>
              </a:defRPr>
            </a:lvl4pPr>
            <a:lvl5pPr algn="ctr">
              <a:defRPr sz="1425" b="1">
                <a:solidFill>
                  <a:srgbClr val="231F20"/>
                </a:solidFill>
                <a:latin typeface="Arial"/>
                <a:ea typeface="Arial"/>
                <a:cs typeface="Arial"/>
              </a:defRPr>
            </a:lvl5pPr>
            <a:lvl6pPr algn="ctr">
              <a:defRPr sz="1425" b="1">
                <a:solidFill>
                  <a:srgbClr val="231F20"/>
                </a:solidFill>
                <a:latin typeface="Arial"/>
                <a:ea typeface="Arial"/>
                <a:cs typeface="Arial"/>
              </a:defRPr>
            </a:lvl6pPr>
            <a:lvl7pPr algn="ctr">
              <a:defRPr sz="1425" b="1">
                <a:solidFill>
                  <a:srgbClr val="231F20"/>
                </a:solidFill>
                <a:latin typeface="Arial"/>
                <a:ea typeface="Arial"/>
                <a:cs typeface="Arial"/>
              </a:defRPr>
            </a:lvl7pPr>
            <a:lvl8pPr algn="ctr">
              <a:defRPr sz="1425" b="1">
                <a:solidFill>
                  <a:srgbClr val="231F20"/>
                </a:solidFill>
                <a:latin typeface="Arial"/>
                <a:ea typeface="Arial"/>
                <a:cs typeface="Arial"/>
              </a:defRPr>
            </a:lvl8pPr>
            <a:lvl9pPr algn="ctr">
              <a:defRPr sz="1425" b="1">
                <a:solidFill>
                  <a:srgbClr val="231F20"/>
                </a:solidFill>
                <a:latin typeface="Arial"/>
                <a:ea typeface="Arial"/>
                <a:cs typeface="Arial"/>
              </a:defRPr>
            </a:lvl9pPr>
          </a:lstStyle>
          <a:p xmlns:a="http://schemas.openxmlformats.org/drawingml/2006/main">
            <a:pPr algn="ctr">
              <a:defRPr sz="1425" b="1">
                <a:solidFill>
                  <a:srgbClr val="231F20"/>
                </a:solidFill>
                <a:latin typeface="Arial"/>
                <a:ea typeface="Arial"/>
                <a:cs typeface="Arial"/>
              </a:defRPr>
            </a:pPr>
            <a:r>
              <a:rPr sz="1425" b="1">
                <a:solidFill>
                  <a:srgbClr val="231F20"/>
                </a:solidFill>
                <a:latin typeface="Arial"/>
                <a:ea typeface="Arial"/>
                <a:cs typeface="Arial"/>
              </a:rPr>
              <a:t>ALU</a:t>
            </a:r>
          </a:p>
        </p:txBody>
      </p:sp>
      <p:sp>
        <p:nvSpPr>
          <p:cNvPr id="165" name="wire-495">
            <a:extLst xmlns:a="http://schemas.openxmlformats.org/drawingml/2006/main">
              <a:ext uri="{FF2B5EF4-FFF2-40B4-BE49-F238E27FC236}">
                <a16:creationId xmlns:a16="http://schemas.microsoft.com/office/drawing/2014/main" id="{80206443-8335-490A-A2D4-C2750A17391A}"/>
              </a:ext>
            </a:extLst>
          </p:cNvPr>
          <p:cNvSpPr>
            <a:spLocks xmlns:a="http://schemas.openxmlformats.org/drawingml/2006/main" noGrp="1"/>
          </p:cNvSpPr>
          <p:nvPr/>
        </p:nvSpPr>
        <p:spPr>
          <a:xfrm xmlns:a="http://schemas.openxmlformats.org/drawingml/2006/main">
            <a:off x="5810250" y="428625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166" name="wire-496">
            <a:extLst xmlns:a="http://schemas.openxmlformats.org/drawingml/2006/main">
              <a:ext uri="{FF2B5EF4-FFF2-40B4-BE49-F238E27FC236}">
                <a16:creationId xmlns:a16="http://schemas.microsoft.com/office/drawing/2014/main" id="{61665C5D-4521-4696-9468-0026BF1A44B7}"/>
              </a:ext>
            </a:extLst>
          </p:cNvPr>
          <p:cNvSpPr>
            <a:spLocks xmlns:a="http://schemas.openxmlformats.org/drawingml/2006/main" noGrp="1"/>
          </p:cNvSpPr>
          <p:nvPr/>
        </p:nvSpPr>
        <p:spPr>
          <a:xfrm xmlns:a="http://schemas.openxmlformats.org/drawingml/2006/main">
            <a:off x="6000750" y="428625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167" name="wire-497">
            <a:extLst xmlns:a="http://schemas.openxmlformats.org/drawingml/2006/main">
              <a:ext uri="{FF2B5EF4-FFF2-40B4-BE49-F238E27FC236}">
                <a16:creationId xmlns:a16="http://schemas.microsoft.com/office/drawing/2014/main" id="{051F6951-9D96-4E88-88CE-FF511DC86B63}"/>
              </a:ext>
            </a:extLst>
          </p:cNvPr>
          <p:cNvSpPr>
            <a:spLocks xmlns:a="http://schemas.openxmlformats.org/drawingml/2006/main" noGrp="1"/>
          </p:cNvSpPr>
          <p:nvPr/>
        </p:nvSpPr>
        <p:spPr>
          <a:xfrm xmlns:a="http://schemas.openxmlformats.org/drawingml/2006/main">
            <a:off x="6086475" y="3952875"/>
            <a:ext cx="9525" cy="333375"/>
          </a:xfrm>
          <a:custGeom xmlns:a="http://schemas.openxmlformats.org/drawingml/2006/main">
            <a:pathLst>
              <a:path w="9525" h="333375">
                <a:moveTo>
                  <a:pt x="0" y="333375"/>
                </a:moveTo>
                <a:lnTo>
                  <a:pt x="0" y="0"/>
                </a:lnTo>
              </a:path>
            </a:pathLst>
          </a:custGeom>
          <a:noFill xmlns:a="http://schemas.openxmlformats.org/drawingml/2006/main"/>
          <a:ln xmlns:a="http://schemas.openxmlformats.org/drawingml/2006/main" w="22860">
            <a:solidFill>
              <a:srgbClr val="231F20"/>
            </a:solidFill>
          </a:ln>
        </p:spPr>
      </p:sp>
      <p:sp>
        <p:nvSpPr>
          <p:cNvPr id="168" name="wire-498">
            <a:extLst xmlns:a="http://schemas.openxmlformats.org/drawingml/2006/main">
              <a:ext uri="{FF2B5EF4-FFF2-40B4-BE49-F238E27FC236}">
                <a16:creationId xmlns:a16="http://schemas.microsoft.com/office/drawing/2014/main" id="{0F07A9A1-8323-4E8F-AA64-98C5DFD2F6DE}"/>
              </a:ext>
            </a:extLst>
          </p:cNvPr>
          <p:cNvSpPr>
            <a:spLocks xmlns:a="http://schemas.openxmlformats.org/drawingml/2006/main" noGrp="1"/>
          </p:cNvSpPr>
          <p:nvPr/>
        </p:nvSpPr>
        <p:spPr>
          <a:xfrm xmlns:a="http://schemas.openxmlformats.org/drawingml/2006/main">
            <a:off x="6086475" y="3952875"/>
            <a:ext cx="104775" cy="9525"/>
          </a:xfrm>
          <a:custGeom xmlns:a="http://schemas.openxmlformats.org/drawingml/2006/main">
            <a:pathLst>
              <a:path w="104775" h="9525">
                <a:moveTo>
                  <a:pt x="0" y="0"/>
                </a:moveTo>
                <a:lnTo>
                  <a:pt x="104775" y="0"/>
                </a:lnTo>
              </a:path>
            </a:pathLst>
          </a:custGeom>
          <a:noFill xmlns:a="http://schemas.openxmlformats.org/drawingml/2006/main"/>
          <a:ln xmlns:a="http://schemas.openxmlformats.org/drawingml/2006/main" w="22860">
            <a:solidFill>
              <a:srgbClr val="231F20"/>
            </a:solidFill>
          </a:ln>
        </p:spPr>
      </p:sp>
      <p:sp>
        <p:nvSpPr>
          <p:cNvPr id="169" name="circuit-499">
            <a:extLst xmlns:a="http://schemas.openxmlformats.org/drawingml/2006/main">
              <a:ext uri="{FF2B5EF4-FFF2-40B4-BE49-F238E27FC236}">
                <a16:creationId xmlns:a16="http://schemas.microsoft.com/office/drawing/2014/main" id="{EB2BB432-2BE0-4438-A3C1-8423CC5EB9B0}"/>
              </a:ext>
            </a:extLst>
          </p:cNvPr>
          <p:cNvSpPr>
            <a:spLocks xmlns:a="http://schemas.openxmlformats.org/drawingml/2006/main" noGrp="1"/>
          </p:cNvSpPr>
          <p:nvPr/>
        </p:nvSpPr>
        <p:spPr>
          <a:xfrm xmlns:a="http://schemas.openxmlformats.org/drawingml/2006/main">
            <a:off x="6096000" y="39147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70" name="wire-500">
            <a:extLst xmlns:a="http://schemas.openxmlformats.org/drawingml/2006/main">
              <a:ext uri="{FF2B5EF4-FFF2-40B4-BE49-F238E27FC236}">
                <a16:creationId xmlns:a16="http://schemas.microsoft.com/office/drawing/2014/main" id="{5E096058-4906-4257-9405-6E484FDFAFC6}"/>
              </a:ext>
            </a:extLst>
          </p:cNvPr>
          <p:cNvSpPr>
            <a:spLocks xmlns:a="http://schemas.openxmlformats.org/drawingml/2006/main" noGrp="1"/>
          </p:cNvSpPr>
          <p:nvPr/>
        </p:nvSpPr>
        <p:spPr>
          <a:xfrm xmlns:a="http://schemas.openxmlformats.org/drawingml/2006/main">
            <a:off x="4362450" y="4448175"/>
            <a:ext cx="180975" cy="9525"/>
          </a:xfrm>
          <a:custGeom xmlns:a="http://schemas.openxmlformats.org/drawingml/2006/main">
            <a:pathLst>
              <a:path w="180975" h="9525">
                <a:moveTo>
                  <a:pt x="0" y="0"/>
                </a:moveTo>
                <a:lnTo>
                  <a:pt x="180975" y="0"/>
                </a:lnTo>
              </a:path>
            </a:pathLst>
          </a:custGeom>
          <a:noFill xmlns:a="http://schemas.openxmlformats.org/drawingml/2006/main"/>
          <a:ln xmlns:a="http://schemas.openxmlformats.org/drawingml/2006/main" w="22860">
            <a:solidFill>
              <a:srgbClr val="1572C3"/>
            </a:solidFill>
          </a:ln>
        </p:spPr>
      </p:sp>
      <p:sp>
        <p:nvSpPr>
          <p:cNvPr id="171" name="wire-501">
            <a:extLst xmlns:a="http://schemas.openxmlformats.org/drawingml/2006/main">
              <a:ext uri="{FF2B5EF4-FFF2-40B4-BE49-F238E27FC236}">
                <a16:creationId xmlns:a16="http://schemas.microsoft.com/office/drawing/2014/main" id="{F711D79A-5AD8-4E3A-8CCB-B1B388B674A4}"/>
              </a:ext>
            </a:extLst>
          </p:cNvPr>
          <p:cNvSpPr>
            <a:spLocks xmlns:a="http://schemas.openxmlformats.org/drawingml/2006/main" noGrp="1"/>
          </p:cNvSpPr>
          <p:nvPr/>
        </p:nvSpPr>
        <p:spPr>
          <a:xfrm xmlns:a="http://schemas.openxmlformats.org/drawingml/2006/main">
            <a:off x="4543425" y="4448175"/>
            <a:ext cx="9525" cy="438150"/>
          </a:xfrm>
          <a:custGeom xmlns:a="http://schemas.openxmlformats.org/drawingml/2006/main">
            <a:pathLst>
              <a:path w="9525" h="438150">
                <a:moveTo>
                  <a:pt x="0" y="0"/>
                </a:moveTo>
                <a:lnTo>
                  <a:pt x="0" y="438150"/>
                </a:lnTo>
              </a:path>
            </a:pathLst>
          </a:custGeom>
          <a:noFill xmlns:a="http://schemas.openxmlformats.org/drawingml/2006/main"/>
          <a:ln xmlns:a="http://schemas.openxmlformats.org/drawingml/2006/main" w="22860">
            <a:solidFill>
              <a:srgbClr val="1572C3"/>
            </a:solidFill>
          </a:ln>
        </p:spPr>
      </p:sp>
      <p:sp>
        <p:nvSpPr>
          <p:cNvPr id="172" name="wire-502">
            <a:extLst xmlns:a="http://schemas.openxmlformats.org/drawingml/2006/main">
              <a:ext uri="{FF2B5EF4-FFF2-40B4-BE49-F238E27FC236}">
                <a16:creationId xmlns:a16="http://schemas.microsoft.com/office/drawing/2014/main" id="{6A2420E2-4E58-4CE3-A37A-149E1CB83BBE}"/>
              </a:ext>
            </a:extLst>
          </p:cNvPr>
          <p:cNvSpPr>
            <a:spLocks xmlns:a="http://schemas.openxmlformats.org/drawingml/2006/main" noGrp="1"/>
          </p:cNvSpPr>
          <p:nvPr/>
        </p:nvSpPr>
        <p:spPr>
          <a:xfrm xmlns:a="http://schemas.openxmlformats.org/drawingml/2006/main">
            <a:off x="4543425" y="4886325"/>
            <a:ext cx="1362075" cy="9525"/>
          </a:xfrm>
          <a:custGeom xmlns:a="http://schemas.openxmlformats.org/drawingml/2006/main">
            <a:pathLst>
              <a:path w="1362075" h="9525">
                <a:moveTo>
                  <a:pt x="0" y="0"/>
                </a:moveTo>
                <a:lnTo>
                  <a:pt x="1362075" y="0"/>
                </a:lnTo>
              </a:path>
            </a:pathLst>
          </a:custGeom>
          <a:noFill xmlns:a="http://schemas.openxmlformats.org/drawingml/2006/main"/>
          <a:ln xmlns:a="http://schemas.openxmlformats.org/drawingml/2006/main" w="22860">
            <a:solidFill>
              <a:srgbClr val="1572C3"/>
            </a:solidFill>
          </a:ln>
        </p:spPr>
      </p:sp>
      <p:sp>
        <p:nvSpPr>
          <p:cNvPr id="173" name="wire-503">
            <a:extLst xmlns:a="http://schemas.openxmlformats.org/drawingml/2006/main">
              <a:ext uri="{FF2B5EF4-FFF2-40B4-BE49-F238E27FC236}">
                <a16:creationId xmlns:a16="http://schemas.microsoft.com/office/drawing/2014/main" id="{7BDAE0B9-AD70-45D7-8FDE-DED535E79154}"/>
              </a:ext>
            </a:extLst>
          </p:cNvPr>
          <p:cNvSpPr>
            <a:spLocks xmlns:a="http://schemas.openxmlformats.org/drawingml/2006/main" noGrp="1"/>
          </p:cNvSpPr>
          <p:nvPr/>
        </p:nvSpPr>
        <p:spPr>
          <a:xfrm xmlns:a="http://schemas.openxmlformats.org/drawingml/2006/main">
            <a:off x="6000750" y="4886325"/>
            <a:ext cx="76200" cy="9525"/>
          </a:xfrm>
          <a:custGeom xmlns:a="http://schemas.openxmlformats.org/drawingml/2006/main">
            <a:pathLst>
              <a:path w="76200" h="9525">
                <a:moveTo>
                  <a:pt x="0" y="0"/>
                </a:moveTo>
                <a:lnTo>
                  <a:pt x="76200" y="0"/>
                </a:lnTo>
              </a:path>
            </a:pathLst>
          </a:custGeom>
          <a:noFill xmlns:a="http://schemas.openxmlformats.org/drawingml/2006/main"/>
          <a:ln xmlns:a="http://schemas.openxmlformats.org/drawingml/2006/main" w="22860">
            <a:solidFill>
              <a:srgbClr val="1572C3"/>
            </a:solidFill>
          </a:ln>
        </p:spPr>
      </p:sp>
      <p:sp>
        <p:nvSpPr>
          <p:cNvPr id="174" name="wire-504">
            <a:extLst xmlns:a="http://schemas.openxmlformats.org/drawingml/2006/main">
              <a:ext uri="{FF2B5EF4-FFF2-40B4-BE49-F238E27FC236}">
                <a16:creationId xmlns:a16="http://schemas.microsoft.com/office/drawing/2014/main" id="{87582BEA-1FC4-436B-B0F9-F9FF5FD81510}"/>
              </a:ext>
            </a:extLst>
          </p:cNvPr>
          <p:cNvSpPr>
            <a:spLocks xmlns:a="http://schemas.openxmlformats.org/drawingml/2006/main" noGrp="1"/>
          </p:cNvSpPr>
          <p:nvPr/>
        </p:nvSpPr>
        <p:spPr>
          <a:xfrm xmlns:a="http://schemas.openxmlformats.org/drawingml/2006/main">
            <a:off x="6076950" y="4886325"/>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22860">
            <a:solidFill>
              <a:srgbClr val="1572C3"/>
            </a:solidFill>
          </a:ln>
        </p:spPr>
      </p:sp>
      <p:sp>
        <p:nvSpPr>
          <p:cNvPr id="175" name="wire-505">
            <a:extLst xmlns:a="http://schemas.openxmlformats.org/drawingml/2006/main">
              <a:ext uri="{FF2B5EF4-FFF2-40B4-BE49-F238E27FC236}">
                <a16:creationId xmlns:a16="http://schemas.microsoft.com/office/drawing/2014/main" id="{78FD53BF-4605-4A92-B7A7-4D582B9646C2}"/>
              </a:ext>
            </a:extLst>
          </p:cNvPr>
          <p:cNvSpPr>
            <a:spLocks xmlns:a="http://schemas.openxmlformats.org/drawingml/2006/main" noGrp="1"/>
          </p:cNvSpPr>
          <p:nvPr/>
        </p:nvSpPr>
        <p:spPr>
          <a:xfrm xmlns:a="http://schemas.openxmlformats.org/drawingml/2006/main">
            <a:off x="6076950" y="541020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22860">
            <a:solidFill>
              <a:srgbClr val="1572C3"/>
            </a:solidFill>
          </a:ln>
        </p:spPr>
      </p:sp>
      <p:sp>
        <p:nvSpPr>
          <p:cNvPr id="176" name="circuit-506">
            <a:extLst xmlns:a="http://schemas.openxmlformats.org/drawingml/2006/main">
              <a:ext uri="{FF2B5EF4-FFF2-40B4-BE49-F238E27FC236}">
                <a16:creationId xmlns:a16="http://schemas.microsoft.com/office/drawing/2014/main" id="{999C3336-4E09-4180-A130-A7EE599082ED}"/>
              </a:ext>
            </a:extLst>
          </p:cNvPr>
          <p:cNvSpPr>
            <a:spLocks xmlns:a="http://schemas.openxmlformats.org/drawingml/2006/main" noGrp="1"/>
          </p:cNvSpPr>
          <p:nvPr/>
        </p:nvSpPr>
        <p:spPr>
          <a:xfrm xmlns:a="http://schemas.openxmlformats.org/drawingml/2006/main">
            <a:off x="6096000" y="53721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177" name="text-507">
            <a:extLst xmlns:a="http://schemas.openxmlformats.org/drawingml/2006/main">
              <a:ext uri="{FF2B5EF4-FFF2-40B4-BE49-F238E27FC236}">
                <a16:creationId xmlns:a16="http://schemas.microsoft.com/office/drawing/2014/main" id="{36231FEA-15C6-46E2-8CF9-C59FEE8B4671}"/>
              </a:ext>
            </a:extLst>
          </p:cNvPr>
          <p:cNvSpPr>
            <a:spLocks xmlns:a="http://schemas.openxmlformats.org/drawingml/2006/main" noGrp="1"/>
          </p:cNvSpPr>
          <p:nvPr/>
        </p:nvSpPr>
        <p:spPr>
          <a:xfrm xmlns:a="http://schemas.openxmlformats.org/drawingml/2006/main">
            <a:off x="4800600" y="4914900"/>
            <a:ext cx="971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1572C3"/>
                </a:solidFill>
                <a:latin typeface="Yu Gothic"/>
                <a:ea typeface="Yu Gothic"/>
                <a:cs typeface="Yu Gothic"/>
              </a:defRPr>
            </a:defPPr>
            <a:lvl1pPr algn="ctr">
              <a:defRPr sz="1275" b="0">
                <a:solidFill>
                  <a:srgbClr val="1572C3"/>
                </a:solidFill>
                <a:latin typeface="Yu Gothic"/>
                <a:ea typeface="Yu Gothic"/>
                <a:cs typeface="Yu Gothic"/>
              </a:defRPr>
            </a:lvl1pPr>
            <a:lvl2pPr algn="ctr">
              <a:defRPr sz="1275" b="0">
                <a:solidFill>
                  <a:srgbClr val="1572C3"/>
                </a:solidFill>
                <a:latin typeface="Yu Gothic"/>
                <a:ea typeface="Yu Gothic"/>
                <a:cs typeface="Yu Gothic"/>
              </a:defRPr>
            </a:lvl2pPr>
            <a:lvl3pPr algn="ctr">
              <a:defRPr sz="1275" b="0">
                <a:solidFill>
                  <a:srgbClr val="1572C3"/>
                </a:solidFill>
                <a:latin typeface="Yu Gothic"/>
                <a:ea typeface="Yu Gothic"/>
                <a:cs typeface="Yu Gothic"/>
              </a:defRPr>
            </a:lvl3pPr>
            <a:lvl4pPr algn="ctr">
              <a:defRPr sz="1275" b="0">
                <a:solidFill>
                  <a:srgbClr val="1572C3"/>
                </a:solidFill>
                <a:latin typeface="Yu Gothic"/>
                <a:ea typeface="Yu Gothic"/>
                <a:cs typeface="Yu Gothic"/>
              </a:defRPr>
            </a:lvl4pPr>
            <a:lvl5pPr algn="ctr">
              <a:defRPr sz="1275" b="0">
                <a:solidFill>
                  <a:srgbClr val="1572C3"/>
                </a:solidFill>
                <a:latin typeface="Yu Gothic"/>
                <a:ea typeface="Yu Gothic"/>
                <a:cs typeface="Yu Gothic"/>
              </a:defRPr>
            </a:lvl5pPr>
            <a:lvl6pPr algn="ctr">
              <a:defRPr sz="1275" b="0">
                <a:solidFill>
                  <a:srgbClr val="1572C3"/>
                </a:solidFill>
                <a:latin typeface="Yu Gothic"/>
                <a:ea typeface="Yu Gothic"/>
                <a:cs typeface="Yu Gothic"/>
              </a:defRPr>
            </a:lvl6pPr>
            <a:lvl7pPr algn="ctr">
              <a:defRPr sz="1275" b="0">
                <a:solidFill>
                  <a:srgbClr val="1572C3"/>
                </a:solidFill>
                <a:latin typeface="Yu Gothic"/>
                <a:ea typeface="Yu Gothic"/>
                <a:cs typeface="Yu Gothic"/>
              </a:defRPr>
            </a:lvl7pPr>
            <a:lvl8pPr algn="ctr">
              <a:defRPr sz="1275" b="0">
                <a:solidFill>
                  <a:srgbClr val="1572C3"/>
                </a:solidFill>
                <a:latin typeface="Yu Gothic"/>
                <a:ea typeface="Yu Gothic"/>
                <a:cs typeface="Yu Gothic"/>
              </a:defRPr>
            </a:lvl8pPr>
            <a:lvl9pPr algn="ctr">
              <a:defRPr sz="1275" b="0">
                <a:solidFill>
                  <a:srgbClr val="1572C3"/>
                </a:solidFill>
                <a:latin typeface="Yu Gothic"/>
                <a:ea typeface="Yu Gothic"/>
                <a:cs typeface="Yu Gothic"/>
              </a:defRPr>
            </a:lvl9pPr>
          </a:lstStyle>
          <a:p xmlns:a="http://schemas.openxmlformats.org/drawingml/2006/main">
            <a:pPr algn="ctr">
              <a:defRPr sz="1275" b="0">
                <a:solidFill>
                  <a:srgbClr val="1572C3"/>
                </a:solidFill>
                <a:latin typeface="Yu Gothic"/>
                <a:ea typeface="Yu Gothic"/>
                <a:cs typeface="Yu Gothic"/>
              </a:defRPr>
            </a:pPr>
            <a:r>
              <a:rPr sz="1275" b="0">
                <a:solidFill>
                  <a:srgbClr val="1572C3"/>
                </a:solidFill>
                <a:latin typeface="Yu Gothic"/>
                <a:ea typeface="Yu Gothic"/>
                <a:cs typeface="Yu Gothic"/>
              </a:rPr>
              <a:t>書く値</a:t>
            </a:r>
          </a:p>
        </p:txBody>
      </p:sp>
      <p:sp>
        <p:nvSpPr>
          <p:cNvPr id="178" name="wire-508">
            <a:extLst xmlns:a="http://schemas.openxmlformats.org/drawingml/2006/main">
              <a:ext uri="{FF2B5EF4-FFF2-40B4-BE49-F238E27FC236}">
                <a16:creationId xmlns:a16="http://schemas.microsoft.com/office/drawing/2014/main" id="{A7A3CD13-19B7-4D79-BA7D-A74359ED3260}"/>
              </a:ext>
            </a:extLst>
          </p:cNvPr>
          <p:cNvSpPr>
            <a:spLocks xmlns:a="http://schemas.openxmlformats.org/drawingml/2006/main" noGrp="1"/>
          </p:cNvSpPr>
          <p:nvPr/>
        </p:nvSpPr>
        <p:spPr>
          <a:xfrm xmlns:a="http://schemas.openxmlformats.org/drawingml/2006/main">
            <a:off x="6000750" y="4286250"/>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22860">
            <a:solidFill>
              <a:srgbClr val="231F20"/>
            </a:solidFill>
          </a:ln>
        </p:spPr>
      </p:sp>
      <p:sp>
        <p:nvSpPr>
          <p:cNvPr id="179" name="wire-509">
            <a:extLst xmlns:a="http://schemas.openxmlformats.org/drawingml/2006/main">
              <a:ext uri="{FF2B5EF4-FFF2-40B4-BE49-F238E27FC236}">
                <a16:creationId xmlns:a16="http://schemas.microsoft.com/office/drawing/2014/main" id="{10F63393-8412-47DC-81CC-950C1E10CBC2}"/>
              </a:ext>
            </a:extLst>
          </p:cNvPr>
          <p:cNvSpPr>
            <a:spLocks xmlns:a="http://schemas.openxmlformats.org/drawingml/2006/main" noGrp="1"/>
          </p:cNvSpPr>
          <p:nvPr/>
        </p:nvSpPr>
        <p:spPr>
          <a:xfrm xmlns:a="http://schemas.openxmlformats.org/drawingml/2006/main">
            <a:off x="6057900" y="3724275"/>
            <a:ext cx="9525" cy="561975"/>
          </a:xfrm>
          <a:custGeom xmlns:a="http://schemas.openxmlformats.org/drawingml/2006/main">
            <a:pathLst>
              <a:path w="9525" h="561975">
                <a:moveTo>
                  <a:pt x="0" y="561975"/>
                </a:moveTo>
                <a:lnTo>
                  <a:pt x="0" y="0"/>
                </a:lnTo>
              </a:path>
            </a:pathLst>
          </a:custGeom>
          <a:noFill xmlns:a="http://schemas.openxmlformats.org/drawingml/2006/main"/>
          <a:ln xmlns:a="http://schemas.openxmlformats.org/drawingml/2006/main" w="22860">
            <a:solidFill>
              <a:srgbClr val="231F20"/>
            </a:solidFill>
          </a:ln>
        </p:spPr>
      </p:sp>
      <p:sp>
        <p:nvSpPr>
          <p:cNvPr id="180" name="wire-510">
            <a:extLst xmlns:a="http://schemas.openxmlformats.org/drawingml/2006/main">
              <a:ext uri="{FF2B5EF4-FFF2-40B4-BE49-F238E27FC236}">
                <a16:creationId xmlns:a16="http://schemas.microsoft.com/office/drawing/2014/main" id="{4FD1590C-9658-4038-830D-5A417625E5D3}"/>
              </a:ext>
            </a:extLst>
          </p:cNvPr>
          <p:cNvSpPr>
            <a:spLocks xmlns:a="http://schemas.openxmlformats.org/drawingml/2006/main" noGrp="1"/>
          </p:cNvSpPr>
          <p:nvPr/>
        </p:nvSpPr>
        <p:spPr>
          <a:xfrm xmlns:a="http://schemas.openxmlformats.org/drawingml/2006/main">
            <a:off x="6057900" y="3724275"/>
            <a:ext cx="1514475" cy="9525"/>
          </a:xfrm>
          <a:custGeom xmlns:a="http://schemas.openxmlformats.org/drawingml/2006/main">
            <a:pathLst>
              <a:path w="1514475" h="9525">
                <a:moveTo>
                  <a:pt x="0" y="0"/>
                </a:moveTo>
                <a:lnTo>
                  <a:pt x="1514475" y="0"/>
                </a:lnTo>
              </a:path>
            </a:pathLst>
          </a:custGeom>
          <a:noFill xmlns:a="http://schemas.openxmlformats.org/drawingml/2006/main"/>
          <a:ln xmlns:a="http://schemas.openxmlformats.org/drawingml/2006/main" w="22860">
            <a:solidFill>
              <a:srgbClr val="231F20"/>
            </a:solidFill>
          </a:ln>
        </p:spPr>
      </p:sp>
      <p:sp>
        <p:nvSpPr>
          <p:cNvPr id="181" name="wire-511">
            <a:extLst xmlns:a="http://schemas.openxmlformats.org/drawingml/2006/main">
              <a:ext uri="{FF2B5EF4-FFF2-40B4-BE49-F238E27FC236}">
                <a16:creationId xmlns:a16="http://schemas.microsoft.com/office/drawing/2014/main" id="{A9BA3651-420A-4A94-9B5A-74C47C367060}"/>
              </a:ext>
            </a:extLst>
          </p:cNvPr>
          <p:cNvSpPr>
            <a:spLocks xmlns:a="http://schemas.openxmlformats.org/drawingml/2006/main" noGrp="1"/>
          </p:cNvSpPr>
          <p:nvPr/>
        </p:nvSpPr>
        <p:spPr>
          <a:xfrm xmlns:a="http://schemas.openxmlformats.org/drawingml/2006/main">
            <a:off x="7572375" y="372427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22860">
            <a:solidFill>
              <a:srgbClr val="231F20"/>
            </a:solidFill>
          </a:ln>
        </p:spPr>
      </p:sp>
      <p:sp>
        <p:nvSpPr>
          <p:cNvPr id="182" name="wire-512">
            <a:extLst xmlns:a="http://schemas.openxmlformats.org/drawingml/2006/main">
              <a:ext uri="{FF2B5EF4-FFF2-40B4-BE49-F238E27FC236}">
                <a16:creationId xmlns:a16="http://schemas.microsoft.com/office/drawing/2014/main" id="{87608545-9583-4E71-AA75-B35DDA9B27C6}"/>
              </a:ext>
            </a:extLst>
          </p:cNvPr>
          <p:cNvSpPr>
            <a:spLocks xmlns:a="http://schemas.openxmlformats.org/drawingml/2006/main" noGrp="1"/>
          </p:cNvSpPr>
          <p:nvPr/>
        </p:nvSpPr>
        <p:spPr>
          <a:xfrm xmlns:a="http://schemas.openxmlformats.org/drawingml/2006/main">
            <a:off x="7905750" y="3724275"/>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2860">
            <a:solidFill>
              <a:srgbClr val="231F20"/>
            </a:solidFill>
          </a:ln>
        </p:spPr>
      </p:sp>
      <p:sp>
        <p:nvSpPr>
          <p:cNvPr id="183" name="wire-513">
            <a:extLst xmlns:a="http://schemas.openxmlformats.org/drawingml/2006/main">
              <a:ext uri="{FF2B5EF4-FFF2-40B4-BE49-F238E27FC236}">
                <a16:creationId xmlns:a16="http://schemas.microsoft.com/office/drawing/2014/main" id="{3329FA4E-2B6C-4770-8635-4D01C817143C}"/>
              </a:ext>
            </a:extLst>
          </p:cNvPr>
          <p:cNvSpPr>
            <a:spLocks xmlns:a="http://schemas.openxmlformats.org/drawingml/2006/main" noGrp="1"/>
          </p:cNvSpPr>
          <p:nvPr/>
        </p:nvSpPr>
        <p:spPr>
          <a:xfrm xmlns:a="http://schemas.openxmlformats.org/drawingml/2006/main">
            <a:off x="7905750" y="409575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184" name="circuit-514">
            <a:extLst xmlns:a="http://schemas.openxmlformats.org/drawingml/2006/main">
              <a:ext uri="{FF2B5EF4-FFF2-40B4-BE49-F238E27FC236}">
                <a16:creationId xmlns:a16="http://schemas.microsoft.com/office/drawing/2014/main" id="{D6B902A2-A7CD-49B2-A2DA-52A328A087CE}"/>
              </a:ext>
            </a:extLst>
          </p:cNvPr>
          <p:cNvSpPr>
            <a:spLocks xmlns:a="http://schemas.openxmlformats.org/drawingml/2006/main" noGrp="1"/>
          </p:cNvSpPr>
          <p:nvPr/>
        </p:nvSpPr>
        <p:spPr>
          <a:xfrm xmlns:a="http://schemas.openxmlformats.org/drawingml/2006/main">
            <a:off x="7905750" y="40576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85" name="block-515">
            <a:extLst xmlns:a="http://schemas.openxmlformats.org/drawingml/2006/main">
              <a:ext uri="{FF2B5EF4-FFF2-40B4-BE49-F238E27FC236}">
                <a16:creationId xmlns:a16="http://schemas.microsoft.com/office/drawing/2014/main" id="{636DF208-EF21-4D15-AFAB-71BD25C77B96}"/>
              </a:ext>
            </a:extLst>
          </p:cNvPr>
          <p:cNvSpPr>
            <a:spLocks xmlns:a="http://schemas.openxmlformats.org/drawingml/2006/main" noGrp="1"/>
          </p:cNvSpPr>
          <p:nvPr/>
        </p:nvSpPr>
        <p:spPr>
          <a:xfrm xmlns:a="http://schemas.openxmlformats.org/drawingml/2006/main">
            <a:off x="6191250" y="3800475"/>
            <a:ext cx="1143000" cy="3048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86" name="text-516">
            <a:extLst xmlns:a="http://schemas.openxmlformats.org/drawingml/2006/main">
              <a:ext uri="{FF2B5EF4-FFF2-40B4-BE49-F238E27FC236}">
                <a16:creationId xmlns:a16="http://schemas.microsoft.com/office/drawing/2014/main" id="{837A2F97-AAE6-439C-9FF0-670C15C99DF1}"/>
              </a:ext>
            </a:extLst>
          </p:cNvPr>
          <p:cNvSpPr>
            <a:spLocks xmlns:a="http://schemas.openxmlformats.org/drawingml/2006/main" noGrp="1"/>
          </p:cNvSpPr>
          <p:nvPr/>
        </p:nvSpPr>
        <p:spPr>
          <a:xfrm xmlns:a="http://schemas.openxmlformats.org/drawingml/2006/main">
            <a:off x="6267450" y="3857625"/>
            <a:ext cx="990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1">
                <a:solidFill>
                  <a:srgbClr val="231F20"/>
                </a:solidFill>
                <a:latin typeface="Arial"/>
                <a:ea typeface="Arial"/>
                <a:cs typeface="Arial"/>
              </a:defRPr>
            </a:defPPr>
            <a:lvl1pPr algn="ctr">
              <a:defRPr sz="1350" b="1">
                <a:solidFill>
                  <a:srgbClr val="231F20"/>
                </a:solidFill>
                <a:latin typeface="Arial"/>
                <a:ea typeface="Arial"/>
                <a:cs typeface="Arial"/>
              </a:defRPr>
            </a:lvl1pPr>
            <a:lvl2pPr algn="ctr">
              <a:defRPr sz="1350" b="1">
                <a:solidFill>
                  <a:srgbClr val="231F20"/>
                </a:solidFill>
                <a:latin typeface="Arial"/>
                <a:ea typeface="Arial"/>
                <a:cs typeface="Arial"/>
              </a:defRPr>
            </a:lvl2pPr>
            <a:lvl3pPr algn="ctr">
              <a:defRPr sz="1350" b="1">
                <a:solidFill>
                  <a:srgbClr val="231F20"/>
                </a:solidFill>
                <a:latin typeface="Arial"/>
                <a:ea typeface="Arial"/>
                <a:cs typeface="Arial"/>
              </a:defRPr>
            </a:lvl3pPr>
            <a:lvl4pPr algn="ctr">
              <a:defRPr sz="1350" b="1">
                <a:solidFill>
                  <a:srgbClr val="231F20"/>
                </a:solidFill>
                <a:latin typeface="Arial"/>
                <a:ea typeface="Arial"/>
                <a:cs typeface="Arial"/>
              </a:defRPr>
            </a:lvl4pPr>
            <a:lvl5pPr algn="ctr">
              <a:defRPr sz="1350" b="1">
                <a:solidFill>
                  <a:srgbClr val="231F20"/>
                </a:solidFill>
                <a:latin typeface="Arial"/>
                <a:ea typeface="Arial"/>
                <a:cs typeface="Arial"/>
              </a:defRPr>
            </a:lvl5pPr>
            <a:lvl6pPr algn="ctr">
              <a:defRPr sz="1350" b="1">
                <a:solidFill>
                  <a:srgbClr val="231F20"/>
                </a:solidFill>
                <a:latin typeface="Arial"/>
                <a:ea typeface="Arial"/>
                <a:cs typeface="Arial"/>
              </a:defRPr>
            </a:lvl6pPr>
            <a:lvl7pPr algn="ctr">
              <a:defRPr sz="1350" b="1">
                <a:solidFill>
                  <a:srgbClr val="231F20"/>
                </a:solidFill>
                <a:latin typeface="Arial"/>
                <a:ea typeface="Arial"/>
                <a:cs typeface="Arial"/>
              </a:defRPr>
            </a:lvl7pPr>
            <a:lvl8pPr algn="ctr">
              <a:defRPr sz="1350" b="1">
                <a:solidFill>
                  <a:srgbClr val="231F20"/>
                </a:solidFill>
                <a:latin typeface="Arial"/>
                <a:ea typeface="Arial"/>
                <a:cs typeface="Arial"/>
              </a:defRPr>
            </a:lvl8pPr>
            <a:lvl9pPr algn="ctr">
              <a:defRPr sz="1350" b="1">
                <a:solidFill>
                  <a:srgbClr val="231F20"/>
                </a:solidFill>
                <a:latin typeface="Arial"/>
                <a:ea typeface="Arial"/>
                <a:cs typeface="Arial"/>
              </a:defRPr>
            </a:lvl9pPr>
          </a:lstStyle>
          <a:p xmlns:a="http://schemas.openxmlformats.org/drawingml/2006/main">
            <a:pPr algn="ctr">
              <a:defRPr sz="1350" b="1">
                <a:solidFill>
                  <a:srgbClr val="231F20"/>
                </a:solidFill>
                <a:latin typeface="Arial"/>
                <a:ea typeface="Arial"/>
                <a:cs typeface="Arial"/>
              </a:defRPr>
            </a:pPr>
            <a:r>
              <a:rPr sz="1350" b="1">
                <a:solidFill>
                  <a:srgbClr val="231F20"/>
                </a:solidFill>
                <a:latin typeface="Arial"/>
                <a:ea typeface="Arial"/>
                <a:cs typeface="Arial"/>
              </a:rPr>
              <a:t>dMMU</a:t>
            </a:r>
          </a:p>
        </p:txBody>
      </p:sp>
      <p:sp>
        <p:nvSpPr>
          <p:cNvPr id="187" name="block-517">
            <a:extLst xmlns:a="http://schemas.openxmlformats.org/drawingml/2006/main">
              <a:ext uri="{FF2B5EF4-FFF2-40B4-BE49-F238E27FC236}">
                <a16:creationId xmlns:a16="http://schemas.microsoft.com/office/drawing/2014/main" id="{2E36BEF7-D1E5-4ABE-A7D4-F66F8D40200A}"/>
              </a:ext>
            </a:extLst>
          </p:cNvPr>
          <p:cNvSpPr>
            <a:spLocks xmlns:a="http://schemas.openxmlformats.org/drawingml/2006/main" noGrp="1"/>
          </p:cNvSpPr>
          <p:nvPr/>
        </p:nvSpPr>
        <p:spPr>
          <a:xfrm xmlns:a="http://schemas.openxmlformats.org/drawingml/2006/main">
            <a:off x="6191250" y="4343400"/>
            <a:ext cx="4953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88" name="text-518">
            <a:extLst xmlns:a="http://schemas.openxmlformats.org/drawingml/2006/main">
              <a:ext uri="{FF2B5EF4-FFF2-40B4-BE49-F238E27FC236}">
                <a16:creationId xmlns:a16="http://schemas.microsoft.com/office/drawing/2014/main" id="{997697C5-5511-4F28-A6F4-684B7B452F66}"/>
              </a:ext>
            </a:extLst>
          </p:cNvPr>
          <p:cNvSpPr>
            <a:spLocks xmlns:a="http://schemas.openxmlformats.org/drawingml/2006/main" noGrp="1"/>
          </p:cNvSpPr>
          <p:nvPr/>
        </p:nvSpPr>
        <p:spPr>
          <a:xfrm xmlns:a="http://schemas.openxmlformats.org/drawingml/2006/main">
            <a:off x="6267450" y="4400550"/>
            <a:ext cx="342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425" b="1">
                <a:solidFill>
                  <a:srgbClr val="231F20"/>
                </a:solidFill>
                <a:latin typeface="Arial"/>
                <a:ea typeface="Arial"/>
                <a:cs typeface="Arial"/>
              </a:defRPr>
            </a:defPPr>
            <a:lvl1pPr algn="ctr">
              <a:defRPr sz="1425" b="1">
                <a:solidFill>
                  <a:srgbClr val="231F20"/>
                </a:solidFill>
                <a:latin typeface="Arial"/>
                <a:ea typeface="Arial"/>
                <a:cs typeface="Arial"/>
              </a:defRPr>
            </a:lvl1pPr>
            <a:lvl2pPr algn="ctr">
              <a:defRPr sz="1425" b="1">
                <a:solidFill>
                  <a:srgbClr val="231F20"/>
                </a:solidFill>
                <a:latin typeface="Arial"/>
                <a:ea typeface="Arial"/>
                <a:cs typeface="Arial"/>
              </a:defRPr>
            </a:lvl2pPr>
            <a:lvl3pPr algn="ctr">
              <a:defRPr sz="1425" b="1">
                <a:solidFill>
                  <a:srgbClr val="231F20"/>
                </a:solidFill>
                <a:latin typeface="Arial"/>
                <a:ea typeface="Arial"/>
                <a:cs typeface="Arial"/>
              </a:defRPr>
            </a:lvl3pPr>
            <a:lvl4pPr algn="ctr">
              <a:defRPr sz="1425" b="1">
                <a:solidFill>
                  <a:srgbClr val="231F20"/>
                </a:solidFill>
                <a:latin typeface="Arial"/>
                <a:ea typeface="Arial"/>
                <a:cs typeface="Arial"/>
              </a:defRPr>
            </a:lvl4pPr>
            <a:lvl5pPr algn="ctr">
              <a:defRPr sz="1425" b="1">
                <a:solidFill>
                  <a:srgbClr val="231F20"/>
                </a:solidFill>
                <a:latin typeface="Arial"/>
                <a:ea typeface="Arial"/>
                <a:cs typeface="Arial"/>
              </a:defRPr>
            </a:lvl5pPr>
            <a:lvl6pPr algn="ctr">
              <a:defRPr sz="1425" b="1">
                <a:solidFill>
                  <a:srgbClr val="231F20"/>
                </a:solidFill>
                <a:latin typeface="Arial"/>
                <a:ea typeface="Arial"/>
                <a:cs typeface="Arial"/>
              </a:defRPr>
            </a:lvl6pPr>
            <a:lvl7pPr algn="ctr">
              <a:defRPr sz="1425" b="1">
                <a:solidFill>
                  <a:srgbClr val="231F20"/>
                </a:solidFill>
                <a:latin typeface="Arial"/>
                <a:ea typeface="Arial"/>
                <a:cs typeface="Arial"/>
              </a:defRPr>
            </a:lvl7pPr>
            <a:lvl8pPr algn="ctr">
              <a:defRPr sz="1425" b="1">
                <a:solidFill>
                  <a:srgbClr val="231F20"/>
                </a:solidFill>
                <a:latin typeface="Arial"/>
                <a:ea typeface="Arial"/>
                <a:cs typeface="Arial"/>
              </a:defRPr>
            </a:lvl8pPr>
            <a:lvl9pPr algn="ctr">
              <a:defRPr sz="1425" b="1">
                <a:solidFill>
                  <a:srgbClr val="231F20"/>
                </a:solidFill>
                <a:latin typeface="Arial"/>
                <a:ea typeface="Arial"/>
                <a:cs typeface="Arial"/>
              </a:defRPr>
            </a:lvl9pPr>
          </a:lstStyle>
          <a:p xmlns:a="http://schemas.openxmlformats.org/drawingml/2006/main">
            <a:pPr algn="ctr">
              <a:defRPr sz="1425" b="1">
                <a:solidFill>
                  <a:srgbClr val="231F20"/>
                </a:solidFill>
                <a:latin typeface="Arial"/>
                <a:ea typeface="Arial"/>
                <a:cs typeface="Arial"/>
              </a:defRPr>
            </a:pPr>
            <a:r>
              <a:rPr sz="1425" b="1">
                <a:solidFill>
                  <a:srgbClr val="231F20"/>
                </a:solidFill>
                <a:latin typeface="Arial"/>
                <a:ea typeface="Arial"/>
                <a:cs typeface="Arial"/>
              </a:rPr>
              <a:t>D$</a:t>
            </a:r>
          </a:p>
        </p:txBody>
      </p:sp>
      <p:sp>
        <p:nvSpPr>
          <p:cNvPr id="189" name="block-519">
            <a:extLst xmlns:a="http://schemas.openxmlformats.org/drawingml/2006/main">
              <a:ext uri="{FF2B5EF4-FFF2-40B4-BE49-F238E27FC236}">
                <a16:creationId xmlns:a16="http://schemas.microsoft.com/office/drawing/2014/main" id="{D869C76D-BE56-42A2-8670-5C290335A596}"/>
              </a:ext>
            </a:extLst>
          </p:cNvPr>
          <p:cNvSpPr>
            <a:spLocks xmlns:a="http://schemas.openxmlformats.org/drawingml/2006/main" noGrp="1"/>
          </p:cNvSpPr>
          <p:nvPr/>
        </p:nvSpPr>
        <p:spPr>
          <a:xfrm xmlns:a="http://schemas.openxmlformats.org/drawingml/2006/main">
            <a:off x="6191250" y="5210175"/>
            <a:ext cx="1143000" cy="323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90" name="text-520">
            <a:extLst xmlns:a="http://schemas.openxmlformats.org/drawingml/2006/main">
              <a:ext uri="{FF2B5EF4-FFF2-40B4-BE49-F238E27FC236}">
                <a16:creationId xmlns:a16="http://schemas.microsoft.com/office/drawing/2014/main" id="{C371AA2C-D522-49E7-A563-A0C7D2865C25}"/>
              </a:ext>
            </a:extLst>
          </p:cNvPr>
          <p:cNvSpPr>
            <a:spLocks xmlns:a="http://schemas.openxmlformats.org/drawingml/2006/main" noGrp="1"/>
          </p:cNvSpPr>
          <p:nvPr/>
        </p:nvSpPr>
        <p:spPr>
          <a:xfrm xmlns:a="http://schemas.openxmlformats.org/drawingml/2006/main">
            <a:off x="6267450" y="5267325"/>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バス接続</a:t>
            </a:r>
          </a:p>
        </p:txBody>
      </p:sp>
      <p:sp>
        <p:nvSpPr>
          <p:cNvPr id="191" name="wire-521">
            <a:extLst xmlns:a="http://schemas.openxmlformats.org/drawingml/2006/main">
              <a:ext uri="{FF2B5EF4-FFF2-40B4-BE49-F238E27FC236}">
                <a16:creationId xmlns:a16="http://schemas.microsoft.com/office/drawing/2014/main" id="{29FBC6B2-B3F2-40F6-A216-4B8939084FC4}"/>
              </a:ext>
            </a:extLst>
          </p:cNvPr>
          <p:cNvSpPr>
            <a:spLocks xmlns:a="http://schemas.openxmlformats.org/drawingml/2006/main" noGrp="1"/>
          </p:cNvSpPr>
          <p:nvPr/>
        </p:nvSpPr>
        <p:spPr>
          <a:xfrm xmlns:a="http://schemas.openxmlformats.org/drawingml/2006/main">
            <a:off x="6762750" y="4105275"/>
            <a:ext cx="9525" cy="76200"/>
          </a:xfrm>
          <a:custGeom xmlns:a="http://schemas.openxmlformats.org/drawingml/2006/main">
            <a:pathLst>
              <a:path w="9525" h="76200">
                <a:moveTo>
                  <a:pt x="0" y="0"/>
                </a:moveTo>
                <a:lnTo>
                  <a:pt x="0" y="76200"/>
                </a:lnTo>
              </a:path>
            </a:pathLst>
          </a:custGeom>
          <a:noFill xmlns:a="http://schemas.openxmlformats.org/drawingml/2006/main"/>
          <a:ln xmlns:a="http://schemas.openxmlformats.org/drawingml/2006/main" w="22860">
            <a:solidFill>
              <a:srgbClr val="231F20"/>
            </a:solidFill>
          </a:ln>
        </p:spPr>
      </p:sp>
      <p:sp>
        <p:nvSpPr>
          <p:cNvPr id="192" name="wire-522">
            <a:extLst xmlns:a="http://schemas.openxmlformats.org/drawingml/2006/main">
              <a:ext uri="{FF2B5EF4-FFF2-40B4-BE49-F238E27FC236}">
                <a16:creationId xmlns:a16="http://schemas.microsoft.com/office/drawing/2014/main" id="{2441F31B-5711-41D8-8B3A-605697D6369B}"/>
              </a:ext>
            </a:extLst>
          </p:cNvPr>
          <p:cNvSpPr>
            <a:spLocks xmlns:a="http://schemas.openxmlformats.org/drawingml/2006/main" noGrp="1"/>
          </p:cNvSpPr>
          <p:nvPr/>
        </p:nvSpPr>
        <p:spPr>
          <a:xfrm xmlns:a="http://schemas.openxmlformats.org/drawingml/2006/main">
            <a:off x="6438900" y="4181475"/>
            <a:ext cx="323850" cy="9525"/>
          </a:xfrm>
          <a:custGeom xmlns:a="http://schemas.openxmlformats.org/drawingml/2006/main">
            <a:pathLst>
              <a:path w="323850" h="9525">
                <a:moveTo>
                  <a:pt x="323850" y="0"/>
                </a:moveTo>
                <a:lnTo>
                  <a:pt x="0" y="0"/>
                </a:lnTo>
              </a:path>
            </a:pathLst>
          </a:custGeom>
          <a:noFill xmlns:a="http://schemas.openxmlformats.org/drawingml/2006/main"/>
          <a:ln xmlns:a="http://schemas.openxmlformats.org/drawingml/2006/main" w="22860">
            <a:solidFill>
              <a:srgbClr val="231F20"/>
            </a:solidFill>
          </a:ln>
        </p:spPr>
      </p:sp>
      <p:sp>
        <p:nvSpPr>
          <p:cNvPr id="193" name="wire-523">
            <a:extLst xmlns:a="http://schemas.openxmlformats.org/drawingml/2006/main">
              <a:ext uri="{FF2B5EF4-FFF2-40B4-BE49-F238E27FC236}">
                <a16:creationId xmlns:a16="http://schemas.microsoft.com/office/drawing/2014/main" id="{89CD61F7-A48E-48CD-8D1A-F75C003D4B21}"/>
              </a:ext>
            </a:extLst>
          </p:cNvPr>
          <p:cNvSpPr>
            <a:spLocks xmlns:a="http://schemas.openxmlformats.org/drawingml/2006/main" noGrp="1"/>
          </p:cNvSpPr>
          <p:nvPr/>
        </p:nvSpPr>
        <p:spPr>
          <a:xfrm xmlns:a="http://schemas.openxmlformats.org/drawingml/2006/main">
            <a:off x="6438900" y="4181475"/>
            <a:ext cx="9525" cy="161925"/>
          </a:xfrm>
          <a:custGeom xmlns:a="http://schemas.openxmlformats.org/drawingml/2006/main">
            <a:pathLst>
              <a:path w="9525" h="161925">
                <a:moveTo>
                  <a:pt x="0" y="0"/>
                </a:moveTo>
                <a:lnTo>
                  <a:pt x="0" y="161925"/>
                </a:lnTo>
              </a:path>
            </a:pathLst>
          </a:custGeom>
          <a:noFill xmlns:a="http://schemas.openxmlformats.org/drawingml/2006/main"/>
          <a:ln xmlns:a="http://schemas.openxmlformats.org/drawingml/2006/main" w="22860">
            <a:solidFill>
              <a:srgbClr val="231F20"/>
            </a:solidFill>
          </a:ln>
        </p:spPr>
      </p:sp>
      <p:sp>
        <p:nvSpPr>
          <p:cNvPr id="194" name="circuit-524">
            <a:extLst xmlns:a="http://schemas.openxmlformats.org/drawingml/2006/main">
              <a:ext uri="{FF2B5EF4-FFF2-40B4-BE49-F238E27FC236}">
                <a16:creationId xmlns:a16="http://schemas.microsoft.com/office/drawing/2014/main" id="{BD46C38D-49D2-481B-BEE3-CCE8618D571B}"/>
              </a:ext>
            </a:extLst>
          </p:cNvPr>
          <p:cNvSpPr>
            <a:spLocks xmlns:a="http://schemas.openxmlformats.org/drawingml/2006/main" noGrp="1"/>
          </p:cNvSpPr>
          <p:nvPr/>
        </p:nvSpPr>
        <p:spPr>
          <a:xfrm xmlns:a="http://schemas.openxmlformats.org/drawingml/2006/main">
            <a:off x="6400800" y="424815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195" name="wire-525">
            <a:extLst xmlns:a="http://schemas.openxmlformats.org/drawingml/2006/main">
              <a:ext uri="{FF2B5EF4-FFF2-40B4-BE49-F238E27FC236}">
                <a16:creationId xmlns:a16="http://schemas.microsoft.com/office/drawing/2014/main" id="{BB42E254-AD12-459F-8C1D-251D485318EA}"/>
              </a:ext>
            </a:extLst>
          </p:cNvPr>
          <p:cNvSpPr>
            <a:spLocks xmlns:a="http://schemas.openxmlformats.org/drawingml/2006/main" noGrp="1"/>
          </p:cNvSpPr>
          <p:nvPr/>
        </p:nvSpPr>
        <p:spPr>
          <a:xfrm xmlns:a="http://schemas.openxmlformats.org/drawingml/2006/main">
            <a:off x="6762750" y="4181475"/>
            <a:ext cx="676275" cy="9525"/>
          </a:xfrm>
          <a:custGeom xmlns:a="http://schemas.openxmlformats.org/drawingml/2006/main">
            <a:pathLst>
              <a:path w="676275" h="9525">
                <a:moveTo>
                  <a:pt x="0" y="0"/>
                </a:moveTo>
                <a:lnTo>
                  <a:pt x="676275" y="0"/>
                </a:lnTo>
              </a:path>
            </a:pathLst>
          </a:custGeom>
          <a:noFill xmlns:a="http://schemas.openxmlformats.org/drawingml/2006/main"/>
          <a:ln xmlns:a="http://schemas.openxmlformats.org/drawingml/2006/main" w="22860">
            <a:solidFill>
              <a:srgbClr val="231F20"/>
            </a:solidFill>
          </a:ln>
        </p:spPr>
      </p:sp>
      <p:sp>
        <p:nvSpPr>
          <p:cNvPr id="196" name="wire-526">
            <a:extLst xmlns:a="http://schemas.openxmlformats.org/drawingml/2006/main">
              <a:ext uri="{FF2B5EF4-FFF2-40B4-BE49-F238E27FC236}">
                <a16:creationId xmlns:a16="http://schemas.microsoft.com/office/drawing/2014/main" id="{18E81D3F-92F4-4518-8C28-D9B179421F4B}"/>
              </a:ext>
            </a:extLst>
          </p:cNvPr>
          <p:cNvSpPr>
            <a:spLocks xmlns:a="http://schemas.openxmlformats.org/drawingml/2006/main" noGrp="1"/>
          </p:cNvSpPr>
          <p:nvPr/>
        </p:nvSpPr>
        <p:spPr>
          <a:xfrm xmlns:a="http://schemas.openxmlformats.org/drawingml/2006/main">
            <a:off x="7439025" y="4181475"/>
            <a:ext cx="9525" cy="1076325"/>
          </a:xfrm>
          <a:custGeom xmlns:a="http://schemas.openxmlformats.org/drawingml/2006/main">
            <a:pathLst>
              <a:path w="9525" h="1076325">
                <a:moveTo>
                  <a:pt x="0" y="0"/>
                </a:moveTo>
                <a:lnTo>
                  <a:pt x="0" y="1076325"/>
                </a:lnTo>
              </a:path>
            </a:pathLst>
          </a:custGeom>
          <a:noFill xmlns:a="http://schemas.openxmlformats.org/drawingml/2006/main"/>
          <a:ln xmlns:a="http://schemas.openxmlformats.org/drawingml/2006/main" w="22860">
            <a:solidFill>
              <a:srgbClr val="231F20"/>
            </a:solidFill>
          </a:ln>
        </p:spPr>
      </p:sp>
      <p:sp>
        <p:nvSpPr>
          <p:cNvPr id="197" name="wire-527">
            <a:extLst xmlns:a="http://schemas.openxmlformats.org/drawingml/2006/main">
              <a:ext uri="{FF2B5EF4-FFF2-40B4-BE49-F238E27FC236}">
                <a16:creationId xmlns:a16="http://schemas.microsoft.com/office/drawing/2014/main" id="{F70E059A-825C-4116-AFE5-6BF6A7698914}"/>
              </a:ext>
            </a:extLst>
          </p:cNvPr>
          <p:cNvSpPr>
            <a:spLocks xmlns:a="http://schemas.openxmlformats.org/drawingml/2006/main" noGrp="1"/>
          </p:cNvSpPr>
          <p:nvPr/>
        </p:nvSpPr>
        <p:spPr>
          <a:xfrm xmlns:a="http://schemas.openxmlformats.org/drawingml/2006/main">
            <a:off x="7334250" y="5257800"/>
            <a:ext cx="104775" cy="9525"/>
          </a:xfrm>
          <a:custGeom xmlns:a="http://schemas.openxmlformats.org/drawingml/2006/main">
            <a:pathLst>
              <a:path w="104775" h="9525">
                <a:moveTo>
                  <a:pt x="104775" y="0"/>
                </a:moveTo>
                <a:lnTo>
                  <a:pt x="0" y="0"/>
                </a:lnTo>
              </a:path>
            </a:pathLst>
          </a:custGeom>
          <a:noFill xmlns:a="http://schemas.openxmlformats.org/drawingml/2006/main"/>
          <a:ln xmlns:a="http://schemas.openxmlformats.org/drawingml/2006/main" w="22860">
            <a:solidFill>
              <a:srgbClr val="231F20"/>
            </a:solidFill>
          </a:ln>
        </p:spPr>
      </p:sp>
      <p:sp>
        <p:nvSpPr>
          <p:cNvPr id="198" name="circuit-528">
            <a:extLst xmlns:a="http://schemas.openxmlformats.org/drawingml/2006/main">
              <a:ext uri="{FF2B5EF4-FFF2-40B4-BE49-F238E27FC236}">
                <a16:creationId xmlns:a16="http://schemas.microsoft.com/office/drawing/2014/main" id="{329B9C1B-D586-417B-B9A0-EB24BDB110CA}"/>
              </a:ext>
            </a:extLst>
          </p:cNvPr>
          <p:cNvSpPr>
            <a:spLocks xmlns:a="http://schemas.openxmlformats.org/drawingml/2006/main" noGrp="1"/>
          </p:cNvSpPr>
          <p:nvPr/>
        </p:nvSpPr>
        <p:spPr>
          <a:xfrm xmlns:a="http://schemas.openxmlformats.org/drawingml/2006/main">
            <a:off x="7334250" y="5219700"/>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199" name="text-529">
            <a:extLst xmlns:a="http://schemas.openxmlformats.org/drawingml/2006/main">
              <a:ext uri="{FF2B5EF4-FFF2-40B4-BE49-F238E27FC236}">
                <a16:creationId xmlns:a16="http://schemas.microsoft.com/office/drawing/2014/main" id="{DA23EB2C-0C43-4C27-BD56-7506F7820641}"/>
              </a:ext>
            </a:extLst>
          </p:cNvPr>
          <p:cNvSpPr>
            <a:spLocks xmlns:a="http://schemas.openxmlformats.org/drawingml/2006/main" noGrp="1"/>
          </p:cNvSpPr>
          <p:nvPr/>
        </p:nvSpPr>
        <p:spPr>
          <a:xfrm xmlns:a="http://schemas.openxmlformats.org/drawingml/2006/main">
            <a:off x="6772275" y="4219575"/>
            <a:ext cx="561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050" b="0">
                <a:solidFill>
                  <a:srgbClr val="777777"/>
                </a:solidFill>
                <a:latin typeface="Arial"/>
                <a:ea typeface="Arial"/>
                <a:cs typeface="Arial"/>
              </a:defRPr>
            </a:defPPr>
            <a:lvl1pPr algn="ctr">
              <a:defRPr sz="1050" b="0">
                <a:solidFill>
                  <a:srgbClr val="777777"/>
                </a:solidFill>
                <a:latin typeface="Arial"/>
                <a:ea typeface="Arial"/>
                <a:cs typeface="Arial"/>
              </a:defRPr>
            </a:lvl1pPr>
            <a:lvl2pPr algn="ctr">
              <a:defRPr sz="1050" b="0">
                <a:solidFill>
                  <a:srgbClr val="777777"/>
                </a:solidFill>
                <a:latin typeface="Arial"/>
                <a:ea typeface="Arial"/>
                <a:cs typeface="Arial"/>
              </a:defRPr>
            </a:lvl2pPr>
            <a:lvl3pPr algn="ctr">
              <a:defRPr sz="1050" b="0">
                <a:solidFill>
                  <a:srgbClr val="777777"/>
                </a:solidFill>
                <a:latin typeface="Arial"/>
                <a:ea typeface="Arial"/>
                <a:cs typeface="Arial"/>
              </a:defRPr>
            </a:lvl3pPr>
            <a:lvl4pPr algn="ctr">
              <a:defRPr sz="1050" b="0">
                <a:solidFill>
                  <a:srgbClr val="777777"/>
                </a:solidFill>
                <a:latin typeface="Arial"/>
                <a:ea typeface="Arial"/>
                <a:cs typeface="Arial"/>
              </a:defRPr>
            </a:lvl4pPr>
            <a:lvl5pPr algn="ctr">
              <a:defRPr sz="1050" b="0">
                <a:solidFill>
                  <a:srgbClr val="777777"/>
                </a:solidFill>
                <a:latin typeface="Arial"/>
                <a:ea typeface="Arial"/>
                <a:cs typeface="Arial"/>
              </a:defRPr>
            </a:lvl5pPr>
            <a:lvl6pPr algn="ctr">
              <a:defRPr sz="1050" b="0">
                <a:solidFill>
                  <a:srgbClr val="777777"/>
                </a:solidFill>
                <a:latin typeface="Arial"/>
                <a:ea typeface="Arial"/>
                <a:cs typeface="Arial"/>
              </a:defRPr>
            </a:lvl6pPr>
            <a:lvl7pPr algn="ctr">
              <a:defRPr sz="1050" b="0">
                <a:solidFill>
                  <a:srgbClr val="777777"/>
                </a:solidFill>
                <a:latin typeface="Arial"/>
                <a:ea typeface="Arial"/>
                <a:cs typeface="Arial"/>
              </a:defRPr>
            </a:lvl7pPr>
            <a:lvl8pPr algn="ctr">
              <a:defRPr sz="1050" b="0">
                <a:solidFill>
                  <a:srgbClr val="777777"/>
                </a:solidFill>
                <a:latin typeface="Arial"/>
                <a:ea typeface="Arial"/>
                <a:cs typeface="Arial"/>
              </a:defRPr>
            </a:lvl8pPr>
            <a:lvl9pPr algn="ctr">
              <a:defRPr sz="1050" b="0">
                <a:solidFill>
                  <a:srgbClr val="777777"/>
                </a:solidFill>
                <a:latin typeface="Arial"/>
                <a:ea typeface="Arial"/>
                <a:cs typeface="Arial"/>
              </a:defRPr>
            </a:lvl9pPr>
          </a:lstStyle>
          <a:p xmlns:a="http://schemas.openxmlformats.org/drawingml/2006/main">
            <a:pPr algn="ctr">
              <a:defRPr sz="1050" b="0">
                <a:solidFill>
                  <a:srgbClr val="777777"/>
                </a:solidFill>
                <a:latin typeface="Arial"/>
                <a:ea typeface="Arial"/>
                <a:cs typeface="Arial"/>
              </a:defRPr>
            </a:pPr>
            <a:r>
              <a:rPr sz="1050" b="0">
                <a:solidFill>
                  <a:srgbClr val="777777"/>
                </a:solidFill>
                <a:latin typeface="Arial"/>
                <a:ea typeface="Arial"/>
                <a:cs typeface="Arial"/>
              </a:rPr>
              <a:t>MMIO</a:t>
            </a:r>
          </a:p>
        </p:txBody>
      </p:sp>
      <p:sp>
        <p:nvSpPr>
          <p:cNvPr id="200" name="junction-530">
            <a:extLst xmlns:a="http://schemas.openxmlformats.org/drawingml/2006/main">
              <a:ext uri="{FF2B5EF4-FFF2-40B4-BE49-F238E27FC236}">
                <a16:creationId xmlns:a16="http://schemas.microsoft.com/office/drawing/2014/main" id="{CCBDCD86-E0CF-4B55-8F0F-83CEB5AD89E0}"/>
              </a:ext>
            </a:extLst>
          </p:cNvPr>
          <p:cNvSpPr>
            <a:spLocks xmlns:a="http://schemas.openxmlformats.org/drawingml/2006/main" noGrp="1"/>
          </p:cNvSpPr>
          <p:nvPr/>
        </p:nvSpPr>
        <p:spPr>
          <a:xfrm xmlns:a="http://schemas.openxmlformats.org/drawingml/2006/main">
            <a:off x="6736080" y="4154805"/>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201" name="wire-531">
            <a:extLst xmlns:a="http://schemas.openxmlformats.org/drawingml/2006/main">
              <a:ext uri="{FF2B5EF4-FFF2-40B4-BE49-F238E27FC236}">
                <a16:creationId xmlns:a16="http://schemas.microsoft.com/office/drawing/2014/main" id="{79099870-995C-4A4F-B1BB-549446734F47}"/>
              </a:ext>
            </a:extLst>
          </p:cNvPr>
          <p:cNvSpPr>
            <a:spLocks xmlns:a="http://schemas.openxmlformats.org/drawingml/2006/main" noGrp="1"/>
          </p:cNvSpPr>
          <p:nvPr/>
        </p:nvSpPr>
        <p:spPr>
          <a:xfrm xmlns:a="http://schemas.openxmlformats.org/drawingml/2006/main">
            <a:off x="6438900" y="4714875"/>
            <a:ext cx="9525" cy="495300"/>
          </a:xfrm>
          <a:custGeom xmlns:a="http://schemas.openxmlformats.org/drawingml/2006/main">
            <a:pathLst>
              <a:path w="9525" h="495300">
                <a:moveTo>
                  <a:pt x="0" y="0"/>
                </a:moveTo>
                <a:lnTo>
                  <a:pt x="0" y="495300"/>
                </a:lnTo>
              </a:path>
            </a:pathLst>
          </a:custGeom>
          <a:noFill xmlns:a="http://schemas.openxmlformats.org/drawingml/2006/main"/>
          <a:ln xmlns:a="http://schemas.openxmlformats.org/drawingml/2006/main" w="22860">
            <a:solidFill>
              <a:srgbClr val="231F20"/>
            </a:solidFill>
          </a:ln>
        </p:spPr>
      </p:sp>
      <p:sp>
        <p:nvSpPr>
          <p:cNvPr id="202" name="circuit-532">
            <a:extLst xmlns:a="http://schemas.openxmlformats.org/drawingml/2006/main">
              <a:ext uri="{FF2B5EF4-FFF2-40B4-BE49-F238E27FC236}">
                <a16:creationId xmlns:a16="http://schemas.microsoft.com/office/drawing/2014/main" id="{ADD825BE-789E-4764-9AF6-8A5065BFF744}"/>
              </a:ext>
            </a:extLst>
          </p:cNvPr>
          <p:cNvSpPr>
            <a:spLocks xmlns:a="http://schemas.openxmlformats.org/drawingml/2006/main" noGrp="1"/>
          </p:cNvSpPr>
          <p:nvPr/>
        </p:nvSpPr>
        <p:spPr>
          <a:xfrm xmlns:a="http://schemas.openxmlformats.org/drawingml/2006/main">
            <a:off x="6400800" y="51149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203" name="wire-533">
            <a:extLst xmlns:a="http://schemas.openxmlformats.org/drawingml/2006/main">
              <a:ext uri="{FF2B5EF4-FFF2-40B4-BE49-F238E27FC236}">
                <a16:creationId xmlns:a16="http://schemas.microsoft.com/office/drawing/2014/main" id="{D4220262-471A-4F50-83A2-C3FDD059370F}"/>
              </a:ext>
            </a:extLst>
          </p:cNvPr>
          <p:cNvSpPr>
            <a:spLocks xmlns:a="http://schemas.openxmlformats.org/drawingml/2006/main" noGrp="1"/>
          </p:cNvSpPr>
          <p:nvPr/>
        </p:nvSpPr>
        <p:spPr>
          <a:xfrm xmlns:a="http://schemas.openxmlformats.org/drawingml/2006/main">
            <a:off x="6438900" y="4714875"/>
            <a:ext cx="9525" cy="495300"/>
          </a:xfrm>
          <a:custGeom xmlns:a="http://schemas.openxmlformats.org/drawingml/2006/main">
            <a:pathLst>
              <a:path w="9525" h="495300">
                <a:moveTo>
                  <a:pt x="0" y="495300"/>
                </a:moveTo>
                <a:lnTo>
                  <a:pt x="0" y="0"/>
                </a:lnTo>
              </a:path>
            </a:pathLst>
          </a:custGeom>
          <a:noFill xmlns:a="http://schemas.openxmlformats.org/drawingml/2006/main"/>
          <a:ln xmlns:a="http://schemas.openxmlformats.org/drawingml/2006/main" w="22860">
            <a:solidFill>
              <a:srgbClr val="231F20"/>
            </a:solidFill>
          </a:ln>
        </p:spPr>
      </p:sp>
      <p:sp>
        <p:nvSpPr>
          <p:cNvPr id="204" name="circuit-534">
            <a:extLst xmlns:a="http://schemas.openxmlformats.org/drawingml/2006/main">
              <a:ext uri="{FF2B5EF4-FFF2-40B4-BE49-F238E27FC236}">
                <a16:creationId xmlns:a16="http://schemas.microsoft.com/office/drawing/2014/main" id="{F0B9C9D2-57EB-4E74-8B5E-ECEF0EB0BFBE}"/>
              </a:ext>
            </a:extLst>
          </p:cNvPr>
          <p:cNvSpPr>
            <a:spLocks xmlns:a="http://schemas.openxmlformats.org/drawingml/2006/main" noGrp="1"/>
          </p:cNvSpPr>
          <p:nvPr/>
        </p:nvSpPr>
        <p:spPr>
          <a:xfrm xmlns:a="http://schemas.openxmlformats.org/drawingml/2006/main">
            <a:off x="6400800" y="4714875"/>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205" name="circuit-535">
            <a:extLst xmlns:a="http://schemas.openxmlformats.org/drawingml/2006/main">
              <a:ext uri="{FF2B5EF4-FFF2-40B4-BE49-F238E27FC236}">
                <a16:creationId xmlns:a16="http://schemas.microsoft.com/office/drawing/2014/main" id="{5FC1BACD-C444-476C-B564-96E329AC9A74}"/>
              </a:ext>
            </a:extLst>
          </p:cNvPr>
          <p:cNvSpPr>
            <a:spLocks xmlns:a="http://schemas.openxmlformats.org/drawingml/2006/main" noGrp="1"/>
          </p:cNvSpPr>
          <p:nvPr/>
        </p:nvSpPr>
        <p:spPr>
          <a:xfrm xmlns:a="http://schemas.openxmlformats.org/drawingml/2006/main">
            <a:off x="7153275" y="4638675"/>
            <a:ext cx="180975" cy="381000"/>
          </a:xfrm>
          <a:custGeom xmlns:a="http://schemas.openxmlformats.org/drawingml/2006/main">
            <a:pathLst>
              <a:path w="180975" h="381000">
                <a:moveTo>
                  <a:pt x="0" y="0"/>
                </a:moveTo>
                <a:lnTo>
                  <a:pt x="180975" y="57150"/>
                </a:lnTo>
                <a:lnTo>
                  <a:pt x="180975" y="323850"/>
                </a:lnTo>
                <a:lnTo>
                  <a:pt x="0" y="381000"/>
                </a:lnTo>
                <a:close/>
              </a:path>
            </a:pathLst>
          </a:custGeom>
          <a:solidFill xmlns:a="http://schemas.openxmlformats.org/drawingml/2006/main">
            <a:srgbClr val="FFFFFF"/>
          </a:solidFill>
          <a:ln xmlns:a="http://schemas.openxmlformats.org/drawingml/2006/main" w="14288">
            <a:solidFill>
              <a:srgbClr val="231F20"/>
            </a:solidFill>
          </a:ln>
        </p:spPr>
      </p:sp>
      <p:sp>
        <p:nvSpPr>
          <p:cNvPr id="206" name="wire-536">
            <a:extLst xmlns:a="http://schemas.openxmlformats.org/drawingml/2006/main">
              <a:ext uri="{FF2B5EF4-FFF2-40B4-BE49-F238E27FC236}">
                <a16:creationId xmlns:a16="http://schemas.microsoft.com/office/drawing/2014/main" id="{8DEBA47B-F490-45CC-877F-2D1FA7880598}"/>
              </a:ext>
            </a:extLst>
          </p:cNvPr>
          <p:cNvSpPr>
            <a:spLocks xmlns:a="http://schemas.openxmlformats.org/drawingml/2006/main" noGrp="1"/>
          </p:cNvSpPr>
          <p:nvPr/>
        </p:nvSpPr>
        <p:spPr>
          <a:xfrm xmlns:a="http://schemas.openxmlformats.org/drawingml/2006/main">
            <a:off x="6686550" y="4524375"/>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22860">
            <a:solidFill>
              <a:srgbClr val="231F20"/>
            </a:solidFill>
          </a:ln>
        </p:spPr>
      </p:sp>
      <p:sp>
        <p:nvSpPr>
          <p:cNvPr id="207" name="wire-537">
            <a:extLst xmlns:a="http://schemas.openxmlformats.org/drawingml/2006/main">
              <a:ext uri="{FF2B5EF4-FFF2-40B4-BE49-F238E27FC236}">
                <a16:creationId xmlns:a16="http://schemas.microsoft.com/office/drawing/2014/main" id="{AA1FD650-FE71-4D1C-99ED-7A9ED66DA68E}"/>
              </a:ext>
            </a:extLst>
          </p:cNvPr>
          <p:cNvSpPr>
            <a:spLocks xmlns:a="http://schemas.openxmlformats.org/drawingml/2006/main" noGrp="1"/>
          </p:cNvSpPr>
          <p:nvPr/>
        </p:nvSpPr>
        <p:spPr>
          <a:xfrm xmlns:a="http://schemas.openxmlformats.org/drawingml/2006/main">
            <a:off x="6991350" y="45243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22860">
            <a:solidFill>
              <a:srgbClr val="231F20"/>
            </a:solidFill>
          </a:ln>
        </p:spPr>
      </p:sp>
      <p:sp>
        <p:nvSpPr>
          <p:cNvPr id="208" name="wire-538">
            <a:extLst xmlns:a="http://schemas.openxmlformats.org/drawingml/2006/main">
              <a:ext uri="{FF2B5EF4-FFF2-40B4-BE49-F238E27FC236}">
                <a16:creationId xmlns:a16="http://schemas.microsoft.com/office/drawing/2014/main" id="{FB791646-3226-4578-8672-2D05F0CAD576}"/>
              </a:ext>
            </a:extLst>
          </p:cNvPr>
          <p:cNvSpPr>
            <a:spLocks xmlns:a="http://schemas.openxmlformats.org/drawingml/2006/main" noGrp="1"/>
          </p:cNvSpPr>
          <p:nvPr/>
        </p:nvSpPr>
        <p:spPr>
          <a:xfrm xmlns:a="http://schemas.openxmlformats.org/drawingml/2006/main">
            <a:off x="6991350" y="47434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2860">
            <a:solidFill>
              <a:srgbClr val="231F20"/>
            </a:solidFill>
          </a:ln>
        </p:spPr>
      </p:sp>
      <p:sp>
        <p:nvSpPr>
          <p:cNvPr id="209" name="circuit-539">
            <a:extLst xmlns:a="http://schemas.openxmlformats.org/drawingml/2006/main">
              <a:ext uri="{FF2B5EF4-FFF2-40B4-BE49-F238E27FC236}">
                <a16:creationId xmlns:a16="http://schemas.microsoft.com/office/drawing/2014/main" id="{53AB37D3-9567-43C6-AD18-D6EE8B3DE922}"/>
              </a:ext>
            </a:extLst>
          </p:cNvPr>
          <p:cNvSpPr>
            <a:spLocks xmlns:a="http://schemas.openxmlformats.org/drawingml/2006/main" noGrp="1"/>
          </p:cNvSpPr>
          <p:nvPr/>
        </p:nvSpPr>
        <p:spPr>
          <a:xfrm xmlns:a="http://schemas.openxmlformats.org/drawingml/2006/main">
            <a:off x="7058025" y="4705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10" name="wire-540">
            <a:extLst xmlns:a="http://schemas.openxmlformats.org/drawingml/2006/main">
              <a:ext uri="{FF2B5EF4-FFF2-40B4-BE49-F238E27FC236}">
                <a16:creationId xmlns:a16="http://schemas.microsoft.com/office/drawing/2014/main" id="{E7591820-D4CA-4381-8987-1FC881A07C2A}"/>
              </a:ext>
            </a:extLst>
          </p:cNvPr>
          <p:cNvSpPr>
            <a:spLocks xmlns:a="http://schemas.openxmlformats.org/drawingml/2006/main" noGrp="1"/>
          </p:cNvSpPr>
          <p:nvPr/>
        </p:nvSpPr>
        <p:spPr>
          <a:xfrm xmlns:a="http://schemas.openxmlformats.org/drawingml/2006/main">
            <a:off x="6934200" y="4914900"/>
            <a:ext cx="9525" cy="295275"/>
          </a:xfrm>
          <a:custGeom xmlns:a="http://schemas.openxmlformats.org/drawingml/2006/main">
            <a:pathLst>
              <a:path w="9525" h="295275">
                <a:moveTo>
                  <a:pt x="0" y="295275"/>
                </a:moveTo>
                <a:lnTo>
                  <a:pt x="0" y="0"/>
                </a:lnTo>
              </a:path>
            </a:pathLst>
          </a:custGeom>
          <a:noFill xmlns:a="http://schemas.openxmlformats.org/drawingml/2006/main"/>
          <a:ln xmlns:a="http://schemas.openxmlformats.org/drawingml/2006/main" w="22860">
            <a:solidFill>
              <a:srgbClr val="231F20"/>
            </a:solidFill>
          </a:ln>
        </p:spPr>
      </p:sp>
      <p:sp>
        <p:nvSpPr>
          <p:cNvPr id="211" name="wire-541">
            <a:extLst xmlns:a="http://schemas.openxmlformats.org/drawingml/2006/main">
              <a:ext uri="{FF2B5EF4-FFF2-40B4-BE49-F238E27FC236}">
                <a16:creationId xmlns:a16="http://schemas.microsoft.com/office/drawing/2014/main" id="{F90EF3A2-AA93-4E2D-9D50-BE3B53E49791}"/>
              </a:ext>
            </a:extLst>
          </p:cNvPr>
          <p:cNvSpPr>
            <a:spLocks xmlns:a="http://schemas.openxmlformats.org/drawingml/2006/main" noGrp="1"/>
          </p:cNvSpPr>
          <p:nvPr/>
        </p:nvSpPr>
        <p:spPr>
          <a:xfrm xmlns:a="http://schemas.openxmlformats.org/drawingml/2006/main">
            <a:off x="6934200" y="4914900"/>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2860">
            <a:solidFill>
              <a:srgbClr val="231F20"/>
            </a:solidFill>
          </a:ln>
        </p:spPr>
      </p:sp>
      <p:sp>
        <p:nvSpPr>
          <p:cNvPr id="212" name="circuit-542">
            <a:extLst xmlns:a="http://schemas.openxmlformats.org/drawingml/2006/main">
              <a:ext uri="{FF2B5EF4-FFF2-40B4-BE49-F238E27FC236}">
                <a16:creationId xmlns:a16="http://schemas.microsoft.com/office/drawing/2014/main" id="{08571837-A0BA-49EE-B124-ADFFA8C77A66}"/>
              </a:ext>
            </a:extLst>
          </p:cNvPr>
          <p:cNvSpPr>
            <a:spLocks xmlns:a="http://schemas.openxmlformats.org/drawingml/2006/main" noGrp="1"/>
          </p:cNvSpPr>
          <p:nvPr/>
        </p:nvSpPr>
        <p:spPr>
          <a:xfrm xmlns:a="http://schemas.openxmlformats.org/drawingml/2006/main">
            <a:off x="7058025" y="48768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13" name="wire-543">
            <a:extLst xmlns:a="http://schemas.openxmlformats.org/drawingml/2006/main">
              <a:ext uri="{FF2B5EF4-FFF2-40B4-BE49-F238E27FC236}">
                <a16:creationId xmlns:a16="http://schemas.microsoft.com/office/drawing/2014/main" id="{F412309B-517C-4001-A18C-E76FDA8A701A}"/>
              </a:ext>
            </a:extLst>
          </p:cNvPr>
          <p:cNvSpPr>
            <a:spLocks xmlns:a="http://schemas.openxmlformats.org/drawingml/2006/main" noGrp="1"/>
          </p:cNvSpPr>
          <p:nvPr/>
        </p:nvSpPr>
        <p:spPr>
          <a:xfrm xmlns:a="http://schemas.openxmlformats.org/drawingml/2006/main">
            <a:off x="7334250" y="48196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2860">
            <a:solidFill>
              <a:srgbClr val="231F20"/>
            </a:solidFill>
          </a:ln>
        </p:spPr>
      </p:sp>
      <p:sp>
        <p:nvSpPr>
          <p:cNvPr id="214" name="wire-544">
            <a:extLst xmlns:a="http://schemas.openxmlformats.org/drawingml/2006/main">
              <a:ext uri="{FF2B5EF4-FFF2-40B4-BE49-F238E27FC236}">
                <a16:creationId xmlns:a16="http://schemas.microsoft.com/office/drawing/2014/main" id="{CA998F69-CAA7-4600-B545-F0D8C33A23BC}"/>
              </a:ext>
            </a:extLst>
          </p:cNvPr>
          <p:cNvSpPr>
            <a:spLocks xmlns:a="http://schemas.openxmlformats.org/drawingml/2006/main" noGrp="1"/>
          </p:cNvSpPr>
          <p:nvPr/>
        </p:nvSpPr>
        <p:spPr>
          <a:xfrm xmlns:a="http://schemas.openxmlformats.org/drawingml/2006/main">
            <a:off x="7620000" y="48196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2860">
            <a:solidFill>
              <a:srgbClr val="231F20"/>
            </a:solidFill>
          </a:ln>
        </p:spPr>
      </p:sp>
      <p:sp>
        <p:nvSpPr>
          <p:cNvPr id="215" name="circuit-545">
            <a:extLst xmlns:a="http://schemas.openxmlformats.org/drawingml/2006/main">
              <a:ext uri="{FF2B5EF4-FFF2-40B4-BE49-F238E27FC236}">
                <a16:creationId xmlns:a16="http://schemas.microsoft.com/office/drawing/2014/main" id="{4BC3319B-AF09-4173-82F4-A8E08E3D5706}"/>
              </a:ext>
            </a:extLst>
          </p:cNvPr>
          <p:cNvSpPr>
            <a:spLocks xmlns:a="http://schemas.openxmlformats.org/drawingml/2006/main" noGrp="1"/>
          </p:cNvSpPr>
          <p:nvPr/>
        </p:nvSpPr>
        <p:spPr>
          <a:xfrm xmlns:a="http://schemas.openxmlformats.org/drawingml/2006/main">
            <a:off x="7905750" y="47815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16" name="text-546">
            <a:extLst xmlns:a="http://schemas.openxmlformats.org/drawingml/2006/main">
              <a:ext uri="{FF2B5EF4-FFF2-40B4-BE49-F238E27FC236}">
                <a16:creationId xmlns:a16="http://schemas.microsoft.com/office/drawing/2014/main" id="{76C0F8D7-D4D0-483C-B61B-E92C8FA74672}"/>
              </a:ext>
            </a:extLst>
          </p:cNvPr>
          <p:cNvSpPr>
            <a:spLocks xmlns:a="http://schemas.openxmlformats.org/drawingml/2006/main" noGrp="1"/>
          </p:cNvSpPr>
          <p:nvPr/>
        </p:nvSpPr>
        <p:spPr>
          <a:xfrm xmlns:a="http://schemas.openxmlformats.org/drawingml/2006/main">
            <a:off x="7391400" y="4533900"/>
            <a:ext cx="581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125" b="0">
                <a:solidFill>
                  <a:srgbClr val="231F20"/>
                </a:solidFill>
                <a:latin typeface="Yu Gothic"/>
                <a:ea typeface="Yu Gothic"/>
                <a:cs typeface="Yu Gothic"/>
              </a:defRPr>
            </a:defPPr>
            <a:lvl1pPr algn="ctr">
              <a:defRPr sz="1125" b="0">
                <a:solidFill>
                  <a:srgbClr val="231F20"/>
                </a:solidFill>
                <a:latin typeface="Yu Gothic"/>
                <a:ea typeface="Yu Gothic"/>
                <a:cs typeface="Yu Gothic"/>
              </a:defRPr>
            </a:lvl1pPr>
            <a:lvl2pPr algn="ctr">
              <a:defRPr sz="1125" b="0">
                <a:solidFill>
                  <a:srgbClr val="231F20"/>
                </a:solidFill>
                <a:latin typeface="Yu Gothic"/>
                <a:ea typeface="Yu Gothic"/>
                <a:cs typeface="Yu Gothic"/>
              </a:defRPr>
            </a:lvl2pPr>
            <a:lvl3pPr algn="ctr">
              <a:defRPr sz="1125" b="0">
                <a:solidFill>
                  <a:srgbClr val="231F20"/>
                </a:solidFill>
                <a:latin typeface="Yu Gothic"/>
                <a:ea typeface="Yu Gothic"/>
                <a:cs typeface="Yu Gothic"/>
              </a:defRPr>
            </a:lvl3pPr>
            <a:lvl4pPr algn="ctr">
              <a:defRPr sz="1125" b="0">
                <a:solidFill>
                  <a:srgbClr val="231F20"/>
                </a:solidFill>
                <a:latin typeface="Yu Gothic"/>
                <a:ea typeface="Yu Gothic"/>
                <a:cs typeface="Yu Gothic"/>
              </a:defRPr>
            </a:lvl4pPr>
            <a:lvl5pPr algn="ctr">
              <a:defRPr sz="1125" b="0">
                <a:solidFill>
                  <a:srgbClr val="231F20"/>
                </a:solidFill>
                <a:latin typeface="Yu Gothic"/>
                <a:ea typeface="Yu Gothic"/>
                <a:cs typeface="Yu Gothic"/>
              </a:defRPr>
            </a:lvl5pPr>
            <a:lvl6pPr algn="ctr">
              <a:defRPr sz="1125" b="0">
                <a:solidFill>
                  <a:srgbClr val="231F20"/>
                </a:solidFill>
                <a:latin typeface="Yu Gothic"/>
                <a:ea typeface="Yu Gothic"/>
                <a:cs typeface="Yu Gothic"/>
              </a:defRPr>
            </a:lvl6pPr>
            <a:lvl7pPr algn="ctr">
              <a:defRPr sz="1125" b="0">
                <a:solidFill>
                  <a:srgbClr val="231F20"/>
                </a:solidFill>
                <a:latin typeface="Yu Gothic"/>
                <a:ea typeface="Yu Gothic"/>
                <a:cs typeface="Yu Gothic"/>
              </a:defRPr>
            </a:lvl7pPr>
            <a:lvl8pPr algn="ctr">
              <a:defRPr sz="1125" b="0">
                <a:solidFill>
                  <a:srgbClr val="231F20"/>
                </a:solidFill>
                <a:latin typeface="Yu Gothic"/>
                <a:ea typeface="Yu Gothic"/>
                <a:cs typeface="Yu Gothic"/>
              </a:defRPr>
            </a:lvl8pPr>
            <a:lvl9pPr algn="ctr">
              <a:defRPr sz="1125" b="0">
                <a:solidFill>
                  <a:srgbClr val="231F20"/>
                </a:solidFill>
                <a:latin typeface="Yu Gothic"/>
                <a:ea typeface="Yu Gothic"/>
                <a:cs typeface="Yu Gothic"/>
              </a:defRPr>
            </a:lvl9pPr>
          </a:lstStyle>
          <a:p xmlns:a="http://schemas.openxmlformats.org/drawingml/2006/main">
            <a:pPr algn="ctr">
              <a:defRPr sz="1125" b="0">
                <a:solidFill>
                  <a:srgbClr val="231F20"/>
                </a:solidFill>
                <a:latin typeface="Yu Gothic"/>
                <a:ea typeface="Yu Gothic"/>
                <a:cs typeface="Yu Gothic"/>
              </a:defRPr>
            </a:pPr>
            <a:r>
              <a:rPr sz="1125" b="0">
                <a:solidFill>
                  <a:srgbClr val="231F20"/>
                </a:solidFill>
                <a:latin typeface="Yu Gothic"/>
                <a:ea typeface="Yu Gothic"/>
                <a:cs typeface="Yu Gothic"/>
              </a:rPr>
              <a:t>読出値</a:t>
            </a:r>
          </a:p>
        </p:txBody>
      </p:sp>
      <p:sp>
        <p:nvSpPr>
          <p:cNvPr id="217" name="wire-547">
            <a:extLst xmlns:a="http://schemas.openxmlformats.org/drawingml/2006/main">
              <a:ext uri="{FF2B5EF4-FFF2-40B4-BE49-F238E27FC236}">
                <a16:creationId xmlns:a16="http://schemas.microsoft.com/office/drawing/2014/main" id="{F864187C-1EF1-4698-B04D-D968E44B1DE4}"/>
              </a:ext>
            </a:extLst>
          </p:cNvPr>
          <p:cNvSpPr>
            <a:spLocks xmlns:a="http://schemas.openxmlformats.org/drawingml/2006/main" noGrp="1"/>
          </p:cNvSpPr>
          <p:nvPr/>
        </p:nvSpPr>
        <p:spPr>
          <a:xfrm xmlns:a="http://schemas.openxmlformats.org/drawingml/2006/main">
            <a:off x="7334250" y="5381625"/>
            <a:ext cx="314325" cy="9525"/>
          </a:xfrm>
          <a:custGeom xmlns:a="http://schemas.openxmlformats.org/drawingml/2006/main">
            <a:pathLst>
              <a:path w="314325" h="9525">
                <a:moveTo>
                  <a:pt x="0" y="0"/>
                </a:moveTo>
                <a:lnTo>
                  <a:pt x="314325" y="0"/>
                </a:lnTo>
              </a:path>
            </a:pathLst>
          </a:custGeom>
          <a:noFill xmlns:a="http://schemas.openxmlformats.org/drawingml/2006/main"/>
          <a:ln xmlns:a="http://schemas.openxmlformats.org/drawingml/2006/main" w="22860">
            <a:solidFill>
              <a:srgbClr val="231F20"/>
            </a:solidFill>
          </a:ln>
        </p:spPr>
      </p:sp>
      <p:sp>
        <p:nvSpPr>
          <p:cNvPr id="218" name="wire-548">
            <a:extLst xmlns:a="http://schemas.openxmlformats.org/drawingml/2006/main">
              <a:ext uri="{FF2B5EF4-FFF2-40B4-BE49-F238E27FC236}">
                <a16:creationId xmlns:a16="http://schemas.microsoft.com/office/drawing/2014/main" id="{3C29906C-340A-4B53-B815-0854760F0D9D}"/>
              </a:ext>
            </a:extLst>
          </p:cNvPr>
          <p:cNvSpPr>
            <a:spLocks xmlns:a="http://schemas.openxmlformats.org/drawingml/2006/main" noGrp="1"/>
          </p:cNvSpPr>
          <p:nvPr/>
        </p:nvSpPr>
        <p:spPr>
          <a:xfrm xmlns:a="http://schemas.openxmlformats.org/drawingml/2006/main">
            <a:off x="7648575" y="3028950"/>
            <a:ext cx="9525" cy="2352675"/>
          </a:xfrm>
          <a:custGeom xmlns:a="http://schemas.openxmlformats.org/drawingml/2006/main">
            <a:pathLst>
              <a:path w="9525" h="2352675">
                <a:moveTo>
                  <a:pt x="0" y="2352675"/>
                </a:moveTo>
                <a:lnTo>
                  <a:pt x="0" y="0"/>
                </a:lnTo>
              </a:path>
            </a:pathLst>
          </a:custGeom>
          <a:noFill xmlns:a="http://schemas.openxmlformats.org/drawingml/2006/main"/>
          <a:ln xmlns:a="http://schemas.openxmlformats.org/drawingml/2006/main" w="22860">
            <a:solidFill>
              <a:srgbClr val="231F20"/>
            </a:solidFill>
          </a:ln>
        </p:spPr>
      </p:sp>
      <p:sp>
        <p:nvSpPr>
          <p:cNvPr id="219" name="wire-549">
            <a:extLst xmlns:a="http://schemas.openxmlformats.org/drawingml/2006/main">
              <a:ext uri="{FF2B5EF4-FFF2-40B4-BE49-F238E27FC236}">
                <a16:creationId xmlns:a16="http://schemas.microsoft.com/office/drawing/2014/main" id="{2909D8B7-C79C-44EC-BF45-04C31A4D1C07}"/>
              </a:ext>
            </a:extLst>
          </p:cNvPr>
          <p:cNvSpPr>
            <a:spLocks xmlns:a="http://schemas.openxmlformats.org/drawingml/2006/main" noGrp="1"/>
          </p:cNvSpPr>
          <p:nvPr/>
        </p:nvSpPr>
        <p:spPr>
          <a:xfrm xmlns:a="http://schemas.openxmlformats.org/drawingml/2006/main">
            <a:off x="6419850" y="3028950"/>
            <a:ext cx="1228725" cy="9525"/>
          </a:xfrm>
          <a:custGeom xmlns:a="http://schemas.openxmlformats.org/drawingml/2006/main">
            <a:pathLst>
              <a:path w="1228725" h="9525">
                <a:moveTo>
                  <a:pt x="1228725" y="0"/>
                </a:moveTo>
                <a:lnTo>
                  <a:pt x="0" y="0"/>
                </a:lnTo>
              </a:path>
            </a:pathLst>
          </a:custGeom>
          <a:noFill xmlns:a="http://schemas.openxmlformats.org/drawingml/2006/main"/>
          <a:ln xmlns:a="http://schemas.openxmlformats.org/drawingml/2006/main" w="22860">
            <a:solidFill>
              <a:srgbClr val="231F20"/>
            </a:solidFill>
          </a:ln>
        </p:spPr>
      </p:sp>
      <p:sp>
        <p:nvSpPr>
          <p:cNvPr id="220" name="wire-550">
            <a:extLst xmlns:a="http://schemas.openxmlformats.org/drawingml/2006/main">
              <a:ext uri="{FF2B5EF4-FFF2-40B4-BE49-F238E27FC236}">
                <a16:creationId xmlns:a16="http://schemas.microsoft.com/office/drawing/2014/main" id="{B2E2E816-0620-42B9-A330-5FCEDC452C2B}"/>
              </a:ext>
            </a:extLst>
          </p:cNvPr>
          <p:cNvSpPr>
            <a:spLocks xmlns:a="http://schemas.openxmlformats.org/drawingml/2006/main" noGrp="1"/>
          </p:cNvSpPr>
          <p:nvPr/>
        </p:nvSpPr>
        <p:spPr>
          <a:xfrm xmlns:a="http://schemas.openxmlformats.org/drawingml/2006/main">
            <a:off x="6419850" y="2876550"/>
            <a:ext cx="9525" cy="152400"/>
          </a:xfrm>
          <a:custGeom xmlns:a="http://schemas.openxmlformats.org/drawingml/2006/main">
            <a:pathLst>
              <a:path w="9525" h="152400">
                <a:moveTo>
                  <a:pt x="0" y="152400"/>
                </a:moveTo>
                <a:lnTo>
                  <a:pt x="0" y="0"/>
                </a:lnTo>
              </a:path>
            </a:pathLst>
          </a:custGeom>
          <a:noFill xmlns:a="http://schemas.openxmlformats.org/drawingml/2006/main"/>
          <a:ln xmlns:a="http://schemas.openxmlformats.org/drawingml/2006/main" w="22860">
            <a:solidFill>
              <a:srgbClr val="231F20"/>
            </a:solidFill>
          </a:ln>
        </p:spPr>
      </p:sp>
      <p:sp>
        <p:nvSpPr>
          <p:cNvPr id="221" name="circuit-551">
            <a:extLst xmlns:a="http://schemas.openxmlformats.org/drawingml/2006/main">
              <a:ext uri="{FF2B5EF4-FFF2-40B4-BE49-F238E27FC236}">
                <a16:creationId xmlns:a16="http://schemas.microsoft.com/office/drawing/2014/main" id="{2C80A525-D152-4A32-92EB-9F1907E3E20B}"/>
              </a:ext>
            </a:extLst>
          </p:cNvPr>
          <p:cNvSpPr>
            <a:spLocks xmlns:a="http://schemas.openxmlformats.org/drawingml/2006/main" noGrp="1"/>
          </p:cNvSpPr>
          <p:nvPr/>
        </p:nvSpPr>
        <p:spPr>
          <a:xfrm xmlns:a="http://schemas.openxmlformats.org/drawingml/2006/main">
            <a:off x="6381750" y="287655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222" name="wire-552">
            <a:extLst xmlns:a="http://schemas.openxmlformats.org/drawingml/2006/main">
              <a:ext uri="{FF2B5EF4-FFF2-40B4-BE49-F238E27FC236}">
                <a16:creationId xmlns:a16="http://schemas.microsoft.com/office/drawing/2014/main" id="{6CA767E0-AD1A-493D-864B-B1FEC7059905}"/>
              </a:ext>
            </a:extLst>
          </p:cNvPr>
          <p:cNvSpPr>
            <a:spLocks xmlns:a="http://schemas.openxmlformats.org/drawingml/2006/main" noGrp="1"/>
          </p:cNvSpPr>
          <p:nvPr/>
        </p:nvSpPr>
        <p:spPr>
          <a:xfrm xmlns:a="http://schemas.openxmlformats.org/drawingml/2006/main">
            <a:off x="7334250" y="5381625"/>
            <a:ext cx="314325" cy="9525"/>
          </a:xfrm>
          <a:custGeom xmlns:a="http://schemas.openxmlformats.org/drawingml/2006/main">
            <a:pathLst>
              <a:path w="314325" h="9525">
                <a:moveTo>
                  <a:pt x="314325" y="0"/>
                </a:moveTo>
                <a:lnTo>
                  <a:pt x="0" y="0"/>
                </a:lnTo>
              </a:path>
            </a:pathLst>
          </a:custGeom>
          <a:noFill xmlns:a="http://schemas.openxmlformats.org/drawingml/2006/main"/>
          <a:ln xmlns:a="http://schemas.openxmlformats.org/drawingml/2006/main" w="22860">
            <a:solidFill>
              <a:srgbClr val="231F20"/>
            </a:solidFill>
          </a:ln>
        </p:spPr>
      </p:sp>
      <p:sp>
        <p:nvSpPr>
          <p:cNvPr id="223" name="circuit-553">
            <a:extLst xmlns:a="http://schemas.openxmlformats.org/drawingml/2006/main">
              <a:ext uri="{FF2B5EF4-FFF2-40B4-BE49-F238E27FC236}">
                <a16:creationId xmlns:a16="http://schemas.microsoft.com/office/drawing/2014/main" id="{AA7E2975-BF64-4643-B0F3-96CAAA9A0356}"/>
              </a:ext>
            </a:extLst>
          </p:cNvPr>
          <p:cNvSpPr>
            <a:spLocks xmlns:a="http://schemas.openxmlformats.org/drawingml/2006/main" noGrp="1"/>
          </p:cNvSpPr>
          <p:nvPr/>
        </p:nvSpPr>
        <p:spPr>
          <a:xfrm xmlns:a="http://schemas.openxmlformats.org/drawingml/2006/main">
            <a:off x="7334250" y="534352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224" name="circuit-554">
            <a:extLst xmlns:a="http://schemas.openxmlformats.org/drawingml/2006/main">
              <a:ext uri="{FF2B5EF4-FFF2-40B4-BE49-F238E27FC236}">
                <a16:creationId xmlns:a16="http://schemas.microsoft.com/office/drawing/2014/main" id="{125A058E-51BB-48F6-B731-31F07773C405}"/>
              </a:ext>
            </a:extLst>
          </p:cNvPr>
          <p:cNvSpPr>
            <a:spLocks xmlns:a="http://schemas.openxmlformats.org/drawingml/2006/main" noGrp="1"/>
          </p:cNvSpPr>
          <p:nvPr/>
        </p:nvSpPr>
        <p:spPr>
          <a:xfrm xmlns:a="http://schemas.openxmlformats.org/drawingml/2006/main">
            <a:off x="8001000" y="3981450"/>
            <a:ext cx="190500" cy="971550"/>
          </a:xfrm>
          <a:custGeom xmlns:a="http://schemas.openxmlformats.org/drawingml/2006/main">
            <a:pathLst>
              <a:path w="190500" h="971550">
                <a:moveTo>
                  <a:pt x="0" y="0"/>
                </a:moveTo>
                <a:lnTo>
                  <a:pt x="190500" y="57150"/>
                </a:lnTo>
                <a:lnTo>
                  <a:pt x="190500" y="914400"/>
                </a:lnTo>
                <a:lnTo>
                  <a:pt x="0" y="971550"/>
                </a:lnTo>
                <a:close/>
              </a:path>
            </a:pathLst>
          </a:custGeom>
          <a:solidFill xmlns:a="http://schemas.openxmlformats.org/drawingml/2006/main">
            <a:srgbClr val="FFFFFF"/>
          </a:solidFill>
          <a:ln xmlns:a="http://schemas.openxmlformats.org/drawingml/2006/main" w="14288">
            <a:solidFill>
              <a:srgbClr val="231F20"/>
            </a:solidFill>
          </a:ln>
        </p:spPr>
      </p:sp>
      <p:sp>
        <p:nvSpPr>
          <p:cNvPr id="225" name="text-555">
            <a:extLst xmlns:a="http://schemas.openxmlformats.org/drawingml/2006/main">
              <a:ext uri="{FF2B5EF4-FFF2-40B4-BE49-F238E27FC236}">
                <a16:creationId xmlns:a16="http://schemas.microsoft.com/office/drawing/2014/main" id="{907D269A-BE6E-4B21-A652-BCCE44F55DEE}"/>
              </a:ext>
            </a:extLst>
          </p:cNvPr>
          <p:cNvSpPr>
            <a:spLocks xmlns:a="http://schemas.openxmlformats.org/drawingml/2006/main" noGrp="1"/>
          </p:cNvSpPr>
          <p:nvPr/>
        </p:nvSpPr>
        <p:spPr>
          <a:xfrm xmlns:a="http://schemas.openxmlformats.org/drawingml/2006/main">
            <a:off x="7772400" y="5038725"/>
            <a:ext cx="904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0">
                <a:solidFill>
                  <a:srgbClr val="231F20"/>
                </a:solidFill>
                <a:latin typeface="Yu Gothic"/>
                <a:ea typeface="Yu Gothic"/>
                <a:cs typeface="Yu Gothic"/>
              </a:defRPr>
            </a:defPPr>
            <a:lvl1pPr algn="ctr">
              <a:defRPr sz="1200" b="0">
                <a:solidFill>
                  <a:srgbClr val="231F20"/>
                </a:solidFill>
                <a:latin typeface="Yu Gothic"/>
                <a:ea typeface="Yu Gothic"/>
                <a:cs typeface="Yu Gothic"/>
              </a:defRPr>
            </a:lvl1pPr>
            <a:lvl2pPr algn="ctr">
              <a:defRPr sz="1200" b="0">
                <a:solidFill>
                  <a:srgbClr val="231F20"/>
                </a:solidFill>
                <a:latin typeface="Yu Gothic"/>
                <a:ea typeface="Yu Gothic"/>
                <a:cs typeface="Yu Gothic"/>
              </a:defRPr>
            </a:lvl2pPr>
            <a:lvl3pPr algn="ctr">
              <a:defRPr sz="1200" b="0">
                <a:solidFill>
                  <a:srgbClr val="231F20"/>
                </a:solidFill>
                <a:latin typeface="Yu Gothic"/>
                <a:ea typeface="Yu Gothic"/>
                <a:cs typeface="Yu Gothic"/>
              </a:defRPr>
            </a:lvl3pPr>
            <a:lvl4pPr algn="ctr">
              <a:defRPr sz="1200" b="0">
                <a:solidFill>
                  <a:srgbClr val="231F20"/>
                </a:solidFill>
                <a:latin typeface="Yu Gothic"/>
                <a:ea typeface="Yu Gothic"/>
                <a:cs typeface="Yu Gothic"/>
              </a:defRPr>
            </a:lvl4pPr>
            <a:lvl5pPr algn="ctr">
              <a:defRPr sz="1200" b="0">
                <a:solidFill>
                  <a:srgbClr val="231F20"/>
                </a:solidFill>
                <a:latin typeface="Yu Gothic"/>
                <a:ea typeface="Yu Gothic"/>
                <a:cs typeface="Yu Gothic"/>
              </a:defRPr>
            </a:lvl5pPr>
            <a:lvl6pPr algn="ctr">
              <a:defRPr sz="1200" b="0">
                <a:solidFill>
                  <a:srgbClr val="231F20"/>
                </a:solidFill>
                <a:latin typeface="Yu Gothic"/>
                <a:ea typeface="Yu Gothic"/>
                <a:cs typeface="Yu Gothic"/>
              </a:defRPr>
            </a:lvl6pPr>
            <a:lvl7pPr algn="ctr">
              <a:defRPr sz="1200" b="0">
                <a:solidFill>
                  <a:srgbClr val="231F20"/>
                </a:solidFill>
                <a:latin typeface="Yu Gothic"/>
                <a:ea typeface="Yu Gothic"/>
                <a:cs typeface="Yu Gothic"/>
              </a:defRPr>
            </a:lvl7pPr>
            <a:lvl8pPr algn="ctr">
              <a:defRPr sz="1200" b="0">
                <a:solidFill>
                  <a:srgbClr val="231F20"/>
                </a:solidFill>
                <a:latin typeface="Yu Gothic"/>
                <a:ea typeface="Yu Gothic"/>
                <a:cs typeface="Yu Gothic"/>
              </a:defRPr>
            </a:lvl8pPr>
            <a:lvl9pPr algn="ctr">
              <a:defRPr sz="1200" b="0">
                <a:solidFill>
                  <a:srgbClr val="231F20"/>
                </a:solidFill>
                <a:latin typeface="Yu Gothic"/>
                <a:ea typeface="Yu Gothic"/>
                <a:cs typeface="Yu Gothic"/>
              </a:defRPr>
            </a:lvl9pPr>
          </a:lstStyle>
          <a:p xmlns:a="http://schemas.openxmlformats.org/drawingml/2006/main">
            <a:pPr algn="ctr">
              <a:defRPr sz="1200" b="0">
                <a:solidFill>
                  <a:srgbClr val="231F20"/>
                </a:solidFill>
                <a:latin typeface="Yu Gothic"/>
                <a:ea typeface="Yu Gothic"/>
                <a:cs typeface="Yu Gothic"/>
              </a:defRPr>
            </a:pPr>
            <a:r>
              <a:rPr sz="1200" b="0">
                <a:solidFill>
                  <a:srgbClr val="231F20"/>
                </a:solidFill>
                <a:latin typeface="Yu Gothic"/>
                <a:ea typeface="Yu Gothic"/>
                <a:cs typeface="Yu Gothic"/>
              </a:rPr>
              <a:t>結果選択</a:t>
            </a:r>
          </a:p>
        </p:txBody>
      </p:sp>
      <p:sp>
        <p:nvSpPr>
          <p:cNvPr id="226" name="wire-556">
            <a:extLst xmlns:a="http://schemas.openxmlformats.org/drawingml/2006/main">
              <a:ext uri="{FF2B5EF4-FFF2-40B4-BE49-F238E27FC236}">
                <a16:creationId xmlns:a16="http://schemas.microsoft.com/office/drawing/2014/main" id="{F817B8C8-D250-4108-8FA4-7A60F8D0D2E6}"/>
              </a:ext>
            </a:extLst>
          </p:cNvPr>
          <p:cNvSpPr>
            <a:spLocks xmlns:a="http://schemas.openxmlformats.org/drawingml/2006/main" noGrp="1"/>
          </p:cNvSpPr>
          <p:nvPr/>
        </p:nvSpPr>
        <p:spPr>
          <a:xfrm xmlns:a="http://schemas.openxmlformats.org/drawingml/2006/main">
            <a:off x="8191500" y="4448175"/>
            <a:ext cx="590550" cy="9525"/>
          </a:xfrm>
          <a:custGeom xmlns:a="http://schemas.openxmlformats.org/drawingml/2006/main">
            <a:pathLst>
              <a:path w="590550" h="9525">
                <a:moveTo>
                  <a:pt x="0" y="0"/>
                </a:moveTo>
                <a:lnTo>
                  <a:pt x="590550" y="0"/>
                </a:lnTo>
              </a:path>
            </a:pathLst>
          </a:custGeom>
          <a:noFill xmlns:a="http://schemas.openxmlformats.org/drawingml/2006/main"/>
          <a:ln xmlns:a="http://schemas.openxmlformats.org/drawingml/2006/main" w="22860">
            <a:solidFill>
              <a:srgbClr val="1572C3"/>
            </a:solidFill>
          </a:ln>
        </p:spPr>
      </p:sp>
      <p:sp>
        <p:nvSpPr>
          <p:cNvPr id="227" name="wire-557">
            <a:extLst xmlns:a="http://schemas.openxmlformats.org/drawingml/2006/main">
              <a:ext uri="{FF2B5EF4-FFF2-40B4-BE49-F238E27FC236}">
                <a16:creationId xmlns:a16="http://schemas.microsoft.com/office/drawing/2014/main" id="{9F7AFC0E-C7D9-4BDE-A67E-72EB62404A24}"/>
              </a:ext>
            </a:extLst>
          </p:cNvPr>
          <p:cNvSpPr>
            <a:spLocks xmlns:a="http://schemas.openxmlformats.org/drawingml/2006/main" noGrp="1"/>
          </p:cNvSpPr>
          <p:nvPr/>
        </p:nvSpPr>
        <p:spPr>
          <a:xfrm xmlns:a="http://schemas.openxmlformats.org/drawingml/2006/main">
            <a:off x="8782050" y="4448175"/>
            <a:ext cx="9525" cy="1276350"/>
          </a:xfrm>
          <a:custGeom xmlns:a="http://schemas.openxmlformats.org/drawingml/2006/main">
            <a:pathLst>
              <a:path w="9525" h="1276350">
                <a:moveTo>
                  <a:pt x="0" y="0"/>
                </a:moveTo>
                <a:lnTo>
                  <a:pt x="0" y="1276350"/>
                </a:lnTo>
              </a:path>
            </a:pathLst>
          </a:custGeom>
          <a:noFill xmlns:a="http://schemas.openxmlformats.org/drawingml/2006/main"/>
          <a:ln xmlns:a="http://schemas.openxmlformats.org/drawingml/2006/main" w="22860">
            <a:solidFill>
              <a:srgbClr val="1572C3"/>
            </a:solidFill>
          </a:ln>
        </p:spPr>
      </p:sp>
      <p:sp>
        <p:nvSpPr>
          <p:cNvPr id="228" name="wire-558">
            <a:extLst xmlns:a="http://schemas.openxmlformats.org/drawingml/2006/main">
              <a:ext uri="{FF2B5EF4-FFF2-40B4-BE49-F238E27FC236}">
                <a16:creationId xmlns:a16="http://schemas.microsoft.com/office/drawing/2014/main" id="{0B31308C-5DB1-438E-880E-23853418220E}"/>
              </a:ext>
            </a:extLst>
          </p:cNvPr>
          <p:cNvSpPr>
            <a:spLocks xmlns:a="http://schemas.openxmlformats.org/drawingml/2006/main" noGrp="1"/>
          </p:cNvSpPr>
          <p:nvPr/>
        </p:nvSpPr>
        <p:spPr>
          <a:xfrm xmlns:a="http://schemas.openxmlformats.org/drawingml/2006/main">
            <a:off x="2352675" y="5724525"/>
            <a:ext cx="6429375" cy="9525"/>
          </a:xfrm>
          <a:custGeom xmlns:a="http://schemas.openxmlformats.org/drawingml/2006/main">
            <a:pathLst>
              <a:path w="6429375" h="9525">
                <a:moveTo>
                  <a:pt x="6429375" y="0"/>
                </a:moveTo>
                <a:lnTo>
                  <a:pt x="0" y="0"/>
                </a:lnTo>
              </a:path>
            </a:pathLst>
          </a:custGeom>
          <a:noFill xmlns:a="http://schemas.openxmlformats.org/drawingml/2006/main"/>
          <a:ln xmlns:a="http://schemas.openxmlformats.org/drawingml/2006/main" w="22860">
            <a:solidFill>
              <a:srgbClr val="1572C3"/>
            </a:solidFill>
          </a:ln>
        </p:spPr>
      </p:sp>
      <p:sp>
        <p:nvSpPr>
          <p:cNvPr id="229" name="wire-559">
            <a:extLst xmlns:a="http://schemas.openxmlformats.org/drawingml/2006/main">
              <a:ext uri="{FF2B5EF4-FFF2-40B4-BE49-F238E27FC236}">
                <a16:creationId xmlns:a16="http://schemas.microsoft.com/office/drawing/2014/main" id="{C4FD0A46-BE0F-4A1E-A18A-56368267787B}"/>
              </a:ext>
            </a:extLst>
          </p:cNvPr>
          <p:cNvSpPr>
            <a:spLocks xmlns:a="http://schemas.openxmlformats.org/drawingml/2006/main" noGrp="1"/>
          </p:cNvSpPr>
          <p:nvPr/>
        </p:nvSpPr>
        <p:spPr>
          <a:xfrm xmlns:a="http://schemas.openxmlformats.org/drawingml/2006/main">
            <a:off x="2352675" y="4657725"/>
            <a:ext cx="9525" cy="1066800"/>
          </a:xfrm>
          <a:custGeom xmlns:a="http://schemas.openxmlformats.org/drawingml/2006/main">
            <a:pathLst>
              <a:path w="9525" h="1066800">
                <a:moveTo>
                  <a:pt x="0" y="1066800"/>
                </a:moveTo>
                <a:lnTo>
                  <a:pt x="0" y="0"/>
                </a:lnTo>
              </a:path>
            </a:pathLst>
          </a:custGeom>
          <a:noFill xmlns:a="http://schemas.openxmlformats.org/drawingml/2006/main"/>
          <a:ln xmlns:a="http://schemas.openxmlformats.org/drawingml/2006/main" w="22860">
            <a:solidFill>
              <a:srgbClr val="1572C3"/>
            </a:solidFill>
          </a:ln>
        </p:spPr>
      </p:sp>
      <p:sp>
        <p:nvSpPr>
          <p:cNvPr id="230" name="wire-560">
            <a:extLst xmlns:a="http://schemas.openxmlformats.org/drawingml/2006/main">
              <a:ext uri="{FF2B5EF4-FFF2-40B4-BE49-F238E27FC236}">
                <a16:creationId xmlns:a16="http://schemas.microsoft.com/office/drawing/2014/main" id="{0D334555-0BDD-40A0-8513-12DBD69BA36E}"/>
              </a:ext>
            </a:extLst>
          </p:cNvPr>
          <p:cNvSpPr>
            <a:spLocks xmlns:a="http://schemas.openxmlformats.org/drawingml/2006/main" noGrp="1"/>
          </p:cNvSpPr>
          <p:nvPr/>
        </p:nvSpPr>
        <p:spPr>
          <a:xfrm xmlns:a="http://schemas.openxmlformats.org/drawingml/2006/main">
            <a:off x="2352675" y="4657725"/>
            <a:ext cx="76200" cy="9525"/>
          </a:xfrm>
          <a:custGeom xmlns:a="http://schemas.openxmlformats.org/drawingml/2006/main">
            <a:pathLst>
              <a:path w="76200" h="9525">
                <a:moveTo>
                  <a:pt x="0" y="0"/>
                </a:moveTo>
                <a:lnTo>
                  <a:pt x="76200" y="0"/>
                </a:lnTo>
              </a:path>
            </a:pathLst>
          </a:custGeom>
          <a:noFill xmlns:a="http://schemas.openxmlformats.org/drawingml/2006/main"/>
          <a:ln xmlns:a="http://schemas.openxmlformats.org/drawingml/2006/main" w="22860">
            <a:solidFill>
              <a:srgbClr val="1572C3"/>
            </a:solidFill>
          </a:ln>
        </p:spPr>
      </p:sp>
      <p:sp>
        <p:nvSpPr>
          <p:cNvPr id="231" name="circuit-561">
            <a:extLst xmlns:a="http://schemas.openxmlformats.org/drawingml/2006/main">
              <a:ext uri="{FF2B5EF4-FFF2-40B4-BE49-F238E27FC236}">
                <a16:creationId xmlns:a16="http://schemas.microsoft.com/office/drawing/2014/main" id="{6F90EF79-6F08-4B3F-86E0-3ACEA5F463D2}"/>
              </a:ext>
            </a:extLst>
          </p:cNvPr>
          <p:cNvSpPr>
            <a:spLocks xmlns:a="http://schemas.openxmlformats.org/drawingml/2006/main" noGrp="1"/>
          </p:cNvSpPr>
          <p:nvPr/>
        </p:nvSpPr>
        <p:spPr>
          <a:xfrm xmlns:a="http://schemas.openxmlformats.org/drawingml/2006/main">
            <a:off x="2333625" y="46196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32" name="text-562">
            <a:extLst xmlns:a="http://schemas.openxmlformats.org/drawingml/2006/main">
              <a:ext uri="{FF2B5EF4-FFF2-40B4-BE49-F238E27FC236}">
                <a16:creationId xmlns:a16="http://schemas.microsoft.com/office/drawing/2014/main" id="{34BBB9E3-6A27-4A4B-BDB6-4EB0D9BAC4E0}"/>
              </a:ext>
            </a:extLst>
          </p:cNvPr>
          <p:cNvSpPr>
            <a:spLocks xmlns:a="http://schemas.openxmlformats.org/drawingml/2006/main" noGrp="1"/>
          </p:cNvSpPr>
          <p:nvPr/>
        </p:nvSpPr>
        <p:spPr>
          <a:xfrm xmlns:a="http://schemas.openxmlformats.org/drawingml/2006/main">
            <a:off x="7867650" y="5534025"/>
            <a:ext cx="8667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125" b="0">
                <a:solidFill>
                  <a:srgbClr val="1572C3"/>
                </a:solidFill>
                <a:latin typeface="Arial"/>
                <a:ea typeface="Arial"/>
                <a:cs typeface="Arial"/>
              </a:defRPr>
            </a:defPPr>
            <a:lvl1pPr algn="ctr">
              <a:defRPr sz="1125" b="0">
                <a:solidFill>
                  <a:srgbClr val="1572C3"/>
                </a:solidFill>
                <a:latin typeface="Arial"/>
                <a:ea typeface="Arial"/>
                <a:cs typeface="Arial"/>
              </a:defRPr>
            </a:lvl1pPr>
            <a:lvl2pPr algn="ctr">
              <a:defRPr sz="1125" b="0">
                <a:solidFill>
                  <a:srgbClr val="1572C3"/>
                </a:solidFill>
                <a:latin typeface="Arial"/>
                <a:ea typeface="Arial"/>
                <a:cs typeface="Arial"/>
              </a:defRPr>
            </a:lvl2pPr>
            <a:lvl3pPr algn="ctr">
              <a:defRPr sz="1125" b="0">
                <a:solidFill>
                  <a:srgbClr val="1572C3"/>
                </a:solidFill>
                <a:latin typeface="Arial"/>
                <a:ea typeface="Arial"/>
                <a:cs typeface="Arial"/>
              </a:defRPr>
            </a:lvl3pPr>
            <a:lvl4pPr algn="ctr">
              <a:defRPr sz="1125" b="0">
                <a:solidFill>
                  <a:srgbClr val="1572C3"/>
                </a:solidFill>
                <a:latin typeface="Arial"/>
                <a:ea typeface="Arial"/>
                <a:cs typeface="Arial"/>
              </a:defRPr>
            </a:lvl4pPr>
            <a:lvl5pPr algn="ctr">
              <a:defRPr sz="1125" b="0">
                <a:solidFill>
                  <a:srgbClr val="1572C3"/>
                </a:solidFill>
                <a:latin typeface="Arial"/>
                <a:ea typeface="Arial"/>
                <a:cs typeface="Arial"/>
              </a:defRPr>
            </a:lvl5pPr>
            <a:lvl6pPr algn="ctr">
              <a:defRPr sz="1125" b="0">
                <a:solidFill>
                  <a:srgbClr val="1572C3"/>
                </a:solidFill>
                <a:latin typeface="Arial"/>
                <a:ea typeface="Arial"/>
                <a:cs typeface="Arial"/>
              </a:defRPr>
            </a:lvl6pPr>
            <a:lvl7pPr algn="ctr">
              <a:defRPr sz="1125" b="0">
                <a:solidFill>
                  <a:srgbClr val="1572C3"/>
                </a:solidFill>
                <a:latin typeface="Arial"/>
                <a:ea typeface="Arial"/>
                <a:cs typeface="Arial"/>
              </a:defRPr>
            </a:lvl7pPr>
            <a:lvl8pPr algn="ctr">
              <a:defRPr sz="1125" b="0">
                <a:solidFill>
                  <a:srgbClr val="1572C3"/>
                </a:solidFill>
                <a:latin typeface="Arial"/>
                <a:ea typeface="Arial"/>
                <a:cs typeface="Arial"/>
              </a:defRPr>
            </a:lvl8pPr>
            <a:lvl9pPr algn="ctr">
              <a:defRPr sz="1125" b="0">
                <a:solidFill>
                  <a:srgbClr val="1572C3"/>
                </a:solidFill>
                <a:latin typeface="Arial"/>
                <a:ea typeface="Arial"/>
                <a:cs typeface="Arial"/>
              </a:defRPr>
            </a:lvl9pPr>
          </a:lstStyle>
          <a:p xmlns:a="http://schemas.openxmlformats.org/drawingml/2006/main">
            <a:pPr algn="ctr">
              <a:defRPr sz="1125" b="0">
                <a:solidFill>
                  <a:srgbClr val="1572C3"/>
                </a:solidFill>
                <a:latin typeface="Arial"/>
                <a:ea typeface="Arial"/>
                <a:cs typeface="Arial"/>
              </a:defRPr>
            </a:pPr>
            <a:r>
              <a:rPr sz="1125" b="0">
                <a:solidFill>
                  <a:srgbClr val="1572C3"/>
                </a:solidFill>
                <a:latin typeface="Arial"/>
                <a:ea typeface="Arial"/>
                <a:cs typeface="Arial"/>
              </a:rPr>
              <a:t>ResultW</a:t>
            </a:r>
          </a:p>
        </p:txBody>
      </p:sp>
      <p:sp>
        <p:nvSpPr>
          <p:cNvPr id="233" name="wire-563">
            <a:extLst xmlns:a="http://schemas.openxmlformats.org/drawingml/2006/main">
              <a:ext uri="{FF2B5EF4-FFF2-40B4-BE49-F238E27FC236}">
                <a16:creationId xmlns:a16="http://schemas.microsoft.com/office/drawing/2014/main" id="{DC162939-21AC-4287-9311-E76DDAF7A785}"/>
              </a:ext>
            </a:extLst>
          </p:cNvPr>
          <p:cNvSpPr>
            <a:spLocks xmlns:a="http://schemas.openxmlformats.org/drawingml/2006/main" noGrp="1"/>
          </p:cNvSpPr>
          <p:nvPr/>
        </p:nvSpPr>
        <p:spPr>
          <a:xfrm xmlns:a="http://schemas.openxmlformats.org/drawingml/2006/main">
            <a:off x="4105275" y="4552950"/>
            <a:ext cx="9525" cy="1171575"/>
          </a:xfrm>
          <a:custGeom xmlns:a="http://schemas.openxmlformats.org/drawingml/2006/main">
            <a:pathLst>
              <a:path w="9525" h="1171575">
                <a:moveTo>
                  <a:pt x="0" y="1171575"/>
                </a:moveTo>
                <a:lnTo>
                  <a:pt x="0" y="0"/>
                </a:lnTo>
              </a:path>
            </a:pathLst>
          </a:custGeom>
          <a:noFill xmlns:a="http://schemas.openxmlformats.org/drawingml/2006/main"/>
          <a:ln xmlns:a="http://schemas.openxmlformats.org/drawingml/2006/main" w="22860">
            <a:solidFill>
              <a:srgbClr val="1572C3"/>
            </a:solidFill>
          </a:ln>
        </p:spPr>
      </p:sp>
      <p:sp>
        <p:nvSpPr>
          <p:cNvPr id="234" name="wire-564">
            <a:extLst xmlns:a="http://schemas.openxmlformats.org/drawingml/2006/main">
              <a:ext uri="{FF2B5EF4-FFF2-40B4-BE49-F238E27FC236}">
                <a16:creationId xmlns:a16="http://schemas.microsoft.com/office/drawing/2014/main" id="{3C4FD98D-5839-41C0-8321-0BF7B2135A89}"/>
              </a:ext>
            </a:extLst>
          </p:cNvPr>
          <p:cNvSpPr>
            <a:spLocks xmlns:a="http://schemas.openxmlformats.org/drawingml/2006/main" noGrp="1"/>
          </p:cNvSpPr>
          <p:nvPr/>
        </p:nvSpPr>
        <p:spPr>
          <a:xfrm xmlns:a="http://schemas.openxmlformats.org/drawingml/2006/main">
            <a:off x="4105275" y="455295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1572C3"/>
            </a:solidFill>
          </a:ln>
        </p:spPr>
      </p:sp>
      <p:sp>
        <p:nvSpPr>
          <p:cNvPr id="235" name="circuit-565">
            <a:extLst xmlns:a="http://schemas.openxmlformats.org/drawingml/2006/main">
              <a:ext uri="{FF2B5EF4-FFF2-40B4-BE49-F238E27FC236}">
                <a16:creationId xmlns:a16="http://schemas.microsoft.com/office/drawing/2014/main" id="{7222560E-49C8-4EF4-98CD-B6BECF15EF21}"/>
              </a:ext>
            </a:extLst>
          </p:cNvPr>
          <p:cNvSpPr>
            <a:spLocks xmlns:a="http://schemas.openxmlformats.org/drawingml/2006/main" noGrp="1"/>
          </p:cNvSpPr>
          <p:nvPr/>
        </p:nvSpPr>
        <p:spPr>
          <a:xfrm xmlns:a="http://schemas.openxmlformats.org/drawingml/2006/main">
            <a:off x="4095750" y="45148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36" name="junction-566">
            <a:extLst xmlns:a="http://schemas.openxmlformats.org/drawingml/2006/main">
              <a:ext uri="{FF2B5EF4-FFF2-40B4-BE49-F238E27FC236}">
                <a16:creationId xmlns:a16="http://schemas.microsoft.com/office/drawing/2014/main" id="{BF7A0E64-7AEF-4F7C-BA3B-E6F82C84B872}"/>
              </a:ext>
            </a:extLst>
          </p:cNvPr>
          <p:cNvSpPr>
            <a:spLocks xmlns:a="http://schemas.openxmlformats.org/drawingml/2006/main" noGrp="1"/>
          </p:cNvSpPr>
          <p:nvPr/>
        </p:nvSpPr>
        <p:spPr>
          <a:xfrm xmlns:a="http://schemas.openxmlformats.org/drawingml/2006/main">
            <a:off x="4078605" y="5697855"/>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237" name="wire-567">
            <a:extLst xmlns:a="http://schemas.openxmlformats.org/drawingml/2006/main">
              <a:ext uri="{FF2B5EF4-FFF2-40B4-BE49-F238E27FC236}">
                <a16:creationId xmlns:a16="http://schemas.microsoft.com/office/drawing/2014/main" id="{B7524494-ABAE-4FEF-8D3E-9A5BCDE841D1}"/>
              </a:ext>
            </a:extLst>
          </p:cNvPr>
          <p:cNvSpPr>
            <a:spLocks xmlns:a="http://schemas.openxmlformats.org/drawingml/2006/main" noGrp="1"/>
          </p:cNvSpPr>
          <p:nvPr/>
        </p:nvSpPr>
        <p:spPr>
          <a:xfrm xmlns:a="http://schemas.openxmlformats.org/drawingml/2006/main">
            <a:off x="4105275" y="4200525"/>
            <a:ext cx="9525" cy="352425"/>
          </a:xfrm>
          <a:custGeom xmlns:a="http://schemas.openxmlformats.org/drawingml/2006/main">
            <a:pathLst>
              <a:path w="9525" h="352425">
                <a:moveTo>
                  <a:pt x="0" y="352425"/>
                </a:moveTo>
                <a:lnTo>
                  <a:pt x="0" y="0"/>
                </a:lnTo>
              </a:path>
            </a:pathLst>
          </a:custGeom>
          <a:noFill xmlns:a="http://schemas.openxmlformats.org/drawingml/2006/main"/>
          <a:ln xmlns:a="http://schemas.openxmlformats.org/drawingml/2006/main" w="22860">
            <a:solidFill>
              <a:srgbClr val="1572C3"/>
            </a:solidFill>
          </a:ln>
        </p:spPr>
      </p:sp>
      <p:sp>
        <p:nvSpPr>
          <p:cNvPr id="238" name="wire-568">
            <a:extLst xmlns:a="http://schemas.openxmlformats.org/drawingml/2006/main">
              <a:ext uri="{FF2B5EF4-FFF2-40B4-BE49-F238E27FC236}">
                <a16:creationId xmlns:a16="http://schemas.microsoft.com/office/drawing/2014/main" id="{C6E92AFC-FEFC-44E3-A9E9-79D2A3DBBB39}"/>
              </a:ext>
            </a:extLst>
          </p:cNvPr>
          <p:cNvSpPr>
            <a:spLocks xmlns:a="http://schemas.openxmlformats.org/drawingml/2006/main" noGrp="1"/>
          </p:cNvSpPr>
          <p:nvPr/>
        </p:nvSpPr>
        <p:spPr>
          <a:xfrm xmlns:a="http://schemas.openxmlformats.org/drawingml/2006/main">
            <a:off x="4105275" y="4200525"/>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1572C3"/>
            </a:solidFill>
          </a:ln>
        </p:spPr>
      </p:sp>
      <p:sp>
        <p:nvSpPr>
          <p:cNvPr id="239" name="circuit-569">
            <a:extLst xmlns:a="http://schemas.openxmlformats.org/drawingml/2006/main">
              <a:ext uri="{FF2B5EF4-FFF2-40B4-BE49-F238E27FC236}">
                <a16:creationId xmlns:a16="http://schemas.microsoft.com/office/drawing/2014/main" id="{46B3DB5F-FECB-48B5-8236-DDF8D01427BC}"/>
              </a:ext>
            </a:extLst>
          </p:cNvPr>
          <p:cNvSpPr>
            <a:spLocks xmlns:a="http://schemas.openxmlformats.org/drawingml/2006/main" noGrp="1"/>
          </p:cNvSpPr>
          <p:nvPr/>
        </p:nvSpPr>
        <p:spPr>
          <a:xfrm xmlns:a="http://schemas.openxmlformats.org/drawingml/2006/main">
            <a:off x="4095750" y="41624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40" name="junction-570">
            <a:extLst xmlns:a="http://schemas.openxmlformats.org/drawingml/2006/main">
              <a:ext uri="{FF2B5EF4-FFF2-40B4-BE49-F238E27FC236}">
                <a16:creationId xmlns:a16="http://schemas.microsoft.com/office/drawing/2014/main" id="{63E7173A-31F9-4586-9857-FD6FEAA65B09}"/>
              </a:ext>
            </a:extLst>
          </p:cNvPr>
          <p:cNvSpPr>
            <a:spLocks xmlns:a="http://schemas.openxmlformats.org/drawingml/2006/main" noGrp="1"/>
          </p:cNvSpPr>
          <p:nvPr/>
        </p:nvSpPr>
        <p:spPr>
          <a:xfrm xmlns:a="http://schemas.openxmlformats.org/drawingml/2006/main">
            <a:off x="4078605" y="4526280"/>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241" name="wire-571">
            <a:extLst xmlns:a="http://schemas.openxmlformats.org/drawingml/2006/main">
              <a:ext uri="{FF2B5EF4-FFF2-40B4-BE49-F238E27FC236}">
                <a16:creationId xmlns:a16="http://schemas.microsoft.com/office/drawing/2014/main" id="{F8896C57-ECFC-41A2-95E8-19E76AD4B3E8}"/>
              </a:ext>
            </a:extLst>
          </p:cNvPr>
          <p:cNvSpPr>
            <a:spLocks xmlns:a="http://schemas.openxmlformats.org/drawingml/2006/main" noGrp="1"/>
          </p:cNvSpPr>
          <p:nvPr/>
        </p:nvSpPr>
        <p:spPr>
          <a:xfrm xmlns:a="http://schemas.openxmlformats.org/drawingml/2006/main">
            <a:off x="11572875" y="2771775"/>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1572C3"/>
            </a:solidFill>
          </a:ln>
        </p:spPr>
      </p:sp>
      <p:sp>
        <p:nvSpPr>
          <p:cNvPr id="242" name="wire-572">
            <a:extLst xmlns:a="http://schemas.openxmlformats.org/drawingml/2006/main">
              <a:ext uri="{FF2B5EF4-FFF2-40B4-BE49-F238E27FC236}">
                <a16:creationId xmlns:a16="http://schemas.microsoft.com/office/drawing/2014/main" id="{850159F3-B20F-48EB-AE5B-C552579CA6E3}"/>
              </a:ext>
            </a:extLst>
          </p:cNvPr>
          <p:cNvSpPr>
            <a:spLocks xmlns:a="http://schemas.openxmlformats.org/drawingml/2006/main" noGrp="1"/>
          </p:cNvSpPr>
          <p:nvPr/>
        </p:nvSpPr>
        <p:spPr>
          <a:xfrm xmlns:a="http://schemas.openxmlformats.org/drawingml/2006/main">
            <a:off x="11658600" y="2771775"/>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22860">
            <a:solidFill>
              <a:srgbClr val="1572C3"/>
            </a:solidFill>
          </a:ln>
        </p:spPr>
      </p:sp>
      <p:sp>
        <p:nvSpPr>
          <p:cNvPr id="243" name="wire-573">
            <a:extLst xmlns:a="http://schemas.openxmlformats.org/drawingml/2006/main">
              <a:ext uri="{FF2B5EF4-FFF2-40B4-BE49-F238E27FC236}">
                <a16:creationId xmlns:a16="http://schemas.microsoft.com/office/drawing/2014/main" id="{F7AA7DFB-9224-4070-9ECA-257068618603}"/>
              </a:ext>
            </a:extLst>
          </p:cNvPr>
          <p:cNvSpPr>
            <a:spLocks xmlns:a="http://schemas.openxmlformats.org/drawingml/2006/main" noGrp="1"/>
          </p:cNvSpPr>
          <p:nvPr/>
        </p:nvSpPr>
        <p:spPr>
          <a:xfrm xmlns:a="http://schemas.openxmlformats.org/drawingml/2006/main">
            <a:off x="10429875" y="3295650"/>
            <a:ext cx="1228725" cy="9525"/>
          </a:xfrm>
          <a:custGeom xmlns:a="http://schemas.openxmlformats.org/drawingml/2006/main">
            <a:pathLst>
              <a:path w="1228725" h="9525">
                <a:moveTo>
                  <a:pt x="1228725" y="0"/>
                </a:moveTo>
                <a:lnTo>
                  <a:pt x="0" y="0"/>
                </a:lnTo>
              </a:path>
            </a:pathLst>
          </a:custGeom>
          <a:noFill xmlns:a="http://schemas.openxmlformats.org/drawingml/2006/main"/>
          <a:ln xmlns:a="http://schemas.openxmlformats.org/drawingml/2006/main" w="22860">
            <a:solidFill>
              <a:srgbClr val="1572C3"/>
            </a:solidFill>
          </a:ln>
        </p:spPr>
      </p:sp>
      <p:sp>
        <p:nvSpPr>
          <p:cNvPr id="244" name="wire-574">
            <a:extLst xmlns:a="http://schemas.openxmlformats.org/drawingml/2006/main">
              <a:ext uri="{FF2B5EF4-FFF2-40B4-BE49-F238E27FC236}">
                <a16:creationId xmlns:a16="http://schemas.microsoft.com/office/drawing/2014/main" id="{2E80A7DF-8D90-48EA-BC6C-4B0C7C1C3D19}"/>
              </a:ext>
            </a:extLst>
          </p:cNvPr>
          <p:cNvSpPr>
            <a:spLocks xmlns:a="http://schemas.openxmlformats.org/drawingml/2006/main" noGrp="1"/>
          </p:cNvSpPr>
          <p:nvPr/>
        </p:nvSpPr>
        <p:spPr>
          <a:xfrm xmlns:a="http://schemas.openxmlformats.org/drawingml/2006/main">
            <a:off x="10429875" y="3295650"/>
            <a:ext cx="9525" cy="304800"/>
          </a:xfrm>
          <a:custGeom xmlns:a="http://schemas.openxmlformats.org/drawingml/2006/main">
            <a:pathLst>
              <a:path w="9525" h="304800">
                <a:moveTo>
                  <a:pt x="0" y="0"/>
                </a:moveTo>
                <a:lnTo>
                  <a:pt x="0" y="304800"/>
                </a:lnTo>
              </a:path>
            </a:pathLst>
          </a:custGeom>
          <a:noFill xmlns:a="http://schemas.openxmlformats.org/drawingml/2006/main"/>
          <a:ln xmlns:a="http://schemas.openxmlformats.org/drawingml/2006/main" w="22860">
            <a:solidFill>
              <a:srgbClr val="1572C3"/>
            </a:solidFill>
          </a:ln>
        </p:spPr>
      </p:sp>
      <p:sp>
        <p:nvSpPr>
          <p:cNvPr id="245" name="circuit-575">
            <a:extLst xmlns:a="http://schemas.openxmlformats.org/drawingml/2006/main">
              <a:ext uri="{FF2B5EF4-FFF2-40B4-BE49-F238E27FC236}">
                <a16:creationId xmlns:a16="http://schemas.microsoft.com/office/drawing/2014/main" id="{24CC3FFE-A496-4020-95AA-70FA392C3F03}"/>
              </a:ext>
            </a:extLst>
          </p:cNvPr>
          <p:cNvSpPr>
            <a:spLocks xmlns:a="http://schemas.openxmlformats.org/drawingml/2006/main" noGrp="1"/>
          </p:cNvSpPr>
          <p:nvPr/>
        </p:nvSpPr>
        <p:spPr>
          <a:xfrm xmlns:a="http://schemas.openxmlformats.org/drawingml/2006/main">
            <a:off x="10391775" y="35052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1572C3"/>
          </a:solidFill>
          <a:ln xmlns:a="http://schemas.openxmlformats.org/drawingml/2006/main" w="9525">
            <a:solidFill>
              <a:srgbClr val="1572C3"/>
            </a:solidFill>
          </a:ln>
        </p:spPr>
      </p:sp>
      <p:sp>
        <p:nvSpPr>
          <p:cNvPr id="246" name="text-576">
            <a:extLst xmlns:a="http://schemas.openxmlformats.org/drawingml/2006/main">
              <a:ext uri="{FF2B5EF4-FFF2-40B4-BE49-F238E27FC236}">
                <a16:creationId xmlns:a16="http://schemas.microsoft.com/office/drawing/2014/main" id="{2B241FE8-5B37-4BDD-8F5B-22DD263BFC2C}"/>
              </a:ext>
            </a:extLst>
          </p:cNvPr>
          <p:cNvSpPr>
            <a:spLocks xmlns:a="http://schemas.openxmlformats.org/drawingml/2006/main" noGrp="1"/>
          </p:cNvSpPr>
          <p:nvPr/>
        </p:nvSpPr>
        <p:spPr>
          <a:xfrm xmlns:a="http://schemas.openxmlformats.org/drawingml/2006/main">
            <a:off x="9248775" y="3667125"/>
            <a:ext cx="2333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1">
                <a:solidFill>
                  <a:srgbClr val="1572C3"/>
                </a:solidFill>
                <a:latin typeface="Yu Gothic"/>
                <a:ea typeface="Yu Gothic"/>
                <a:cs typeface="Yu Gothic"/>
              </a:defRPr>
            </a:defPPr>
            <a:lvl1pPr algn="ctr">
              <a:defRPr sz="1800" b="1">
                <a:solidFill>
                  <a:srgbClr val="1572C3"/>
                </a:solidFill>
                <a:latin typeface="Yu Gothic"/>
                <a:ea typeface="Yu Gothic"/>
                <a:cs typeface="Yu Gothic"/>
              </a:defRPr>
            </a:lvl1pPr>
            <a:lvl2pPr algn="ctr">
              <a:defRPr sz="1800" b="1">
                <a:solidFill>
                  <a:srgbClr val="1572C3"/>
                </a:solidFill>
                <a:latin typeface="Yu Gothic"/>
                <a:ea typeface="Yu Gothic"/>
                <a:cs typeface="Yu Gothic"/>
              </a:defRPr>
            </a:lvl2pPr>
            <a:lvl3pPr algn="ctr">
              <a:defRPr sz="1800" b="1">
                <a:solidFill>
                  <a:srgbClr val="1572C3"/>
                </a:solidFill>
                <a:latin typeface="Yu Gothic"/>
                <a:ea typeface="Yu Gothic"/>
                <a:cs typeface="Yu Gothic"/>
              </a:defRPr>
            </a:lvl3pPr>
            <a:lvl4pPr algn="ctr">
              <a:defRPr sz="1800" b="1">
                <a:solidFill>
                  <a:srgbClr val="1572C3"/>
                </a:solidFill>
                <a:latin typeface="Yu Gothic"/>
                <a:ea typeface="Yu Gothic"/>
                <a:cs typeface="Yu Gothic"/>
              </a:defRPr>
            </a:lvl4pPr>
            <a:lvl5pPr algn="ctr">
              <a:defRPr sz="1800" b="1">
                <a:solidFill>
                  <a:srgbClr val="1572C3"/>
                </a:solidFill>
                <a:latin typeface="Yu Gothic"/>
                <a:ea typeface="Yu Gothic"/>
                <a:cs typeface="Yu Gothic"/>
              </a:defRPr>
            </a:lvl5pPr>
            <a:lvl6pPr algn="ctr">
              <a:defRPr sz="1800" b="1">
                <a:solidFill>
                  <a:srgbClr val="1572C3"/>
                </a:solidFill>
                <a:latin typeface="Yu Gothic"/>
                <a:ea typeface="Yu Gothic"/>
                <a:cs typeface="Yu Gothic"/>
              </a:defRPr>
            </a:lvl6pPr>
            <a:lvl7pPr algn="ctr">
              <a:defRPr sz="1800" b="1">
                <a:solidFill>
                  <a:srgbClr val="1572C3"/>
                </a:solidFill>
                <a:latin typeface="Yu Gothic"/>
                <a:ea typeface="Yu Gothic"/>
                <a:cs typeface="Yu Gothic"/>
              </a:defRPr>
            </a:lvl7pPr>
            <a:lvl8pPr algn="ctr">
              <a:defRPr sz="1800" b="1">
                <a:solidFill>
                  <a:srgbClr val="1572C3"/>
                </a:solidFill>
                <a:latin typeface="Yu Gothic"/>
                <a:ea typeface="Yu Gothic"/>
                <a:cs typeface="Yu Gothic"/>
              </a:defRPr>
            </a:lvl8pPr>
            <a:lvl9pPr algn="ctr">
              <a:defRPr sz="1800" b="1">
                <a:solidFill>
                  <a:srgbClr val="1572C3"/>
                </a:solidFill>
                <a:latin typeface="Yu Gothic"/>
                <a:ea typeface="Yu Gothic"/>
                <a:cs typeface="Yu Gothic"/>
              </a:defRPr>
            </a:lvl9pPr>
          </a:lstStyle>
          <a:p xmlns:a="http://schemas.openxmlformats.org/drawingml/2006/main">
            <a:pPr algn="ctr">
              <a:defRPr sz="1800" b="1">
                <a:solidFill>
                  <a:srgbClr val="1572C3"/>
                </a:solidFill>
                <a:latin typeface="Yu Gothic"/>
                <a:ea typeface="Yu Gothic"/>
                <a:cs typeface="Yu Gothic"/>
              </a:defRPr>
            </a:pPr>
            <a:r>
              <a:rPr sz="1800" b="1">
                <a:solidFill>
                  <a:srgbClr val="1572C3"/>
                </a:solidFill>
                <a:latin typeface="Yu Gothic"/>
                <a:ea typeface="Yu Gothic"/>
                <a:cs typeface="Yu Gothic"/>
              </a:rPr>
              <a:t>本研究では</a:t>
            </a:r>
          </a:p>
          <a:p xmlns:a="http://schemas.openxmlformats.org/drawingml/2006/main">
            <a:pPr algn="ctr">
              <a:defRPr sz="1800" b="1">
                <a:solidFill>
                  <a:srgbClr val="1572C3"/>
                </a:solidFill>
                <a:latin typeface="Yu Gothic"/>
                <a:ea typeface="Yu Gothic"/>
                <a:cs typeface="Yu Gothic"/>
              </a:defRPr>
            </a:pPr>
            <a:r>
              <a:rPr sz="1800" b="1">
                <a:solidFill>
                  <a:srgbClr val="1572C3"/>
                </a:solidFill>
                <a:latin typeface="Yu Gothic"/>
                <a:ea typeface="Yu Gothic"/>
                <a:cs typeface="Yu Gothic"/>
              </a:rPr>
              <a:t>このAPB接続へ</a:t>
            </a:r>
          </a:p>
          <a:p xmlns:a="http://schemas.openxmlformats.org/drawingml/2006/main">
            <a:pPr algn="ctr">
              <a:defRPr sz="1800" b="1">
                <a:solidFill>
                  <a:srgbClr val="1572C3"/>
                </a:solidFill>
                <a:latin typeface="Yu Gothic"/>
                <a:ea typeface="Yu Gothic"/>
                <a:cs typeface="Yu Gothic"/>
              </a:defRPr>
            </a:pPr>
            <a:r>
              <a:rPr sz="1800" b="1">
                <a:solidFill>
                  <a:srgbClr val="1572C3"/>
                </a:solidFill>
                <a:latin typeface="Yu Gothic"/>
                <a:ea typeface="Yu Gothic"/>
                <a:cs typeface="Yu Gothic"/>
              </a:rPr>
              <a:t>描画回路を追加する</a:t>
            </a:r>
          </a:p>
        </p:txBody>
      </p:sp>
      <p:sp>
        <p:nvSpPr>
          <p:cNvPr id="247" name="text-577">
            <a:extLst xmlns:a="http://schemas.openxmlformats.org/drawingml/2006/main">
              <a:ext uri="{FF2B5EF4-FFF2-40B4-BE49-F238E27FC236}">
                <a16:creationId xmlns:a16="http://schemas.microsoft.com/office/drawing/2014/main" id="{F9FECB5F-9B94-4064-BF1C-3E6D57367FD8}"/>
              </a:ext>
            </a:extLst>
          </p:cNvPr>
          <p:cNvSpPr>
            <a:spLocks xmlns:a="http://schemas.openxmlformats.org/drawingml/2006/main" noGrp="1"/>
          </p:cNvSpPr>
          <p:nvPr/>
        </p:nvSpPr>
        <p:spPr>
          <a:xfrm xmlns:a="http://schemas.openxmlformats.org/drawingml/2006/main">
            <a:off x="9239250" y="4972050"/>
            <a:ext cx="2352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0">
                <a:solidFill>
                  <a:srgbClr val="231F20"/>
                </a:solidFill>
                <a:latin typeface="Yu Gothic"/>
                <a:ea typeface="Yu Gothic"/>
                <a:cs typeface="Yu Gothic"/>
              </a:defRPr>
            </a:defPPr>
            <a:lvl1pPr algn="ctr">
              <a:defRPr sz="1500" b="0">
                <a:solidFill>
                  <a:srgbClr val="231F20"/>
                </a:solidFill>
                <a:latin typeface="Yu Gothic"/>
                <a:ea typeface="Yu Gothic"/>
                <a:cs typeface="Yu Gothic"/>
              </a:defRPr>
            </a:lvl1pPr>
            <a:lvl2pPr algn="ctr">
              <a:defRPr sz="1500" b="0">
                <a:solidFill>
                  <a:srgbClr val="231F20"/>
                </a:solidFill>
                <a:latin typeface="Yu Gothic"/>
                <a:ea typeface="Yu Gothic"/>
                <a:cs typeface="Yu Gothic"/>
              </a:defRPr>
            </a:lvl2pPr>
            <a:lvl3pPr algn="ctr">
              <a:defRPr sz="1500" b="0">
                <a:solidFill>
                  <a:srgbClr val="231F20"/>
                </a:solidFill>
                <a:latin typeface="Yu Gothic"/>
                <a:ea typeface="Yu Gothic"/>
                <a:cs typeface="Yu Gothic"/>
              </a:defRPr>
            </a:lvl3pPr>
            <a:lvl4pPr algn="ctr">
              <a:defRPr sz="1500" b="0">
                <a:solidFill>
                  <a:srgbClr val="231F20"/>
                </a:solidFill>
                <a:latin typeface="Yu Gothic"/>
                <a:ea typeface="Yu Gothic"/>
                <a:cs typeface="Yu Gothic"/>
              </a:defRPr>
            </a:lvl4pPr>
            <a:lvl5pPr algn="ctr">
              <a:defRPr sz="1500" b="0">
                <a:solidFill>
                  <a:srgbClr val="231F20"/>
                </a:solidFill>
                <a:latin typeface="Yu Gothic"/>
                <a:ea typeface="Yu Gothic"/>
                <a:cs typeface="Yu Gothic"/>
              </a:defRPr>
            </a:lvl5pPr>
            <a:lvl6pPr algn="ctr">
              <a:defRPr sz="1500" b="0">
                <a:solidFill>
                  <a:srgbClr val="231F20"/>
                </a:solidFill>
                <a:latin typeface="Yu Gothic"/>
                <a:ea typeface="Yu Gothic"/>
                <a:cs typeface="Yu Gothic"/>
              </a:defRPr>
            </a:lvl6pPr>
            <a:lvl7pPr algn="ctr">
              <a:defRPr sz="1500" b="0">
                <a:solidFill>
                  <a:srgbClr val="231F20"/>
                </a:solidFill>
                <a:latin typeface="Yu Gothic"/>
                <a:ea typeface="Yu Gothic"/>
                <a:cs typeface="Yu Gothic"/>
              </a:defRPr>
            </a:lvl7pPr>
            <a:lvl8pPr algn="ctr">
              <a:defRPr sz="1500" b="0">
                <a:solidFill>
                  <a:srgbClr val="231F20"/>
                </a:solidFill>
                <a:latin typeface="Yu Gothic"/>
                <a:ea typeface="Yu Gothic"/>
                <a:cs typeface="Yu Gothic"/>
              </a:defRPr>
            </a:lvl8pPr>
            <a:lvl9pPr algn="ctr">
              <a:defRPr sz="1500" b="0">
                <a:solidFill>
                  <a:srgbClr val="231F20"/>
                </a:solidFill>
                <a:latin typeface="Yu Gothic"/>
                <a:ea typeface="Yu Gothic"/>
                <a:cs typeface="Yu Gothic"/>
              </a:defRPr>
            </a:lvl9pPr>
          </a:lstStyle>
          <a:p xmlns:a="http://schemas.openxmlformats.org/drawingml/2006/main">
            <a:pPr algn="ctr">
              <a:defRPr sz="1500" b="0">
                <a:solidFill>
                  <a:srgbClr val="231F20"/>
                </a:solidFill>
                <a:latin typeface="Yu Gothic"/>
                <a:ea typeface="Yu Gothic"/>
                <a:cs typeface="Yu Gothic"/>
              </a:defRPr>
            </a:pPr>
            <a:r>
              <a:rPr sz="1500" b="0">
                <a:solidFill>
                  <a:srgbClr val="231F20"/>
                </a:solidFill>
                <a:latin typeface="Yu Gothic"/>
                <a:ea typeface="Yu Gothic"/>
                <a:cs typeface="Yu Gothic"/>
              </a:rPr>
              <a:t>回路記述を合成し、</a:t>
            </a:r>
          </a:p>
          <a:p xmlns:a="http://schemas.openxmlformats.org/drawingml/2006/main">
            <a:pPr algn="ctr">
              <a:defRPr sz="1500" b="0">
                <a:solidFill>
                  <a:srgbClr val="231F20"/>
                </a:solidFill>
                <a:latin typeface="Yu Gothic"/>
                <a:ea typeface="Yu Gothic"/>
                <a:cs typeface="Yu Gothic"/>
              </a:defRPr>
            </a:pPr>
            <a:r>
              <a:rPr sz="1500" b="0">
                <a:solidFill>
                  <a:srgbClr val="231F20"/>
                </a:solidFill>
                <a:latin typeface="Yu Gothic"/>
                <a:ea typeface="Yu Gothic"/>
                <a:cs typeface="Yu Gothic"/>
              </a:rPr>
              <a:t>FPGA内の素子と配線で</a:t>
            </a:r>
          </a:p>
          <a:p xmlns:a="http://schemas.openxmlformats.org/drawingml/2006/main">
            <a:pPr algn="ctr">
              <a:defRPr sz="1500" b="0">
                <a:solidFill>
                  <a:srgbClr val="231F20"/>
                </a:solidFill>
                <a:latin typeface="Yu Gothic"/>
                <a:ea typeface="Yu Gothic"/>
                <a:cs typeface="Yu Gothic"/>
              </a:defRPr>
            </a:pPr>
            <a:r>
              <a:rPr sz="1500" b="0">
                <a:solidFill>
                  <a:srgbClr val="231F20"/>
                </a:solidFill>
                <a:latin typeface="Yu Gothic"/>
                <a:ea typeface="Yu Gothic"/>
                <a:cs typeface="Yu Gothic"/>
              </a:rPr>
              <a:t>この回路を構成する</a:t>
            </a:r>
          </a:p>
        </p:txBody>
      </p:sp>
      <p:sp>
        <p:nvSpPr>
          <p:cNvPr id="248" name="text-578">
            <a:extLst xmlns:a="http://schemas.openxmlformats.org/drawingml/2006/main">
              <a:ext uri="{FF2B5EF4-FFF2-40B4-BE49-F238E27FC236}">
                <a16:creationId xmlns:a16="http://schemas.microsoft.com/office/drawing/2014/main" id="{C09B640E-FF65-4F84-9F31-F8CAC18340EE}"/>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6</a:t>
            </a:r>
          </a:p>
        </p:txBody>
      </p:sp>
      <p:sp>
        <p:nvSpPr>
          <p:cNvPr id="249" name="text-579">
            <a:extLst xmlns:a="http://schemas.openxmlformats.org/drawingml/2006/main">
              <a:ext uri="{FF2B5EF4-FFF2-40B4-BE49-F238E27FC236}">
                <a16:creationId xmlns:a16="http://schemas.microsoft.com/office/drawing/2014/main" id="{E1221EE4-98A7-45F3-A201-4EE6516D3C57}"/>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主要な読書き経路。MMU：番地変換　I$/D$：キャッシュ。全信号・内部処理は省略</a:t>
            </a:r>
          </a:p>
        </p:txBody>
      </p:sp>
    </p:spTree>
    <p:extLst>
      <p:ext uri="{BB962C8B-B14F-4D97-AF65-F5344CB8AC3E}">
        <p14:creationId xmlns:p14="http://schemas.microsoft.com/office/powerpoint/2010/main" val="6347869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6" name="text-580">
            <a:extLst xmlns:a="http://schemas.openxmlformats.org/drawingml/2006/main">
              <a:ext uri="{FF2B5EF4-FFF2-40B4-BE49-F238E27FC236}">
                <a16:creationId xmlns:a16="http://schemas.microsoft.com/office/drawing/2014/main" id="{1A24888F-D3C8-4DB8-8548-0B3DAF2171C6}"/>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7</a:t>
            </a:r>
          </a:p>
        </p:txBody>
      </p:sp>
      <p:sp>
        <p:nvSpPr>
          <p:cNvPr id="2" name="text-581">
            <a:extLst xmlns:a="http://schemas.openxmlformats.org/drawingml/2006/main">
              <a:ext uri="{FF2B5EF4-FFF2-40B4-BE49-F238E27FC236}">
                <a16:creationId xmlns:a16="http://schemas.microsoft.com/office/drawing/2014/main" id="{91F52B97-A08A-4134-94BD-8E4BB0EE7598}"/>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同じWallyの構成へ、RasterIXを追加する</a:t>
            </a:r>
          </a:p>
        </p:txBody>
      </p:sp>
      <p:sp>
        <p:nvSpPr>
          <p:cNvPr id="3" name="text-582">
            <a:extLst xmlns:a="http://schemas.openxmlformats.org/drawingml/2006/main">
              <a:ext uri="{FF2B5EF4-FFF2-40B4-BE49-F238E27FC236}">
                <a16:creationId xmlns:a16="http://schemas.microsoft.com/office/drawing/2014/main" id="{82797E70-20CA-490A-878F-D31B2EF97573}"/>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7</a:t>
            </a:r>
          </a:p>
        </p:txBody>
      </p:sp>
      <p:sp>
        <p:nvSpPr>
          <p:cNvPr id="4" name="block-583">
            <a:extLst xmlns:a="http://schemas.openxmlformats.org/drawingml/2006/main">
              <a:ext uri="{FF2B5EF4-FFF2-40B4-BE49-F238E27FC236}">
                <a16:creationId xmlns:a16="http://schemas.microsoft.com/office/drawing/2014/main" id="{CF0DB390-DC76-45AA-96BE-D0C195B83DF3}"/>
              </a:ext>
            </a:extLst>
          </p:cNvPr>
          <p:cNvSpPr>
            <a:spLocks xmlns:a="http://schemas.openxmlformats.org/drawingml/2006/main" noGrp="1"/>
          </p:cNvSpPr>
          <p:nvPr/>
        </p:nvSpPr>
        <p:spPr>
          <a:xfrm xmlns:a="http://schemas.openxmlformats.org/drawingml/2006/main">
            <a:off x="381000" y="1323975"/>
            <a:ext cx="11430000" cy="4810125"/>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5" name="block-584">
            <a:extLst xmlns:a="http://schemas.openxmlformats.org/drawingml/2006/main">
              <a:ext uri="{FF2B5EF4-FFF2-40B4-BE49-F238E27FC236}">
                <a16:creationId xmlns:a16="http://schemas.microsoft.com/office/drawing/2014/main" id="{31F381D5-5546-4562-AD99-8652388DC715}"/>
              </a:ext>
            </a:extLst>
          </p:cNvPr>
          <p:cNvSpPr>
            <a:spLocks xmlns:a="http://schemas.openxmlformats.org/drawingml/2006/main" noGrp="1"/>
          </p:cNvSpPr>
          <p:nvPr/>
        </p:nvSpPr>
        <p:spPr>
          <a:xfrm xmlns:a="http://schemas.openxmlformats.org/drawingml/2006/main">
            <a:off x="457200" y="2076450"/>
            <a:ext cx="11277600" cy="3990975"/>
          </a:xfrm>
          <a:prstGeom xmlns:a="http://schemas.openxmlformats.org/drawingml/2006/main" prst="rect">
            <a:avLst/>
          </a:prstGeom>
          <a:solidFill xmlns:a="http://schemas.openxmlformats.org/drawingml/2006/main">
            <a:srgbClr val="CCD9F1"/>
          </a:solidFill>
          <a:ln xmlns:a="http://schemas.openxmlformats.org/drawingml/2006/main" w="16193">
            <a:solidFill>
              <a:srgbClr val="231F20"/>
            </a:solidFill>
          </a:ln>
        </p:spPr>
      </p:sp>
      <p:sp>
        <p:nvSpPr>
          <p:cNvPr id="6" name="block-585">
            <a:extLst xmlns:a="http://schemas.openxmlformats.org/drawingml/2006/main">
              <a:ext uri="{FF2B5EF4-FFF2-40B4-BE49-F238E27FC236}">
                <a16:creationId xmlns:a16="http://schemas.microsoft.com/office/drawing/2014/main" id="{C1BF7BF4-C297-4FDE-88B3-E506185DF59B}"/>
              </a:ext>
            </a:extLst>
          </p:cNvPr>
          <p:cNvSpPr>
            <a:spLocks xmlns:a="http://schemas.openxmlformats.org/drawingml/2006/main" noGrp="1"/>
          </p:cNvSpPr>
          <p:nvPr/>
        </p:nvSpPr>
        <p:spPr>
          <a:xfrm xmlns:a="http://schemas.openxmlformats.org/drawingml/2006/main">
            <a:off x="647700" y="3086100"/>
            <a:ext cx="8201025" cy="2714625"/>
          </a:xfrm>
          <a:prstGeom xmlns:a="http://schemas.openxmlformats.org/drawingml/2006/main" prst="rect">
            <a:avLst/>
          </a:prstGeom>
          <a:solidFill xmlns:a="http://schemas.openxmlformats.org/drawingml/2006/main">
            <a:srgbClr val="E5EBF8"/>
          </a:solidFill>
          <a:ln xmlns:a="http://schemas.openxmlformats.org/drawingml/2006/main" w="0">
            <a:solidFill>
              <a:srgbClr val="231F20"/>
            </a:solidFill>
          </a:ln>
        </p:spPr>
      </p:sp>
      <p:sp>
        <p:nvSpPr>
          <p:cNvPr id="7" name="text-586">
            <a:extLst xmlns:a="http://schemas.openxmlformats.org/drawingml/2006/main">
              <a:ext uri="{FF2B5EF4-FFF2-40B4-BE49-F238E27FC236}">
                <a16:creationId xmlns:a16="http://schemas.microsoft.com/office/drawing/2014/main" id="{924C5CF7-6B77-4460-83A8-8B3121C9A731}"/>
              </a:ext>
            </a:extLst>
          </p:cNvPr>
          <p:cNvSpPr>
            <a:spLocks xmlns:a="http://schemas.openxmlformats.org/drawingml/2006/main" noGrp="1"/>
          </p:cNvSpPr>
          <p:nvPr/>
        </p:nvSpPr>
        <p:spPr>
          <a:xfrm xmlns:a="http://schemas.openxmlformats.org/drawingml/2006/main">
            <a:off x="619125" y="2124075"/>
            <a:ext cx="666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1">
                <a:solidFill>
                  <a:srgbClr val="231F20"/>
                </a:solidFill>
                <a:latin typeface="Yu Gothic"/>
                <a:ea typeface="Yu Gothic"/>
                <a:cs typeface="Yu Gothic"/>
              </a:defRPr>
            </a:defPPr>
            <a:lvl1pPr algn="l">
              <a:defRPr sz="1575" b="1">
                <a:solidFill>
                  <a:srgbClr val="231F20"/>
                </a:solidFill>
                <a:latin typeface="Yu Gothic"/>
                <a:ea typeface="Yu Gothic"/>
                <a:cs typeface="Yu Gothic"/>
              </a:defRPr>
            </a:lvl1pPr>
            <a:lvl2pPr algn="l">
              <a:defRPr sz="1575" b="1">
                <a:solidFill>
                  <a:srgbClr val="231F20"/>
                </a:solidFill>
                <a:latin typeface="Yu Gothic"/>
                <a:ea typeface="Yu Gothic"/>
                <a:cs typeface="Yu Gothic"/>
              </a:defRPr>
            </a:lvl2pPr>
            <a:lvl3pPr algn="l">
              <a:defRPr sz="1575" b="1">
                <a:solidFill>
                  <a:srgbClr val="231F20"/>
                </a:solidFill>
                <a:latin typeface="Yu Gothic"/>
                <a:ea typeface="Yu Gothic"/>
                <a:cs typeface="Yu Gothic"/>
              </a:defRPr>
            </a:lvl3pPr>
            <a:lvl4pPr algn="l">
              <a:defRPr sz="1575" b="1">
                <a:solidFill>
                  <a:srgbClr val="231F20"/>
                </a:solidFill>
                <a:latin typeface="Yu Gothic"/>
                <a:ea typeface="Yu Gothic"/>
                <a:cs typeface="Yu Gothic"/>
              </a:defRPr>
            </a:lvl4pPr>
            <a:lvl5pPr algn="l">
              <a:defRPr sz="1575" b="1">
                <a:solidFill>
                  <a:srgbClr val="231F20"/>
                </a:solidFill>
                <a:latin typeface="Yu Gothic"/>
                <a:ea typeface="Yu Gothic"/>
                <a:cs typeface="Yu Gothic"/>
              </a:defRPr>
            </a:lvl5pPr>
            <a:lvl6pPr algn="l">
              <a:defRPr sz="1575" b="1">
                <a:solidFill>
                  <a:srgbClr val="231F20"/>
                </a:solidFill>
                <a:latin typeface="Yu Gothic"/>
                <a:ea typeface="Yu Gothic"/>
                <a:cs typeface="Yu Gothic"/>
              </a:defRPr>
            </a:lvl6pPr>
            <a:lvl7pPr algn="l">
              <a:defRPr sz="1575" b="1">
                <a:solidFill>
                  <a:srgbClr val="231F20"/>
                </a:solidFill>
                <a:latin typeface="Yu Gothic"/>
                <a:ea typeface="Yu Gothic"/>
                <a:cs typeface="Yu Gothic"/>
              </a:defRPr>
            </a:lvl7pPr>
            <a:lvl8pPr algn="l">
              <a:defRPr sz="1575" b="1">
                <a:solidFill>
                  <a:srgbClr val="231F20"/>
                </a:solidFill>
                <a:latin typeface="Yu Gothic"/>
                <a:ea typeface="Yu Gothic"/>
                <a:cs typeface="Yu Gothic"/>
              </a:defRPr>
            </a:lvl8pPr>
            <a:lvl9pPr algn="l">
              <a:defRPr sz="1575" b="1">
                <a:solidFill>
                  <a:srgbClr val="231F20"/>
                </a:solidFill>
                <a:latin typeface="Yu Gothic"/>
                <a:ea typeface="Yu Gothic"/>
                <a:cs typeface="Yu Gothic"/>
              </a:defRPr>
            </a:lvl9pPr>
          </a:lstStyle>
          <a:p xmlns:a="http://schemas.openxmlformats.org/drawingml/2006/main">
            <a:pPr algn="l">
              <a:defRPr sz="1575" b="1">
                <a:solidFill>
                  <a:srgbClr val="231F20"/>
                </a:solidFill>
                <a:latin typeface="Yu Gothic"/>
                <a:ea typeface="Yu Gothic"/>
                <a:cs typeface="Yu Gothic"/>
              </a:defRPr>
            </a:pPr>
            <a:r>
              <a:rPr sz="1575" b="1">
                <a:solidFill>
                  <a:srgbClr val="231F20"/>
                </a:solidFill>
                <a:latin typeface="Yu Gothic"/>
                <a:ea typeface="Yu Gothic"/>
                <a:cs typeface="Yu Gothic"/>
              </a:rPr>
              <a:t>FPGAチップ：内部の論理回路と配線を設定する</a:t>
            </a:r>
          </a:p>
        </p:txBody>
      </p:sp>
      <p:sp>
        <p:nvSpPr>
          <p:cNvPr id="8" name="block-587">
            <a:extLst xmlns:a="http://schemas.openxmlformats.org/drawingml/2006/main">
              <a:ext uri="{FF2B5EF4-FFF2-40B4-BE49-F238E27FC236}">
                <a16:creationId xmlns:a16="http://schemas.microsoft.com/office/drawing/2014/main" id="{1CBA1CF9-2506-497D-B518-7588F580BAE0}"/>
              </a:ext>
            </a:extLst>
          </p:cNvPr>
          <p:cNvSpPr>
            <a:spLocks xmlns:a="http://schemas.openxmlformats.org/drawingml/2006/main" noGrp="1"/>
          </p:cNvSpPr>
          <p:nvPr/>
        </p:nvSpPr>
        <p:spPr>
          <a:xfrm xmlns:a="http://schemas.openxmlformats.org/drawingml/2006/main">
            <a:off x="9144000" y="1466850"/>
            <a:ext cx="1143000" cy="4762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9" name="text-588">
            <a:extLst xmlns:a="http://schemas.openxmlformats.org/drawingml/2006/main">
              <a:ext uri="{FF2B5EF4-FFF2-40B4-BE49-F238E27FC236}">
                <a16:creationId xmlns:a16="http://schemas.microsoft.com/office/drawing/2014/main" id="{10ACF3A2-C1E1-4ACE-B0CA-B284E4EBD145}"/>
              </a:ext>
            </a:extLst>
          </p:cNvPr>
          <p:cNvSpPr>
            <a:spLocks xmlns:a="http://schemas.openxmlformats.org/drawingml/2006/main" noGrp="1"/>
          </p:cNvSpPr>
          <p:nvPr/>
        </p:nvSpPr>
        <p:spPr>
          <a:xfrm xmlns:a="http://schemas.openxmlformats.org/drawingml/2006/main">
            <a:off x="9220200" y="1524000"/>
            <a:ext cx="99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Arial"/>
                <a:ea typeface="Arial"/>
                <a:cs typeface="Arial"/>
              </a:defRPr>
            </a:defPPr>
            <a:lvl1pPr algn="ctr">
              <a:defRPr sz="1875" b="1">
                <a:solidFill>
                  <a:srgbClr val="231F20"/>
                </a:solidFill>
                <a:latin typeface="Arial"/>
                <a:ea typeface="Arial"/>
                <a:cs typeface="Arial"/>
              </a:defRPr>
            </a:lvl1pPr>
            <a:lvl2pPr algn="ctr">
              <a:defRPr sz="1875" b="1">
                <a:solidFill>
                  <a:srgbClr val="231F20"/>
                </a:solidFill>
                <a:latin typeface="Arial"/>
                <a:ea typeface="Arial"/>
                <a:cs typeface="Arial"/>
              </a:defRPr>
            </a:lvl2pPr>
            <a:lvl3pPr algn="ctr">
              <a:defRPr sz="1875" b="1">
                <a:solidFill>
                  <a:srgbClr val="231F20"/>
                </a:solidFill>
                <a:latin typeface="Arial"/>
                <a:ea typeface="Arial"/>
                <a:cs typeface="Arial"/>
              </a:defRPr>
            </a:lvl3pPr>
            <a:lvl4pPr algn="ctr">
              <a:defRPr sz="1875" b="1">
                <a:solidFill>
                  <a:srgbClr val="231F20"/>
                </a:solidFill>
                <a:latin typeface="Arial"/>
                <a:ea typeface="Arial"/>
                <a:cs typeface="Arial"/>
              </a:defRPr>
            </a:lvl4pPr>
            <a:lvl5pPr algn="ctr">
              <a:defRPr sz="1875" b="1">
                <a:solidFill>
                  <a:srgbClr val="231F20"/>
                </a:solidFill>
                <a:latin typeface="Arial"/>
                <a:ea typeface="Arial"/>
                <a:cs typeface="Arial"/>
              </a:defRPr>
            </a:lvl5pPr>
            <a:lvl6pPr algn="ctr">
              <a:defRPr sz="1875" b="1">
                <a:solidFill>
                  <a:srgbClr val="231F20"/>
                </a:solidFill>
                <a:latin typeface="Arial"/>
                <a:ea typeface="Arial"/>
                <a:cs typeface="Arial"/>
              </a:defRPr>
            </a:lvl6pPr>
            <a:lvl7pPr algn="ctr">
              <a:defRPr sz="1875" b="1">
                <a:solidFill>
                  <a:srgbClr val="231F20"/>
                </a:solidFill>
                <a:latin typeface="Arial"/>
                <a:ea typeface="Arial"/>
                <a:cs typeface="Arial"/>
              </a:defRPr>
            </a:lvl7pPr>
            <a:lvl8pPr algn="ctr">
              <a:defRPr sz="1875" b="1">
                <a:solidFill>
                  <a:srgbClr val="231F20"/>
                </a:solidFill>
                <a:latin typeface="Arial"/>
                <a:ea typeface="Arial"/>
                <a:cs typeface="Arial"/>
              </a:defRPr>
            </a:lvl8pPr>
            <a:lvl9pPr algn="ctr">
              <a:defRPr sz="1875" b="1">
                <a:solidFill>
                  <a:srgbClr val="231F20"/>
                </a:solidFill>
                <a:latin typeface="Arial"/>
                <a:ea typeface="Arial"/>
                <a:cs typeface="Arial"/>
              </a:defRPr>
            </a:lvl9pPr>
          </a:lstStyle>
          <a:p xmlns:a="http://schemas.openxmlformats.org/drawingml/2006/main">
            <a:pPr algn="ctr">
              <a:defRPr sz="1875" b="1">
                <a:solidFill>
                  <a:srgbClr val="231F20"/>
                </a:solidFill>
                <a:latin typeface="Arial"/>
                <a:ea typeface="Arial"/>
                <a:cs typeface="Arial"/>
              </a:defRPr>
            </a:pPr>
            <a:r>
              <a:rPr sz="1875" b="1">
                <a:solidFill>
                  <a:srgbClr val="231F20"/>
                </a:solidFill>
                <a:latin typeface="Arial"/>
                <a:ea typeface="Arial"/>
                <a:cs typeface="Arial"/>
              </a:rPr>
              <a:t>DDR3</a:t>
            </a:r>
          </a:p>
        </p:txBody>
      </p:sp>
      <p:sp>
        <p:nvSpPr>
          <p:cNvPr id="10" name="block-589">
            <a:extLst xmlns:a="http://schemas.openxmlformats.org/drawingml/2006/main">
              <a:ext uri="{FF2B5EF4-FFF2-40B4-BE49-F238E27FC236}">
                <a16:creationId xmlns:a16="http://schemas.microsoft.com/office/drawing/2014/main" id="{ACE7FDEC-9297-47FE-82A2-9B91D3087708}"/>
              </a:ext>
            </a:extLst>
          </p:cNvPr>
          <p:cNvSpPr>
            <a:spLocks xmlns:a="http://schemas.openxmlformats.org/drawingml/2006/main" noGrp="1"/>
          </p:cNvSpPr>
          <p:nvPr/>
        </p:nvSpPr>
        <p:spPr>
          <a:xfrm xmlns:a="http://schemas.openxmlformats.org/drawingml/2006/main">
            <a:off x="10429875" y="1466850"/>
            <a:ext cx="1143000" cy="4762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1" name="text-590">
            <a:extLst xmlns:a="http://schemas.openxmlformats.org/drawingml/2006/main">
              <a:ext uri="{FF2B5EF4-FFF2-40B4-BE49-F238E27FC236}">
                <a16:creationId xmlns:a16="http://schemas.microsoft.com/office/drawing/2014/main" id="{BD60A566-59CF-4E04-9A6D-23AB26638089}"/>
              </a:ext>
            </a:extLst>
          </p:cNvPr>
          <p:cNvSpPr>
            <a:spLocks xmlns:a="http://schemas.openxmlformats.org/drawingml/2006/main" noGrp="1"/>
          </p:cNvSpPr>
          <p:nvPr/>
        </p:nvSpPr>
        <p:spPr>
          <a:xfrm xmlns:a="http://schemas.openxmlformats.org/drawingml/2006/main">
            <a:off x="10506075" y="1524000"/>
            <a:ext cx="99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231F20"/>
                </a:solidFill>
                <a:latin typeface="Yu Gothic"/>
                <a:ea typeface="Yu Gothic"/>
                <a:cs typeface="Yu Gothic"/>
              </a:defRPr>
            </a:defPPr>
            <a:lvl1pPr algn="ctr">
              <a:defRPr sz="1725" b="1">
                <a:solidFill>
                  <a:srgbClr val="231F20"/>
                </a:solidFill>
                <a:latin typeface="Yu Gothic"/>
                <a:ea typeface="Yu Gothic"/>
                <a:cs typeface="Yu Gothic"/>
              </a:defRPr>
            </a:lvl1pPr>
            <a:lvl2pPr algn="ctr">
              <a:defRPr sz="1725" b="1">
                <a:solidFill>
                  <a:srgbClr val="231F20"/>
                </a:solidFill>
                <a:latin typeface="Yu Gothic"/>
                <a:ea typeface="Yu Gothic"/>
                <a:cs typeface="Yu Gothic"/>
              </a:defRPr>
            </a:lvl2pPr>
            <a:lvl3pPr algn="ctr">
              <a:defRPr sz="1725" b="1">
                <a:solidFill>
                  <a:srgbClr val="231F20"/>
                </a:solidFill>
                <a:latin typeface="Yu Gothic"/>
                <a:ea typeface="Yu Gothic"/>
                <a:cs typeface="Yu Gothic"/>
              </a:defRPr>
            </a:lvl3pPr>
            <a:lvl4pPr algn="ctr">
              <a:defRPr sz="1725" b="1">
                <a:solidFill>
                  <a:srgbClr val="231F20"/>
                </a:solidFill>
                <a:latin typeface="Yu Gothic"/>
                <a:ea typeface="Yu Gothic"/>
                <a:cs typeface="Yu Gothic"/>
              </a:defRPr>
            </a:lvl4pPr>
            <a:lvl5pPr algn="ctr">
              <a:defRPr sz="1725" b="1">
                <a:solidFill>
                  <a:srgbClr val="231F20"/>
                </a:solidFill>
                <a:latin typeface="Yu Gothic"/>
                <a:ea typeface="Yu Gothic"/>
                <a:cs typeface="Yu Gothic"/>
              </a:defRPr>
            </a:lvl5pPr>
            <a:lvl6pPr algn="ctr">
              <a:defRPr sz="1725" b="1">
                <a:solidFill>
                  <a:srgbClr val="231F20"/>
                </a:solidFill>
                <a:latin typeface="Yu Gothic"/>
                <a:ea typeface="Yu Gothic"/>
                <a:cs typeface="Yu Gothic"/>
              </a:defRPr>
            </a:lvl6pPr>
            <a:lvl7pPr algn="ctr">
              <a:defRPr sz="1725" b="1">
                <a:solidFill>
                  <a:srgbClr val="231F20"/>
                </a:solidFill>
                <a:latin typeface="Yu Gothic"/>
                <a:ea typeface="Yu Gothic"/>
                <a:cs typeface="Yu Gothic"/>
              </a:defRPr>
            </a:lvl7pPr>
            <a:lvl8pPr algn="ctr">
              <a:defRPr sz="1725" b="1">
                <a:solidFill>
                  <a:srgbClr val="231F20"/>
                </a:solidFill>
                <a:latin typeface="Yu Gothic"/>
                <a:ea typeface="Yu Gothic"/>
                <a:cs typeface="Yu Gothic"/>
              </a:defRPr>
            </a:lvl8pPr>
            <a:lvl9pPr algn="ctr">
              <a:defRPr sz="1725" b="1">
                <a:solidFill>
                  <a:srgbClr val="231F20"/>
                </a:solidFill>
                <a:latin typeface="Yu Gothic"/>
                <a:ea typeface="Yu Gothic"/>
                <a:cs typeface="Yu Gothic"/>
              </a:defRPr>
            </a:lvl9pPr>
          </a:lstStyle>
          <a:p xmlns:a="http://schemas.openxmlformats.org/drawingml/2006/main">
            <a:pPr algn="ctr">
              <a:defRPr sz="1725" b="1">
                <a:solidFill>
                  <a:srgbClr val="231F20"/>
                </a:solidFill>
                <a:latin typeface="Yu Gothic"/>
                <a:ea typeface="Yu Gothic"/>
                <a:cs typeface="Yu Gothic"/>
              </a:defRPr>
            </a:pPr>
            <a:r>
              <a:rPr sz="1725" b="1">
                <a:solidFill>
                  <a:srgbClr val="231F20"/>
                </a:solidFill>
                <a:latin typeface="Yu Gothic"/>
                <a:ea typeface="Yu Gothic"/>
                <a:cs typeface="Yu Gothic"/>
              </a:rPr>
              <a:t>SDカード</a:t>
            </a:r>
          </a:p>
        </p:txBody>
      </p:sp>
      <p:sp>
        <p:nvSpPr>
          <p:cNvPr id="12" name="text-591">
            <a:extLst xmlns:a="http://schemas.openxmlformats.org/drawingml/2006/main">
              <a:ext uri="{FF2B5EF4-FFF2-40B4-BE49-F238E27FC236}">
                <a16:creationId xmlns:a16="http://schemas.microsoft.com/office/drawing/2014/main" id="{68923E83-D8BC-4550-9254-0D46760F586B}"/>
              </a:ext>
            </a:extLst>
          </p:cNvPr>
          <p:cNvSpPr>
            <a:spLocks xmlns:a="http://schemas.openxmlformats.org/drawingml/2006/main" noGrp="1"/>
          </p:cNvSpPr>
          <p:nvPr/>
        </p:nvSpPr>
        <p:spPr>
          <a:xfrm xmlns:a="http://schemas.openxmlformats.org/drawingml/2006/main">
            <a:off x="619125" y="14763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231F20"/>
                </a:solidFill>
                <a:latin typeface="Yu Gothic"/>
                <a:ea typeface="Yu Gothic"/>
                <a:cs typeface="Yu Gothic"/>
              </a:defRPr>
            </a:defPPr>
            <a:lvl1pPr algn="l">
              <a:defRPr sz="1875" b="1">
                <a:solidFill>
                  <a:srgbClr val="231F20"/>
                </a:solidFill>
                <a:latin typeface="Yu Gothic"/>
                <a:ea typeface="Yu Gothic"/>
                <a:cs typeface="Yu Gothic"/>
              </a:defRPr>
            </a:lvl1pPr>
            <a:lvl2pPr algn="l">
              <a:defRPr sz="1875" b="1">
                <a:solidFill>
                  <a:srgbClr val="231F20"/>
                </a:solidFill>
                <a:latin typeface="Yu Gothic"/>
                <a:ea typeface="Yu Gothic"/>
                <a:cs typeface="Yu Gothic"/>
              </a:defRPr>
            </a:lvl2pPr>
            <a:lvl3pPr algn="l">
              <a:defRPr sz="1875" b="1">
                <a:solidFill>
                  <a:srgbClr val="231F20"/>
                </a:solidFill>
                <a:latin typeface="Yu Gothic"/>
                <a:ea typeface="Yu Gothic"/>
                <a:cs typeface="Yu Gothic"/>
              </a:defRPr>
            </a:lvl3pPr>
            <a:lvl4pPr algn="l">
              <a:defRPr sz="1875" b="1">
                <a:solidFill>
                  <a:srgbClr val="231F20"/>
                </a:solidFill>
                <a:latin typeface="Yu Gothic"/>
                <a:ea typeface="Yu Gothic"/>
                <a:cs typeface="Yu Gothic"/>
              </a:defRPr>
            </a:lvl4pPr>
            <a:lvl5pPr algn="l">
              <a:defRPr sz="1875" b="1">
                <a:solidFill>
                  <a:srgbClr val="231F20"/>
                </a:solidFill>
                <a:latin typeface="Yu Gothic"/>
                <a:ea typeface="Yu Gothic"/>
                <a:cs typeface="Yu Gothic"/>
              </a:defRPr>
            </a:lvl5pPr>
            <a:lvl6pPr algn="l">
              <a:defRPr sz="1875" b="1">
                <a:solidFill>
                  <a:srgbClr val="231F20"/>
                </a:solidFill>
                <a:latin typeface="Yu Gothic"/>
                <a:ea typeface="Yu Gothic"/>
                <a:cs typeface="Yu Gothic"/>
              </a:defRPr>
            </a:lvl6pPr>
            <a:lvl7pPr algn="l">
              <a:defRPr sz="1875" b="1">
                <a:solidFill>
                  <a:srgbClr val="231F20"/>
                </a:solidFill>
                <a:latin typeface="Yu Gothic"/>
                <a:ea typeface="Yu Gothic"/>
                <a:cs typeface="Yu Gothic"/>
              </a:defRPr>
            </a:lvl7pPr>
            <a:lvl8pPr algn="l">
              <a:defRPr sz="1875" b="1">
                <a:solidFill>
                  <a:srgbClr val="231F20"/>
                </a:solidFill>
                <a:latin typeface="Yu Gothic"/>
                <a:ea typeface="Yu Gothic"/>
                <a:cs typeface="Yu Gothic"/>
              </a:defRPr>
            </a:lvl8pPr>
            <a:lvl9pPr algn="l">
              <a:defRPr sz="1875" b="1">
                <a:solidFill>
                  <a:srgbClr val="231F20"/>
                </a:solidFill>
                <a:latin typeface="Yu Gothic"/>
                <a:ea typeface="Yu Gothic"/>
                <a:cs typeface="Yu Gothic"/>
              </a:defRPr>
            </a:lvl9pPr>
          </a:lstStyle>
          <a:p xmlns:a="http://schemas.openxmlformats.org/drawingml/2006/main">
            <a:pPr algn="l">
              <a:defRPr sz="1875" b="1">
                <a:solidFill>
                  <a:srgbClr val="231F20"/>
                </a:solidFill>
                <a:latin typeface="Yu Gothic"/>
                <a:ea typeface="Yu Gothic"/>
                <a:cs typeface="Yu Gothic"/>
              </a:defRPr>
            </a:pPr>
            <a:r>
              <a:rPr sz="1875" b="1">
                <a:solidFill>
                  <a:srgbClr val="231F20"/>
                </a:solidFill>
                <a:latin typeface="Yu Gothic"/>
                <a:ea typeface="Yu Gothic"/>
                <a:cs typeface="Yu Gothic"/>
              </a:rPr>
              <a:t>Nexys Video：基板上の機器</a:t>
            </a:r>
          </a:p>
        </p:txBody>
      </p:sp>
      <p:sp>
        <p:nvSpPr>
          <p:cNvPr id="13" name="block-592">
            <a:extLst xmlns:a="http://schemas.openxmlformats.org/drawingml/2006/main">
              <a:ext uri="{FF2B5EF4-FFF2-40B4-BE49-F238E27FC236}">
                <a16:creationId xmlns:a16="http://schemas.microsoft.com/office/drawing/2014/main" id="{F2055EF0-3568-4329-A18D-6B5580BC401A}"/>
              </a:ext>
            </a:extLst>
          </p:cNvPr>
          <p:cNvSpPr>
            <a:spLocks xmlns:a="http://schemas.openxmlformats.org/drawingml/2006/main" noGrp="1"/>
          </p:cNvSpPr>
          <p:nvPr/>
        </p:nvSpPr>
        <p:spPr>
          <a:xfrm xmlns:a="http://schemas.openxmlformats.org/drawingml/2006/main">
            <a:off x="666750" y="2438400"/>
            <a:ext cx="1809750"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4" name="text-593">
            <a:extLst xmlns:a="http://schemas.openxmlformats.org/drawingml/2006/main">
              <a:ext uri="{FF2B5EF4-FFF2-40B4-BE49-F238E27FC236}">
                <a16:creationId xmlns:a16="http://schemas.microsoft.com/office/drawing/2014/main" id="{7AB4CF57-4326-44FB-A8AC-5575D97CB364}"/>
              </a:ext>
            </a:extLst>
          </p:cNvPr>
          <p:cNvSpPr>
            <a:spLocks xmlns:a="http://schemas.openxmlformats.org/drawingml/2006/main" noGrp="1"/>
          </p:cNvSpPr>
          <p:nvPr/>
        </p:nvSpPr>
        <p:spPr>
          <a:xfrm xmlns:a="http://schemas.openxmlformats.org/drawingml/2006/main">
            <a:off x="742950" y="24955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保持・取消し制御</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Stall / Flush</a:t>
            </a:r>
          </a:p>
        </p:txBody>
      </p:sp>
      <p:sp>
        <p:nvSpPr>
          <p:cNvPr id="15" name="text-594">
            <a:extLst xmlns:a="http://schemas.openxmlformats.org/drawingml/2006/main">
              <a:ext uri="{FF2B5EF4-FFF2-40B4-BE49-F238E27FC236}">
                <a16:creationId xmlns:a16="http://schemas.microsoft.com/office/drawing/2014/main" id="{A5195584-8877-494C-A636-84B8B77FC8C9}"/>
              </a:ext>
            </a:extLst>
          </p:cNvPr>
          <p:cNvSpPr>
            <a:spLocks xmlns:a="http://schemas.openxmlformats.org/drawingml/2006/main" noGrp="1"/>
          </p:cNvSpPr>
          <p:nvPr/>
        </p:nvSpPr>
        <p:spPr>
          <a:xfrm xmlns:a="http://schemas.openxmlformats.org/drawingml/2006/main">
            <a:off x="2705100" y="2428875"/>
            <a:ext cx="281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777777"/>
                </a:solidFill>
                <a:latin typeface="Yu Gothic"/>
                <a:ea typeface="Yu Gothic"/>
                <a:cs typeface="Yu Gothic"/>
              </a:defRPr>
            </a:defPPr>
            <a:lvl1pPr algn="l">
              <a:defRPr sz="1275" b="0">
                <a:solidFill>
                  <a:srgbClr val="777777"/>
                </a:solidFill>
                <a:latin typeface="Yu Gothic"/>
                <a:ea typeface="Yu Gothic"/>
                <a:cs typeface="Yu Gothic"/>
              </a:defRPr>
            </a:lvl1pPr>
            <a:lvl2pPr algn="l">
              <a:defRPr sz="1275" b="0">
                <a:solidFill>
                  <a:srgbClr val="777777"/>
                </a:solidFill>
                <a:latin typeface="Yu Gothic"/>
                <a:ea typeface="Yu Gothic"/>
                <a:cs typeface="Yu Gothic"/>
              </a:defRPr>
            </a:lvl2pPr>
            <a:lvl3pPr algn="l">
              <a:defRPr sz="1275" b="0">
                <a:solidFill>
                  <a:srgbClr val="777777"/>
                </a:solidFill>
                <a:latin typeface="Yu Gothic"/>
                <a:ea typeface="Yu Gothic"/>
                <a:cs typeface="Yu Gothic"/>
              </a:defRPr>
            </a:lvl3pPr>
            <a:lvl4pPr algn="l">
              <a:defRPr sz="1275" b="0">
                <a:solidFill>
                  <a:srgbClr val="777777"/>
                </a:solidFill>
                <a:latin typeface="Yu Gothic"/>
                <a:ea typeface="Yu Gothic"/>
                <a:cs typeface="Yu Gothic"/>
              </a:defRPr>
            </a:lvl4pPr>
            <a:lvl5pPr algn="l">
              <a:defRPr sz="1275" b="0">
                <a:solidFill>
                  <a:srgbClr val="777777"/>
                </a:solidFill>
                <a:latin typeface="Yu Gothic"/>
                <a:ea typeface="Yu Gothic"/>
                <a:cs typeface="Yu Gothic"/>
              </a:defRPr>
            </a:lvl5pPr>
            <a:lvl6pPr algn="l">
              <a:defRPr sz="1275" b="0">
                <a:solidFill>
                  <a:srgbClr val="777777"/>
                </a:solidFill>
                <a:latin typeface="Yu Gothic"/>
                <a:ea typeface="Yu Gothic"/>
                <a:cs typeface="Yu Gothic"/>
              </a:defRPr>
            </a:lvl6pPr>
            <a:lvl7pPr algn="l">
              <a:defRPr sz="1275" b="0">
                <a:solidFill>
                  <a:srgbClr val="777777"/>
                </a:solidFill>
                <a:latin typeface="Yu Gothic"/>
                <a:ea typeface="Yu Gothic"/>
                <a:cs typeface="Yu Gothic"/>
              </a:defRPr>
            </a:lvl7pPr>
            <a:lvl8pPr algn="l">
              <a:defRPr sz="1275" b="0">
                <a:solidFill>
                  <a:srgbClr val="777777"/>
                </a:solidFill>
                <a:latin typeface="Yu Gothic"/>
                <a:ea typeface="Yu Gothic"/>
                <a:cs typeface="Yu Gothic"/>
              </a:defRPr>
            </a:lvl8pPr>
            <a:lvl9pPr algn="l">
              <a:defRPr sz="1275" b="0">
                <a:solidFill>
                  <a:srgbClr val="777777"/>
                </a:solidFill>
                <a:latin typeface="Yu Gothic"/>
                <a:ea typeface="Yu Gothic"/>
                <a:cs typeface="Yu Gothic"/>
              </a:defRPr>
            </a:lvl9pPr>
          </a:lstStyle>
          <a:p xmlns:a="http://schemas.openxmlformats.org/drawingml/2006/main">
            <a:pPr algn="l">
              <a:defRPr sz="1275" b="0">
                <a:solidFill>
                  <a:srgbClr val="777777"/>
                </a:solidFill>
                <a:latin typeface="Yu Gothic"/>
                <a:ea typeface="Yu Gothic"/>
                <a:cs typeface="Yu Gothic"/>
              </a:defRPr>
            </a:pPr>
            <a:r>
              <a:rPr sz="1275" b="0">
                <a:solidFill>
                  <a:srgbClr val="777777"/>
                </a:solidFill>
                <a:latin typeface="Yu Gothic"/>
                <a:ea typeface="Yu Gothic"/>
                <a:cs typeface="Yu Gothic"/>
              </a:rPr>
              <a:t>CSR・割込み・乗除算・FPU</a:t>
            </a:r>
          </a:p>
          <a:p xmlns:a="http://schemas.openxmlformats.org/drawingml/2006/main">
            <a:pPr algn="l">
              <a:defRPr sz="1275" b="0">
                <a:solidFill>
                  <a:srgbClr val="777777"/>
                </a:solidFill>
                <a:latin typeface="Yu Gothic"/>
                <a:ea typeface="Yu Gothic"/>
                <a:cs typeface="Yu Gothic"/>
              </a:defRPr>
            </a:pPr>
            <a:r>
              <a:rPr sz="1275" b="0">
                <a:solidFill>
                  <a:srgbClr val="777777"/>
                </a:solidFill>
                <a:latin typeface="Yu Gothic"/>
                <a:ea typeface="Yu Gothic"/>
                <a:cs typeface="Yu Gothic"/>
              </a:rPr>
              <a:t>（内部と配線を省略）</a:t>
            </a:r>
          </a:p>
        </p:txBody>
      </p:sp>
      <p:sp>
        <p:nvSpPr>
          <p:cNvPr id="16" name="block-595">
            <a:extLst xmlns:a="http://schemas.openxmlformats.org/drawingml/2006/main">
              <a:ext uri="{FF2B5EF4-FFF2-40B4-BE49-F238E27FC236}">
                <a16:creationId xmlns:a16="http://schemas.microsoft.com/office/drawing/2014/main" id="{8E075A29-1232-4794-8791-70418520ED27}"/>
              </a:ext>
            </a:extLst>
          </p:cNvPr>
          <p:cNvSpPr>
            <a:spLocks xmlns:a="http://schemas.openxmlformats.org/drawingml/2006/main" noGrp="1"/>
          </p:cNvSpPr>
          <p:nvPr/>
        </p:nvSpPr>
        <p:spPr>
          <a:xfrm xmlns:a="http://schemas.openxmlformats.org/drawingml/2006/main">
            <a:off x="5715000" y="2438400"/>
            <a:ext cx="952500"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7" name="text-596">
            <a:extLst xmlns:a="http://schemas.openxmlformats.org/drawingml/2006/main">
              <a:ext uri="{FF2B5EF4-FFF2-40B4-BE49-F238E27FC236}">
                <a16:creationId xmlns:a16="http://schemas.microsoft.com/office/drawing/2014/main" id="{EE5CB14C-10FE-4E0F-B39E-9C476FB0CF15}"/>
              </a:ext>
            </a:extLst>
          </p:cNvPr>
          <p:cNvSpPr>
            <a:spLocks xmlns:a="http://schemas.openxmlformats.org/drawingml/2006/main" noGrp="1"/>
          </p:cNvSpPr>
          <p:nvPr/>
        </p:nvSpPr>
        <p:spPr>
          <a:xfrm xmlns:a="http://schemas.openxmlformats.org/drawingml/2006/main">
            <a:off x="5791200" y="24955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EBU</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要求選択</a:t>
            </a:r>
          </a:p>
        </p:txBody>
      </p:sp>
      <p:sp>
        <p:nvSpPr>
          <p:cNvPr id="18" name="block-597">
            <a:extLst xmlns:a="http://schemas.openxmlformats.org/drawingml/2006/main">
              <a:ext uri="{FF2B5EF4-FFF2-40B4-BE49-F238E27FC236}">
                <a16:creationId xmlns:a16="http://schemas.microsoft.com/office/drawing/2014/main" id="{1C902907-697A-4B1A-A3B5-09F379E1503A}"/>
              </a:ext>
            </a:extLst>
          </p:cNvPr>
          <p:cNvSpPr>
            <a:spLocks xmlns:a="http://schemas.openxmlformats.org/drawingml/2006/main" noGrp="1"/>
          </p:cNvSpPr>
          <p:nvPr/>
        </p:nvSpPr>
        <p:spPr>
          <a:xfrm xmlns:a="http://schemas.openxmlformats.org/drawingml/2006/main">
            <a:off x="6810375" y="2438400"/>
            <a:ext cx="904875"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9" name="text-598">
            <a:extLst xmlns:a="http://schemas.openxmlformats.org/drawingml/2006/main">
              <a:ext uri="{FF2B5EF4-FFF2-40B4-BE49-F238E27FC236}">
                <a16:creationId xmlns:a16="http://schemas.microsoft.com/office/drawing/2014/main" id="{CCA57366-25FA-4AA8-8770-435005C033EF}"/>
              </a:ext>
            </a:extLst>
          </p:cNvPr>
          <p:cNvSpPr>
            <a:spLocks xmlns:a="http://schemas.openxmlformats.org/drawingml/2006/main" noGrp="1"/>
          </p:cNvSpPr>
          <p:nvPr/>
        </p:nvSpPr>
        <p:spPr>
          <a:xfrm xmlns:a="http://schemas.openxmlformats.org/drawingml/2006/main">
            <a:off x="6886575" y="2495550"/>
            <a:ext cx="752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番地で</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選択</a:t>
            </a:r>
          </a:p>
        </p:txBody>
      </p:sp>
      <p:sp>
        <p:nvSpPr>
          <p:cNvPr id="20" name="block-599">
            <a:extLst xmlns:a="http://schemas.openxmlformats.org/drawingml/2006/main">
              <a:ext uri="{FF2B5EF4-FFF2-40B4-BE49-F238E27FC236}">
                <a16:creationId xmlns:a16="http://schemas.microsoft.com/office/drawing/2014/main" id="{184C5B24-4F41-46DC-91E7-68F774DC679E}"/>
              </a:ext>
            </a:extLst>
          </p:cNvPr>
          <p:cNvSpPr>
            <a:spLocks xmlns:a="http://schemas.openxmlformats.org/drawingml/2006/main" noGrp="1"/>
          </p:cNvSpPr>
          <p:nvPr/>
        </p:nvSpPr>
        <p:spPr>
          <a:xfrm xmlns:a="http://schemas.openxmlformats.org/drawingml/2006/main">
            <a:off x="7858125" y="2438400"/>
            <a:ext cx="1143000" cy="438150"/>
          </a:xfrm>
          <a:prstGeom xmlns:a="http://schemas.openxmlformats.org/drawingml/2006/main" prst="rect">
            <a:avLst/>
          </a:prstGeom>
          <a:solidFill xmlns:a="http://schemas.openxmlformats.org/drawingml/2006/main">
            <a:srgbClr val="77A3DC"/>
          </a:solidFill>
          <a:ln xmlns:a="http://schemas.openxmlformats.org/drawingml/2006/main" w="16193">
            <a:solidFill>
              <a:srgbClr val="231F20"/>
            </a:solidFill>
          </a:ln>
        </p:spPr>
      </p:sp>
      <p:sp>
        <p:nvSpPr>
          <p:cNvPr id="21" name="text-600">
            <a:extLst xmlns:a="http://schemas.openxmlformats.org/drawingml/2006/main">
              <a:ext uri="{FF2B5EF4-FFF2-40B4-BE49-F238E27FC236}">
                <a16:creationId xmlns:a16="http://schemas.microsoft.com/office/drawing/2014/main" id="{27A01F22-7CF0-4A68-965D-A224ADCBA4B8}"/>
              </a:ext>
            </a:extLst>
          </p:cNvPr>
          <p:cNvSpPr>
            <a:spLocks xmlns:a="http://schemas.openxmlformats.org/drawingml/2006/main" noGrp="1"/>
          </p:cNvSpPr>
          <p:nvPr/>
        </p:nvSpPr>
        <p:spPr>
          <a:xfrm xmlns:a="http://schemas.openxmlformats.org/drawingml/2006/main">
            <a:off x="7934325" y="2495550"/>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AXI変換</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クロック接続</a:t>
            </a:r>
          </a:p>
        </p:txBody>
      </p:sp>
      <p:sp>
        <p:nvSpPr>
          <p:cNvPr id="22" name="block-601">
            <a:extLst xmlns:a="http://schemas.openxmlformats.org/drawingml/2006/main">
              <a:ext uri="{FF2B5EF4-FFF2-40B4-BE49-F238E27FC236}">
                <a16:creationId xmlns:a16="http://schemas.microsoft.com/office/drawing/2014/main" id="{0889F5E9-491C-4819-A167-9CB0E02BD5D5}"/>
              </a:ext>
            </a:extLst>
          </p:cNvPr>
          <p:cNvSpPr>
            <a:spLocks xmlns:a="http://schemas.openxmlformats.org/drawingml/2006/main" noGrp="1"/>
          </p:cNvSpPr>
          <p:nvPr/>
        </p:nvSpPr>
        <p:spPr>
          <a:xfrm xmlns:a="http://schemas.openxmlformats.org/drawingml/2006/main">
            <a:off x="9144000" y="2438400"/>
            <a:ext cx="1143000" cy="438150"/>
          </a:xfrm>
          <a:prstGeom xmlns:a="http://schemas.openxmlformats.org/drawingml/2006/main" prst="rect">
            <a:avLst/>
          </a:prstGeom>
          <a:solidFill xmlns:a="http://schemas.openxmlformats.org/drawingml/2006/main">
            <a:srgbClr val="77A3DC"/>
          </a:solidFill>
          <a:ln xmlns:a="http://schemas.openxmlformats.org/drawingml/2006/main" w="16193">
            <a:solidFill>
              <a:srgbClr val="231F20"/>
            </a:solidFill>
          </a:ln>
        </p:spPr>
      </p:sp>
      <p:sp>
        <p:nvSpPr>
          <p:cNvPr id="23" name="text-602">
            <a:extLst xmlns:a="http://schemas.openxmlformats.org/drawingml/2006/main">
              <a:ext uri="{FF2B5EF4-FFF2-40B4-BE49-F238E27FC236}">
                <a16:creationId xmlns:a16="http://schemas.microsoft.com/office/drawing/2014/main" id="{5312F7C0-26FF-4F61-BF85-777443C9609E}"/>
              </a:ext>
            </a:extLst>
          </p:cNvPr>
          <p:cNvSpPr>
            <a:spLocks xmlns:a="http://schemas.openxmlformats.org/drawingml/2006/main" noGrp="1"/>
          </p:cNvSpPr>
          <p:nvPr/>
        </p:nvSpPr>
        <p:spPr>
          <a:xfrm xmlns:a="http://schemas.openxmlformats.org/drawingml/2006/main">
            <a:off x="9220200" y="2495550"/>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DDR3制御</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共有接続</a:t>
            </a:r>
          </a:p>
        </p:txBody>
      </p:sp>
      <p:sp>
        <p:nvSpPr>
          <p:cNvPr id="24" name="block-603">
            <a:extLst xmlns:a="http://schemas.openxmlformats.org/drawingml/2006/main">
              <a:ext uri="{FF2B5EF4-FFF2-40B4-BE49-F238E27FC236}">
                <a16:creationId xmlns:a16="http://schemas.microsoft.com/office/drawing/2014/main" id="{D73A4A12-1F7D-4F3E-AA43-E9F2B831C17C}"/>
              </a:ext>
            </a:extLst>
          </p:cNvPr>
          <p:cNvSpPr>
            <a:spLocks xmlns:a="http://schemas.openxmlformats.org/drawingml/2006/main" noGrp="1"/>
          </p:cNvSpPr>
          <p:nvPr/>
        </p:nvSpPr>
        <p:spPr>
          <a:xfrm xmlns:a="http://schemas.openxmlformats.org/drawingml/2006/main">
            <a:off x="10429875" y="2143125"/>
            <a:ext cx="1143000" cy="3429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25" name="text-604">
            <a:extLst xmlns:a="http://schemas.openxmlformats.org/drawingml/2006/main">
              <a:ext uri="{FF2B5EF4-FFF2-40B4-BE49-F238E27FC236}">
                <a16:creationId xmlns:a16="http://schemas.microsoft.com/office/drawing/2014/main" id="{0E1B406E-F59A-453B-AF7F-096F67178954}"/>
              </a:ext>
            </a:extLst>
          </p:cNvPr>
          <p:cNvSpPr>
            <a:spLocks xmlns:a="http://schemas.openxmlformats.org/drawingml/2006/main" noGrp="1"/>
          </p:cNvSpPr>
          <p:nvPr/>
        </p:nvSpPr>
        <p:spPr>
          <a:xfrm xmlns:a="http://schemas.openxmlformats.org/drawingml/2006/main">
            <a:off x="10506075" y="2200275"/>
            <a:ext cx="99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1">
                <a:solidFill>
                  <a:srgbClr val="231F20"/>
                </a:solidFill>
                <a:latin typeface="Yu Gothic"/>
                <a:ea typeface="Yu Gothic"/>
                <a:cs typeface="Yu Gothic"/>
              </a:defRPr>
            </a:defPPr>
            <a:lvl1pPr algn="ctr">
              <a:defRPr sz="1350" b="1">
                <a:solidFill>
                  <a:srgbClr val="231F20"/>
                </a:solidFill>
                <a:latin typeface="Yu Gothic"/>
                <a:ea typeface="Yu Gothic"/>
                <a:cs typeface="Yu Gothic"/>
              </a:defRPr>
            </a:lvl1pPr>
            <a:lvl2pPr algn="ctr">
              <a:defRPr sz="1350" b="1">
                <a:solidFill>
                  <a:srgbClr val="231F20"/>
                </a:solidFill>
                <a:latin typeface="Yu Gothic"/>
                <a:ea typeface="Yu Gothic"/>
                <a:cs typeface="Yu Gothic"/>
              </a:defRPr>
            </a:lvl2pPr>
            <a:lvl3pPr algn="ctr">
              <a:defRPr sz="1350" b="1">
                <a:solidFill>
                  <a:srgbClr val="231F20"/>
                </a:solidFill>
                <a:latin typeface="Yu Gothic"/>
                <a:ea typeface="Yu Gothic"/>
                <a:cs typeface="Yu Gothic"/>
              </a:defRPr>
            </a:lvl3pPr>
            <a:lvl4pPr algn="ctr">
              <a:defRPr sz="1350" b="1">
                <a:solidFill>
                  <a:srgbClr val="231F20"/>
                </a:solidFill>
                <a:latin typeface="Yu Gothic"/>
                <a:ea typeface="Yu Gothic"/>
                <a:cs typeface="Yu Gothic"/>
              </a:defRPr>
            </a:lvl4pPr>
            <a:lvl5pPr algn="ctr">
              <a:defRPr sz="1350" b="1">
                <a:solidFill>
                  <a:srgbClr val="231F20"/>
                </a:solidFill>
                <a:latin typeface="Yu Gothic"/>
                <a:ea typeface="Yu Gothic"/>
                <a:cs typeface="Yu Gothic"/>
              </a:defRPr>
            </a:lvl5pPr>
            <a:lvl6pPr algn="ctr">
              <a:defRPr sz="1350" b="1">
                <a:solidFill>
                  <a:srgbClr val="231F20"/>
                </a:solidFill>
                <a:latin typeface="Yu Gothic"/>
                <a:ea typeface="Yu Gothic"/>
                <a:cs typeface="Yu Gothic"/>
              </a:defRPr>
            </a:lvl6pPr>
            <a:lvl7pPr algn="ctr">
              <a:defRPr sz="1350" b="1">
                <a:solidFill>
                  <a:srgbClr val="231F20"/>
                </a:solidFill>
                <a:latin typeface="Yu Gothic"/>
                <a:ea typeface="Yu Gothic"/>
                <a:cs typeface="Yu Gothic"/>
              </a:defRPr>
            </a:lvl7pPr>
            <a:lvl8pPr algn="ctr">
              <a:defRPr sz="1350" b="1">
                <a:solidFill>
                  <a:srgbClr val="231F20"/>
                </a:solidFill>
                <a:latin typeface="Yu Gothic"/>
                <a:ea typeface="Yu Gothic"/>
                <a:cs typeface="Yu Gothic"/>
              </a:defRPr>
            </a:lvl8pPr>
            <a:lvl9pPr algn="ctr">
              <a:defRPr sz="1350" b="1">
                <a:solidFill>
                  <a:srgbClr val="231F20"/>
                </a:solidFill>
                <a:latin typeface="Yu Gothic"/>
                <a:ea typeface="Yu Gothic"/>
                <a:cs typeface="Yu Gothic"/>
              </a:defRPr>
            </a:lvl9pPr>
          </a:lstStyle>
          <a:p xmlns:a="http://schemas.openxmlformats.org/drawingml/2006/main">
            <a:pPr algn="ctr">
              <a:defRPr sz="1350" b="1">
                <a:solidFill>
                  <a:srgbClr val="231F20"/>
                </a:solidFill>
                <a:latin typeface="Yu Gothic"/>
                <a:ea typeface="Yu Gothic"/>
                <a:cs typeface="Yu Gothic"/>
              </a:defRPr>
            </a:pPr>
            <a:r>
              <a:rPr sz="1350" b="1">
                <a:solidFill>
                  <a:srgbClr val="231F20"/>
                </a:solidFill>
                <a:latin typeface="Yu Gothic"/>
                <a:ea typeface="Yu Gothic"/>
                <a:cs typeface="Yu Gothic"/>
              </a:rPr>
              <a:t>SPI制御</a:t>
            </a:r>
          </a:p>
        </p:txBody>
      </p:sp>
      <p:sp>
        <p:nvSpPr>
          <p:cNvPr id="26" name="block-605">
            <a:extLst xmlns:a="http://schemas.openxmlformats.org/drawingml/2006/main">
              <a:ext uri="{FF2B5EF4-FFF2-40B4-BE49-F238E27FC236}">
                <a16:creationId xmlns:a16="http://schemas.microsoft.com/office/drawing/2014/main" id="{BD73D253-78FA-4F80-9B87-398083993CB2}"/>
              </a:ext>
            </a:extLst>
          </p:cNvPr>
          <p:cNvSpPr>
            <a:spLocks xmlns:a="http://schemas.openxmlformats.org/drawingml/2006/main" noGrp="1"/>
          </p:cNvSpPr>
          <p:nvPr/>
        </p:nvSpPr>
        <p:spPr>
          <a:xfrm xmlns:a="http://schemas.openxmlformats.org/drawingml/2006/main">
            <a:off x="10429875" y="2619375"/>
            <a:ext cx="1143000" cy="3048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27" name="text-606">
            <a:extLst xmlns:a="http://schemas.openxmlformats.org/drawingml/2006/main">
              <a:ext uri="{FF2B5EF4-FFF2-40B4-BE49-F238E27FC236}">
                <a16:creationId xmlns:a16="http://schemas.microsoft.com/office/drawing/2014/main" id="{DBF41EBE-8A88-4122-BD91-DEFE7E88AD65}"/>
              </a:ext>
            </a:extLst>
          </p:cNvPr>
          <p:cNvSpPr>
            <a:spLocks xmlns:a="http://schemas.openxmlformats.org/drawingml/2006/main" noGrp="1"/>
          </p:cNvSpPr>
          <p:nvPr/>
        </p:nvSpPr>
        <p:spPr>
          <a:xfrm xmlns:a="http://schemas.openxmlformats.org/drawingml/2006/main">
            <a:off x="10506075" y="2676525"/>
            <a:ext cx="990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AHB → APB</a:t>
            </a:r>
          </a:p>
        </p:txBody>
      </p:sp>
      <p:sp>
        <p:nvSpPr>
          <p:cNvPr id="28" name="wire-607">
            <a:extLst xmlns:a="http://schemas.openxmlformats.org/drawingml/2006/main">
              <a:ext uri="{FF2B5EF4-FFF2-40B4-BE49-F238E27FC236}">
                <a16:creationId xmlns:a16="http://schemas.microsoft.com/office/drawing/2014/main" id="{2C3071F8-B066-4686-B1D5-8C497B48A333}"/>
              </a:ext>
            </a:extLst>
          </p:cNvPr>
          <p:cNvSpPr>
            <a:spLocks xmlns:a="http://schemas.openxmlformats.org/drawingml/2006/main" noGrp="1"/>
          </p:cNvSpPr>
          <p:nvPr/>
        </p:nvSpPr>
        <p:spPr>
          <a:xfrm xmlns:a="http://schemas.openxmlformats.org/drawingml/2006/main">
            <a:off x="6667500" y="26574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29" name="circuit-608">
            <a:extLst xmlns:a="http://schemas.openxmlformats.org/drawingml/2006/main">
              <a:ext uri="{FF2B5EF4-FFF2-40B4-BE49-F238E27FC236}">
                <a16:creationId xmlns:a16="http://schemas.microsoft.com/office/drawing/2014/main" id="{9E1F2FDF-177C-48CE-A8F6-7FCA6E0B6AF5}"/>
              </a:ext>
            </a:extLst>
          </p:cNvPr>
          <p:cNvSpPr>
            <a:spLocks xmlns:a="http://schemas.openxmlformats.org/drawingml/2006/main" noGrp="1"/>
          </p:cNvSpPr>
          <p:nvPr/>
        </p:nvSpPr>
        <p:spPr>
          <a:xfrm xmlns:a="http://schemas.openxmlformats.org/drawingml/2006/main">
            <a:off x="6715125" y="26193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30" name="wire-609">
            <a:extLst xmlns:a="http://schemas.openxmlformats.org/drawingml/2006/main">
              <a:ext uri="{FF2B5EF4-FFF2-40B4-BE49-F238E27FC236}">
                <a16:creationId xmlns:a16="http://schemas.microsoft.com/office/drawing/2014/main" id="{CB828C87-4516-4922-9107-58E83DF582DC}"/>
              </a:ext>
            </a:extLst>
          </p:cNvPr>
          <p:cNvSpPr>
            <a:spLocks xmlns:a="http://schemas.openxmlformats.org/drawingml/2006/main" noGrp="1"/>
          </p:cNvSpPr>
          <p:nvPr/>
        </p:nvSpPr>
        <p:spPr>
          <a:xfrm xmlns:a="http://schemas.openxmlformats.org/drawingml/2006/main">
            <a:off x="6667500" y="2657475"/>
            <a:ext cx="142875" cy="9525"/>
          </a:xfrm>
          <a:custGeom xmlns:a="http://schemas.openxmlformats.org/drawingml/2006/main">
            <a:pathLst>
              <a:path w="142875" h="9525">
                <a:moveTo>
                  <a:pt x="142875" y="0"/>
                </a:moveTo>
                <a:lnTo>
                  <a:pt x="0" y="0"/>
                </a:lnTo>
              </a:path>
            </a:pathLst>
          </a:custGeom>
          <a:noFill xmlns:a="http://schemas.openxmlformats.org/drawingml/2006/main"/>
          <a:ln xmlns:a="http://schemas.openxmlformats.org/drawingml/2006/main" w="22860">
            <a:solidFill>
              <a:srgbClr val="231F20"/>
            </a:solidFill>
          </a:ln>
        </p:spPr>
      </p:sp>
      <p:sp>
        <p:nvSpPr>
          <p:cNvPr id="31" name="circuit-610">
            <a:extLst xmlns:a="http://schemas.openxmlformats.org/drawingml/2006/main">
              <a:ext uri="{FF2B5EF4-FFF2-40B4-BE49-F238E27FC236}">
                <a16:creationId xmlns:a16="http://schemas.microsoft.com/office/drawing/2014/main" id="{BA236333-C5F1-436E-8C91-012D1A2A73E2}"/>
              </a:ext>
            </a:extLst>
          </p:cNvPr>
          <p:cNvSpPr>
            <a:spLocks xmlns:a="http://schemas.openxmlformats.org/drawingml/2006/main" noGrp="1"/>
          </p:cNvSpPr>
          <p:nvPr/>
        </p:nvSpPr>
        <p:spPr>
          <a:xfrm xmlns:a="http://schemas.openxmlformats.org/drawingml/2006/main">
            <a:off x="6667500" y="26193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32" name="wire-611">
            <a:extLst xmlns:a="http://schemas.openxmlformats.org/drawingml/2006/main">
              <a:ext uri="{FF2B5EF4-FFF2-40B4-BE49-F238E27FC236}">
                <a16:creationId xmlns:a16="http://schemas.microsoft.com/office/drawing/2014/main" id="{5A78EFCA-49A6-42A6-826C-A8AED18ACA78}"/>
              </a:ext>
            </a:extLst>
          </p:cNvPr>
          <p:cNvSpPr>
            <a:spLocks xmlns:a="http://schemas.openxmlformats.org/drawingml/2006/main" noGrp="1"/>
          </p:cNvSpPr>
          <p:nvPr/>
        </p:nvSpPr>
        <p:spPr>
          <a:xfrm xmlns:a="http://schemas.openxmlformats.org/drawingml/2006/main">
            <a:off x="7715250" y="26574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33" name="circuit-612">
            <a:extLst xmlns:a="http://schemas.openxmlformats.org/drawingml/2006/main">
              <a:ext uri="{FF2B5EF4-FFF2-40B4-BE49-F238E27FC236}">
                <a16:creationId xmlns:a16="http://schemas.microsoft.com/office/drawing/2014/main" id="{420D38D7-3703-47A3-A74A-DFDE885B4F0C}"/>
              </a:ext>
            </a:extLst>
          </p:cNvPr>
          <p:cNvSpPr>
            <a:spLocks xmlns:a="http://schemas.openxmlformats.org/drawingml/2006/main" noGrp="1"/>
          </p:cNvSpPr>
          <p:nvPr/>
        </p:nvSpPr>
        <p:spPr>
          <a:xfrm xmlns:a="http://schemas.openxmlformats.org/drawingml/2006/main">
            <a:off x="7762875" y="26193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34" name="wire-613">
            <a:extLst xmlns:a="http://schemas.openxmlformats.org/drawingml/2006/main">
              <a:ext uri="{FF2B5EF4-FFF2-40B4-BE49-F238E27FC236}">
                <a16:creationId xmlns:a16="http://schemas.microsoft.com/office/drawing/2014/main" id="{D660880D-EEB9-4CB0-AA18-3EA7DD416E9E}"/>
              </a:ext>
            </a:extLst>
          </p:cNvPr>
          <p:cNvSpPr>
            <a:spLocks xmlns:a="http://schemas.openxmlformats.org/drawingml/2006/main" noGrp="1"/>
          </p:cNvSpPr>
          <p:nvPr/>
        </p:nvSpPr>
        <p:spPr>
          <a:xfrm xmlns:a="http://schemas.openxmlformats.org/drawingml/2006/main">
            <a:off x="7715250" y="2657475"/>
            <a:ext cx="142875" cy="9525"/>
          </a:xfrm>
          <a:custGeom xmlns:a="http://schemas.openxmlformats.org/drawingml/2006/main">
            <a:pathLst>
              <a:path w="142875" h="9525">
                <a:moveTo>
                  <a:pt x="142875" y="0"/>
                </a:moveTo>
                <a:lnTo>
                  <a:pt x="0" y="0"/>
                </a:lnTo>
              </a:path>
            </a:pathLst>
          </a:custGeom>
          <a:noFill xmlns:a="http://schemas.openxmlformats.org/drawingml/2006/main"/>
          <a:ln xmlns:a="http://schemas.openxmlformats.org/drawingml/2006/main" w="22860">
            <a:solidFill>
              <a:srgbClr val="231F20"/>
            </a:solidFill>
          </a:ln>
        </p:spPr>
      </p:sp>
      <p:sp>
        <p:nvSpPr>
          <p:cNvPr id="35" name="circuit-614">
            <a:extLst xmlns:a="http://schemas.openxmlformats.org/drawingml/2006/main">
              <a:ext uri="{FF2B5EF4-FFF2-40B4-BE49-F238E27FC236}">
                <a16:creationId xmlns:a16="http://schemas.microsoft.com/office/drawing/2014/main" id="{FA9A16A2-E77D-4E26-950A-0CDFF69F5719}"/>
              </a:ext>
            </a:extLst>
          </p:cNvPr>
          <p:cNvSpPr>
            <a:spLocks xmlns:a="http://schemas.openxmlformats.org/drawingml/2006/main" noGrp="1"/>
          </p:cNvSpPr>
          <p:nvPr/>
        </p:nvSpPr>
        <p:spPr>
          <a:xfrm xmlns:a="http://schemas.openxmlformats.org/drawingml/2006/main">
            <a:off x="7715250" y="26193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36" name="wire-615">
            <a:extLst xmlns:a="http://schemas.openxmlformats.org/drawingml/2006/main">
              <a:ext uri="{FF2B5EF4-FFF2-40B4-BE49-F238E27FC236}">
                <a16:creationId xmlns:a16="http://schemas.microsoft.com/office/drawing/2014/main" id="{7FDB9FEA-F3DA-4603-AEEF-01EF086BEE83}"/>
              </a:ext>
            </a:extLst>
          </p:cNvPr>
          <p:cNvSpPr>
            <a:spLocks xmlns:a="http://schemas.openxmlformats.org/drawingml/2006/main" noGrp="1"/>
          </p:cNvSpPr>
          <p:nvPr/>
        </p:nvSpPr>
        <p:spPr>
          <a:xfrm xmlns:a="http://schemas.openxmlformats.org/drawingml/2006/main">
            <a:off x="9001125" y="26574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37" name="circuit-616">
            <a:extLst xmlns:a="http://schemas.openxmlformats.org/drawingml/2006/main">
              <a:ext uri="{FF2B5EF4-FFF2-40B4-BE49-F238E27FC236}">
                <a16:creationId xmlns:a16="http://schemas.microsoft.com/office/drawing/2014/main" id="{E696C260-FD6E-4210-B019-87563856F3D4}"/>
              </a:ext>
            </a:extLst>
          </p:cNvPr>
          <p:cNvSpPr>
            <a:spLocks xmlns:a="http://schemas.openxmlformats.org/drawingml/2006/main" noGrp="1"/>
          </p:cNvSpPr>
          <p:nvPr/>
        </p:nvSpPr>
        <p:spPr>
          <a:xfrm xmlns:a="http://schemas.openxmlformats.org/drawingml/2006/main">
            <a:off x="9048750" y="26193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38" name="wire-617">
            <a:extLst xmlns:a="http://schemas.openxmlformats.org/drawingml/2006/main">
              <a:ext uri="{FF2B5EF4-FFF2-40B4-BE49-F238E27FC236}">
                <a16:creationId xmlns:a16="http://schemas.microsoft.com/office/drawing/2014/main" id="{E978BF4C-3647-4F2F-82AA-CF9504830220}"/>
              </a:ext>
            </a:extLst>
          </p:cNvPr>
          <p:cNvSpPr>
            <a:spLocks xmlns:a="http://schemas.openxmlformats.org/drawingml/2006/main" noGrp="1"/>
          </p:cNvSpPr>
          <p:nvPr/>
        </p:nvSpPr>
        <p:spPr>
          <a:xfrm xmlns:a="http://schemas.openxmlformats.org/drawingml/2006/main">
            <a:off x="9001125" y="2657475"/>
            <a:ext cx="142875" cy="9525"/>
          </a:xfrm>
          <a:custGeom xmlns:a="http://schemas.openxmlformats.org/drawingml/2006/main">
            <a:pathLst>
              <a:path w="142875" h="9525">
                <a:moveTo>
                  <a:pt x="142875" y="0"/>
                </a:moveTo>
                <a:lnTo>
                  <a:pt x="0" y="0"/>
                </a:lnTo>
              </a:path>
            </a:pathLst>
          </a:custGeom>
          <a:noFill xmlns:a="http://schemas.openxmlformats.org/drawingml/2006/main"/>
          <a:ln xmlns:a="http://schemas.openxmlformats.org/drawingml/2006/main" w="22860">
            <a:solidFill>
              <a:srgbClr val="231F20"/>
            </a:solidFill>
          </a:ln>
        </p:spPr>
      </p:sp>
      <p:sp>
        <p:nvSpPr>
          <p:cNvPr id="39" name="circuit-618">
            <a:extLst xmlns:a="http://schemas.openxmlformats.org/drawingml/2006/main">
              <a:ext uri="{FF2B5EF4-FFF2-40B4-BE49-F238E27FC236}">
                <a16:creationId xmlns:a16="http://schemas.microsoft.com/office/drawing/2014/main" id="{D0BA93EB-FE43-418A-AAEC-D85B11A869D7}"/>
              </a:ext>
            </a:extLst>
          </p:cNvPr>
          <p:cNvSpPr>
            <a:spLocks xmlns:a="http://schemas.openxmlformats.org/drawingml/2006/main" noGrp="1"/>
          </p:cNvSpPr>
          <p:nvPr/>
        </p:nvSpPr>
        <p:spPr>
          <a:xfrm xmlns:a="http://schemas.openxmlformats.org/drawingml/2006/main">
            <a:off x="9001125" y="26193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40" name="wire-619">
            <a:extLst xmlns:a="http://schemas.openxmlformats.org/drawingml/2006/main">
              <a:ext uri="{FF2B5EF4-FFF2-40B4-BE49-F238E27FC236}">
                <a16:creationId xmlns:a16="http://schemas.microsoft.com/office/drawing/2014/main" id="{168E2B4A-EEA2-46D2-AFD4-F30049340D21}"/>
              </a:ext>
            </a:extLst>
          </p:cNvPr>
          <p:cNvSpPr>
            <a:spLocks xmlns:a="http://schemas.openxmlformats.org/drawingml/2006/main" noGrp="1"/>
          </p:cNvSpPr>
          <p:nvPr/>
        </p:nvSpPr>
        <p:spPr>
          <a:xfrm xmlns:a="http://schemas.openxmlformats.org/drawingml/2006/main">
            <a:off x="9715500" y="1943100"/>
            <a:ext cx="9525" cy="495300"/>
          </a:xfrm>
          <a:custGeom xmlns:a="http://schemas.openxmlformats.org/drawingml/2006/main">
            <a:pathLst>
              <a:path w="9525" h="495300">
                <a:moveTo>
                  <a:pt x="0" y="495300"/>
                </a:moveTo>
                <a:lnTo>
                  <a:pt x="0" y="0"/>
                </a:lnTo>
              </a:path>
            </a:pathLst>
          </a:custGeom>
          <a:noFill xmlns:a="http://schemas.openxmlformats.org/drawingml/2006/main"/>
          <a:ln xmlns:a="http://schemas.openxmlformats.org/drawingml/2006/main" w="22860">
            <a:solidFill>
              <a:srgbClr val="231F20"/>
            </a:solidFill>
          </a:ln>
        </p:spPr>
      </p:sp>
      <p:sp>
        <p:nvSpPr>
          <p:cNvPr id="41" name="circuit-620">
            <a:extLst xmlns:a="http://schemas.openxmlformats.org/drawingml/2006/main">
              <a:ext uri="{FF2B5EF4-FFF2-40B4-BE49-F238E27FC236}">
                <a16:creationId xmlns:a16="http://schemas.microsoft.com/office/drawing/2014/main" id="{233FBC10-F673-4D50-A7B6-92C5168F6108}"/>
              </a:ext>
            </a:extLst>
          </p:cNvPr>
          <p:cNvSpPr>
            <a:spLocks xmlns:a="http://schemas.openxmlformats.org/drawingml/2006/main" noGrp="1"/>
          </p:cNvSpPr>
          <p:nvPr/>
        </p:nvSpPr>
        <p:spPr>
          <a:xfrm xmlns:a="http://schemas.openxmlformats.org/drawingml/2006/main">
            <a:off x="9677400" y="194310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42" name="wire-621">
            <a:extLst xmlns:a="http://schemas.openxmlformats.org/drawingml/2006/main">
              <a:ext uri="{FF2B5EF4-FFF2-40B4-BE49-F238E27FC236}">
                <a16:creationId xmlns:a16="http://schemas.microsoft.com/office/drawing/2014/main" id="{BDB964E2-54CD-49E1-9535-9FBACB3B9FEB}"/>
              </a:ext>
            </a:extLst>
          </p:cNvPr>
          <p:cNvSpPr>
            <a:spLocks xmlns:a="http://schemas.openxmlformats.org/drawingml/2006/main" noGrp="1"/>
          </p:cNvSpPr>
          <p:nvPr/>
        </p:nvSpPr>
        <p:spPr>
          <a:xfrm xmlns:a="http://schemas.openxmlformats.org/drawingml/2006/main">
            <a:off x="9715500" y="1943100"/>
            <a:ext cx="9525" cy="495300"/>
          </a:xfrm>
          <a:custGeom xmlns:a="http://schemas.openxmlformats.org/drawingml/2006/main">
            <a:pathLst>
              <a:path w="9525" h="495300">
                <a:moveTo>
                  <a:pt x="0" y="0"/>
                </a:moveTo>
                <a:lnTo>
                  <a:pt x="0" y="495300"/>
                </a:lnTo>
              </a:path>
            </a:pathLst>
          </a:custGeom>
          <a:noFill xmlns:a="http://schemas.openxmlformats.org/drawingml/2006/main"/>
          <a:ln xmlns:a="http://schemas.openxmlformats.org/drawingml/2006/main" w="22860">
            <a:solidFill>
              <a:srgbClr val="231F20"/>
            </a:solidFill>
          </a:ln>
        </p:spPr>
      </p:sp>
      <p:sp>
        <p:nvSpPr>
          <p:cNvPr id="43" name="circuit-622">
            <a:extLst xmlns:a="http://schemas.openxmlformats.org/drawingml/2006/main">
              <a:ext uri="{FF2B5EF4-FFF2-40B4-BE49-F238E27FC236}">
                <a16:creationId xmlns:a16="http://schemas.microsoft.com/office/drawing/2014/main" id="{55911962-0BE7-49E7-A49B-80DD2AF4B089}"/>
              </a:ext>
            </a:extLst>
          </p:cNvPr>
          <p:cNvSpPr>
            <a:spLocks xmlns:a="http://schemas.openxmlformats.org/drawingml/2006/main" noGrp="1"/>
          </p:cNvSpPr>
          <p:nvPr/>
        </p:nvSpPr>
        <p:spPr>
          <a:xfrm xmlns:a="http://schemas.openxmlformats.org/drawingml/2006/main">
            <a:off x="9677400" y="234315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44" name="wire-623">
            <a:extLst xmlns:a="http://schemas.openxmlformats.org/drawingml/2006/main">
              <a:ext uri="{FF2B5EF4-FFF2-40B4-BE49-F238E27FC236}">
                <a16:creationId xmlns:a16="http://schemas.microsoft.com/office/drawing/2014/main" id="{A302ADFB-7B9E-4D30-802A-D22BB992C984}"/>
              </a:ext>
            </a:extLst>
          </p:cNvPr>
          <p:cNvSpPr>
            <a:spLocks xmlns:a="http://schemas.openxmlformats.org/drawingml/2006/main" noGrp="1"/>
          </p:cNvSpPr>
          <p:nvPr/>
        </p:nvSpPr>
        <p:spPr>
          <a:xfrm xmlns:a="http://schemas.openxmlformats.org/drawingml/2006/main">
            <a:off x="11001375" y="1943100"/>
            <a:ext cx="9525" cy="200025"/>
          </a:xfrm>
          <a:custGeom xmlns:a="http://schemas.openxmlformats.org/drawingml/2006/main">
            <a:pathLst>
              <a:path w="9525" h="200025">
                <a:moveTo>
                  <a:pt x="0" y="200025"/>
                </a:moveTo>
                <a:lnTo>
                  <a:pt x="0" y="0"/>
                </a:lnTo>
              </a:path>
            </a:pathLst>
          </a:custGeom>
          <a:noFill xmlns:a="http://schemas.openxmlformats.org/drawingml/2006/main"/>
          <a:ln xmlns:a="http://schemas.openxmlformats.org/drawingml/2006/main" w="22860">
            <a:solidFill>
              <a:srgbClr val="231F20"/>
            </a:solidFill>
          </a:ln>
        </p:spPr>
      </p:sp>
      <p:sp>
        <p:nvSpPr>
          <p:cNvPr id="45" name="circuit-624">
            <a:extLst xmlns:a="http://schemas.openxmlformats.org/drawingml/2006/main">
              <a:ext uri="{FF2B5EF4-FFF2-40B4-BE49-F238E27FC236}">
                <a16:creationId xmlns:a16="http://schemas.microsoft.com/office/drawing/2014/main" id="{F407700C-7621-41AD-833C-75A994D11FCD}"/>
              </a:ext>
            </a:extLst>
          </p:cNvPr>
          <p:cNvSpPr>
            <a:spLocks xmlns:a="http://schemas.openxmlformats.org/drawingml/2006/main" noGrp="1"/>
          </p:cNvSpPr>
          <p:nvPr/>
        </p:nvSpPr>
        <p:spPr>
          <a:xfrm xmlns:a="http://schemas.openxmlformats.org/drawingml/2006/main">
            <a:off x="10963275" y="194310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46" name="wire-625">
            <a:extLst xmlns:a="http://schemas.openxmlformats.org/drawingml/2006/main">
              <a:ext uri="{FF2B5EF4-FFF2-40B4-BE49-F238E27FC236}">
                <a16:creationId xmlns:a16="http://schemas.microsoft.com/office/drawing/2014/main" id="{B7311FE8-E168-4E3E-B313-48F01E11C013}"/>
              </a:ext>
            </a:extLst>
          </p:cNvPr>
          <p:cNvSpPr>
            <a:spLocks xmlns:a="http://schemas.openxmlformats.org/drawingml/2006/main" noGrp="1"/>
          </p:cNvSpPr>
          <p:nvPr/>
        </p:nvSpPr>
        <p:spPr>
          <a:xfrm xmlns:a="http://schemas.openxmlformats.org/drawingml/2006/main">
            <a:off x="11001375" y="1943100"/>
            <a:ext cx="9525" cy="200025"/>
          </a:xfrm>
          <a:custGeom xmlns:a="http://schemas.openxmlformats.org/drawingml/2006/main">
            <a:pathLst>
              <a:path w="9525" h="200025">
                <a:moveTo>
                  <a:pt x="0" y="0"/>
                </a:moveTo>
                <a:lnTo>
                  <a:pt x="0" y="200025"/>
                </a:lnTo>
              </a:path>
            </a:pathLst>
          </a:custGeom>
          <a:noFill xmlns:a="http://schemas.openxmlformats.org/drawingml/2006/main"/>
          <a:ln xmlns:a="http://schemas.openxmlformats.org/drawingml/2006/main" w="22860">
            <a:solidFill>
              <a:srgbClr val="231F20"/>
            </a:solidFill>
          </a:ln>
        </p:spPr>
      </p:sp>
      <p:sp>
        <p:nvSpPr>
          <p:cNvPr id="47" name="circuit-626">
            <a:extLst xmlns:a="http://schemas.openxmlformats.org/drawingml/2006/main">
              <a:ext uri="{FF2B5EF4-FFF2-40B4-BE49-F238E27FC236}">
                <a16:creationId xmlns:a16="http://schemas.microsoft.com/office/drawing/2014/main" id="{F0E1DBA7-E89B-40D5-A2E4-265451BBFCA9}"/>
              </a:ext>
            </a:extLst>
          </p:cNvPr>
          <p:cNvSpPr>
            <a:spLocks xmlns:a="http://schemas.openxmlformats.org/drawingml/2006/main" noGrp="1"/>
          </p:cNvSpPr>
          <p:nvPr/>
        </p:nvSpPr>
        <p:spPr>
          <a:xfrm xmlns:a="http://schemas.openxmlformats.org/drawingml/2006/main">
            <a:off x="10963275" y="2047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48" name="wire-627">
            <a:extLst xmlns:a="http://schemas.openxmlformats.org/drawingml/2006/main">
              <a:ext uri="{FF2B5EF4-FFF2-40B4-BE49-F238E27FC236}">
                <a16:creationId xmlns:a16="http://schemas.microsoft.com/office/drawing/2014/main" id="{B09CA5E5-2824-4857-9A5C-3890BB62E03D}"/>
              </a:ext>
            </a:extLst>
          </p:cNvPr>
          <p:cNvSpPr>
            <a:spLocks xmlns:a="http://schemas.openxmlformats.org/drawingml/2006/main" noGrp="1"/>
          </p:cNvSpPr>
          <p:nvPr/>
        </p:nvSpPr>
        <p:spPr>
          <a:xfrm xmlns:a="http://schemas.openxmlformats.org/drawingml/2006/main">
            <a:off x="11001375" y="2486025"/>
            <a:ext cx="9525" cy="133350"/>
          </a:xfrm>
          <a:custGeom xmlns:a="http://schemas.openxmlformats.org/drawingml/2006/main">
            <a:pathLst>
              <a:path w="9525" h="133350">
                <a:moveTo>
                  <a:pt x="0" y="133350"/>
                </a:moveTo>
                <a:lnTo>
                  <a:pt x="0" y="0"/>
                </a:lnTo>
              </a:path>
            </a:pathLst>
          </a:custGeom>
          <a:noFill xmlns:a="http://schemas.openxmlformats.org/drawingml/2006/main"/>
          <a:ln xmlns:a="http://schemas.openxmlformats.org/drawingml/2006/main" w="22860">
            <a:solidFill>
              <a:srgbClr val="231F20"/>
            </a:solidFill>
          </a:ln>
        </p:spPr>
      </p:sp>
      <p:sp>
        <p:nvSpPr>
          <p:cNvPr id="49" name="circuit-628">
            <a:extLst xmlns:a="http://schemas.openxmlformats.org/drawingml/2006/main">
              <a:ext uri="{FF2B5EF4-FFF2-40B4-BE49-F238E27FC236}">
                <a16:creationId xmlns:a16="http://schemas.microsoft.com/office/drawing/2014/main" id="{D76EBDBD-F53E-43AD-B38F-A6989A033064}"/>
              </a:ext>
            </a:extLst>
          </p:cNvPr>
          <p:cNvSpPr>
            <a:spLocks xmlns:a="http://schemas.openxmlformats.org/drawingml/2006/main" noGrp="1"/>
          </p:cNvSpPr>
          <p:nvPr/>
        </p:nvSpPr>
        <p:spPr>
          <a:xfrm xmlns:a="http://schemas.openxmlformats.org/drawingml/2006/main">
            <a:off x="10963275" y="2486025"/>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50" name="wire-629">
            <a:extLst xmlns:a="http://schemas.openxmlformats.org/drawingml/2006/main">
              <a:ext uri="{FF2B5EF4-FFF2-40B4-BE49-F238E27FC236}">
                <a16:creationId xmlns:a16="http://schemas.microsoft.com/office/drawing/2014/main" id="{5CC40079-510C-40EB-AF74-DC572A2D8BEA}"/>
              </a:ext>
            </a:extLst>
          </p:cNvPr>
          <p:cNvSpPr>
            <a:spLocks xmlns:a="http://schemas.openxmlformats.org/drawingml/2006/main" noGrp="1"/>
          </p:cNvSpPr>
          <p:nvPr/>
        </p:nvSpPr>
        <p:spPr>
          <a:xfrm xmlns:a="http://schemas.openxmlformats.org/drawingml/2006/main">
            <a:off x="11001375" y="2486025"/>
            <a:ext cx="9525" cy="133350"/>
          </a:xfrm>
          <a:custGeom xmlns:a="http://schemas.openxmlformats.org/drawingml/2006/main">
            <a:pathLst>
              <a:path w="9525" h="133350">
                <a:moveTo>
                  <a:pt x="0" y="0"/>
                </a:moveTo>
                <a:lnTo>
                  <a:pt x="0" y="133350"/>
                </a:lnTo>
              </a:path>
            </a:pathLst>
          </a:custGeom>
          <a:noFill xmlns:a="http://schemas.openxmlformats.org/drawingml/2006/main"/>
          <a:ln xmlns:a="http://schemas.openxmlformats.org/drawingml/2006/main" w="22860">
            <a:solidFill>
              <a:srgbClr val="231F20"/>
            </a:solidFill>
          </a:ln>
        </p:spPr>
      </p:sp>
      <p:sp>
        <p:nvSpPr>
          <p:cNvPr id="51" name="circuit-630">
            <a:extLst xmlns:a="http://schemas.openxmlformats.org/drawingml/2006/main">
              <a:ext uri="{FF2B5EF4-FFF2-40B4-BE49-F238E27FC236}">
                <a16:creationId xmlns:a16="http://schemas.microsoft.com/office/drawing/2014/main" id="{4B5BBA5E-BCD0-483E-8E80-4772A90801A4}"/>
              </a:ext>
            </a:extLst>
          </p:cNvPr>
          <p:cNvSpPr>
            <a:spLocks xmlns:a="http://schemas.openxmlformats.org/drawingml/2006/main" noGrp="1"/>
          </p:cNvSpPr>
          <p:nvPr/>
        </p:nvSpPr>
        <p:spPr>
          <a:xfrm xmlns:a="http://schemas.openxmlformats.org/drawingml/2006/main">
            <a:off x="10963275" y="25241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52" name="wire-631">
            <a:extLst xmlns:a="http://schemas.openxmlformats.org/drawingml/2006/main">
              <a:ext uri="{FF2B5EF4-FFF2-40B4-BE49-F238E27FC236}">
                <a16:creationId xmlns:a16="http://schemas.microsoft.com/office/drawing/2014/main" id="{717FCF85-35DA-4F02-ABB5-5B21B9DA9671}"/>
              </a:ext>
            </a:extLst>
          </p:cNvPr>
          <p:cNvSpPr>
            <a:spLocks xmlns:a="http://schemas.openxmlformats.org/drawingml/2006/main" noGrp="1"/>
          </p:cNvSpPr>
          <p:nvPr/>
        </p:nvSpPr>
        <p:spPr>
          <a:xfrm xmlns:a="http://schemas.openxmlformats.org/drawingml/2006/main">
            <a:off x="7715250" y="2733675"/>
            <a:ext cx="66675" cy="9525"/>
          </a:xfrm>
          <a:custGeom xmlns:a="http://schemas.openxmlformats.org/drawingml/2006/main">
            <a:pathLst>
              <a:path w="66675" h="9525">
                <a:moveTo>
                  <a:pt x="0" y="0"/>
                </a:moveTo>
                <a:lnTo>
                  <a:pt x="66675" y="0"/>
                </a:lnTo>
              </a:path>
            </a:pathLst>
          </a:custGeom>
          <a:noFill xmlns:a="http://schemas.openxmlformats.org/drawingml/2006/main"/>
          <a:ln xmlns:a="http://schemas.openxmlformats.org/drawingml/2006/main" w="22860">
            <a:solidFill>
              <a:srgbClr val="231F20"/>
            </a:solidFill>
          </a:ln>
        </p:spPr>
      </p:sp>
      <p:sp>
        <p:nvSpPr>
          <p:cNvPr id="53" name="wire-632">
            <a:extLst xmlns:a="http://schemas.openxmlformats.org/drawingml/2006/main">
              <a:ext uri="{FF2B5EF4-FFF2-40B4-BE49-F238E27FC236}">
                <a16:creationId xmlns:a16="http://schemas.microsoft.com/office/drawing/2014/main" id="{9C0B8E35-E1D4-4A28-8479-FE7B1F6AEBB5}"/>
              </a:ext>
            </a:extLst>
          </p:cNvPr>
          <p:cNvSpPr>
            <a:spLocks xmlns:a="http://schemas.openxmlformats.org/drawingml/2006/main" noGrp="1"/>
          </p:cNvSpPr>
          <p:nvPr/>
        </p:nvSpPr>
        <p:spPr>
          <a:xfrm xmlns:a="http://schemas.openxmlformats.org/drawingml/2006/main">
            <a:off x="7781925" y="2733675"/>
            <a:ext cx="9525" cy="247650"/>
          </a:xfrm>
          <a:custGeom xmlns:a="http://schemas.openxmlformats.org/drawingml/2006/main">
            <a:pathLst>
              <a:path w="9525" h="247650">
                <a:moveTo>
                  <a:pt x="0" y="0"/>
                </a:moveTo>
                <a:lnTo>
                  <a:pt x="0" y="247650"/>
                </a:lnTo>
              </a:path>
            </a:pathLst>
          </a:custGeom>
          <a:noFill xmlns:a="http://schemas.openxmlformats.org/drawingml/2006/main"/>
          <a:ln xmlns:a="http://schemas.openxmlformats.org/drawingml/2006/main" w="22860">
            <a:solidFill>
              <a:srgbClr val="231F20"/>
            </a:solidFill>
          </a:ln>
        </p:spPr>
      </p:sp>
      <p:sp>
        <p:nvSpPr>
          <p:cNvPr id="54" name="wire-633">
            <a:extLst xmlns:a="http://schemas.openxmlformats.org/drawingml/2006/main">
              <a:ext uri="{FF2B5EF4-FFF2-40B4-BE49-F238E27FC236}">
                <a16:creationId xmlns:a16="http://schemas.microsoft.com/office/drawing/2014/main" id="{EAF0BCA7-8E22-4DF0-A76F-83BCCF02C7F8}"/>
              </a:ext>
            </a:extLst>
          </p:cNvPr>
          <p:cNvSpPr>
            <a:spLocks xmlns:a="http://schemas.openxmlformats.org/drawingml/2006/main" noGrp="1"/>
          </p:cNvSpPr>
          <p:nvPr/>
        </p:nvSpPr>
        <p:spPr>
          <a:xfrm xmlns:a="http://schemas.openxmlformats.org/drawingml/2006/main">
            <a:off x="7781925" y="2981325"/>
            <a:ext cx="3219450" cy="9525"/>
          </a:xfrm>
          <a:custGeom xmlns:a="http://schemas.openxmlformats.org/drawingml/2006/main">
            <a:pathLst>
              <a:path w="3219450" h="9525">
                <a:moveTo>
                  <a:pt x="0" y="0"/>
                </a:moveTo>
                <a:lnTo>
                  <a:pt x="3219450" y="0"/>
                </a:lnTo>
              </a:path>
            </a:pathLst>
          </a:custGeom>
          <a:noFill xmlns:a="http://schemas.openxmlformats.org/drawingml/2006/main"/>
          <a:ln xmlns:a="http://schemas.openxmlformats.org/drawingml/2006/main" w="22860">
            <a:solidFill>
              <a:srgbClr val="231F20"/>
            </a:solidFill>
          </a:ln>
        </p:spPr>
      </p:sp>
      <p:sp>
        <p:nvSpPr>
          <p:cNvPr id="55" name="wire-634">
            <a:extLst xmlns:a="http://schemas.openxmlformats.org/drawingml/2006/main">
              <a:ext uri="{FF2B5EF4-FFF2-40B4-BE49-F238E27FC236}">
                <a16:creationId xmlns:a16="http://schemas.microsoft.com/office/drawing/2014/main" id="{5DB5CC80-9B61-472A-AA41-BCF456501E9B}"/>
              </a:ext>
            </a:extLst>
          </p:cNvPr>
          <p:cNvSpPr>
            <a:spLocks xmlns:a="http://schemas.openxmlformats.org/drawingml/2006/main" noGrp="1"/>
          </p:cNvSpPr>
          <p:nvPr/>
        </p:nvSpPr>
        <p:spPr>
          <a:xfrm xmlns:a="http://schemas.openxmlformats.org/drawingml/2006/main">
            <a:off x="11001375" y="2924175"/>
            <a:ext cx="9525" cy="57150"/>
          </a:xfrm>
          <a:custGeom xmlns:a="http://schemas.openxmlformats.org/drawingml/2006/main">
            <a:pathLst>
              <a:path w="9525" h="57150">
                <a:moveTo>
                  <a:pt x="0" y="57150"/>
                </a:moveTo>
                <a:lnTo>
                  <a:pt x="0" y="0"/>
                </a:lnTo>
              </a:path>
            </a:pathLst>
          </a:custGeom>
          <a:noFill xmlns:a="http://schemas.openxmlformats.org/drawingml/2006/main"/>
          <a:ln xmlns:a="http://schemas.openxmlformats.org/drawingml/2006/main" w="22860">
            <a:solidFill>
              <a:srgbClr val="231F20"/>
            </a:solidFill>
          </a:ln>
        </p:spPr>
      </p:sp>
      <p:sp>
        <p:nvSpPr>
          <p:cNvPr id="56" name="circuit-635">
            <a:extLst xmlns:a="http://schemas.openxmlformats.org/drawingml/2006/main">
              <a:ext uri="{FF2B5EF4-FFF2-40B4-BE49-F238E27FC236}">
                <a16:creationId xmlns:a16="http://schemas.microsoft.com/office/drawing/2014/main" id="{D201E50E-1167-41EF-8E77-C3ADEC288B97}"/>
              </a:ext>
            </a:extLst>
          </p:cNvPr>
          <p:cNvSpPr>
            <a:spLocks xmlns:a="http://schemas.openxmlformats.org/drawingml/2006/main" noGrp="1"/>
          </p:cNvSpPr>
          <p:nvPr/>
        </p:nvSpPr>
        <p:spPr>
          <a:xfrm xmlns:a="http://schemas.openxmlformats.org/drawingml/2006/main">
            <a:off x="10963275" y="2924175"/>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57" name="wire-636">
            <a:extLst xmlns:a="http://schemas.openxmlformats.org/drawingml/2006/main">
              <a:ext uri="{FF2B5EF4-FFF2-40B4-BE49-F238E27FC236}">
                <a16:creationId xmlns:a16="http://schemas.microsoft.com/office/drawing/2014/main" id="{67EFD0B3-3E79-4946-A6E2-F7577FA97463}"/>
              </a:ext>
            </a:extLst>
          </p:cNvPr>
          <p:cNvSpPr>
            <a:spLocks xmlns:a="http://schemas.openxmlformats.org/drawingml/2006/main" noGrp="1"/>
          </p:cNvSpPr>
          <p:nvPr/>
        </p:nvSpPr>
        <p:spPr>
          <a:xfrm xmlns:a="http://schemas.openxmlformats.org/drawingml/2006/main">
            <a:off x="7715250" y="2733675"/>
            <a:ext cx="66675" cy="9525"/>
          </a:xfrm>
          <a:custGeom xmlns:a="http://schemas.openxmlformats.org/drawingml/2006/main">
            <a:pathLst>
              <a:path w="66675" h="9525">
                <a:moveTo>
                  <a:pt x="66675" y="0"/>
                </a:moveTo>
                <a:lnTo>
                  <a:pt x="0" y="0"/>
                </a:lnTo>
              </a:path>
            </a:pathLst>
          </a:custGeom>
          <a:noFill xmlns:a="http://schemas.openxmlformats.org/drawingml/2006/main"/>
          <a:ln xmlns:a="http://schemas.openxmlformats.org/drawingml/2006/main" w="22860">
            <a:solidFill>
              <a:srgbClr val="231F20"/>
            </a:solidFill>
          </a:ln>
        </p:spPr>
      </p:sp>
      <p:sp>
        <p:nvSpPr>
          <p:cNvPr id="58" name="circuit-637">
            <a:extLst xmlns:a="http://schemas.openxmlformats.org/drawingml/2006/main">
              <a:ext uri="{FF2B5EF4-FFF2-40B4-BE49-F238E27FC236}">
                <a16:creationId xmlns:a16="http://schemas.microsoft.com/office/drawing/2014/main" id="{18B9D193-7411-4559-822F-1D4183E2CDAF}"/>
              </a:ext>
            </a:extLst>
          </p:cNvPr>
          <p:cNvSpPr>
            <a:spLocks xmlns:a="http://schemas.openxmlformats.org/drawingml/2006/main" noGrp="1"/>
          </p:cNvSpPr>
          <p:nvPr/>
        </p:nvSpPr>
        <p:spPr>
          <a:xfrm xmlns:a="http://schemas.openxmlformats.org/drawingml/2006/main">
            <a:off x="7715250" y="269557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59" name="text-638">
            <a:extLst xmlns:a="http://schemas.openxmlformats.org/drawingml/2006/main">
              <a:ext uri="{FF2B5EF4-FFF2-40B4-BE49-F238E27FC236}">
                <a16:creationId xmlns:a16="http://schemas.microsoft.com/office/drawing/2014/main" id="{02DB83C2-1D39-4C00-BCB5-B883834F5E2D}"/>
              </a:ext>
            </a:extLst>
          </p:cNvPr>
          <p:cNvSpPr>
            <a:spLocks xmlns:a="http://schemas.openxmlformats.org/drawingml/2006/main" noGrp="1"/>
          </p:cNvSpPr>
          <p:nvPr/>
        </p:nvSpPr>
        <p:spPr>
          <a:xfrm xmlns:a="http://schemas.openxmlformats.org/drawingml/2006/main">
            <a:off x="2514600" y="30670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1">
                <a:solidFill>
                  <a:srgbClr val="231F20"/>
                </a:solidFill>
                <a:latin typeface="Yu Gothic"/>
                <a:ea typeface="Yu Gothic"/>
                <a:cs typeface="Yu Gothic"/>
              </a:defRPr>
            </a:defPPr>
            <a:lvl1pPr algn="l">
              <a:defRPr sz="1425" b="1">
                <a:solidFill>
                  <a:srgbClr val="231F20"/>
                </a:solidFill>
                <a:latin typeface="Yu Gothic"/>
                <a:ea typeface="Yu Gothic"/>
                <a:cs typeface="Yu Gothic"/>
              </a:defRPr>
            </a:lvl1pPr>
            <a:lvl2pPr algn="l">
              <a:defRPr sz="1425" b="1">
                <a:solidFill>
                  <a:srgbClr val="231F20"/>
                </a:solidFill>
                <a:latin typeface="Yu Gothic"/>
                <a:ea typeface="Yu Gothic"/>
                <a:cs typeface="Yu Gothic"/>
              </a:defRPr>
            </a:lvl2pPr>
            <a:lvl3pPr algn="l">
              <a:defRPr sz="1425" b="1">
                <a:solidFill>
                  <a:srgbClr val="231F20"/>
                </a:solidFill>
                <a:latin typeface="Yu Gothic"/>
                <a:ea typeface="Yu Gothic"/>
                <a:cs typeface="Yu Gothic"/>
              </a:defRPr>
            </a:lvl3pPr>
            <a:lvl4pPr algn="l">
              <a:defRPr sz="1425" b="1">
                <a:solidFill>
                  <a:srgbClr val="231F20"/>
                </a:solidFill>
                <a:latin typeface="Yu Gothic"/>
                <a:ea typeface="Yu Gothic"/>
                <a:cs typeface="Yu Gothic"/>
              </a:defRPr>
            </a:lvl4pPr>
            <a:lvl5pPr algn="l">
              <a:defRPr sz="1425" b="1">
                <a:solidFill>
                  <a:srgbClr val="231F20"/>
                </a:solidFill>
                <a:latin typeface="Yu Gothic"/>
                <a:ea typeface="Yu Gothic"/>
                <a:cs typeface="Yu Gothic"/>
              </a:defRPr>
            </a:lvl5pPr>
            <a:lvl6pPr algn="l">
              <a:defRPr sz="1425" b="1">
                <a:solidFill>
                  <a:srgbClr val="231F20"/>
                </a:solidFill>
                <a:latin typeface="Yu Gothic"/>
                <a:ea typeface="Yu Gothic"/>
                <a:cs typeface="Yu Gothic"/>
              </a:defRPr>
            </a:lvl6pPr>
            <a:lvl7pPr algn="l">
              <a:defRPr sz="1425" b="1">
                <a:solidFill>
                  <a:srgbClr val="231F20"/>
                </a:solidFill>
                <a:latin typeface="Yu Gothic"/>
                <a:ea typeface="Yu Gothic"/>
                <a:cs typeface="Yu Gothic"/>
              </a:defRPr>
            </a:lvl7pPr>
            <a:lvl8pPr algn="l">
              <a:defRPr sz="1425" b="1">
                <a:solidFill>
                  <a:srgbClr val="231F20"/>
                </a:solidFill>
                <a:latin typeface="Yu Gothic"/>
                <a:ea typeface="Yu Gothic"/>
                <a:cs typeface="Yu Gothic"/>
              </a:defRPr>
            </a:lvl8pPr>
            <a:lvl9pPr algn="l">
              <a:defRPr sz="1425" b="1">
                <a:solidFill>
                  <a:srgbClr val="231F20"/>
                </a:solidFill>
                <a:latin typeface="Yu Gothic"/>
                <a:ea typeface="Yu Gothic"/>
                <a:cs typeface="Yu Gothic"/>
              </a:defRPr>
            </a:lvl9pPr>
          </a:lstStyle>
          <a:p xmlns:a="http://schemas.openxmlformats.org/drawingml/2006/main">
            <a:pPr algn="l">
              <a:defRPr sz="1425" b="1">
                <a:solidFill>
                  <a:srgbClr val="231F20"/>
                </a:solidFill>
                <a:latin typeface="Yu Gothic"/>
                <a:ea typeface="Yu Gothic"/>
                <a:cs typeface="Yu Gothic"/>
              </a:defRPr>
            </a:pPr>
            <a:r>
              <a:rPr sz="1425" b="1">
                <a:solidFill>
                  <a:srgbClr val="231F20"/>
                </a:solidFill>
                <a:latin typeface="Yu Gothic"/>
                <a:ea typeface="Yu Gothic"/>
                <a:cs typeface="Yu Gothic"/>
              </a:rPr>
              <a:t>CPU：前の図のレジスタ・ALUを含む経路</a:t>
            </a:r>
          </a:p>
        </p:txBody>
      </p:sp>
      <p:sp>
        <p:nvSpPr>
          <p:cNvPr id="60" name="text-639">
            <a:extLst xmlns:a="http://schemas.openxmlformats.org/drawingml/2006/main">
              <a:ext uri="{FF2B5EF4-FFF2-40B4-BE49-F238E27FC236}">
                <a16:creationId xmlns:a16="http://schemas.microsoft.com/office/drawing/2014/main" id="{FC963FBD-2062-4C91-BD47-506B3B8EA74F}"/>
              </a:ext>
            </a:extLst>
          </p:cNvPr>
          <p:cNvSpPr>
            <a:spLocks xmlns:a="http://schemas.openxmlformats.org/drawingml/2006/main" noGrp="1"/>
          </p:cNvSpPr>
          <p:nvPr/>
        </p:nvSpPr>
        <p:spPr>
          <a:xfrm xmlns:a="http://schemas.openxmlformats.org/drawingml/2006/main">
            <a:off x="809625" y="3295650"/>
            <a:ext cx="1238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命令読出し</a:t>
            </a:r>
          </a:p>
        </p:txBody>
      </p:sp>
      <p:sp>
        <p:nvSpPr>
          <p:cNvPr id="61" name="text-640">
            <a:extLst xmlns:a="http://schemas.openxmlformats.org/drawingml/2006/main">
              <a:ext uri="{FF2B5EF4-FFF2-40B4-BE49-F238E27FC236}">
                <a16:creationId xmlns:a16="http://schemas.microsoft.com/office/drawing/2014/main" id="{9B06760D-5A9B-4E60-A9D4-37435A15C3B5}"/>
              </a:ext>
            </a:extLst>
          </p:cNvPr>
          <p:cNvSpPr>
            <a:spLocks xmlns:a="http://schemas.openxmlformats.org/drawingml/2006/main" noGrp="1"/>
          </p:cNvSpPr>
          <p:nvPr/>
        </p:nvSpPr>
        <p:spPr>
          <a:xfrm xmlns:a="http://schemas.openxmlformats.org/drawingml/2006/main">
            <a:off x="2362200" y="3295650"/>
            <a:ext cx="1352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解読・読出し</a:t>
            </a:r>
          </a:p>
        </p:txBody>
      </p:sp>
      <p:sp>
        <p:nvSpPr>
          <p:cNvPr id="62" name="text-641">
            <a:extLst xmlns:a="http://schemas.openxmlformats.org/drawingml/2006/main">
              <a:ext uri="{FF2B5EF4-FFF2-40B4-BE49-F238E27FC236}">
                <a16:creationId xmlns:a16="http://schemas.microsoft.com/office/drawing/2014/main" id="{77890174-588F-4FBF-8720-6EB1BF4ECCE3}"/>
              </a:ext>
            </a:extLst>
          </p:cNvPr>
          <p:cNvSpPr>
            <a:spLocks xmlns:a="http://schemas.openxmlformats.org/drawingml/2006/main" noGrp="1"/>
          </p:cNvSpPr>
          <p:nvPr/>
        </p:nvSpPr>
        <p:spPr>
          <a:xfrm xmlns:a="http://schemas.openxmlformats.org/drawingml/2006/main">
            <a:off x="4191000" y="3295650"/>
            <a:ext cx="1476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計算</a:t>
            </a:r>
          </a:p>
        </p:txBody>
      </p:sp>
      <p:sp>
        <p:nvSpPr>
          <p:cNvPr id="63" name="text-642">
            <a:extLst xmlns:a="http://schemas.openxmlformats.org/drawingml/2006/main">
              <a:ext uri="{FF2B5EF4-FFF2-40B4-BE49-F238E27FC236}">
                <a16:creationId xmlns:a16="http://schemas.microsoft.com/office/drawing/2014/main" id="{96E129E9-E827-4510-807A-846CD52C2F2D}"/>
              </a:ext>
            </a:extLst>
          </p:cNvPr>
          <p:cNvSpPr>
            <a:spLocks xmlns:a="http://schemas.openxmlformats.org/drawingml/2006/main" noGrp="1"/>
          </p:cNvSpPr>
          <p:nvPr/>
        </p:nvSpPr>
        <p:spPr>
          <a:xfrm xmlns:a="http://schemas.openxmlformats.org/drawingml/2006/main">
            <a:off x="6115050" y="3295650"/>
            <a:ext cx="1333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データ読書き</a:t>
            </a:r>
          </a:p>
        </p:txBody>
      </p:sp>
      <p:sp>
        <p:nvSpPr>
          <p:cNvPr id="64" name="text-643">
            <a:extLst xmlns:a="http://schemas.openxmlformats.org/drawingml/2006/main">
              <a:ext uri="{FF2B5EF4-FFF2-40B4-BE49-F238E27FC236}">
                <a16:creationId xmlns:a16="http://schemas.microsoft.com/office/drawing/2014/main" id="{945DBF3D-16D0-426F-B78B-661D9283D975}"/>
              </a:ext>
            </a:extLst>
          </p:cNvPr>
          <p:cNvSpPr>
            <a:spLocks xmlns:a="http://schemas.openxmlformats.org/drawingml/2006/main" noGrp="1"/>
          </p:cNvSpPr>
          <p:nvPr/>
        </p:nvSpPr>
        <p:spPr>
          <a:xfrm xmlns:a="http://schemas.openxmlformats.org/drawingml/2006/main">
            <a:off x="7753350" y="3295650"/>
            <a:ext cx="109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結果の保存</a:t>
            </a:r>
          </a:p>
        </p:txBody>
      </p:sp>
      <p:sp>
        <p:nvSpPr>
          <p:cNvPr id="65" name="block-644">
            <a:extLst xmlns:a="http://schemas.openxmlformats.org/drawingml/2006/main">
              <a:ext uri="{FF2B5EF4-FFF2-40B4-BE49-F238E27FC236}">
                <a16:creationId xmlns:a16="http://schemas.microsoft.com/office/drawing/2014/main" id="{9E395CC5-548C-468A-A94E-F6E338328231}"/>
              </a:ext>
            </a:extLst>
          </p:cNvPr>
          <p:cNvSpPr>
            <a:spLocks xmlns:a="http://schemas.openxmlformats.org/drawingml/2006/main" noGrp="1"/>
          </p:cNvSpPr>
          <p:nvPr/>
        </p:nvSpPr>
        <p:spPr>
          <a:xfrm xmlns:a="http://schemas.openxmlformats.org/drawingml/2006/main">
            <a:off x="2095500"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6" name="wire-645">
            <a:extLst xmlns:a="http://schemas.openxmlformats.org/drawingml/2006/main">
              <a:ext uri="{FF2B5EF4-FFF2-40B4-BE49-F238E27FC236}">
                <a16:creationId xmlns:a16="http://schemas.microsoft.com/office/drawing/2014/main" id="{63602C68-B7B7-4292-ADE7-E249659F95D1}"/>
              </a:ext>
            </a:extLst>
          </p:cNvPr>
          <p:cNvSpPr>
            <a:spLocks xmlns:a="http://schemas.openxmlformats.org/drawingml/2006/main" noGrp="1"/>
          </p:cNvSpPr>
          <p:nvPr/>
        </p:nvSpPr>
        <p:spPr>
          <a:xfrm xmlns:a="http://schemas.openxmlformats.org/drawingml/2006/main">
            <a:off x="2143125"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67" name="circuit-646">
            <a:extLst xmlns:a="http://schemas.openxmlformats.org/drawingml/2006/main">
              <a:ext uri="{FF2B5EF4-FFF2-40B4-BE49-F238E27FC236}">
                <a16:creationId xmlns:a16="http://schemas.microsoft.com/office/drawing/2014/main" id="{C6F3D908-6F07-4907-9489-F8F3F3A0E941}"/>
              </a:ext>
            </a:extLst>
          </p:cNvPr>
          <p:cNvSpPr>
            <a:spLocks xmlns:a="http://schemas.openxmlformats.org/drawingml/2006/main" noGrp="1"/>
          </p:cNvSpPr>
          <p:nvPr/>
        </p:nvSpPr>
        <p:spPr>
          <a:xfrm xmlns:a="http://schemas.openxmlformats.org/drawingml/2006/main">
            <a:off x="2105025"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68" name="block-647">
            <a:extLst xmlns:a="http://schemas.openxmlformats.org/drawingml/2006/main">
              <a:ext uri="{FF2B5EF4-FFF2-40B4-BE49-F238E27FC236}">
                <a16:creationId xmlns:a16="http://schemas.microsoft.com/office/drawing/2014/main" id="{BF516D3F-6E5F-4F99-B4A7-7B471B23465D}"/>
              </a:ext>
            </a:extLst>
          </p:cNvPr>
          <p:cNvSpPr>
            <a:spLocks xmlns:a="http://schemas.openxmlformats.org/drawingml/2006/main" noGrp="1"/>
          </p:cNvSpPr>
          <p:nvPr/>
        </p:nvSpPr>
        <p:spPr>
          <a:xfrm xmlns:a="http://schemas.openxmlformats.org/drawingml/2006/main">
            <a:off x="3857625"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9" name="wire-648">
            <a:extLst xmlns:a="http://schemas.openxmlformats.org/drawingml/2006/main">
              <a:ext uri="{FF2B5EF4-FFF2-40B4-BE49-F238E27FC236}">
                <a16:creationId xmlns:a16="http://schemas.microsoft.com/office/drawing/2014/main" id="{9D597229-6633-4F19-8832-AEA089469574}"/>
              </a:ext>
            </a:extLst>
          </p:cNvPr>
          <p:cNvSpPr>
            <a:spLocks xmlns:a="http://schemas.openxmlformats.org/drawingml/2006/main" noGrp="1"/>
          </p:cNvSpPr>
          <p:nvPr/>
        </p:nvSpPr>
        <p:spPr>
          <a:xfrm xmlns:a="http://schemas.openxmlformats.org/drawingml/2006/main">
            <a:off x="3905250"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70" name="circuit-649">
            <a:extLst xmlns:a="http://schemas.openxmlformats.org/drawingml/2006/main">
              <a:ext uri="{FF2B5EF4-FFF2-40B4-BE49-F238E27FC236}">
                <a16:creationId xmlns:a16="http://schemas.microsoft.com/office/drawing/2014/main" id="{C6273C2B-8259-440A-B7C0-7A4956F37A22}"/>
              </a:ext>
            </a:extLst>
          </p:cNvPr>
          <p:cNvSpPr>
            <a:spLocks xmlns:a="http://schemas.openxmlformats.org/drawingml/2006/main" noGrp="1"/>
          </p:cNvSpPr>
          <p:nvPr/>
        </p:nvSpPr>
        <p:spPr>
          <a:xfrm xmlns:a="http://schemas.openxmlformats.org/drawingml/2006/main">
            <a:off x="3867150"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71" name="block-650">
            <a:extLst xmlns:a="http://schemas.openxmlformats.org/drawingml/2006/main">
              <a:ext uri="{FF2B5EF4-FFF2-40B4-BE49-F238E27FC236}">
                <a16:creationId xmlns:a16="http://schemas.microsoft.com/office/drawing/2014/main" id="{9E666F1F-2505-4D6F-B988-CBFEA78C0C53}"/>
              </a:ext>
            </a:extLst>
          </p:cNvPr>
          <p:cNvSpPr>
            <a:spLocks xmlns:a="http://schemas.openxmlformats.org/drawingml/2006/main" noGrp="1"/>
          </p:cNvSpPr>
          <p:nvPr/>
        </p:nvSpPr>
        <p:spPr>
          <a:xfrm xmlns:a="http://schemas.openxmlformats.org/drawingml/2006/main">
            <a:off x="5905500"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72" name="wire-651">
            <a:extLst xmlns:a="http://schemas.openxmlformats.org/drawingml/2006/main">
              <a:ext uri="{FF2B5EF4-FFF2-40B4-BE49-F238E27FC236}">
                <a16:creationId xmlns:a16="http://schemas.microsoft.com/office/drawing/2014/main" id="{28943FE2-0A8E-43C4-9099-C656EB23E9C5}"/>
              </a:ext>
            </a:extLst>
          </p:cNvPr>
          <p:cNvSpPr>
            <a:spLocks xmlns:a="http://schemas.openxmlformats.org/drawingml/2006/main" noGrp="1"/>
          </p:cNvSpPr>
          <p:nvPr/>
        </p:nvSpPr>
        <p:spPr>
          <a:xfrm xmlns:a="http://schemas.openxmlformats.org/drawingml/2006/main">
            <a:off x="5953125"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73" name="circuit-652">
            <a:extLst xmlns:a="http://schemas.openxmlformats.org/drawingml/2006/main">
              <a:ext uri="{FF2B5EF4-FFF2-40B4-BE49-F238E27FC236}">
                <a16:creationId xmlns:a16="http://schemas.microsoft.com/office/drawing/2014/main" id="{00B283E9-FA55-4903-99A1-0CAD9028A307}"/>
              </a:ext>
            </a:extLst>
          </p:cNvPr>
          <p:cNvSpPr>
            <a:spLocks xmlns:a="http://schemas.openxmlformats.org/drawingml/2006/main" noGrp="1"/>
          </p:cNvSpPr>
          <p:nvPr/>
        </p:nvSpPr>
        <p:spPr>
          <a:xfrm xmlns:a="http://schemas.openxmlformats.org/drawingml/2006/main">
            <a:off x="5915025"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74" name="block-653">
            <a:extLst xmlns:a="http://schemas.openxmlformats.org/drawingml/2006/main">
              <a:ext uri="{FF2B5EF4-FFF2-40B4-BE49-F238E27FC236}">
                <a16:creationId xmlns:a16="http://schemas.microsoft.com/office/drawing/2014/main" id="{EC8413BA-CFE4-4582-911D-5B5760AA888C}"/>
              </a:ext>
            </a:extLst>
          </p:cNvPr>
          <p:cNvSpPr>
            <a:spLocks xmlns:a="http://schemas.openxmlformats.org/drawingml/2006/main" noGrp="1"/>
          </p:cNvSpPr>
          <p:nvPr/>
        </p:nvSpPr>
        <p:spPr>
          <a:xfrm xmlns:a="http://schemas.openxmlformats.org/drawingml/2006/main">
            <a:off x="7524750" y="3667125"/>
            <a:ext cx="95250" cy="1981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75" name="wire-654">
            <a:extLst xmlns:a="http://schemas.openxmlformats.org/drawingml/2006/main">
              <a:ext uri="{FF2B5EF4-FFF2-40B4-BE49-F238E27FC236}">
                <a16:creationId xmlns:a16="http://schemas.microsoft.com/office/drawing/2014/main" id="{2B57F483-7533-426F-9CE9-9F5BBF0DD527}"/>
              </a:ext>
            </a:extLst>
          </p:cNvPr>
          <p:cNvSpPr>
            <a:spLocks xmlns:a="http://schemas.openxmlformats.org/drawingml/2006/main" noGrp="1"/>
          </p:cNvSpPr>
          <p:nvPr/>
        </p:nvSpPr>
        <p:spPr>
          <a:xfrm xmlns:a="http://schemas.openxmlformats.org/drawingml/2006/main">
            <a:off x="7572375" y="360045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9525">
            <a:solidFill>
              <a:srgbClr val="231F20"/>
            </a:solidFill>
          </a:ln>
        </p:spPr>
      </p:sp>
      <p:sp>
        <p:nvSpPr>
          <p:cNvPr id="76" name="circuit-655">
            <a:extLst xmlns:a="http://schemas.openxmlformats.org/drawingml/2006/main">
              <a:ext uri="{FF2B5EF4-FFF2-40B4-BE49-F238E27FC236}">
                <a16:creationId xmlns:a16="http://schemas.microsoft.com/office/drawing/2014/main" id="{37B0EBB1-DC64-430E-897B-2C06E65506F9}"/>
              </a:ext>
            </a:extLst>
          </p:cNvPr>
          <p:cNvSpPr>
            <a:spLocks xmlns:a="http://schemas.openxmlformats.org/drawingml/2006/main" noGrp="1"/>
          </p:cNvSpPr>
          <p:nvPr/>
        </p:nvSpPr>
        <p:spPr>
          <a:xfrm xmlns:a="http://schemas.openxmlformats.org/drawingml/2006/main">
            <a:off x="7534275" y="357187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77" name="wire-656">
            <a:extLst xmlns:a="http://schemas.openxmlformats.org/drawingml/2006/main">
              <a:ext uri="{FF2B5EF4-FFF2-40B4-BE49-F238E27FC236}">
                <a16:creationId xmlns:a16="http://schemas.microsoft.com/office/drawing/2014/main" id="{B402AC36-80FF-47E1-8791-713A1583D39E}"/>
              </a:ext>
            </a:extLst>
          </p:cNvPr>
          <p:cNvSpPr>
            <a:spLocks xmlns:a="http://schemas.openxmlformats.org/drawingml/2006/main" noGrp="1"/>
          </p:cNvSpPr>
          <p:nvPr/>
        </p:nvSpPr>
        <p:spPr>
          <a:xfrm xmlns:a="http://schemas.openxmlformats.org/drawingml/2006/main">
            <a:off x="809625" y="287655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9525">
            <a:solidFill>
              <a:srgbClr val="231F20"/>
            </a:solidFill>
          </a:ln>
        </p:spPr>
      </p:sp>
      <p:sp>
        <p:nvSpPr>
          <p:cNvPr id="78" name="wire-657">
            <a:extLst xmlns:a="http://schemas.openxmlformats.org/drawingml/2006/main">
              <a:ext uri="{FF2B5EF4-FFF2-40B4-BE49-F238E27FC236}">
                <a16:creationId xmlns:a16="http://schemas.microsoft.com/office/drawing/2014/main" id="{00737633-2FEE-41B2-963D-CEEFC3C10B1B}"/>
              </a:ext>
            </a:extLst>
          </p:cNvPr>
          <p:cNvSpPr>
            <a:spLocks xmlns:a="http://schemas.openxmlformats.org/drawingml/2006/main" noGrp="1"/>
          </p:cNvSpPr>
          <p:nvPr/>
        </p:nvSpPr>
        <p:spPr>
          <a:xfrm xmlns:a="http://schemas.openxmlformats.org/drawingml/2006/main">
            <a:off x="657225" y="3114675"/>
            <a:ext cx="152400" cy="9525"/>
          </a:xfrm>
          <a:custGeom xmlns:a="http://schemas.openxmlformats.org/drawingml/2006/main">
            <a:pathLst>
              <a:path w="152400" h="9525">
                <a:moveTo>
                  <a:pt x="152400" y="0"/>
                </a:moveTo>
                <a:lnTo>
                  <a:pt x="0" y="0"/>
                </a:lnTo>
              </a:path>
            </a:pathLst>
          </a:custGeom>
          <a:noFill xmlns:a="http://schemas.openxmlformats.org/drawingml/2006/main"/>
          <a:ln xmlns:a="http://schemas.openxmlformats.org/drawingml/2006/main" w="9525">
            <a:solidFill>
              <a:srgbClr val="231F20"/>
            </a:solidFill>
          </a:ln>
        </p:spPr>
      </p:sp>
      <p:sp>
        <p:nvSpPr>
          <p:cNvPr id="79" name="wire-658">
            <a:extLst xmlns:a="http://schemas.openxmlformats.org/drawingml/2006/main">
              <a:ext uri="{FF2B5EF4-FFF2-40B4-BE49-F238E27FC236}">
                <a16:creationId xmlns:a16="http://schemas.microsoft.com/office/drawing/2014/main" id="{C92D9040-89DF-4D7C-8F02-4625A3792C47}"/>
              </a:ext>
            </a:extLst>
          </p:cNvPr>
          <p:cNvSpPr>
            <a:spLocks xmlns:a="http://schemas.openxmlformats.org/drawingml/2006/main" noGrp="1"/>
          </p:cNvSpPr>
          <p:nvPr/>
        </p:nvSpPr>
        <p:spPr>
          <a:xfrm xmlns:a="http://schemas.openxmlformats.org/drawingml/2006/main">
            <a:off x="657225" y="3114675"/>
            <a:ext cx="9525" cy="485775"/>
          </a:xfrm>
          <a:custGeom xmlns:a="http://schemas.openxmlformats.org/drawingml/2006/main">
            <a:pathLst>
              <a:path w="9525" h="485775">
                <a:moveTo>
                  <a:pt x="0" y="0"/>
                </a:moveTo>
                <a:lnTo>
                  <a:pt x="0" y="485775"/>
                </a:lnTo>
              </a:path>
            </a:pathLst>
          </a:custGeom>
          <a:noFill xmlns:a="http://schemas.openxmlformats.org/drawingml/2006/main"/>
          <a:ln xmlns:a="http://schemas.openxmlformats.org/drawingml/2006/main" w="9525">
            <a:solidFill>
              <a:srgbClr val="231F20"/>
            </a:solidFill>
          </a:ln>
        </p:spPr>
      </p:sp>
      <p:sp>
        <p:nvSpPr>
          <p:cNvPr id="80" name="wire-659">
            <a:extLst xmlns:a="http://schemas.openxmlformats.org/drawingml/2006/main">
              <a:ext uri="{FF2B5EF4-FFF2-40B4-BE49-F238E27FC236}">
                <a16:creationId xmlns:a16="http://schemas.microsoft.com/office/drawing/2014/main" id="{B9632EAA-2AD0-4FA2-8137-93C081973864}"/>
              </a:ext>
            </a:extLst>
          </p:cNvPr>
          <p:cNvSpPr>
            <a:spLocks xmlns:a="http://schemas.openxmlformats.org/drawingml/2006/main" noGrp="1"/>
          </p:cNvSpPr>
          <p:nvPr/>
        </p:nvSpPr>
        <p:spPr>
          <a:xfrm xmlns:a="http://schemas.openxmlformats.org/drawingml/2006/main">
            <a:off x="657225" y="3600450"/>
            <a:ext cx="6915150" cy="9525"/>
          </a:xfrm>
          <a:custGeom xmlns:a="http://schemas.openxmlformats.org/drawingml/2006/main">
            <a:pathLst>
              <a:path w="6915150" h="9525">
                <a:moveTo>
                  <a:pt x="0" y="0"/>
                </a:moveTo>
                <a:lnTo>
                  <a:pt x="6915150" y="0"/>
                </a:lnTo>
              </a:path>
            </a:pathLst>
          </a:custGeom>
          <a:noFill xmlns:a="http://schemas.openxmlformats.org/drawingml/2006/main"/>
          <a:ln xmlns:a="http://schemas.openxmlformats.org/drawingml/2006/main" w="9525">
            <a:solidFill>
              <a:srgbClr val="231F20"/>
            </a:solidFill>
          </a:ln>
        </p:spPr>
      </p:sp>
      <p:sp>
        <p:nvSpPr>
          <p:cNvPr id="81" name="text-660">
            <a:extLst xmlns:a="http://schemas.openxmlformats.org/drawingml/2006/main">
              <a:ext uri="{FF2B5EF4-FFF2-40B4-BE49-F238E27FC236}">
                <a16:creationId xmlns:a16="http://schemas.microsoft.com/office/drawing/2014/main" id="{80C75249-3FD6-4AA8-A34F-D21942B09701}"/>
              </a:ext>
            </a:extLst>
          </p:cNvPr>
          <p:cNvSpPr>
            <a:spLocks xmlns:a="http://schemas.openxmlformats.org/drawingml/2006/main" noGrp="1"/>
          </p:cNvSpPr>
          <p:nvPr/>
        </p:nvSpPr>
        <p:spPr>
          <a:xfrm xmlns:a="http://schemas.openxmlformats.org/drawingml/2006/main">
            <a:off x="2667000" y="5810250"/>
            <a:ext cx="581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1572C3"/>
                </a:solidFill>
                <a:latin typeface="Yu Gothic"/>
                <a:ea typeface="Yu Gothic"/>
                <a:cs typeface="Yu Gothic"/>
              </a:defRPr>
            </a:defPPr>
            <a:lvl1pPr algn="ctr">
              <a:defRPr sz="1275" b="0">
                <a:solidFill>
                  <a:srgbClr val="1572C3"/>
                </a:solidFill>
                <a:latin typeface="Yu Gothic"/>
                <a:ea typeface="Yu Gothic"/>
                <a:cs typeface="Yu Gothic"/>
              </a:defRPr>
            </a:lvl1pPr>
            <a:lvl2pPr algn="ctr">
              <a:defRPr sz="1275" b="0">
                <a:solidFill>
                  <a:srgbClr val="1572C3"/>
                </a:solidFill>
                <a:latin typeface="Yu Gothic"/>
                <a:ea typeface="Yu Gothic"/>
                <a:cs typeface="Yu Gothic"/>
              </a:defRPr>
            </a:lvl2pPr>
            <a:lvl3pPr algn="ctr">
              <a:defRPr sz="1275" b="0">
                <a:solidFill>
                  <a:srgbClr val="1572C3"/>
                </a:solidFill>
                <a:latin typeface="Yu Gothic"/>
                <a:ea typeface="Yu Gothic"/>
                <a:cs typeface="Yu Gothic"/>
              </a:defRPr>
            </a:lvl3pPr>
            <a:lvl4pPr algn="ctr">
              <a:defRPr sz="1275" b="0">
                <a:solidFill>
                  <a:srgbClr val="1572C3"/>
                </a:solidFill>
                <a:latin typeface="Yu Gothic"/>
                <a:ea typeface="Yu Gothic"/>
                <a:cs typeface="Yu Gothic"/>
              </a:defRPr>
            </a:lvl4pPr>
            <a:lvl5pPr algn="ctr">
              <a:defRPr sz="1275" b="0">
                <a:solidFill>
                  <a:srgbClr val="1572C3"/>
                </a:solidFill>
                <a:latin typeface="Yu Gothic"/>
                <a:ea typeface="Yu Gothic"/>
                <a:cs typeface="Yu Gothic"/>
              </a:defRPr>
            </a:lvl5pPr>
            <a:lvl6pPr algn="ctr">
              <a:defRPr sz="1275" b="0">
                <a:solidFill>
                  <a:srgbClr val="1572C3"/>
                </a:solidFill>
                <a:latin typeface="Yu Gothic"/>
                <a:ea typeface="Yu Gothic"/>
                <a:cs typeface="Yu Gothic"/>
              </a:defRPr>
            </a:lvl6pPr>
            <a:lvl7pPr algn="ctr">
              <a:defRPr sz="1275" b="0">
                <a:solidFill>
                  <a:srgbClr val="1572C3"/>
                </a:solidFill>
                <a:latin typeface="Yu Gothic"/>
                <a:ea typeface="Yu Gothic"/>
                <a:cs typeface="Yu Gothic"/>
              </a:defRPr>
            </a:lvl7pPr>
            <a:lvl8pPr algn="ctr">
              <a:defRPr sz="1275" b="0">
                <a:solidFill>
                  <a:srgbClr val="1572C3"/>
                </a:solidFill>
                <a:latin typeface="Yu Gothic"/>
                <a:ea typeface="Yu Gothic"/>
                <a:cs typeface="Yu Gothic"/>
              </a:defRPr>
            </a:lvl8pPr>
            <a:lvl9pPr algn="ctr">
              <a:defRPr sz="1275" b="0">
                <a:solidFill>
                  <a:srgbClr val="1572C3"/>
                </a:solidFill>
                <a:latin typeface="Yu Gothic"/>
                <a:ea typeface="Yu Gothic"/>
                <a:cs typeface="Yu Gothic"/>
              </a:defRPr>
            </a:lvl9pPr>
          </a:lstStyle>
          <a:p xmlns:a="http://schemas.openxmlformats.org/drawingml/2006/main">
            <a:pPr algn="ctr">
              <a:defRPr sz="1275" b="0">
                <a:solidFill>
                  <a:srgbClr val="1572C3"/>
                </a:solidFill>
                <a:latin typeface="Yu Gothic"/>
                <a:ea typeface="Yu Gothic"/>
                <a:cs typeface="Yu Gothic"/>
              </a:defRPr>
            </a:pPr>
            <a:r>
              <a:rPr sz="1275" b="0">
                <a:solidFill>
                  <a:srgbClr val="1572C3"/>
                </a:solidFill>
                <a:latin typeface="Yu Gothic"/>
                <a:ea typeface="Yu Gothic"/>
                <a:cs typeface="Yu Gothic"/>
              </a:rPr>
              <a:t>縦長の白い箱：途中の値を保存するレジスタ</a:t>
            </a:r>
          </a:p>
        </p:txBody>
      </p:sp>
      <p:sp>
        <p:nvSpPr>
          <p:cNvPr id="82" name="block-661">
            <a:extLst xmlns:a="http://schemas.openxmlformats.org/drawingml/2006/main">
              <a:ext uri="{FF2B5EF4-FFF2-40B4-BE49-F238E27FC236}">
                <a16:creationId xmlns:a16="http://schemas.microsoft.com/office/drawing/2014/main" id="{162DB798-33F8-4478-AF83-FC01532AE68E}"/>
              </a:ext>
            </a:extLst>
          </p:cNvPr>
          <p:cNvSpPr>
            <a:spLocks xmlns:a="http://schemas.openxmlformats.org/drawingml/2006/main" noGrp="1"/>
          </p:cNvSpPr>
          <p:nvPr/>
        </p:nvSpPr>
        <p:spPr>
          <a:xfrm xmlns:a="http://schemas.openxmlformats.org/drawingml/2006/main">
            <a:off x="809625" y="3943350"/>
            <a:ext cx="400050"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83" name="text-662">
            <a:extLst xmlns:a="http://schemas.openxmlformats.org/drawingml/2006/main">
              <a:ext uri="{FF2B5EF4-FFF2-40B4-BE49-F238E27FC236}">
                <a16:creationId xmlns:a16="http://schemas.microsoft.com/office/drawing/2014/main" id="{68D392DF-0716-4606-BB44-05F0335C78B1}"/>
              </a:ext>
            </a:extLst>
          </p:cNvPr>
          <p:cNvSpPr>
            <a:spLocks xmlns:a="http://schemas.openxmlformats.org/drawingml/2006/main" noGrp="1"/>
          </p:cNvSpPr>
          <p:nvPr/>
        </p:nvSpPr>
        <p:spPr>
          <a:xfrm xmlns:a="http://schemas.openxmlformats.org/drawingml/2006/main">
            <a:off x="885825" y="4000500"/>
            <a:ext cx="24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Arial"/>
                <a:ea typeface="Arial"/>
                <a:cs typeface="Arial"/>
              </a:defRPr>
            </a:defPPr>
            <a:lvl1pPr algn="ctr">
              <a:defRPr sz="1275" b="1">
                <a:solidFill>
                  <a:srgbClr val="231F20"/>
                </a:solidFill>
                <a:latin typeface="Arial"/>
                <a:ea typeface="Arial"/>
                <a:cs typeface="Arial"/>
              </a:defRPr>
            </a:lvl1pPr>
            <a:lvl2pPr algn="ctr">
              <a:defRPr sz="1275" b="1">
                <a:solidFill>
                  <a:srgbClr val="231F20"/>
                </a:solidFill>
                <a:latin typeface="Arial"/>
                <a:ea typeface="Arial"/>
                <a:cs typeface="Arial"/>
              </a:defRPr>
            </a:lvl2pPr>
            <a:lvl3pPr algn="ctr">
              <a:defRPr sz="1275" b="1">
                <a:solidFill>
                  <a:srgbClr val="231F20"/>
                </a:solidFill>
                <a:latin typeface="Arial"/>
                <a:ea typeface="Arial"/>
                <a:cs typeface="Arial"/>
              </a:defRPr>
            </a:lvl3pPr>
            <a:lvl4pPr algn="ctr">
              <a:defRPr sz="1275" b="1">
                <a:solidFill>
                  <a:srgbClr val="231F20"/>
                </a:solidFill>
                <a:latin typeface="Arial"/>
                <a:ea typeface="Arial"/>
                <a:cs typeface="Arial"/>
              </a:defRPr>
            </a:lvl4pPr>
            <a:lvl5pPr algn="ctr">
              <a:defRPr sz="1275" b="1">
                <a:solidFill>
                  <a:srgbClr val="231F20"/>
                </a:solidFill>
                <a:latin typeface="Arial"/>
                <a:ea typeface="Arial"/>
                <a:cs typeface="Arial"/>
              </a:defRPr>
            </a:lvl5pPr>
            <a:lvl6pPr algn="ctr">
              <a:defRPr sz="1275" b="1">
                <a:solidFill>
                  <a:srgbClr val="231F20"/>
                </a:solidFill>
                <a:latin typeface="Arial"/>
                <a:ea typeface="Arial"/>
                <a:cs typeface="Arial"/>
              </a:defRPr>
            </a:lvl6pPr>
            <a:lvl7pPr algn="ctr">
              <a:defRPr sz="1275" b="1">
                <a:solidFill>
                  <a:srgbClr val="231F20"/>
                </a:solidFill>
                <a:latin typeface="Arial"/>
                <a:ea typeface="Arial"/>
                <a:cs typeface="Arial"/>
              </a:defRPr>
            </a:lvl7pPr>
            <a:lvl8pPr algn="ctr">
              <a:defRPr sz="1275" b="1">
                <a:solidFill>
                  <a:srgbClr val="231F20"/>
                </a:solidFill>
                <a:latin typeface="Arial"/>
                <a:ea typeface="Arial"/>
                <a:cs typeface="Arial"/>
              </a:defRPr>
            </a:lvl8pPr>
            <a:lvl9pPr algn="ctr">
              <a:defRPr sz="1275" b="1">
                <a:solidFill>
                  <a:srgbClr val="231F20"/>
                </a:solidFill>
                <a:latin typeface="Arial"/>
                <a:ea typeface="Arial"/>
                <a:cs typeface="Arial"/>
              </a:defRPr>
            </a:lvl9pPr>
          </a:lstStyle>
          <a:p xmlns:a="http://schemas.openxmlformats.org/drawingml/2006/main">
            <a:pPr algn="ctr">
              <a:defRPr sz="1275" b="1">
                <a:solidFill>
                  <a:srgbClr val="231F20"/>
                </a:solidFill>
                <a:latin typeface="Arial"/>
                <a:ea typeface="Arial"/>
                <a:cs typeface="Arial"/>
              </a:defRPr>
            </a:pPr>
            <a:r>
              <a:rPr sz="1275" b="1">
                <a:solidFill>
                  <a:srgbClr val="231F20"/>
                </a:solidFill>
                <a:latin typeface="Arial"/>
                <a:ea typeface="Arial"/>
                <a:cs typeface="Arial"/>
              </a:rPr>
              <a:t>PC</a:t>
            </a:r>
          </a:p>
        </p:txBody>
      </p:sp>
      <p:sp>
        <p:nvSpPr>
          <p:cNvPr id="84" name="block-663">
            <a:extLst xmlns:a="http://schemas.openxmlformats.org/drawingml/2006/main">
              <a:ext uri="{FF2B5EF4-FFF2-40B4-BE49-F238E27FC236}">
                <a16:creationId xmlns:a16="http://schemas.microsoft.com/office/drawing/2014/main" id="{E88C5AA4-FEED-463B-86BD-1AF4CD3105D6}"/>
              </a:ext>
            </a:extLst>
          </p:cNvPr>
          <p:cNvSpPr>
            <a:spLocks xmlns:a="http://schemas.openxmlformats.org/drawingml/2006/main" noGrp="1"/>
          </p:cNvSpPr>
          <p:nvPr/>
        </p:nvSpPr>
        <p:spPr>
          <a:xfrm xmlns:a="http://schemas.openxmlformats.org/drawingml/2006/main">
            <a:off x="1381125" y="3829050"/>
            <a:ext cx="600075" cy="2857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85" name="text-664">
            <a:extLst xmlns:a="http://schemas.openxmlformats.org/drawingml/2006/main">
              <a:ext uri="{FF2B5EF4-FFF2-40B4-BE49-F238E27FC236}">
                <a16:creationId xmlns:a16="http://schemas.microsoft.com/office/drawing/2014/main" id="{9E8A445A-AB8D-4FAA-865F-125C31E3BDFB}"/>
              </a:ext>
            </a:extLst>
          </p:cNvPr>
          <p:cNvSpPr>
            <a:spLocks xmlns:a="http://schemas.openxmlformats.org/drawingml/2006/main" noGrp="1"/>
          </p:cNvSpPr>
          <p:nvPr/>
        </p:nvSpPr>
        <p:spPr>
          <a:xfrm xmlns:a="http://schemas.openxmlformats.org/drawingml/2006/main">
            <a:off x="1457325" y="3886200"/>
            <a:ext cx="4476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1">
                <a:solidFill>
                  <a:srgbClr val="231F20"/>
                </a:solidFill>
                <a:latin typeface="Arial"/>
                <a:ea typeface="Arial"/>
                <a:cs typeface="Arial"/>
              </a:defRPr>
            </a:defPPr>
            <a:lvl1pPr algn="ctr">
              <a:defRPr sz="1200" b="1">
                <a:solidFill>
                  <a:srgbClr val="231F20"/>
                </a:solidFill>
                <a:latin typeface="Arial"/>
                <a:ea typeface="Arial"/>
                <a:cs typeface="Arial"/>
              </a:defRPr>
            </a:lvl1pPr>
            <a:lvl2pPr algn="ctr">
              <a:defRPr sz="1200" b="1">
                <a:solidFill>
                  <a:srgbClr val="231F20"/>
                </a:solidFill>
                <a:latin typeface="Arial"/>
                <a:ea typeface="Arial"/>
                <a:cs typeface="Arial"/>
              </a:defRPr>
            </a:lvl2pPr>
            <a:lvl3pPr algn="ctr">
              <a:defRPr sz="1200" b="1">
                <a:solidFill>
                  <a:srgbClr val="231F20"/>
                </a:solidFill>
                <a:latin typeface="Arial"/>
                <a:ea typeface="Arial"/>
                <a:cs typeface="Arial"/>
              </a:defRPr>
            </a:lvl3pPr>
            <a:lvl4pPr algn="ctr">
              <a:defRPr sz="1200" b="1">
                <a:solidFill>
                  <a:srgbClr val="231F20"/>
                </a:solidFill>
                <a:latin typeface="Arial"/>
                <a:ea typeface="Arial"/>
                <a:cs typeface="Arial"/>
              </a:defRPr>
            </a:lvl4pPr>
            <a:lvl5pPr algn="ctr">
              <a:defRPr sz="1200" b="1">
                <a:solidFill>
                  <a:srgbClr val="231F20"/>
                </a:solidFill>
                <a:latin typeface="Arial"/>
                <a:ea typeface="Arial"/>
                <a:cs typeface="Arial"/>
              </a:defRPr>
            </a:lvl5pPr>
            <a:lvl6pPr algn="ctr">
              <a:defRPr sz="1200" b="1">
                <a:solidFill>
                  <a:srgbClr val="231F20"/>
                </a:solidFill>
                <a:latin typeface="Arial"/>
                <a:ea typeface="Arial"/>
                <a:cs typeface="Arial"/>
              </a:defRPr>
            </a:lvl6pPr>
            <a:lvl7pPr algn="ctr">
              <a:defRPr sz="1200" b="1">
                <a:solidFill>
                  <a:srgbClr val="231F20"/>
                </a:solidFill>
                <a:latin typeface="Arial"/>
                <a:ea typeface="Arial"/>
                <a:cs typeface="Arial"/>
              </a:defRPr>
            </a:lvl7pPr>
            <a:lvl8pPr algn="ctr">
              <a:defRPr sz="1200" b="1">
                <a:solidFill>
                  <a:srgbClr val="231F20"/>
                </a:solidFill>
                <a:latin typeface="Arial"/>
                <a:ea typeface="Arial"/>
                <a:cs typeface="Arial"/>
              </a:defRPr>
            </a:lvl8pPr>
            <a:lvl9pPr algn="ctr">
              <a:defRPr sz="1200" b="1">
                <a:solidFill>
                  <a:srgbClr val="231F20"/>
                </a:solidFill>
                <a:latin typeface="Arial"/>
                <a:ea typeface="Arial"/>
                <a:cs typeface="Arial"/>
              </a:defRPr>
            </a:lvl9pPr>
          </a:lstStyle>
          <a:p xmlns:a="http://schemas.openxmlformats.org/drawingml/2006/main">
            <a:pPr algn="ctr">
              <a:defRPr sz="1200" b="1">
                <a:solidFill>
                  <a:srgbClr val="231F20"/>
                </a:solidFill>
                <a:latin typeface="Arial"/>
                <a:ea typeface="Arial"/>
                <a:cs typeface="Arial"/>
              </a:defRPr>
            </a:pPr>
            <a:r>
              <a:rPr sz="1200" b="1">
                <a:solidFill>
                  <a:srgbClr val="231F20"/>
                </a:solidFill>
                <a:latin typeface="Arial"/>
                <a:ea typeface="Arial"/>
                <a:cs typeface="Arial"/>
              </a:rPr>
              <a:t>iMMU</a:t>
            </a:r>
          </a:p>
        </p:txBody>
      </p:sp>
      <p:sp>
        <p:nvSpPr>
          <p:cNvPr id="86" name="block-665">
            <a:extLst xmlns:a="http://schemas.openxmlformats.org/drawingml/2006/main">
              <a:ext uri="{FF2B5EF4-FFF2-40B4-BE49-F238E27FC236}">
                <a16:creationId xmlns:a16="http://schemas.microsoft.com/office/drawing/2014/main" id="{77609C7C-3533-42E7-B825-799CCE114F19}"/>
              </a:ext>
            </a:extLst>
          </p:cNvPr>
          <p:cNvSpPr>
            <a:spLocks xmlns:a="http://schemas.openxmlformats.org/drawingml/2006/main" noGrp="1"/>
          </p:cNvSpPr>
          <p:nvPr/>
        </p:nvSpPr>
        <p:spPr>
          <a:xfrm xmlns:a="http://schemas.openxmlformats.org/drawingml/2006/main">
            <a:off x="1381125" y="4286250"/>
            <a:ext cx="600075" cy="2857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87" name="text-666">
            <a:extLst xmlns:a="http://schemas.openxmlformats.org/drawingml/2006/main">
              <a:ext uri="{FF2B5EF4-FFF2-40B4-BE49-F238E27FC236}">
                <a16:creationId xmlns:a16="http://schemas.microsoft.com/office/drawing/2014/main" id="{754E48D7-96F6-4E51-A1BE-29FB14B212D8}"/>
              </a:ext>
            </a:extLst>
          </p:cNvPr>
          <p:cNvSpPr>
            <a:spLocks xmlns:a="http://schemas.openxmlformats.org/drawingml/2006/main" noGrp="1"/>
          </p:cNvSpPr>
          <p:nvPr/>
        </p:nvSpPr>
        <p:spPr>
          <a:xfrm xmlns:a="http://schemas.openxmlformats.org/drawingml/2006/main">
            <a:off x="1457325" y="4343400"/>
            <a:ext cx="4476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1">
                <a:solidFill>
                  <a:srgbClr val="231F20"/>
                </a:solidFill>
                <a:latin typeface="Arial"/>
                <a:ea typeface="Arial"/>
                <a:cs typeface="Arial"/>
              </a:defRPr>
            </a:defPPr>
            <a:lvl1pPr algn="ctr">
              <a:defRPr sz="1350" b="1">
                <a:solidFill>
                  <a:srgbClr val="231F20"/>
                </a:solidFill>
                <a:latin typeface="Arial"/>
                <a:ea typeface="Arial"/>
                <a:cs typeface="Arial"/>
              </a:defRPr>
            </a:lvl1pPr>
            <a:lvl2pPr algn="ctr">
              <a:defRPr sz="1350" b="1">
                <a:solidFill>
                  <a:srgbClr val="231F20"/>
                </a:solidFill>
                <a:latin typeface="Arial"/>
                <a:ea typeface="Arial"/>
                <a:cs typeface="Arial"/>
              </a:defRPr>
            </a:lvl2pPr>
            <a:lvl3pPr algn="ctr">
              <a:defRPr sz="1350" b="1">
                <a:solidFill>
                  <a:srgbClr val="231F20"/>
                </a:solidFill>
                <a:latin typeface="Arial"/>
                <a:ea typeface="Arial"/>
                <a:cs typeface="Arial"/>
              </a:defRPr>
            </a:lvl3pPr>
            <a:lvl4pPr algn="ctr">
              <a:defRPr sz="1350" b="1">
                <a:solidFill>
                  <a:srgbClr val="231F20"/>
                </a:solidFill>
                <a:latin typeface="Arial"/>
                <a:ea typeface="Arial"/>
                <a:cs typeface="Arial"/>
              </a:defRPr>
            </a:lvl4pPr>
            <a:lvl5pPr algn="ctr">
              <a:defRPr sz="1350" b="1">
                <a:solidFill>
                  <a:srgbClr val="231F20"/>
                </a:solidFill>
                <a:latin typeface="Arial"/>
                <a:ea typeface="Arial"/>
                <a:cs typeface="Arial"/>
              </a:defRPr>
            </a:lvl5pPr>
            <a:lvl6pPr algn="ctr">
              <a:defRPr sz="1350" b="1">
                <a:solidFill>
                  <a:srgbClr val="231F20"/>
                </a:solidFill>
                <a:latin typeface="Arial"/>
                <a:ea typeface="Arial"/>
                <a:cs typeface="Arial"/>
              </a:defRPr>
            </a:lvl6pPr>
            <a:lvl7pPr algn="ctr">
              <a:defRPr sz="1350" b="1">
                <a:solidFill>
                  <a:srgbClr val="231F20"/>
                </a:solidFill>
                <a:latin typeface="Arial"/>
                <a:ea typeface="Arial"/>
                <a:cs typeface="Arial"/>
              </a:defRPr>
            </a:lvl7pPr>
            <a:lvl8pPr algn="ctr">
              <a:defRPr sz="1350" b="1">
                <a:solidFill>
                  <a:srgbClr val="231F20"/>
                </a:solidFill>
                <a:latin typeface="Arial"/>
                <a:ea typeface="Arial"/>
                <a:cs typeface="Arial"/>
              </a:defRPr>
            </a:lvl8pPr>
            <a:lvl9pPr algn="ctr">
              <a:defRPr sz="1350" b="1">
                <a:solidFill>
                  <a:srgbClr val="231F20"/>
                </a:solidFill>
                <a:latin typeface="Arial"/>
                <a:ea typeface="Arial"/>
                <a:cs typeface="Arial"/>
              </a:defRPr>
            </a:lvl9pPr>
          </a:lstStyle>
          <a:p xmlns:a="http://schemas.openxmlformats.org/drawingml/2006/main">
            <a:pPr algn="ctr">
              <a:defRPr sz="1350" b="1">
                <a:solidFill>
                  <a:srgbClr val="231F20"/>
                </a:solidFill>
                <a:latin typeface="Arial"/>
                <a:ea typeface="Arial"/>
                <a:cs typeface="Arial"/>
              </a:defRPr>
            </a:pPr>
            <a:r>
              <a:rPr sz="1350" b="1">
                <a:solidFill>
                  <a:srgbClr val="231F20"/>
                </a:solidFill>
                <a:latin typeface="Arial"/>
                <a:ea typeface="Arial"/>
                <a:cs typeface="Arial"/>
              </a:rPr>
              <a:t>I$</a:t>
            </a:r>
          </a:p>
        </p:txBody>
      </p:sp>
      <p:sp>
        <p:nvSpPr>
          <p:cNvPr id="88" name="wire-667">
            <a:extLst xmlns:a="http://schemas.openxmlformats.org/drawingml/2006/main">
              <a:ext uri="{FF2B5EF4-FFF2-40B4-BE49-F238E27FC236}">
                <a16:creationId xmlns:a16="http://schemas.microsoft.com/office/drawing/2014/main" id="{E0C0E647-BCFC-4BC2-9D1B-4560288B9F3E}"/>
              </a:ext>
            </a:extLst>
          </p:cNvPr>
          <p:cNvSpPr>
            <a:spLocks xmlns:a="http://schemas.openxmlformats.org/drawingml/2006/main" noGrp="1"/>
          </p:cNvSpPr>
          <p:nvPr/>
        </p:nvSpPr>
        <p:spPr>
          <a:xfrm xmlns:a="http://schemas.openxmlformats.org/drawingml/2006/main">
            <a:off x="1209675" y="419100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89" name="wire-668">
            <a:extLst xmlns:a="http://schemas.openxmlformats.org/drawingml/2006/main">
              <a:ext uri="{FF2B5EF4-FFF2-40B4-BE49-F238E27FC236}">
                <a16:creationId xmlns:a16="http://schemas.microsoft.com/office/drawing/2014/main" id="{1D70E11B-D804-48AA-8534-9854AB5FE026}"/>
              </a:ext>
            </a:extLst>
          </p:cNvPr>
          <p:cNvSpPr>
            <a:spLocks xmlns:a="http://schemas.openxmlformats.org/drawingml/2006/main" noGrp="1"/>
          </p:cNvSpPr>
          <p:nvPr/>
        </p:nvSpPr>
        <p:spPr>
          <a:xfrm xmlns:a="http://schemas.openxmlformats.org/drawingml/2006/main">
            <a:off x="1295400" y="3971925"/>
            <a:ext cx="9525" cy="219075"/>
          </a:xfrm>
          <a:custGeom xmlns:a="http://schemas.openxmlformats.org/drawingml/2006/main">
            <a:pathLst>
              <a:path w="9525" h="219075">
                <a:moveTo>
                  <a:pt x="0" y="219075"/>
                </a:moveTo>
                <a:lnTo>
                  <a:pt x="0" y="0"/>
                </a:lnTo>
              </a:path>
            </a:pathLst>
          </a:custGeom>
          <a:noFill xmlns:a="http://schemas.openxmlformats.org/drawingml/2006/main"/>
          <a:ln xmlns:a="http://schemas.openxmlformats.org/drawingml/2006/main" w="22860">
            <a:solidFill>
              <a:srgbClr val="231F20"/>
            </a:solidFill>
          </a:ln>
        </p:spPr>
      </p:sp>
      <p:sp>
        <p:nvSpPr>
          <p:cNvPr id="90" name="wire-669">
            <a:extLst xmlns:a="http://schemas.openxmlformats.org/drawingml/2006/main">
              <a:ext uri="{FF2B5EF4-FFF2-40B4-BE49-F238E27FC236}">
                <a16:creationId xmlns:a16="http://schemas.microsoft.com/office/drawing/2014/main" id="{5A07B4D5-F49F-4329-A6EE-87EA9DB01234}"/>
              </a:ext>
            </a:extLst>
          </p:cNvPr>
          <p:cNvSpPr>
            <a:spLocks xmlns:a="http://schemas.openxmlformats.org/drawingml/2006/main" noGrp="1"/>
          </p:cNvSpPr>
          <p:nvPr/>
        </p:nvSpPr>
        <p:spPr>
          <a:xfrm xmlns:a="http://schemas.openxmlformats.org/drawingml/2006/main">
            <a:off x="1295400" y="3971925"/>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91" name="circuit-670">
            <a:extLst xmlns:a="http://schemas.openxmlformats.org/drawingml/2006/main">
              <a:ext uri="{FF2B5EF4-FFF2-40B4-BE49-F238E27FC236}">
                <a16:creationId xmlns:a16="http://schemas.microsoft.com/office/drawing/2014/main" id="{3B4E7686-BFF7-4247-9972-57B0D171E7FA}"/>
              </a:ext>
            </a:extLst>
          </p:cNvPr>
          <p:cNvSpPr>
            <a:spLocks xmlns:a="http://schemas.openxmlformats.org/drawingml/2006/main" noGrp="1"/>
          </p:cNvSpPr>
          <p:nvPr/>
        </p:nvSpPr>
        <p:spPr>
          <a:xfrm xmlns:a="http://schemas.openxmlformats.org/drawingml/2006/main">
            <a:off x="1285875" y="39338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92" name="wire-671">
            <a:extLst xmlns:a="http://schemas.openxmlformats.org/drawingml/2006/main">
              <a:ext uri="{FF2B5EF4-FFF2-40B4-BE49-F238E27FC236}">
                <a16:creationId xmlns:a16="http://schemas.microsoft.com/office/drawing/2014/main" id="{E53DA35D-8601-4C68-9D2A-E4156B90479F}"/>
              </a:ext>
            </a:extLst>
          </p:cNvPr>
          <p:cNvSpPr>
            <a:spLocks xmlns:a="http://schemas.openxmlformats.org/drawingml/2006/main" noGrp="1"/>
          </p:cNvSpPr>
          <p:nvPr/>
        </p:nvSpPr>
        <p:spPr>
          <a:xfrm xmlns:a="http://schemas.openxmlformats.org/drawingml/2006/main">
            <a:off x="1676400" y="411480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22860">
            <a:solidFill>
              <a:srgbClr val="231F20"/>
            </a:solidFill>
          </a:ln>
        </p:spPr>
      </p:sp>
      <p:sp>
        <p:nvSpPr>
          <p:cNvPr id="93" name="circuit-672">
            <a:extLst xmlns:a="http://schemas.openxmlformats.org/drawingml/2006/main">
              <a:ext uri="{FF2B5EF4-FFF2-40B4-BE49-F238E27FC236}">
                <a16:creationId xmlns:a16="http://schemas.microsoft.com/office/drawing/2014/main" id="{F263BFEA-592A-47F4-9143-BC29A9C89D6F}"/>
              </a:ext>
            </a:extLst>
          </p:cNvPr>
          <p:cNvSpPr>
            <a:spLocks xmlns:a="http://schemas.openxmlformats.org/drawingml/2006/main" noGrp="1"/>
          </p:cNvSpPr>
          <p:nvPr/>
        </p:nvSpPr>
        <p:spPr>
          <a:xfrm xmlns:a="http://schemas.openxmlformats.org/drawingml/2006/main">
            <a:off x="1638300" y="419100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94" name="wire-673">
            <a:extLst xmlns:a="http://schemas.openxmlformats.org/drawingml/2006/main">
              <a:ext uri="{FF2B5EF4-FFF2-40B4-BE49-F238E27FC236}">
                <a16:creationId xmlns:a16="http://schemas.microsoft.com/office/drawing/2014/main" id="{ADBB5402-C14A-4FD9-8DBD-B2DC6B016F21}"/>
              </a:ext>
            </a:extLst>
          </p:cNvPr>
          <p:cNvSpPr>
            <a:spLocks xmlns:a="http://schemas.openxmlformats.org/drawingml/2006/main" noGrp="1"/>
          </p:cNvSpPr>
          <p:nvPr/>
        </p:nvSpPr>
        <p:spPr>
          <a:xfrm xmlns:a="http://schemas.openxmlformats.org/drawingml/2006/main">
            <a:off x="1981200" y="442912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22860">
            <a:solidFill>
              <a:srgbClr val="231F20"/>
            </a:solidFill>
          </a:ln>
        </p:spPr>
      </p:sp>
      <p:sp>
        <p:nvSpPr>
          <p:cNvPr id="95" name="wire-674">
            <a:extLst xmlns:a="http://schemas.openxmlformats.org/drawingml/2006/main">
              <a:ext uri="{FF2B5EF4-FFF2-40B4-BE49-F238E27FC236}">
                <a16:creationId xmlns:a16="http://schemas.microsoft.com/office/drawing/2014/main" id="{868C01A9-C4B3-4589-8CEB-3282E98A8943}"/>
              </a:ext>
            </a:extLst>
          </p:cNvPr>
          <p:cNvSpPr>
            <a:spLocks xmlns:a="http://schemas.openxmlformats.org/drawingml/2006/main" noGrp="1"/>
          </p:cNvSpPr>
          <p:nvPr/>
        </p:nvSpPr>
        <p:spPr>
          <a:xfrm xmlns:a="http://schemas.openxmlformats.org/drawingml/2006/main">
            <a:off x="2190750" y="4429125"/>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96" name="wire-675">
            <a:extLst xmlns:a="http://schemas.openxmlformats.org/drawingml/2006/main">
              <a:ext uri="{FF2B5EF4-FFF2-40B4-BE49-F238E27FC236}">
                <a16:creationId xmlns:a16="http://schemas.microsoft.com/office/drawing/2014/main" id="{CE358F85-BBD3-4801-AE92-98969EDBA2DE}"/>
              </a:ext>
            </a:extLst>
          </p:cNvPr>
          <p:cNvSpPr>
            <a:spLocks xmlns:a="http://schemas.openxmlformats.org/drawingml/2006/main" noGrp="1"/>
          </p:cNvSpPr>
          <p:nvPr/>
        </p:nvSpPr>
        <p:spPr>
          <a:xfrm xmlns:a="http://schemas.openxmlformats.org/drawingml/2006/main">
            <a:off x="2286000" y="4114800"/>
            <a:ext cx="9525" cy="314325"/>
          </a:xfrm>
          <a:custGeom xmlns:a="http://schemas.openxmlformats.org/drawingml/2006/main">
            <a:pathLst>
              <a:path w="9525" h="314325">
                <a:moveTo>
                  <a:pt x="0" y="314325"/>
                </a:moveTo>
                <a:lnTo>
                  <a:pt x="0" y="0"/>
                </a:lnTo>
              </a:path>
            </a:pathLst>
          </a:custGeom>
          <a:noFill xmlns:a="http://schemas.openxmlformats.org/drawingml/2006/main"/>
          <a:ln xmlns:a="http://schemas.openxmlformats.org/drawingml/2006/main" w="22860">
            <a:solidFill>
              <a:srgbClr val="231F20"/>
            </a:solidFill>
          </a:ln>
        </p:spPr>
      </p:sp>
      <p:sp>
        <p:nvSpPr>
          <p:cNvPr id="97" name="wire-676">
            <a:extLst xmlns:a="http://schemas.openxmlformats.org/drawingml/2006/main">
              <a:ext uri="{FF2B5EF4-FFF2-40B4-BE49-F238E27FC236}">
                <a16:creationId xmlns:a16="http://schemas.microsoft.com/office/drawing/2014/main" id="{3DD1DEFE-7EBF-4086-9EB5-B7750EEADEF8}"/>
              </a:ext>
            </a:extLst>
          </p:cNvPr>
          <p:cNvSpPr>
            <a:spLocks xmlns:a="http://schemas.openxmlformats.org/drawingml/2006/main" noGrp="1"/>
          </p:cNvSpPr>
          <p:nvPr/>
        </p:nvSpPr>
        <p:spPr>
          <a:xfrm xmlns:a="http://schemas.openxmlformats.org/drawingml/2006/main">
            <a:off x="2286000" y="41148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98" name="circuit-677">
            <a:extLst xmlns:a="http://schemas.openxmlformats.org/drawingml/2006/main">
              <a:ext uri="{FF2B5EF4-FFF2-40B4-BE49-F238E27FC236}">
                <a16:creationId xmlns:a16="http://schemas.microsoft.com/office/drawing/2014/main" id="{A83E145B-9500-4652-A74C-E7A7A1C62B90}"/>
              </a:ext>
            </a:extLst>
          </p:cNvPr>
          <p:cNvSpPr>
            <a:spLocks xmlns:a="http://schemas.openxmlformats.org/drawingml/2006/main" noGrp="1"/>
          </p:cNvSpPr>
          <p:nvPr/>
        </p:nvSpPr>
        <p:spPr>
          <a:xfrm xmlns:a="http://schemas.openxmlformats.org/drawingml/2006/main">
            <a:off x="2333625" y="40767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99" name="junction-678">
            <a:extLst xmlns:a="http://schemas.openxmlformats.org/drawingml/2006/main">
              <a:ext uri="{FF2B5EF4-FFF2-40B4-BE49-F238E27FC236}">
                <a16:creationId xmlns:a16="http://schemas.microsoft.com/office/drawing/2014/main" id="{97E3033E-BBB7-4C7A-A40A-7D632DDF286B}"/>
              </a:ext>
            </a:extLst>
          </p:cNvPr>
          <p:cNvSpPr>
            <a:spLocks xmlns:a="http://schemas.openxmlformats.org/drawingml/2006/main" noGrp="1"/>
          </p:cNvSpPr>
          <p:nvPr/>
        </p:nvSpPr>
        <p:spPr>
          <a:xfrm xmlns:a="http://schemas.openxmlformats.org/drawingml/2006/main">
            <a:off x="2259330" y="4345305"/>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100" name="wire-679">
            <a:extLst xmlns:a="http://schemas.openxmlformats.org/drawingml/2006/main">
              <a:ext uri="{FF2B5EF4-FFF2-40B4-BE49-F238E27FC236}">
                <a16:creationId xmlns:a16="http://schemas.microsoft.com/office/drawing/2014/main" id="{46229F2A-50CB-450B-8968-2DCC9AA09102}"/>
              </a:ext>
            </a:extLst>
          </p:cNvPr>
          <p:cNvSpPr>
            <a:spLocks xmlns:a="http://schemas.openxmlformats.org/drawingml/2006/main" noGrp="1"/>
          </p:cNvSpPr>
          <p:nvPr/>
        </p:nvSpPr>
        <p:spPr>
          <a:xfrm xmlns:a="http://schemas.openxmlformats.org/drawingml/2006/main">
            <a:off x="2286000" y="437197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101" name="circuit-680">
            <a:extLst xmlns:a="http://schemas.openxmlformats.org/drawingml/2006/main">
              <a:ext uri="{FF2B5EF4-FFF2-40B4-BE49-F238E27FC236}">
                <a16:creationId xmlns:a16="http://schemas.microsoft.com/office/drawing/2014/main" id="{15426F07-25EC-4ABD-BB7C-AE1C7967597C}"/>
              </a:ext>
            </a:extLst>
          </p:cNvPr>
          <p:cNvSpPr>
            <a:spLocks xmlns:a="http://schemas.openxmlformats.org/drawingml/2006/main" noGrp="1"/>
          </p:cNvSpPr>
          <p:nvPr/>
        </p:nvSpPr>
        <p:spPr>
          <a:xfrm xmlns:a="http://schemas.openxmlformats.org/drawingml/2006/main">
            <a:off x="2333625" y="43338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02" name="wire-681">
            <a:extLst xmlns:a="http://schemas.openxmlformats.org/drawingml/2006/main">
              <a:ext uri="{FF2B5EF4-FFF2-40B4-BE49-F238E27FC236}">
                <a16:creationId xmlns:a16="http://schemas.microsoft.com/office/drawing/2014/main" id="{C0A37C2B-D938-4AE9-9406-05BA975CA9E2}"/>
              </a:ext>
            </a:extLst>
          </p:cNvPr>
          <p:cNvSpPr>
            <a:spLocks xmlns:a="http://schemas.openxmlformats.org/drawingml/2006/main" noGrp="1"/>
          </p:cNvSpPr>
          <p:nvPr/>
        </p:nvSpPr>
        <p:spPr>
          <a:xfrm xmlns:a="http://schemas.openxmlformats.org/drawingml/2006/main">
            <a:off x="2286000" y="4429125"/>
            <a:ext cx="9525" cy="800100"/>
          </a:xfrm>
          <a:custGeom xmlns:a="http://schemas.openxmlformats.org/drawingml/2006/main">
            <a:pathLst>
              <a:path w="9525" h="800100">
                <a:moveTo>
                  <a:pt x="0" y="0"/>
                </a:moveTo>
                <a:lnTo>
                  <a:pt x="0" y="800100"/>
                </a:lnTo>
              </a:path>
            </a:pathLst>
          </a:custGeom>
          <a:noFill xmlns:a="http://schemas.openxmlformats.org/drawingml/2006/main"/>
          <a:ln xmlns:a="http://schemas.openxmlformats.org/drawingml/2006/main" w="22860">
            <a:solidFill>
              <a:srgbClr val="231F20"/>
            </a:solidFill>
          </a:ln>
        </p:spPr>
      </p:sp>
      <p:sp>
        <p:nvSpPr>
          <p:cNvPr id="103" name="wire-682">
            <a:extLst xmlns:a="http://schemas.openxmlformats.org/drawingml/2006/main">
              <a:ext uri="{FF2B5EF4-FFF2-40B4-BE49-F238E27FC236}">
                <a16:creationId xmlns:a16="http://schemas.microsoft.com/office/drawing/2014/main" id="{037241F4-4D00-4D76-893E-3CA326D9810C}"/>
              </a:ext>
            </a:extLst>
          </p:cNvPr>
          <p:cNvSpPr>
            <a:spLocks xmlns:a="http://schemas.openxmlformats.org/drawingml/2006/main" noGrp="1"/>
          </p:cNvSpPr>
          <p:nvPr/>
        </p:nvSpPr>
        <p:spPr>
          <a:xfrm xmlns:a="http://schemas.openxmlformats.org/drawingml/2006/main">
            <a:off x="2286000" y="52292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104" name="circuit-683">
            <a:extLst xmlns:a="http://schemas.openxmlformats.org/drawingml/2006/main">
              <a:ext uri="{FF2B5EF4-FFF2-40B4-BE49-F238E27FC236}">
                <a16:creationId xmlns:a16="http://schemas.microsoft.com/office/drawing/2014/main" id="{1E81FC8C-29DA-4486-90ED-8AAA5A33DA73}"/>
              </a:ext>
            </a:extLst>
          </p:cNvPr>
          <p:cNvSpPr>
            <a:spLocks xmlns:a="http://schemas.openxmlformats.org/drawingml/2006/main" noGrp="1"/>
          </p:cNvSpPr>
          <p:nvPr/>
        </p:nvSpPr>
        <p:spPr>
          <a:xfrm xmlns:a="http://schemas.openxmlformats.org/drawingml/2006/main">
            <a:off x="2333625" y="51911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05" name="block-684">
            <a:extLst xmlns:a="http://schemas.openxmlformats.org/drawingml/2006/main">
              <a:ext uri="{FF2B5EF4-FFF2-40B4-BE49-F238E27FC236}">
                <a16:creationId xmlns:a16="http://schemas.microsoft.com/office/drawing/2014/main" id="{512BFAC2-217D-4DED-9417-2B796CC42994}"/>
              </a:ext>
            </a:extLst>
          </p:cNvPr>
          <p:cNvSpPr>
            <a:spLocks xmlns:a="http://schemas.openxmlformats.org/drawingml/2006/main" noGrp="1"/>
          </p:cNvSpPr>
          <p:nvPr/>
        </p:nvSpPr>
        <p:spPr>
          <a:xfrm xmlns:a="http://schemas.openxmlformats.org/drawingml/2006/main">
            <a:off x="809625" y="5019675"/>
            <a:ext cx="1143000" cy="4476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06" name="text-685">
            <a:extLst xmlns:a="http://schemas.openxmlformats.org/drawingml/2006/main">
              <a:ext uri="{FF2B5EF4-FFF2-40B4-BE49-F238E27FC236}">
                <a16:creationId xmlns:a16="http://schemas.microsoft.com/office/drawing/2014/main" id="{6A028653-AE41-4402-8364-B3E935E6B1BA}"/>
              </a:ext>
            </a:extLst>
          </p:cNvPr>
          <p:cNvSpPr>
            <a:spLocks xmlns:a="http://schemas.openxmlformats.org/drawingml/2006/main" noGrp="1"/>
          </p:cNvSpPr>
          <p:nvPr/>
        </p:nvSpPr>
        <p:spPr>
          <a:xfrm xmlns:a="http://schemas.openxmlformats.org/drawingml/2006/main">
            <a:off x="885825" y="5076825"/>
            <a:ext cx="99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1">
                <a:solidFill>
                  <a:srgbClr val="231F20"/>
                </a:solidFill>
                <a:latin typeface="Yu Gothic"/>
                <a:ea typeface="Yu Gothic"/>
                <a:cs typeface="Yu Gothic"/>
              </a:defRPr>
            </a:defPPr>
            <a:lvl1pPr algn="ctr">
              <a:defRPr sz="1200" b="1">
                <a:solidFill>
                  <a:srgbClr val="231F20"/>
                </a:solidFill>
                <a:latin typeface="Yu Gothic"/>
                <a:ea typeface="Yu Gothic"/>
                <a:cs typeface="Yu Gothic"/>
              </a:defRPr>
            </a:lvl1pPr>
            <a:lvl2pPr algn="ctr">
              <a:defRPr sz="1200" b="1">
                <a:solidFill>
                  <a:srgbClr val="231F20"/>
                </a:solidFill>
                <a:latin typeface="Yu Gothic"/>
                <a:ea typeface="Yu Gothic"/>
                <a:cs typeface="Yu Gothic"/>
              </a:defRPr>
            </a:lvl2pPr>
            <a:lvl3pPr algn="ctr">
              <a:defRPr sz="1200" b="1">
                <a:solidFill>
                  <a:srgbClr val="231F20"/>
                </a:solidFill>
                <a:latin typeface="Yu Gothic"/>
                <a:ea typeface="Yu Gothic"/>
                <a:cs typeface="Yu Gothic"/>
              </a:defRPr>
            </a:lvl3pPr>
            <a:lvl4pPr algn="ctr">
              <a:defRPr sz="1200" b="1">
                <a:solidFill>
                  <a:srgbClr val="231F20"/>
                </a:solidFill>
                <a:latin typeface="Yu Gothic"/>
                <a:ea typeface="Yu Gothic"/>
                <a:cs typeface="Yu Gothic"/>
              </a:defRPr>
            </a:lvl4pPr>
            <a:lvl5pPr algn="ctr">
              <a:defRPr sz="1200" b="1">
                <a:solidFill>
                  <a:srgbClr val="231F20"/>
                </a:solidFill>
                <a:latin typeface="Yu Gothic"/>
                <a:ea typeface="Yu Gothic"/>
                <a:cs typeface="Yu Gothic"/>
              </a:defRPr>
            </a:lvl5pPr>
            <a:lvl6pPr algn="ctr">
              <a:defRPr sz="1200" b="1">
                <a:solidFill>
                  <a:srgbClr val="231F20"/>
                </a:solidFill>
                <a:latin typeface="Yu Gothic"/>
                <a:ea typeface="Yu Gothic"/>
                <a:cs typeface="Yu Gothic"/>
              </a:defRPr>
            </a:lvl6pPr>
            <a:lvl7pPr algn="ctr">
              <a:defRPr sz="1200" b="1">
                <a:solidFill>
                  <a:srgbClr val="231F20"/>
                </a:solidFill>
                <a:latin typeface="Yu Gothic"/>
                <a:ea typeface="Yu Gothic"/>
                <a:cs typeface="Yu Gothic"/>
              </a:defRPr>
            </a:lvl7pPr>
            <a:lvl8pPr algn="ctr">
              <a:defRPr sz="1200" b="1">
                <a:solidFill>
                  <a:srgbClr val="231F20"/>
                </a:solidFill>
                <a:latin typeface="Yu Gothic"/>
                <a:ea typeface="Yu Gothic"/>
                <a:cs typeface="Yu Gothic"/>
              </a:defRPr>
            </a:lvl8pPr>
            <a:lvl9pPr algn="ctr">
              <a:defRPr sz="1200" b="1">
                <a:solidFill>
                  <a:srgbClr val="231F20"/>
                </a:solidFill>
                <a:latin typeface="Yu Gothic"/>
                <a:ea typeface="Yu Gothic"/>
                <a:cs typeface="Yu Gothic"/>
              </a:defRPr>
            </a:lvl9pPr>
          </a:lstStyle>
          <a:p xmlns:a="http://schemas.openxmlformats.org/drawingml/2006/main">
            <a:pPr algn="ctr">
              <a:defRPr sz="1200" b="1">
                <a:solidFill>
                  <a:srgbClr val="231F20"/>
                </a:solidFill>
                <a:latin typeface="Yu Gothic"/>
                <a:ea typeface="Yu Gothic"/>
                <a:cs typeface="Yu Gothic"/>
              </a:defRPr>
            </a:pPr>
            <a:r>
              <a:rPr sz="1200" b="1">
                <a:solidFill>
                  <a:srgbClr val="231F20"/>
                </a:solidFill>
                <a:latin typeface="Yu Gothic"/>
                <a:ea typeface="Yu Gothic"/>
                <a:cs typeface="Yu Gothic"/>
              </a:rPr>
              <a:t>次PC選択</a:t>
            </a:r>
          </a:p>
          <a:p xmlns:a="http://schemas.openxmlformats.org/drawingml/2006/main">
            <a:pPr algn="ctr">
              <a:defRPr sz="1200" b="1">
                <a:solidFill>
                  <a:srgbClr val="231F20"/>
                </a:solidFill>
                <a:latin typeface="Yu Gothic"/>
                <a:ea typeface="Yu Gothic"/>
                <a:cs typeface="Yu Gothic"/>
              </a:defRPr>
            </a:pPr>
            <a:r>
              <a:rPr sz="1200" b="1">
                <a:solidFill>
                  <a:srgbClr val="231F20"/>
                </a:solidFill>
                <a:latin typeface="Yu Gothic"/>
                <a:ea typeface="Yu Gothic"/>
                <a:cs typeface="Yu Gothic"/>
              </a:rPr>
              <a:t>＋2/4・分岐</a:t>
            </a:r>
          </a:p>
        </p:txBody>
      </p:sp>
      <p:sp>
        <p:nvSpPr>
          <p:cNvPr id="107" name="wire-686">
            <a:extLst xmlns:a="http://schemas.openxmlformats.org/drawingml/2006/main">
              <a:ext uri="{FF2B5EF4-FFF2-40B4-BE49-F238E27FC236}">
                <a16:creationId xmlns:a16="http://schemas.microsoft.com/office/drawing/2014/main" id="{A073A694-EFD2-4806-8C9D-9803CC8922A8}"/>
              </a:ext>
            </a:extLst>
          </p:cNvPr>
          <p:cNvSpPr>
            <a:spLocks xmlns:a="http://schemas.openxmlformats.org/drawingml/2006/main" noGrp="1"/>
          </p:cNvSpPr>
          <p:nvPr/>
        </p:nvSpPr>
        <p:spPr>
          <a:xfrm xmlns:a="http://schemas.openxmlformats.org/drawingml/2006/main">
            <a:off x="1209675" y="4191000"/>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22860">
            <a:solidFill>
              <a:srgbClr val="231F20"/>
            </a:solidFill>
          </a:ln>
        </p:spPr>
      </p:sp>
      <p:sp>
        <p:nvSpPr>
          <p:cNvPr id="108" name="wire-687">
            <a:extLst xmlns:a="http://schemas.openxmlformats.org/drawingml/2006/main">
              <a:ext uri="{FF2B5EF4-FFF2-40B4-BE49-F238E27FC236}">
                <a16:creationId xmlns:a16="http://schemas.microsoft.com/office/drawing/2014/main" id="{8FBE651E-9976-47DC-AD18-990E6BBEC0EA}"/>
              </a:ext>
            </a:extLst>
          </p:cNvPr>
          <p:cNvSpPr>
            <a:spLocks xmlns:a="http://schemas.openxmlformats.org/drawingml/2006/main" noGrp="1"/>
          </p:cNvSpPr>
          <p:nvPr/>
        </p:nvSpPr>
        <p:spPr>
          <a:xfrm xmlns:a="http://schemas.openxmlformats.org/drawingml/2006/main">
            <a:off x="1266825" y="419100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22860">
            <a:solidFill>
              <a:srgbClr val="231F20"/>
            </a:solidFill>
          </a:ln>
        </p:spPr>
      </p:sp>
      <p:sp>
        <p:nvSpPr>
          <p:cNvPr id="109" name="wire-688">
            <a:extLst xmlns:a="http://schemas.openxmlformats.org/drawingml/2006/main">
              <a:ext uri="{FF2B5EF4-FFF2-40B4-BE49-F238E27FC236}">
                <a16:creationId xmlns:a16="http://schemas.microsoft.com/office/drawing/2014/main" id="{8157E86C-34F9-4726-91F5-E4708409D1FF}"/>
              </a:ext>
            </a:extLst>
          </p:cNvPr>
          <p:cNvSpPr>
            <a:spLocks xmlns:a="http://schemas.openxmlformats.org/drawingml/2006/main" noGrp="1"/>
          </p:cNvSpPr>
          <p:nvPr/>
        </p:nvSpPr>
        <p:spPr>
          <a:xfrm xmlns:a="http://schemas.openxmlformats.org/drawingml/2006/main">
            <a:off x="1266825" y="491490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22860">
            <a:solidFill>
              <a:srgbClr val="231F20"/>
            </a:solidFill>
          </a:ln>
        </p:spPr>
      </p:sp>
      <p:sp>
        <p:nvSpPr>
          <p:cNvPr id="110" name="wire-689">
            <a:extLst xmlns:a="http://schemas.openxmlformats.org/drawingml/2006/main">
              <a:ext uri="{FF2B5EF4-FFF2-40B4-BE49-F238E27FC236}">
                <a16:creationId xmlns:a16="http://schemas.microsoft.com/office/drawing/2014/main" id="{5E48B4B6-22A5-41CB-A371-8918D71B2843}"/>
              </a:ext>
            </a:extLst>
          </p:cNvPr>
          <p:cNvSpPr>
            <a:spLocks xmlns:a="http://schemas.openxmlformats.org/drawingml/2006/main" noGrp="1"/>
          </p:cNvSpPr>
          <p:nvPr/>
        </p:nvSpPr>
        <p:spPr>
          <a:xfrm xmlns:a="http://schemas.openxmlformats.org/drawingml/2006/main">
            <a:off x="1381125" y="4914900"/>
            <a:ext cx="9525" cy="104775"/>
          </a:xfrm>
          <a:custGeom xmlns:a="http://schemas.openxmlformats.org/drawingml/2006/main">
            <a:pathLst>
              <a:path w="9525" h="104775">
                <a:moveTo>
                  <a:pt x="0" y="0"/>
                </a:moveTo>
                <a:lnTo>
                  <a:pt x="0" y="104775"/>
                </a:lnTo>
              </a:path>
            </a:pathLst>
          </a:custGeom>
          <a:noFill xmlns:a="http://schemas.openxmlformats.org/drawingml/2006/main"/>
          <a:ln xmlns:a="http://schemas.openxmlformats.org/drawingml/2006/main" w="22860">
            <a:solidFill>
              <a:srgbClr val="231F20"/>
            </a:solidFill>
          </a:ln>
        </p:spPr>
      </p:sp>
      <p:sp>
        <p:nvSpPr>
          <p:cNvPr id="111" name="circuit-690">
            <a:extLst xmlns:a="http://schemas.openxmlformats.org/drawingml/2006/main">
              <a:ext uri="{FF2B5EF4-FFF2-40B4-BE49-F238E27FC236}">
                <a16:creationId xmlns:a16="http://schemas.microsoft.com/office/drawing/2014/main" id="{DCB77F7B-3B46-4F75-ADA1-BE4583224967}"/>
              </a:ext>
            </a:extLst>
          </p:cNvPr>
          <p:cNvSpPr>
            <a:spLocks xmlns:a="http://schemas.openxmlformats.org/drawingml/2006/main" noGrp="1"/>
          </p:cNvSpPr>
          <p:nvPr/>
        </p:nvSpPr>
        <p:spPr>
          <a:xfrm xmlns:a="http://schemas.openxmlformats.org/drawingml/2006/main">
            <a:off x="1343025" y="49244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112" name="wire-691">
            <a:extLst xmlns:a="http://schemas.openxmlformats.org/drawingml/2006/main">
              <a:ext uri="{FF2B5EF4-FFF2-40B4-BE49-F238E27FC236}">
                <a16:creationId xmlns:a16="http://schemas.microsoft.com/office/drawing/2014/main" id="{9D9520AC-6438-447B-BD47-ACBA7F9EF73B}"/>
              </a:ext>
            </a:extLst>
          </p:cNvPr>
          <p:cNvSpPr>
            <a:spLocks xmlns:a="http://schemas.openxmlformats.org/drawingml/2006/main" noGrp="1"/>
          </p:cNvSpPr>
          <p:nvPr/>
        </p:nvSpPr>
        <p:spPr>
          <a:xfrm xmlns:a="http://schemas.openxmlformats.org/drawingml/2006/main">
            <a:off x="723900" y="5248275"/>
            <a:ext cx="85725" cy="9525"/>
          </a:xfrm>
          <a:custGeom xmlns:a="http://schemas.openxmlformats.org/drawingml/2006/main">
            <a:pathLst>
              <a:path w="85725" h="9525">
                <a:moveTo>
                  <a:pt x="85725" y="0"/>
                </a:moveTo>
                <a:lnTo>
                  <a:pt x="0" y="0"/>
                </a:lnTo>
              </a:path>
            </a:pathLst>
          </a:custGeom>
          <a:noFill xmlns:a="http://schemas.openxmlformats.org/drawingml/2006/main"/>
          <a:ln xmlns:a="http://schemas.openxmlformats.org/drawingml/2006/main" w="22860">
            <a:solidFill>
              <a:srgbClr val="231F20"/>
            </a:solidFill>
          </a:ln>
        </p:spPr>
      </p:sp>
      <p:sp>
        <p:nvSpPr>
          <p:cNvPr id="113" name="wire-692">
            <a:extLst xmlns:a="http://schemas.openxmlformats.org/drawingml/2006/main">
              <a:ext uri="{FF2B5EF4-FFF2-40B4-BE49-F238E27FC236}">
                <a16:creationId xmlns:a16="http://schemas.microsoft.com/office/drawing/2014/main" id="{347DE4A8-D806-40C9-8A71-D31B8541AD5C}"/>
              </a:ext>
            </a:extLst>
          </p:cNvPr>
          <p:cNvSpPr>
            <a:spLocks xmlns:a="http://schemas.openxmlformats.org/drawingml/2006/main" noGrp="1"/>
          </p:cNvSpPr>
          <p:nvPr/>
        </p:nvSpPr>
        <p:spPr>
          <a:xfrm xmlns:a="http://schemas.openxmlformats.org/drawingml/2006/main">
            <a:off x="723900" y="4191000"/>
            <a:ext cx="9525" cy="1057275"/>
          </a:xfrm>
          <a:custGeom xmlns:a="http://schemas.openxmlformats.org/drawingml/2006/main">
            <a:pathLst>
              <a:path w="9525" h="1057275">
                <a:moveTo>
                  <a:pt x="0" y="1057275"/>
                </a:moveTo>
                <a:lnTo>
                  <a:pt x="0" y="0"/>
                </a:lnTo>
              </a:path>
            </a:pathLst>
          </a:custGeom>
          <a:noFill xmlns:a="http://schemas.openxmlformats.org/drawingml/2006/main"/>
          <a:ln xmlns:a="http://schemas.openxmlformats.org/drawingml/2006/main" w="22860">
            <a:solidFill>
              <a:srgbClr val="231F20"/>
            </a:solidFill>
          </a:ln>
        </p:spPr>
      </p:sp>
      <p:sp>
        <p:nvSpPr>
          <p:cNvPr id="114" name="wire-693">
            <a:extLst xmlns:a="http://schemas.openxmlformats.org/drawingml/2006/main">
              <a:ext uri="{FF2B5EF4-FFF2-40B4-BE49-F238E27FC236}">
                <a16:creationId xmlns:a16="http://schemas.microsoft.com/office/drawing/2014/main" id="{2DDC85AE-6E74-4240-8313-B45ED100A66B}"/>
              </a:ext>
            </a:extLst>
          </p:cNvPr>
          <p:cNvSpPr>
            <a:spLocks xmlns:a="http://schemas.openxmlformats.org/drawingml/2006/main" noGrp="1"/>
          </p:cNvSpPr>
          <p:nvPr/>
        </p:nvSpPr>
        <p:spPr>
          <a:xfrm xmlns:a="http://schemas.openxmlformats.org/drawingml/2006/main">
            <a:off x="723900" y="419100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115" name="circuit-694">
            <a:extLst xmlns:a="http://schemas.openxmlformats.org/drawingml/2006/main">
              <a:ext uri="{FF2B5EF4-FFF2-40B4-BE49-F238E27FC236}">
                <a16:creationId xmlns:a16="http://schemas.microsoft.com/office/drawing/2014/main" id="{4F73C5CE-D7DE-454A-89EF-BEB472704D64}"/>
              </a:ext>
            </a:extLst>
          </p:cNvPr>
          <p:cNvSpPr>
            <a:spLocks xmlns:a="http://schemas.openxmlformats.org/drawingml/2006/main" noGrp="1"/>
          </p:cNvSpPr>
          <p:nvPr/>
        </p:nvSpPr>
        <p:spPr>
          <a:xfrm xmlns:a="http://schemas.openxmlformats.org/drawingml/2006/main">
            <a:off x="714375" y="41529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16" name="wire-695">
            <a:extLst xmlns:a="http://schemas.openxmlformats.org/drawingml/2006/main">
              <a:ext uri="{FF2B5EF4-FFF2-40B4-BE49-F238E27FC236}">
                <a16:creationId xmlns:a16="http://schemas.microsoft.com/office/drawing/2014/main" id="{DF27B4BC-B52C-4661-96D8-D966FC93CC19}"/>
              </a:ext>
            </a:extLst>
          </p:cNvPr>
          <p:cNvSpPr>
            <a:spLocks xmlns:a="http://schemas.openxmlformats.org/drawingml/2006/main" noGrp="1"/>
          </p:cNvSpPr>
          <p:nvPr/>
        </p:nvSpPr>
        <p:spPr>
          <a:xfrm xmlns:a="http://schemas.openxmlformats.org/drawingml/2006/main">
            <a:off x="1981200" y="4429125"/>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22860">
            <a:solidFill>
              <a:srgbClr val="231F20"/>
            </a:solidFill>
          </a:ln>
        </p:spPr>
      </p:sp>
      <p:sp>
        <p:nvSpPr>
          <p:cNvPr id="117" name="wire-696">
            <a:extLst xmlns:a="http://schemas.openxmlformats.org/drawingml/2006/main">
              <a:ext uri="{FF2B5EF4-FFF2-40B4-BE49-F238E27FC236}">
                <a16:creationId xmlns:a16="http://schemas.microsoft.com/office/drawing/2014/main" id="{95F25F7B-6BB2-4518-A9A8-183966ED9F80}"/>
              </a:ext>
            </a:extLst>
          </p:cNvPr>
          <p:cNvSpPr>
            <a:spLocks xmlns:a="http://schemas.openxmlformats.org/drawingml/2006/main" noGrp="1"/>
          </p:cNvSpPr>
          <p:nvPr/>
        </p:nvSpPr>
        <p:spPr>
          <a:xfrm xmlns:a="http://schemas.openxmlformats.org/drawingml/2006/main">
            <a:off x="2038350" y="2952750"/>
            <a:ext cx="9525" cy="1476375"/>
          </a:xfrm>
          <a:custGeom xmlns:a="http://schemas.openxmlformats.org/drawingml/2006/main">
            <a:pathLst>
              <a:path w="9525" h="1476375">
                <a:moveTo>
                  <a:pt x="0" y="1476375"/>
                </a:moveTo>
                <a:lnTo>
                  <a:pt x="0" y="0"/>
                </a:lnTo>
              </a:path>
            </a:pathLst>
          </a:custGeom>
          <a:noFill xmlns:a="http://schemas.openxmlformats.org/drawingml/2006/main"/>
          <a:ln xmlns:a="http://schemas.openxmlformats.org/drawingml/2006/main" w="22860">
            <a:solidFill>
              <a:srgbClr val="231F20"/>
            </a:solidFill>
          </a:ln>
        </p:spPr>
      </p:sp>
      <p:sp>
        <p:nvSpPr>
          <p:cNvPr id="118" name="wire-697">
            <a:extLst xmlns:a="http://schemas.openxmlformats.org/drawingml/2006/main">
              <a:ext uri="{FF2B5EF4-FFF2-40B4-BE49-F238E27FC236}">
                <a16:creationId xmlns:a16="http://schemas.microsoft.com/office/drawing/2014/main" id="{1BE69AA7-5D55-40E6-8B0C-33957C14336B}"/>
              </a:ext>
            </a:extLst>
          </p:cNvPr>
          <p:cNvSpPr>
            <a:spLocks xmlns:a="http://schemas.openxmlformats.org/drawingml/2006/main" noGrp="1"/>
          </p:cNvSpPr>
          <p:nvPr/>
        </p:nvSpPr>
        <p:spPr>
          <a:xfrm xmlns:a="http://schemas.openxmlformats.org/drawingml/2006/main">
            <a:off x="2038350" y="2952750"/>
            <a:ext cx="3924300" cy="9525"/>
          </a:xfrm>
          <a:custGeom xmlns:a="http://schemas.openxmlformats.org/drawingml/2006/main">
            <a:pathLst>
              <a:path w="3924300" h="9525">
                <a:moveTo>
                  <a:pt x="0" y="0"/>
                </a:moveTo>
                <a:lnTo>
                  <a:pt x="3924300" y="0"/>
                </a:lnTo>
              </a:path>
            </a:pathLst>
          </a:custGeom>
          <a:noFill xmlns:a="http://schemas.openxmlformats.org/drawingml/2006/main"/>
          <a:ln xmlns:a="http://schemas.openxmlformats.org/drawingml/2006/main" w="22860">
            <a:solidFill>
              <a:srgbClr val="231F20"/>
            </a:solidFill>
          </a:ln>
        </p:spPr>
      </p:sp>
      <p:sp>
        <p:nvSpPr>
          <p:cNvPr id="119" name="wire-698">
            <a:extLst xmlns:a="http://schemas.openxmlformats.org/drawingml/2006/main">
              <a:ext uri="{FF2B5EF4-FFF2-40B4-BE49-F238E27FC236}">
                <a16:creationId xmlns:a16="http://schemas.microsoft.com/office/drawing/2014/main" id="{E0C7A35B-AEF4-4166-B32C-38FC0F3A7A1A}"/>
              </a:ext>
            </a:extLst>
          </p:cNvPr>
          <p:cNvSpPr>
            <a:spLocks xmlns:a="http://schemas.openxmlformats.org/drawingml/2006/main" noGrp="1"/>
          </p:cNvSpPr>
          <p:nvPr/>
        </p:nvSpPr>
        <p:spPr>
          <a:xfrm xmlns:a="http://schemas.openxmlformats.org/drawingml/2006/main">
            <a:off x="5962650" y="2876550"/>
            <a:ext cx="9525" cy="76200"/>
          </a:xfrm>
          <a:custGeom xmlns:a="http://schemas.openxmlformats.org/drawingml/2006/main">
            <a:pathLst>
              <a:path w="9525" h="76200">
                <a:moveTo>
                  <a:pt x="0" y="76200"/>
                </a:moveTo>
                <a:lnTo>
                  <a:pt x="0" y="0"/>
                </a:lnTo>
              </a:path>
            </a:pathLst>
          </a:custGeom>
          <a:noFill xmlns:a="http://schemas.openxmlformats.org/drawingml/2006/main"/>
          <a:ln xmlns:a="http://schemas.openxmlformats.org/drawingml/2006/main" w="22860">
            <a:solidFill>
              <a:srgbClr val="231F20"/>
            </a:solidFill>
          </a:ln>
        </p:spPr>
      </p:sp>
      <p:sp>
        <p:nvSpPr>
          <p:cNvPr id="120" name="circuit-699">
            <a:extLst xmlns:a="http://schemas.openxmlformats.org/drawingml/2006/main">
              <a:ext uri="{FF2B5EF4-FFF2-40B4-BE49-F238E27FC236}">
                <a16:creationId xmlns:a16="http://schemas.microsoft.com/office/drawing/2014/main" id="{294A4841-2183-4FC7-A8FC-BA9F52C6D988}"/>
              </a:ext>
            </a:extLst>
          </p:cNvPr>
          <p:cNvSpPr>
            <a:spLocks xmlns:a="http://schemas.openxmlformats.org/drawingml/2006/main" noGrp="1"/>
          </p:cNvSpPr>
          <p:nvPr/>
        </p:nvSpPr>
        <p:spPr>
          <a:xfrm xmlns:a="http://schemas.openxmlformats.org/drawingml/2006/main">
            <a:off x="5924550" y="287655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121" name="wire-700">
            <a:extLst xmlns:a="http://schemas.openxmlformats.org/drawingml/2006/main">
              <a:ext uri="{FF2B5EF4-FFF2-40B4-BE49-F238E27FC236}">
                <a16:creationId xmlns:a16="http://schemas.microsoft.com/office/drawing/2014/main" id="{D12FF2B6-2EA8-4941-BFA3-A2C26F4F69AA}"/>
              </a:ext>
            </a:extLst>
          </p:cNvPr>
          <p:cNvSpPr>
            <a:spLocks xmlns:a="http://schemas.openxmlformats.org/drawingml/2006/main" noGrp="1"/>
          </p:cNvSpPr>
          <p:nvPr/>
        </p:nvSpPr>
        <p:spPr>
          <a:xfrm xmlns:a="http://schemas.openxmlformats.org/drawingml/2006/main">
            <a:off x="1981200" y="4429125"/>
            <a:ext cx="57150" cy="9525"/>
          </a:xfrm>
          <a:custGeom xmlns:a="http://schemas.openxmlformats.org/drawingml/2006/main">
            <a:pathLst>
              <a:path w="57150" h="9525">
                <a:moveTo>
                  <a:pt x="57150" y="0"/>
                </a:moveTo>
                <a:lnTo>
                  <a:pt x="0" y="0"/>
                </a:lnTo>
              </a:path>
            </a:pathLst>
          </a:custGeom>
          <a:noFill xmlns:a="http://schemas.openxmlformats.org/drawingml/2006/main"/>
          <a:ln xmlns:a="http://schemas.openxmlformats.org/drawingml/2006/main" w="22860">
            <a:solidFill>
              <a:srgbClr val="231F20"/>
            </a:solidFill>
          </a:ln>
        </p:spPr>
      </p:sp>
      <p:sp>
        <p:nvSpPr>
          <p:cNvPr id="122" name="circuit-701">
            <a:extLst xmlns:a="http://schemas.openxmlformats.org/drawingml/2006/main">
              <a:ext uri="{FF2B5EF4-FFF2-40B4-BE49-F238E27FC236}">
                <a16:creationId xmlns:a16="http://schemas.microsoft.com/office/drawing/2014/main" id="{F280DB2A-60FD-479F-95BE-A3762787492A}"/>
              </a:ext>
            </a:extLst>
          </p:cNvPr>
          <p:cNvSpPr>
            <a:spLocks xmlns:a="http://schemas.openxmlformats.org/drawingml/2006/main" noGrp="1"/>
          </p:cNvSpPr>
          <p:nvPr/>
        </p:nvSpPr>
        <p:spPr>
          <a:xfrm xmlns:a="http://schemas.openxmlformats.org/drawingml/2006/main">
            <a:off x="1981200" y="439102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123" name="block-702">
            <a:extLst xmlns:a="http://schemas.openxmlformats.org/drawingml/2006/main">
              <a:ext uri="{FF2B5EF4-FFF2-40B4-BE49-F238E27FC236}">
                <a16:creationId xmlns:a16="http://schemas.microsoft.com/office/drawing/2014/main" id="{1BE9547C-303A-43EB-A8B6-E48A89E2F31A}"/>
              </a:ext>
            </a:extLst>
          </p:cNvPr>
          <p:cNvSpPr>
            <a:spLocks xmlns:a="http://schemas.openxmlformats.org/drawingml/2006/main" noGrp="1"/>
          </p:cNvSpPr>
          <p:nvPr/>
        </p:nvSpPr>
        <p:spPr>
          <a:xfrm xmlns:a="http://schemas.openxmlformats.org/drawingml/2006/main">
            <a:off x="2428875" y="3724275"/>
            <a:ext cx="1143000" cy="10572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24" name="text-703">
            <a:extLst xmlns:a="http://schemas.openxmlformats.org/drawingml/2006/main">
              <a:ext uri="{FF2B5EF4-FFF2-40B4-BE49-F238E27FC236}">
                <a16:creationId xmlns:a16="http://schemas.microsoft.com/office/drawing/2014/main" id="{F811F51D-3102-433F-A65E-4F391CE7E3F7}"/>
              </a:ext>
            </a:extLst>
          </p:cNvPr>
          <p:cNvSpPr>
            <a:spLocks xmlns:a="http://schemas.openxmlformats.org/drawingml/2006/main" noGrp="1"/>
          </p:cNvSpPr>
          <p:nvPr/>
        </p:nvSpPr>
        <p:spPr>
          <a:xfrm xmlns:a="http://schemas.openxmlformats.org/drawingml/2006/main">
            <a:off x="2495550" y="3724275"/>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231F20"/>
                </a:solidFill>
                <a:latin typeface="Yu Gothic"/>
                <a:ea typeface="Yu Gothic"/>
                <a:cs typeface="Yu Gothic"/>
              </a:defRPr>
            </a:defPPr>
            <a:lvl1pPr algn="ctr">
              <a:defRPr sz="1500" b="1">
                <a:solidFill>
                  <a:srgbClr val="231F20"/>
                </a:solidFill>
                <a:latin typeface="Yu Gothic"/>
                <a:ea typeface="Yu Gothic"/>
                <a:cs typeface="Yu Gothic"/>
              </a:defRPr>
            </a:lvl1pPr>
            <a:lvl2pPr algn="ctr">
              <a:defRPr sz="1500" b="1">
                <a:solidFill>
                  <a:srgbClr val="231F20"/>
                </a:solidFill>
                <a:latin typeface="Yu Gothic"/>
                <a:ea typeface="Yu Gothic"/>
                <a:cs typeface="Yu Gothic"/>
              </a:defRPr>
            </a:lvl2pPr>
            <a:lvl3pPr algn="ctr">
              <a:defRPr sz="1500" b="1">
                <a:solidFill>
                  <a:srgbClr val="231F20"/>
                </a:solidFill>
                <a:latin typeface="Yu Gothic"/>
                <a:ea typeface="Yu Gothic"/>
                <a:cs typeface="Yu Gothic"/>
              </a:defRPr>
            </a:lvl3pPr>
            <a:lvl4pPr algn="ctr">
              <a:defRPr sz="1500" b="1">
                <a:solidFill>
                  <a:srgbClr val="231F20"/>
                </a:solidFill>
                <a:latin typeface="Yu Gothic"/>
                <a:ea typeface="Yu Gothic"/>
                <a:cs typeface="Yu Gothic"/>
              </a:defRPr>
            </a:lvl4pPr>
            <a:lvl5pPr algn="ctr">
              <a:defRPr sz="1500" b="1">
                <a:solidFill>
                  <a:srgbClr val="231F20"/>
                </a:solidFill>
                <a:latin typeface="Yu Gothic"/>
                <a:ea typeface="Yu Gothic"/>
                <a:cs typeface="Yu Gothic"/>
              </a:defRPr>
            </a:lvl5pPr>
            <a:lvl6pPr algn="ctr">
              <a:defRPr sz="1500" b="1">
                <a:solidFill>
                  <a:srgbClr val="231F20"/>
                </a:solidFill>
                <a:latin typeface="Yu Gothic"/>
                <a:ea typeface="Yu Gothic"/>
                <a:cs typeface="Yu Gothic"/>
              </a:defRPr>
            </a:lvl6pPr>
            <a:lvl7pPr algn="ctr">
              <a:defRPr sz="1500" b="1">
                <a:solidFill>
                  <a:srgbClr val="231F20"/>
                </a:solidFill>
                <a:latin typeface="Yu Gothic"/>
                <a:ea typeface="Yu Gothic"/>
                <a:cs typeface="Yu Gothic"/>
              </a:defRPr>
            </a:lvl7pPr>
            <a:lvl8pPr algn="ctr">
              <a:defRPr sz="1500" b="1">
                <a:solidFill>
                  <a:srgbClr val="231F20"/>
                </a:solidFill>
                <a:latin typeface="Yu Gothic"/>
                <a:ea typeface="Yu Gothic"/>
                <a:cs typeface="Yu Gothic"/>
              </a:defRPr>
            </a:lvl8pPr>
            <a:lvl9pPr algn="ctr">
              <a:defRPr sz="1500" b="1">
                <a:solidFill>
                  <a:srgbClr val="231F20"/>
                </a:solidFill>
                <a:latin typeface="Yu Gothic"/>
                <a:ea typeface="Yu Gothic"/>
                <a:cs typeface="Yu Gothic"/>
              </a:defRPr>
            </a:lvl9pPr>
          </a:lstStyle>
          <a:p xmlns:a="http://schemas.openxmlformats.org/drawingml/2006/main">
            <a:pPr algn="ctr">
              <a:defRPr sz="1500" b="1">
                <a:solidFill>
                  <a:srgbClr val="231F20"/>
                </a:solidFill>
                <a:latin typeface="Yu Gothic"/>
                <a:ea typeface="Yu Gothic"/>
                <a:cs typeface="Yu Gothic"/>
              </a:defRPr>
            </a:pPr>
            <a:r>
              <a:rPr sz="1500" b="1">
                <a:solidFill>
                  <a:srgbClr val="231F20"/>
                </a:solidFill>
                <a:latin typeface="Yu Gothic"/>
                <a:ea typeface="Yu Gothic"/>
                <a:cs typeface="Yu Gothic"/>
              </a:rPr>
              <a:t>レジスタ</a:t>
            </a:r>
          </a:p>
        </p:txBody>
      </p:sp>
      <p:sp>
        <p:nvSpPr>
          <p:cNvPr id="125" name="text-704">
            <a:extLst xmlns:a="http://schemas.openxmlformats.org/drawingml/2006/main">
              <a:ext uri="{FF2B5EF4-FFF2-40B4-BE49-F238E27FC236}">
                <a16:creationId xmlns:a16="http://schemas.microsoft.com/office/drawing/2014/main" id="{97692BCD-41CD-4365-BCB5-17CD94CCF190}"/>
              </a:ext>
            </a:extLst>
          </p:cNvPr>
          <p:cNvSpPr>
            <a:spLocks xmlns:a="http://schemas.openxmlformats.org/drawingml/2006/main" noGrp="1"/>
          </p:cNvSpPr>
          <p:nvPr/>
        </p:nvSpPr>
        <p:spPr>
          <a:xfrm xmlns:a="http://schemas.openxmlformats.org/drawingml/2006/main">
            <a:off x="2514600" y="39909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A1</a:t>
            </a:r>
          </a:p>
        </p:txBody>
      </p:sp>
      <p:sp>
        <p:nvSpPr>
          <p:cNvPr id="126" name="text-705">
            <a:extLst xmlns:a="http://schemas.openxmlformats.org/drawingml/2006/main">
              <a:ext uri="{FF2B5EF4-FFF2-40B4-BE49-F238E27FC236}">
                <a16:creationId xmlns:a16="http://schemas.microsoft.com/office/drawing/2014/main" id="{CC61F62A-95D2-4C95-8CF1-42BF5A64DBCB}"/>
              </a:ext>
            </a:extLst>
          </p:cNvPr>
          <p:cNvSpPr>
            <a:spLocks xmlns:a="http://schemas.openxmlformats.org/drawingml/2006/main" noGrp="1"/>
          </p:cNvSpPr>
          <p:nvPr/>
        </p:nvSpPr>
        <p:spPr>
          <a:xfrm xmlns:a="http://schemas.openxmlformats.org/drawingml/2006/main">
            <a:off x="2514600" y="4248150"/>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A2</a:t>
            </a:r>
          </a:p>
        </p:txBody>
      </p:sp>
      <p:sp>
        <p:nvSpPr>
          <p:cNvPr id="127" name="text-706">
            <a:extLst xmlns:a="http://schemas.openxmlformats.org/drawingml/2006/main">
              <a:ext uri="{FF2B5EF4-FFF2-40B4-BE49-F238E27FC236}">
                <a16:creationId xmlns:a16="http://schemas.microsoft.com/office/drawing/2014/main" id="{C98C7E10-C580-4ABA-B3CD-94B0E4FB1332}"/>
              </a:ext>
            </a:extLst>
          </p:cNvPr>
          <p:cNvSpPr>
            <a:spLocks xmlns:a="http://schemas.openxmlformats.org/drawingml/2006/main" noGrp="1"/>
          </p:cNvSpPr>
          <p:nvPr/>
        </p:nvSpPr>
        <p:spPr>
          <a:xfrm xmlns:a="http://schemas.openxmlformats.org/drawingml/2006/main">
            <a:off x="2514600" y="45243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WD</a:t>
            </a:r>
          </a:p>
        </p:txBody>
      </p:sp>
      <p:sp>
        <p:nvSpPr>
          <p:cNvPr id="128" name="text-707">
            <a:extLst xmlns:a="http://schemas.openxmlformats.org/drawingml/2006/main">
              <a:ext uri="{FF2B5EF4-FFF2-40B4-BE49-F238E27FC236}">
                <a16:creationId xmlns:a16="http://schemas.microsoft.com/office/drawing/2014/main" id="{47F1BA78-3A8B-498F-8502-51E8800D5DAB}"/>
              </a:ext>
            </a:extLst>
          </p:cNvPr>
          <p:cNvSpPr>
            <a:spLocks xmlns:a="http://schemas.openxmlformats.org/drawingml/2006/main" noGrp="1"/>
          </p:cNvSpPr>
          <p:nvPr/>
        </p:nvSpPr>
        <p:spPr>
          <a:xfrm xmlns:a="http://schemas.openxmlformats.org/drawingml/2006/main">
            <a:off x="3190875" y="39909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RD1</a:t>
            </a:r>
          </a:p>
        </p:txBody>
      </p:sp>
      <p:sp>
        <p:nvSpPr>
          <p:cNvPr id="129" name="text-708">
            <a:extLst xmlns:a="http://schemas.openxmlformats.org/drawingml/2006/main">
              <a:ext uri="{FF2B5EF4-FFF2-40B4-BE49-F238E27FC236}">
                <a16:creationId xmlns:a16="http://schemas.microsoft.com/office/drawing/2014/main" id="{A94A8B33-1A14-4955-90C3-B61015415A14}"/>
              </a:ext>
            </a:extLst>
          </p:cNvPr>
          <p:cNvSpPr>
            <a:spLocks xmlns:a="http://schemas.openxmlformats.org/drawingml/2006/main" noGrp="1"/>
          </p:cNvSpPr>
          <p:nvPr/>
        </p:nvSpPr>
        <p:spPr>
          <a:xfrm xmlns:a="http://schemas.openxmlformats.org/drawingml/2006/main">
            <a:off x="3190875" y="4295775"/>
            <a:ext cx="352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125" b="0">
                <a:solidFill>
                  <a:srgbClr val="231F20"/>
                </a:solidFill>
                <a:latin typeface="Arial"/>
                <a:ea typeface="Arial"/>
                <a:cs typeface="Arial"/>
              </a:defRPr>
            </a:defPPr>
            <a:lvl1pPr algn="l">
              <a:defRPr sz="1125" b="0">
                <a:solidFill>
                  <a:srgbClr val="231F20"/>
                </a:solidFill>
                <a:latin typeface="Arial"/>
                <a:ea typeface="Arial"/>
                <a:cs typeface="Arial"/>
              </a:defRPr>
            </a:lvl1pPr>
            <a:lvl2pPr algn="l">
              <a:defRPr sz="1125" b="0">
                <a:solidFill>
                  <a:srgbClr val="231F20"/>
                </a:solidFill>
                <a:latin typeface="Arial"/>
                <a:ea typeface="Arial"/>
                <a:cs typeface="Arial"/>
              </a:defRPr>
            </a:lvl2pPr>
            <a:lvl3pPr algn="l">
              <a:defRPr sz="1125" b="0">
                <a:solidFill>
                  <a:srgbClr val="231F20"/>
                </a:solidFill>
                <a:latin typeface="Arial"/>
                <a:ea typeface="Arial"/>
                <a:cs typeface="Arial"/>
              </a:defRPr>
            </a:lvl3pPr>
            <a:lvl4pPr algn="l">
              <a:defRPr sz="1125" b="0">
                <a:solidFill>
                  <a:srgbClr val="231F20"/>
                </a:solidFill>
                <a:latin typeface="Arial"/>
                <a:ea typeface="Arial"/>
                <a:cs typeface="Arial"/>
              </a:defRPr>
            </a:lvl4pPr>
            <a:lvl5pPr algn="l">
              <a:defRPr sz="1125" b="0">
                <a:solidFill>
                  <a:srgbClr val="231F20"/>
                </a:solidFill>
                <a:latin typeface="Arial"/>
                <a:ea typeface="Arial"/>
                <a:cs typeface="Arial"/>
              </a:defRPr>
            </a:lvl5pPr>
            <a:lvl6pPr algn="l">
              <a:defRPr sz="1125" b="0">
                <a:solidFill>
                  <a:srgbClr val="231F20"/>
                </a:solidFill>
                <a:latin typeface="Arial"/>
                <a:ea typeface="Arial"/>
                <a:cs typeface="Arial"/>
              </a:defRPr>
            </a:lvl6pPr>
            <a:lvl7pPr algn="l">
              <a:defRPr sz="1125" b="0">
                <a:solidFill>
                  <a:srgbClr val="231F20"/>
                </a:solidFill>
                <a:latin typeface="Arial"/>
                <a:ea typeface="Arial"/>
                <a:cs typeface="Arial"/>
              </a:defRPr>
            </a:lvl7pPr>
            <a:lvl8pPr algn="l">
              <a:defRPr sz="1125" b="0">
                <a:solidFill>
                  <a:srgbClr val="231F20"/>
                </a:solidFill>
                <a:latin typeface="Arial"/>
                <a:ea typeface="Arial"/>
                <a:cs typeface="Arial"/>
              </a:defRPr>
            </a:lvl8pPr>
            <a:lvl9pPr algn="l">
              <a:defRPr sz="1125" b="0">
                <a:solidFill>
                  <a:srgbClr val="231F20"/>
                </a:solidFill>
                <a:latin typeface="Arial"/>
                <a:ea typeface="Arial"/>
                <a:cs typeface="Arial"/>
              </a:defRPr>
            </a:lvl9pPr>
          </a:lstStyle>
          <a:p xmlns:a="http://schemas.openxmlformats.org/drawingml/2006/main">
            <a:pPr algn="l">
              <a:defRPr sz="1125" b="0">
                <a:solidFill>
                  <a:srgbClr val="231F20"/>
                </a:solidFill>
                <a:latin typeface="Arial"/>
                <a:ea typeface="Arial"/>
                <a:cs typeface="Arial"/>
              </a:defRPr>
            </a:pPr>
            <a:r>
              <a:rPr sz="1125" b="0">
                <a:solidFill>
                  <a:srgbClr val="231F20"/>
                </a:solidFill>
                <a:latin typeface="Arial"/>
                <a:ea typeface="Arial"/>
                <a:cs typeface="Arial"/>
              </a:rPr>
              <a:t>RD2</a:t>
            </a:r>
          </a:p>
        </p:txBody>
      </p:sp>
      <p:sp>
        <p:nvSpPr>
          <p:cNvPr id="130" name="block-709">
            <a:extLst xmlns:a="http://schemas.openxmlformats.org/drawingml/2006/main">
              <a:ext uri="{FF2B5EF4-FFF2-40B4-BE49-F238E27FC236}">
                <a16:creationId xmlns:a16="http://schemas.microsoft.com/office/drawing/2014/main" id="{9AFD44DB-2E9B-44AC-B3D5-549BACC12AE8}"/>
              </a:ext>
            </a:extLst>
          </p:cNvPr>
          <p:cNvSpPr>
            <a:spLocks xmlns:a="http://schemas.openxmlformats.org/drawingml/2006/main" noGrp="1"/>
          </p:cNvSpPr>
          <p:nvPr/>
        </p:nvSpPr>
        <p:spPr>
          <a:xfrm xmlns:a="http://schemas.openxmlformats.org/drawingml/2006/main">
            <a:off x="2428875" y="5019675"/>
            <a:ext cx="1143000"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31" name="text-710">
            <a:extLst xmlns:a="http://schemas.openxmlformats.org/drawingml/2006/main">
              <a:ext uri="{FF2B5EF4-FFF2-40B4-BE49-F238E27FC236}">
                <a16:creationId xmlns:a16="http://schemas.microsoft.com/office/drawing/2014/main" id="{D3B58CC3-9D1D-4B50-B134-24D53146D5FB}"/>
              </a:ext>
            </a:extLst>
          </p:cNvPr>
          <p:cNvSpPr>
            <a:spLocks xmlns:a="http://schemas.openxmlformats.org/drawingml/2006/main" noGrp="1"/>
          </p:cNvSpPr>
          <p:nvPr/>
        </p:nvSpPr>
        <p:spPr>
          <a:xfrm xmlns:a="http://schemas.openxmlformats.org/drawingml/2006/main">
            <a:off x="2505075" y="5076825"/>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命令解読</a:t>
            </a:r>
          </a:p>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即値生成</a:t>
            </a:r>
          </a:p>
        </p:txBody>
      </p:sp>
      <p:sp>
        <p:nvSpPr>
          <p:cNvPr id="132" name="wire-711">
            <a:extLst xmlns:a="http://schemas.openxmlformats.org/drawingml/2006/main">
              <a:ext uri="{FF2B5EF4-FFF2-40B4-BE49-F238E27FC236}">
                <a16:creationId xmlns:a16="http://schemas.microsoft.com/office/drawing/2014/main" id="{E27A7D03-C188-499D-8D92-13F1F7123CFA}"/>
              </a:ext>
            </a:extLst>
          </p:cNvPr>
          <p:cNvSpPr>
            <a:spLocks xmlns:a="http://schemas.openxmlformats.org/drawingml/2006/main" noGrp="1"/>
          </p:cNvSpPr>
          <p:nvPr/>
        </p:nvSpPr>
        <p:spPr>
          <a:xfrm xmlns:a="http://schemas.openxmlformats.org/drawingml/2006/main">
            <a:off x="2286000" y="4238625"/>
            <a:ext cx="66675" cy="9525"/>
          </a:xfrm>
          <a:custGeom xmlns:a="http://schemas.openxmlformats.org/drawingml/2006/main">
            <a:pathLst>
              <a:path w="66675" h="9525">
                <a:moveTo>
                  <a:pt x="0" y="0"/>
                </a:moveTo>
                <a:lnTo>
                  <a:pt x="66675" y="0"/>
                </a:lnTo>
              </a:path>
            </a:pathLst>
          </a:custGeom>
          <a:noFill xmlns:a="http://schemas.openxmlformats.org/drawingml/2006/main"/>
          <a:ln xmlns:a="http://schemas.openxmlformats.org/drawingml/2006/main" w="22860">
            <a:solidFill>
              <a:srgbClr val="231F20"/>
            </a:solidFill>
          </a:ln>
        </p:spPr>
      </p:sp>
      <p:sp>
        <p:nvSpPr>
          <p:cNvPr id="133" name="wire-712">
            <a:extLst xmlns:a="http://schemas.openxmlformats.org/drawingml/2006/main">
              <a:ext uri="{FF2B5EF4-FFF2-40B4-BE49-F238E27FC236}">
                <a16:creationId xmlns:a16="http://schemas.microsoft.com/office/drawing/2014/main" id="{73B23AA6-6C00-4892-A2BA-80FC1D095B3D}"/>
              </a:ext>
            </a:extLst>
          </p:cNvPr>
          <p:cNvSpPr>
            <a:spLocks xmlns:a="http://schemas.openxmlformats.org/drawingml/2006/main" noGrp="1"/>
          </p:cNvSpPr>
          <p:nvPr/>
        </p:nvSpPr>
        <p:spPr>
          <a:xfrm xmlns:a="http://schemas.openxmlformats.org/drawingml/2006/main">
            <a:off x="2352675" y="4238625"/>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2860">
            <a:solidFill>
              <a:srgbClr val="231F20"/>
            </a:solidFill>
          </a:ln>
        </p:spPr>
      </p:sp>
      <p:sp>
        <p:nvSpPr>
          <p:cNvPr id="134" name="wire-713">
            <a:extLst xmlns:a="http://schemas.openxmlformats.org/drawingml/2006/main">
              <a:ext uri="{FF2B5EF4-FFF2-40B4-BE49-F238E27FC236}">
                <a16:creationId xmlns:a16="http://schemas.microsoft.com/office/drawing/2014/main" id="{E86CCE23-9F15-4B7E-AC4C-0AC7A4DFE232}"/>
              </a:ext>
            </a:extLst>
          </p:cNvPr>
          <p:cNvSpPr>
            <a:spLocks xmlns:a="http://schemas.openxmlformats.org/drawingml/2006/main" noGrp="1"/>
          </p:cNvSpPr>
          <p:nvPr/>
        </p:nvSpPr>
        <p:spPr>
          <a:xfrm xmlns:a="http://schemas.openxmlformats.org/drawingml/2006/main">
            <a:off x="2352675" y="495300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22860">
            <a:solidFill>
              <a:srgbClr val="231F20"/>
            </a:solidFill>
          </a:ln>
        </p:spPr>
      </p:sp>
      <p:sp>
        <p:nvSpPr>
          <p:cNvPr id="135" name="wire-714">
            <a:extLst xmlns:a="http://schemas.openxmlformats.org/drawingml/2006/main">
              <a:ext uri="{FF2B5EF4-FFF2-40B4-BE49-F238E27FC236}">
                <a16:creationId xmlns:a16="http://schemas.microsoft.com/office/drawing/2014/main" id="{A25621A0-F4D9-47C0-B315-B8DFD05A5C2A}"/>
              </a:ext>
            </a:extLst>
          </p:cNvPr>
          <p:cNvSpPr>
            <a:spLocks xmlns:a="http://schemas.openxmlformats.org/drawingml/2006/main" noGrp="1"/>
          </p:cNvSpPr>
          <p:nvPr/>
        </p:nvSpPr>
        <p:spPr>
          <a:xfrm xmlns:a="http://schemas.openxmlformats.org/drawingml/2006/main">
            <a:off x="3000375" y="4953000"/>
            <a:ext cx="9525" cy="66675"/>
          </a:xfrm>
          <a:custGeom xmlns:a="http://schemas.openxmlformats.org/drawingml/2006/main">
            <a:pathLst>
              <a:path w="9525" h="66675">
                <a:moveTo>
                  <a:pt x="0" y="0"/>
                </a:moveTo>
                <a:lnTo>
                  <a:pt x="0" y="66675"/>
                </a:lnTo>
              </a:path>
            </a:pathLst>
          </a:custGeom>
          <a:noFill xmlns:a="http://schemas.openxmlformats.org/drawingml/2006/main"/>
          <a:ln xmlns:a="http://schemas.openxmlformats.org/drawingml/2006/main" w="22860">
            <a:solidFill>
              <a:srgbClr val="231F20"/>
            </a:solidFill>
          </a:ln>
        </p:spPr>
      </p:sp>
      <p:sp>
        <p:nvSpPr>
          <p:cNvPr id="136" name="circuit-715">
            <a:extLst xmlns:a="http://schemas.openxmlformats.org/drawingml/2006/main">
              <a:ext uri="{FF2B5EF4-FFF2-40B4-BE49-F238E27FC236}">
                <a16:creationId xmlns:a16="http://schemas.microsoft.com/office/drawing/2014/main" id="{4A0830C9-F7FE-44BB-9BDC-642A9B8D57D0}"/>
              </a:ext>
            </a:extLst>
          </p:cNvPr>
          <p:cNvSpPr>
            <a:spLocks xmlns:a="http://schemas.openxmlformats.org/drawingml/2006/main" noGrp="1"/>
          </p:cNvSpPr>
          <p:nvPr/>
        </p:nvSpPr>
        <p:spPr>
          <a:xfrm xmlns:a="http://schemas.openxmlformats.org/drawingml/2006/main">
            <a:off x="2962275" y="49244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137" name="wire-716">
            <a:extLst xmlns:a="http://schemas.openxmlformats.org/drawingml/2006/main">
              <a:ext uri="{FF2B5EF4-FFF2-40B4-BE49-F238E27FC236}">
                <a16:creationId xmlns:a16="http://schemas.microsoft.com/office/drawing/2014/main" id="{ACD9955A-B94D-44FD-AAAB-522F8FBFB896}"/>
              </a:ext>
            </a:extLst>
          </p:cNvPr>
          <p:cNvSpPr>
            <a:spLocks xmlns:a="http://schemas.openxmlformats.org/drawingml/2006/main" noGrp="1"/>
          </p:cNvSpPr>
          <p:nvPr/>
        </p:nvSpPr>
        <p:spPr>
          <a:xfrm xmlns:a="http://schemas.openxmlformats.org/drawingml/2006/main">
            <a:off x="3571875" y="41148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231F20"/>
            </a:solidFill>
          </a:ln>
        </p:spPr>
      </p:sp>
      <p:sp>
        <p:nvSpPr>
          <p:cNvPr id="138" name="wire-717">
            <a:extLst xmlns:a="http://schemas.openxmlformats.org/drawingml/2006/main">
              <a:ext uri="{FF2B5EF4-FFF2-40B4-BE49-F238E27FC236}">
                <a16:creationId xmlns:a16="http://schemas.microsoft.com/office/drawing/2014/main" id="{FD132D61-A04D-4F48-B76E-0CECDA204679}"/>
              </a:ext>
            </a:extLst>
          </p:cNvPr>
          <p:cNvSpPr>
            <a:spLocks xmlns:a="http://schemas.openxmlformats.org/drawingml/2006/main" noGrp="1"/>
          </p:cNvSpPr>
          <p:nvPr/>
        </p:nvSpPr>
        <p:spPr>
          <a:xfrm xmlns:a="http://schemas.openxmlformats.org/drawingml/2006/main">
            <a:off x="3952875" y="41148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2860">
            <a:solidFill>
              <a:srgbClr val="231F20"/>
            </a:solidFill>
          </a:ln>
        </p:spPr>
      </p:sp>
      <p:sp>
        <p:nvSpPr>
          <p:cNvPr id="139" name="circuit-718">
            <a:extLst xmlns:a="http://schemas.openxmlformats.org/drawingml/2006/main">
              <a:ext uri="{FF2B5EF4-FFF2-40B4-BE49-F238E27FC236}">
                <a16:creationId xmlns:a16="http://schemas.microsoft.com/office/drawing/2014/main" id="{A60A0404-1809-4441-B52E-FC9C19C37E84}"/>
              </a:ext>
            </a:extLst>
          </p:cNvPr>
          <p:cNvSpPr>
            <a:spLocks xmlns:a="http://schemas.openxmlformats.org/drawingml/2006/main" noGrp="1"/>
          </p:cNvSpPr>
          <p:nvPr/>
        </p:nvSpPr>
        <p:spPr>
          <a:xfrm xmlns:a="http://schemas.openxmlformats.org/drawingml/2006/main">
            <a:off x="4095750" y="40767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40" name="wire-719">
            <a:extLst xmlns:a="http://schemas.openxmlformats.org/drawingml/2006/main">
              <a:ext uri="{FF2B5EF4-FFF2-40B4-BE49-F238E27FC236}">
                <a16:creationId xmlns:a16="http://schemas.microsoft.com/office/drawing/2014/main" id="{9F4744CA-77CD-4E61-9E53-7A08BE7E7179}"/>
              </a:ext>
            </a:extLst>
          </p:cNvPr>
          <p:cNvSpPr>
            <a:spLocks xmlns:a="http://schemas.openxmlformats.org/drawingml/2006/main" noGrp="1"/>
          </p:cNvSpPr>
          <p:nvPr/>
        </p:nvSpPr>
        <p:spPr>
          <a:xfrm xmlns:a="http://schemas.openxmlformats.org/drawingml/2006/main">
            <a:off x="3571875" y="44196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231F20"/>
            </a:solidFill>
          </a:ln>
        </p:spPr>
      </p:sp>
      <p:sp>
        <p:nvSpPr>
          <p:cNvPr id="141" name="wire-720">
            <a:extLst xmlns:a="http://schemas.openxmlformats.org/drawingml/2006/main">
              <a:ext uri="{FF2B5EF4-FFF2-40B4-BE49-F238E27FC236}">
                <a16:creationId xmlns:a16="http://schemas.microsoft.com/office/drawing/2014/main" id="{40CD088F-F43F-4B17-AD48-B88CA8C5673F}"/>
              </a:ext>
            </a:extLst>
          </p:cNvPr>
          <p:cNvSpPr>
            <a:spLocks xmlns:a="http://schemas.openxmlformats.org/drawingml/2006/main" noGrp="1"/>
          </p:cNvSpPr>
          <p:nvPr/>
        </p:nvSpPr>
        <p:spPr>
          <a:xfrm xmlns:a="http://schemas.openxmlformats.org/drawingml/2006/main">
            <a:off x="3952875" y="441960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2860">
            <a:solidFill>
              <a:srgbClr val="231F20"/>
            </a:solidFill>
          </a:ln>
        </p:spPr>
      </p:sp>
      <p:sp>
        <p:nvSpPr>
          <p:cNvPr id="142" name="circuit-721">
            <a:extLst xmlns:a="http://schemas.openxmlformats.org/drawingml/2006/main">
              <a:ext uri="{FF2B5EF4-FFF2-40B4-BE49-F238E27FC236}">
                <a16:creationId xmlns:a16="http://schemas.microsoft.com/office/drawing/2014/main" id="{9A88BF67-85B8-44C6-9089-E45DD5BE7FF9}"/>
              </a:ext>
            </a:extLst>
          </p:cNvPr>
          <p:cNvSpPr>
            <a:spLocks xmlns:a="http://schemas.openxmlformats.org/drawingml/2006/main" noGrp="1"/>
          </p:cNvSpPr>
          <p:nvPr/>
        </p:nvSpPr>
        <p:spPr>
          <a:xfrm xmlns:a="http://schemas.openxmlformats.org/drawingml/2006/main">
            <a:off x="4095750" y="43815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43" name="wire-722">
            <a:extLst xmlns:a="http://schemas.openxmlformats.org/drawingml/2006/main">
              <a:ext uri="{FF2B5EF4-FFF2-40B4-BE49-F238E27FC236}">
                <a16:creationId xmlns:a16="http://schemas.microsoft.com/office/drawing/2014/main" id="{E67BAD43-E2EE-4360-9FCF-E182041A3732}"/>
              </a:ext>
            </a:extLst>
          </p:cNvPr>
          <p:cNvSpPr>
            <a:spLocks xmlns:a="http://schemas.openxmlformats.org/drawingml/2006/main" noGrp="1"/>
          </p:cNvSpPr>
          <p:nvPr/>
        </p:nvSpPr>
        <p:spPr>
          <a:xfrm xmlns:a="http://schemas.openxmlformats.org/drawingml/2006/main">
            <a:off x="3571875" y="523875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231F20"/>
            </a:solidFill>
          </a:ln>
        </p:spPr>
      </p:sp>
      <p:sp>
        <p:nvSpPr>
          <p:cNvPr id="144" name="wire-723">
            <a:extLst xmlns:a="http://schemas.openxmlformats.org/drawingml/2006/main">
              <a:ext uri="{FF2B5EF4-FFF2-40B4-BE49-F238E27FC236}">
                <a16:creationId xmlns:a16="http://schemas.microsoft.com/office/drawing/2014/main" id="{74EA0ACC-53B5-4164-A470-3F6D7E368B28}"/>
              </a:ext>
            </a:extLst>
          </p:cNvPr>
          <p:cNvSpPr>
            <a:spLocks xmlns:a="http://schemas.openxmlformats.org/drawingml/2006/main" noGrp="1"/>
          </p:cNvSpPr>
          <p:nvPr/>
        </p:nvSpPr>
        <p:spPr>
          <a:xfrm xmlns:a="http://schemas.openxmlformats.org/drawingml/2006/main">
            <a:off x="3952875" y="523875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2860">
            <a:solidFill>
              <a:srgbClr val="231F20"/>
            </a:solidFill>
          </a:ln>
        </p:spPr>
      </p:sp>
      <p:sp>
        <p:nvSpPr>
          <p:cNvPr id="145" name="wire-724">
            <a:extLst xmlns:a="http://schemas.openxmlformats.org/drawingml/2006/main">
              <a:ext uri="{FF2B5EF4-FFF2-40B4-BE49-F238E27FC236}">
                <a16:creationId xmlns:a16="http://schemas.microsoft.com/office/drawing/2014/main" id="{8BE12E9E-D57F-49EE-BBD4-11F99A447F5E}"/>
              </a:ext>
            </a:extLst>
          </p:cNvPr>
          <p:cNvSpPr>
            <a:spLocks xmlns:a="http://schemas.openxmlformats.org/drawingml/2006/main" noGrp="1"/>
          </p:cNvSpPr>
          <p:nvPr/>
        </p:nvSpPr>
        <p:spPr>
          <a:xfrm xmlns:a="http://schemas.openxmlformats.org/drawingml/2006/main">
            <a:off x="4619625" y="4610100"/>
            <a:ext cx="9525" cy="628650"/>
          </a:xfrm>
          <a:custGeom xmlns:a="http://schemas.openxmlformats.org/drawingml/2006/main">
            <a:pathLst>
              <a:path w="9525" h="628650">
                <a:moveTo>
                  <a:pt x="0" y="628650"/>
                </a:moveTo>
                <a:lnTo>
                  <a:pt x="0" y="0"/>
                </a:lnTo>
              </a:path>
            </a:pathLst>
          </a:custGeom>
          <a:noFill xmlns:a="http://schemas.openxmlformats.org/drawingml/2006/main"/>
          <a:ln xmlns:a="http://schemas.openxmlformats.org/drawingml/2006/main" w="22860">
            <a:solidFill>
              <a:srgbClr val="231F20"/>
            </a:solidFill>
          </a:ln>
        </p:spPr>
      </p:sp>
      <p:sp>
        <p:nvSpPr>
          <p:cNvPr id="146" name="wire-725">
            <a:extLst xmlns:a="http://schemas.openxmlformats.org/drawingml/2006/main">
              <a:ext uri="{FF2B5EF4-FFF2-40B4-BE49-F238E27FC236}">
                <a16:creationId xmlns:a16="http://schemas.microsoft.com/office/drawing/2014/main" id="{12AA7029-6B07-4CE7-AA44-EC23B811CD72}"/>
              </a:ext>
            </a:extLst>
          </p:cNvPr>
          <p:cNvSpPr>
            <a:spLocks xmlns:a="http://schemas.openxmlformats.org/drawingml/2006/main" noGrp="1"/>
          </p:cNvSpPr>
          <p:nvPr/>
        </p:nvSpPr>
        <p:spPr>
          <a:xfrm xmlns:a="http://schemas.openxmlformats.org/drawingml/2006/main">
            <a:off x="4619625" y="461010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147" name="circuit-726">
            <a:extLst xmlns:a="http://schemas.openxmlformats.org/drawingml/2006/main">
              <a:ext uri="{FF2B5EF4-FFF2-40B4-BE49-F238E27FC236}">
                <a16:creationId xmlns:a16="http://schemas.microsoft.com/office/drawing/2014/main" id="{B3BB4812-349D-47DD-B10B-81BCCD70266E}"/>
              </a:ext>
            </a:extLst>
          </p:cNvPr>
          <p:cNvSpPr>
            <a:spLocks xmlns:a="http://schemas.openxmlformats.org/drawingml/2006/main" noGrp="1"/>
          </p:cNvSpPr>
          <p:nvPr/>
        </p:nvSpPr>
        <p:spPr>
          <a:xfrm xmlns:a="http://schemas.openxmlformats.org/drawingml/2006/main">
            <a:off x="4619625" y="45720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48" name="circuit-727">
            <a:extLst xmlns:a="http://schemas.openxmlformats.org/drawingml/2006/main">
              <a:ext uri="{FF2B5EF4-FFF2-40B4-BE49-F238E27FC236}">
                <a16:creationId xmlns:a16="http://schemas.microsoft.com/office/drawing/2014/main" id="{288CA4F7-D45E-4CD5-9C8D-9123E9FC00C7}"/>
              </a:ext>
            </a:extLst>
          </p:cNvPr>
          <p:cNvSpPr>
            <a:spLocks xmlns:a="http://schemas.openxmlformats.org/drawingml/2006/main" noGrp="1"/>
          </p:cNvSpPr>
          <p:nvPr/>
        </p:nvSpPr>
        <p:spPr>
          <a:xfrm xmlns:a="http://schemas.openxmlformats.org/drawingml/2006/main">
            <a:off x="4191000" y="3943350"/>
            <a:ext cx="171450" cy="295275"/>
          </a:xfrm>
          <a:custGeom xmlns:a="http://schemas.openxmlformats.org/drawingml/2006/main">
            <a:pathLst>
              <a:path w="171450" h="295275">
                <a:moveTo>
                  <a:pt x="0" y="0"/>
                </a:moveTo>
                <a:lnTo>
                  <a:pt x="171450" y="57150"/>
                </a:lnTo>
                <a:lnTo>
                  <a:pt x="171450" y="238125"/>
                </a:lnTo>
                <a:lnTo>
                  <a:pt x="0" y="295275"/>
                </a:lnTo>
                <a:close/>
              </a:path>
            </a:pathLst>
          </a:custGeom>
          <a:solidFill xmlns:a="http://schemas.openxmlformats.org/drawingml/2006/main">
            <a:srgbClr val="FFFFFF"/>
          </a:solidFill>
          <a:ln xmlns:a="http://schemas.openxmlformats.org/drawingml/2006/main" w="14288">
            <a:solidFill>
              <a:srgbClr val="231F20"/>
            </a:solidFill>
          </a:ln>
        </p:spPr>
      </p:sp>
      <p:sp>
        <p:nvSpPr>
          <p:cNvPr id="149" name="circuit-728">
            <a:extLst xmlns:a="http://schemas.openxmlformats.org/drawingml/2006/main">
              <a:ext uri="{FF2B5EF4-FFF2-40B4-BE49-F238E27FC236}">
                <a16:creationId xmlns:a16="http://schemas.microsoft.com/office/drawing/2014/main" id="{949BA4CD-425D-4373-A8D5-A5010BFCDB4B}"/>
              </a:ext>
            </a:extLst>
          </p:cNvPr>
          <p:cNvSpPr>
            <a:spLocks xmlns:a="http://schemas.openxmlformats.org/drawingml/2006/main" noGrp="1"/>
          </p:cNvSpPr>
          <p:nvPr/>
        </p:nvSpPr>
        <p:spPr>
          <a:xfrm xmlns:a="http://schemas.openxmlformats.org/drawingml/2006/main">
            <a:off x="4191000" y="4314825"/>
            <a:ext cx="171450" cy="333375"/>
          </a:xfrm>
          <a:custGeom xmlns:a="http://schemas.openxmlformats.org/drawingml/2006/main">
            <a:pathLst>
              <a:path w="171450" h="333375">
                <a:moveTo>
                  <a:pt x="0" y="0"/>
                </a:moveTo>
                <a:lnTo>
                  <a:pt x="171450" y="57150"/>
                </a:lnTo>
                <a:lnTo>
                  <a:pt x="171450" y="276225"/>
                </a:lnTo>
                <a:lnTo>
                  <a:pt x="0" y="333375"/>
                </a:lnTo>
                <a:close/>
              </a:path>
            </a:pathLst>
          </a:custGeom>
          <a:solidFill xmlns:a="http://schemas.openxmlformats.org/drawingml/2006/main">
            <a:srgbClr val="FFFFFF"/>
          </a:solidFill>
          <a:ln xmlns:a="http://schemas.openxmlformats.org/drawingml/2006/main" w="14288">
            <a:solidFill>
              <a:srgbClr val="231F20"/>
            </a:solidFill>
          </a:ln>
        </p:spPr>
      </p:sp>
      <p:sp>
        <p:nvSpPr>
          <p:cNvPr id="150" name="text-729">
            <a:extLst xmlns:a="http://schemas.openxmlformats.org/drawingml/2006/main">
              <a:ext uri="{FF2B5EF4-FFF2-40B4-BE49-F238E27FC236}">
                <a16:creationId xmlns:a16="http://schemas.microsoft.com/office/drawing/2014/main" id="{B067AF74-4FE8-4010-A834-D686A6701513}"/>
              </a:ext>
            </a:extLst>
          </p:cNvPr>
          <p:cNvSpPr>
            <a:spLocks xmlns:a="http://schemas.openxmlformats.org/drawingml/2006/main" noGrp="1"/>
          </p:cNvSpPr>
          <p:nvPr/>
        </p:nvSpPr>
        <p:spPr>
          <a:xfrm xmlns:a="http://schemas.openxmlformats.org/drawingml/2006/main">
            <a:off x="4048125" y="3667125"/>
            <a:ext cx="79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0">
                <a:solidFill>
                  <a:srgbClr val="231F20"/>
                </a:solidFill>
                <a:latin typeface="Yu Gothic"/>
                <a:ea typeface="Yu Gothic"/>
                <a:cs typeface="Yu Gothic"/>
              </a:defRPr>
            </a:defPPr>
            <a:lvl1pPr algn="ctr">
              <a:defRPr sz="1200" b="0">
                <a:solidFill>
                  <a:srgbClr val="231F20"/>
                </a:solidFill>
                <a:latin typeface="Yu Gothic"/>
                <a:ea typeface="Yu Gothic"/>
                <a:cs typeface="Yu Gothic"/>
              </a:defRPr>
            </a:lvl1pPr>
            <a:lvl2pPr algn="ctr">
              <a:defRPr sz="1200" b="0">
                <a:solidFill>
                  <a:srgbClr val="231F20"/>
                </a:solidFill>
                <a:latin typeface="Yu Gothic"/>
                <a:ea typeface="Yu Gothic"/>
                <a:cs typeface="Yu Gothic"/>
              </a:defRPr>
            </a:lvl2pPr>
            <a:lvl3pPr algn="ctr">
              <a:defRPr sz="1200" b="0">
                <a:solidFill>
                  <a:srgbClr val="231F20"/>
                </a:solidFill>
                <a:latin typeface="Yu Gothic"/>
                <a:ea typeface="Yu Gothic"/>
                <a:cs typeface="Yu Gothic"/>
              </a:defRPr>
            </a:lvl3pPr>
            <a:lvl4pPr algn="ctr">
              <a:defRPr sz="1200" b="0">
                <a:solidFill>
                  <a:srgbClr val="231F20"/>
                </a:solidFill>
                <a:latin typeface="Yu Gothic"/>
                <a:ea typeface="Yu Gothic"/>
                <a:cs typeface="Yu Gothic"/>
              </a:defRPr>
            </a:lvl4pPr>
            <a:lvl5pPr algn="ctr">
              <a:defRPr sz="1200" b="0">
                <a:solidFill>
                  <a:srgbClr val="231F20"/>
                </a:solidFill>
                <a:latin typeface="Yu Gothic"/>
                <a:ea typeface="Yu Gothic"/>
                <a:cs typeface="Yu Gothic"/>
              </a:defRPr>
            </a:lvl5pPr>
            <a:lvl6pPr algn="ctr">
              <a:defRPr sz="1200" b="0">
                <a:solidFill>
                  <a:srgbClr val="231F20"/>
                </a:solidFill>
                <a:latin typeface="Yu Gothic"/>
                <a:ea typeface="Yu Gothic"/>
                <a:cs typeface="Yu Gothic"/>
              </a:defRPr>
            </a:lvl6pPr>
            <a:lvl7pPr algn="ctr">
              <a:defRPr sz="1200" b="0">
                <a:solidFill>
                  <a:srgbClr val="231F20"/>
                </a:solidFill>
                <a:latin typeface="Yu Gothic"/>
                <a:ea typeface="Yu Gothic"/>
                <a:cs typeface="Yu Gothic"/>
              </a:defRPr>
            </a:lvl7pPr>
            <a:lvl8pPr algn="ctr">
              <a:defRPr sz="1200" b="0">
                <a:solidFill>
                  <a:srgbClr val="231F20"/>
                </a:solidFill>
                <a:latin typeface="Yu Gothic"/>
                <a:ea typeface="Yu Gothic"/>
                <a:cs typeface="Yu Gothic"/>
              </a:defRPr>
            </a:lvl8pPr>
            <a:lvl9pPr algn="ctr">
              <a:defRPr sz="1200" b="0">
                <a:solidFill>
                  <a:srgbClr val="231F20"/>
                </a:solidFill>
                <a:latin typeface="Yu Gothic"/>
                <a:ea typeface="Yu Gothic"/>
                <a:cs typeface="Yu Gothic"/>
              </a:defRPr>
            </a:lvl9pPr>
          </a:lstStyle>
          <a:p xmlns:a="http://schemas.openxmlformats.org/drawingml/2006/main">
            <a:pPr algn="ctr">
              <a:defRPr sz="1200" b="0">
                <a:solidFill>
                  <a:srgbClr val="231F20"/>
                </a:solidFill>
                <a:latin typeface="Yu Gothic"/>
                <a:ea typeface="Yu Gothic"/>
                <a:cs typeface="Yu Gothic"/>
              </a:defRPr>
            </a:pPr>
            <a:r>
              <a:rPr sz="1200" b="0">
                <a:solidFill>
                  <a:srgbClr val="231F20"/>
                </a:solidFill>
                <a:latin typeface="Yu Gothic"/>
                <a:ea typeface="Yu Gothic"/>
                <a:cs typeface="Yu Gothic"/>
              </a:rPr>
              <a:t>転送選択</a:t>
            </a:r>
          </a:p>
        </p:txBody>
      </p:sp>
      <p:sp>
        <p:nvSpPr>
          <p:cNvPr id="151" name="circuit-730">
            <a:extLst xmlns:a="http://schemas.openxmlformats.org/drawingml/2006/main">
              <a:ext uri="{FF2B5EF4-FFF2-40B4-BE49-F238E27FC236}">
                <a16:creationId xmlns:a16="http://schemas.microsoft.com/office/drawing/2014/main" id="{CB114D5D-E2C4-4935-9570-876AF34CC970}"/>
              </a:ext>
            </a:extLst>
          </p:cNvPr>
          <p:cNvSpPr>
            <a:spLocks xmlns:a="http://schemas.openxmlformats.org/drawingml/2006/main" noGrp="1"/>
          </p:cNvSpPr>
          <p:nvPr/>
        </p:nvSpPr>
        <p:spPr>
          <a:xfrm xmlns:a="http://schemas.openxmlformats.org/drawingml/2006/main">
            <a:off x="4714875" y="4295775"/>
            <a:ext cx="190500" cy="514350"/>
          </a:xfrm>
          <a:custGeom xmlns:a="http://schemas.openxmlformats.org/drawingml/2006/main">
            <a:pathLst>
              <a:path w="190500" h="514350">
                <a:moveTo>
                  <a:pt x="0" y="0"/>
                </a:moveTo>
                <a:lnTo>
                  <a:pt x="190500" y="57150"/>
                </a:lnTo>
                <a:lnTo>
                  <a:pt x="190500" y="457200"/>
                </a:lnTo>
                <a:lnTo>
                  <a:pt x="0" y="514350"/>
                </a:lnTo>
                <a:close/>
              </a:path>
            </a:pathLst>
          </a:custGeom>
          <a:solidFill xmlns:a="http://schemas.openxmlformats.org/drawingml/2006/main">
            <a:srgbClr val="FFFFFF"/>
          </a:solidFill>
          <a:ln xmlns:a="http://schemas.openxmlformats.org/drawingml/2006/main" w="14288">
            <a:solidFill>
              <a:srgbClr val="231F20"/>
            </a:solidFill>
          </a:ln>
        </p:spPr>
      </p:sp>
      <p:sp>
        <p:nvSpPr>
          <p:cNvPr id="152" name="text-731">
            <a:extLst xmlns:a="http://schemas.openxmlformats.org/drawingml/2006/main">
              <a:ext uri="{FF2B5EF4-FFF2-40B4-BE49-F238E27FC236}">
                <a16:creationId xmlns:a16="http://schemas.microsoft.com/office/drawing/2014/main" id="{4D43CF38-883F-41EF-B342-9EB5F5278A53}"/>
              </a:ext>
            </a:extLst>
          </p:cNvPr>
          <p:cNvSpPr>
            <a:spLocks xmlns:a="http://schemas.openxmlformats.org/drawingml/2006/main" noGrp="1"/>
          </p:cNvSpPr>
          <p:nvPr/>
        </p:nvSpPr>
        <p:spPr>
          <a:xfrm xmlns:a="http://schemas.openxmlformats.org/drawingml/2006/main">
            <a:off x="4705350" y="5219700"/>
            <a:ext cx="1066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231F20"/>
                </a:solidFill>
                <a:latin typeface="Yu Gothic"/>
                <a:ea typeface="Yu Gothic"/>
                <a:cs typeface="Yu Gothic"/>
              </a:defRPr>
            </a:defPPr>
            <a:lvl1pPr algn="ctr">
              <a:defRPr sz="1275" b="0">
                <a:solidFill>
                  <a:srgbClr val="231F20"/>
                </a:solidFill>
                <a:latin typeface="Yu Gothic"/>
                <a:ea typeface="Yu Gothic"/>
                <a:cs typeface="Yu Gothic"/>
              </a:defRPr>
            </a:lvl1pPr>
            <a:lvl2pPr algn="ctr">
              <a:defRPr sz="1275" b="0">
                <a:solidFill>
                  <a:srgbClr val="231F20"/>
                </a:solidFill>
                <a:latin typeface="Yu Gothic"/>
                <a:ea typeface="Yu Gothic"/>
                <a:cs typeface="Yu Gothic"/>
              </a:defRPr>
            </a:lvl2pPr>
            <a:lvl3pPr algn="ctr">
              <a:defRPr sz="1275" b="0">
                <a:solidFill>
                  <a:srgbClr val="231F20"/>
                </a:solidFill>
                <a:latin typeface="Yu Gothic"/>
                <a:ea typeface="Yu Gothic"/>
                <a:cs typeface="Yu Gothic"/>
              </a:defRPr>
            </a:lvl3pPr>
            <a:lvl4pPr algn="ctr">
              <a:defRPr sz="1275" b="0">
                <a:solidFill>
                  <a:srgbClr val="231F20"/>
                </a:solidFill>
                <a:latin typeface="Yu Gothic"/>
                <a:ea typeface="Yu Gothic"/>
                <a:cs typeface="Yu Gothic"/>
              </a:defRPr>
            </a:lvl4pPr>
            <a:lvl5pPr algn="ctr">
              <a:defRPr sz="1275" b="0">
                <a:solidFill>
                  <a:srgbClr val="231F20"/>
                </a:solidFill>
                <a:latin typeface="Yu Gothic"/>
                <a:ea typeface="Yu Gothic"/>
                <a:cs typeface="Yu Gothic"/>
              </a:defRPr>
            </a:lvl5pPr>
            <a:lvl6pPr algn="ctr">
              <a:defRPr sz="1275" b="0">
                <a:solidFill>
                  <a:srgbClr val="231F20"/>
                </a:solidFill>
                <a:latin typeface="Yu Gothic"/>
                <a:ea typeface="Yu Gothic"/>
                <a:cs typeface="Yu Gothic"/>
              </a:defRPr>
            </a:lvl6pPr>
            <a:lvl7pPr algn="ctr">
              <a:defRPr sz="1275" b="0">
                <a:solidFill>
                  <a:srgbClr val="231F20"/>
                </a:solidFill>
                <a:latin typeface="Yu Gothic"/>
                <a:ea typeface="Yu Gothic"/>
                <a:cs typeface="Yu Gothic"/>
              </a:defRPr>
            </a:lvl7pPr>
            <a:lvl8pPr algn="ctr">
              <a:defRPr sz="1275" b="0">
                <a:solidFill>
                  <a:srgbClr val="231F20"/>
                </a:solidFill>
                <a:latin typeface="Yu Gothic"/>
                <a:ea typeface="Yu Gothic"/>
                <a:cs typeface="Yu Gothic"/>
              </a:defRPr>
            </a:lvl8pPr>
            <a:lvl9pPr algn="ctr">
              <a:defRPr sz="1275" b="0">
                <a:solidFill>
                  <a:srgbClr val="231F20"/>
                </a:solidFill>
                <a:latin typeface="Yu Gothic"/>
                <a:ea typeface="Yu Gothic"/>
                <a:cs typeface="Yu Gothic"/>
              </a:defRPr>
            </a:lvl9pPr>
          </a:lstStyle>
          <a:p xmlns:a="http://schemas.openxmlformats.org/drawingml/2006/main">
            <a:pPr algn="ctr">
              <a:defRPr sz="1275" b="0">
                <a:solidFill>
                  <a:srgbClr val="231F20"/>
                </a:solidFill>
                <a:latin typeface="Yu Gothic"/>
                <a:ea typeface="Yu Gothic"/>
                <a:cs typeface="Yu Gothic"/>
              </a:defRPr>
            </a:pPr>
            <a:r>
              <a:rPr sz="1275" b="0">
                <a:solidFill>
                  <a:srgbClr val="231F20"/>
                </a:solidFill>
                <a:latin typeface="Yu Gothic"/>
                <a:ea typeface="Yu Gothic"/>
                <a:cs typeface="Yu Gothic"/>
              </a:rPr>
              <a:t>入力選択</a:t>
            </a:r>
          </a:p>
        </p:txBody>
      </p:sp>
      <p:sp>
        <p:nvSpPr>
          <p:cNvPr id="153" name="wire-732">
            <a:extLst xmlns:a="http://schemas.openxmlformats.org/drawingml/2006/main">
              <a:ext uri="{FF2B5EF4-FFF2-40B4-BE49-F238E27FC236}">
                <a16:creationId xmlns:a16="http://schemas.microsoft.com/office/drawing/2014/main" id="{93CC99A3-2B67-4F37-8369-539008902E5E}"/>
              </a:ext>
            </a:extLst>
          </p:cNvPr>
          <p:cNvSpPr>
            <a:spLocks xmlns:a="http://schemas.openxmlformats.org/drawingml/2006/main" noGrp="1"/>
          </p:cNvSpPr>
          <p:nvPr/>
        </p:nvSpPr>
        <p:spPr>
          <a:xfrm xmlns:a="http://schemas.openxmlformats.org/drawingml/2006/main">
            <a:off x="4362450" y="4114800"/>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2860">
            <a:solidFill>
              <a:srgbClr val="231F20"/>
            </a:solidFill>
          </a:ln>
        </p:spPr>
      </p:sp>
      <p:sp>
        <p:nvSpPr>
          <p:cNvPr id="154" name="wire-733">
            <a:extLst xmlns:a="http://schemas.openxmlformats.org/drawingml/2006/main">
              <a:ext uri="{FF2B5EF4-FFF2-40B4-BE49-F238E27FC236}">
                <a16:creationId xmlns:a16="http://schemas.microsoft.com/office/drawing/2014/main" id="{0A937662-7074-4340-8EEA-A5C5EC336672}"/>
              </a:ext>
            </a:extLst>
          </p:cNvPr>
          <p:cNvSpPr>
            <a:spLocks xmlns:a="http://schemas.openxmlformats.org/drawingml/2006/main" noGrp="1"/>
          </p:cNvSpPr>
          <p:nvPr/>
        </p:nvSpPr>
        <p:spPr>
          <a:xfrm xmlns:a="http://schemas.openxmlformats.org/drawingml/2006/main">
            <a:off x="5076825" y="4076700"/>
            <a:ext cx="9525" cy="38100"/>
          </a:xfrm>
          <a:custGeom xmlns:a="http://schemas.openxmlformats.org/drawingml/2006/main">
            <a:pathLst>
              <a:path w="9525" h="38100">
                <a:moveTo>
                  <a:pt x="0" y="38100"/>
                </a:moveTo>
                <a:lnTo>
                  <a:pt x="0" y="0"/>
                </a:lnTo>
              </a:path>
            </a:pathLst>
          </a:custGeom>
          <a:noFill xmlns:a="http://schemas.openxmlformats.org/drawingml/2006/main"/>
          <a:ln xmlns:a="http://schemas.openxmlformats.org/drawingml/2006/main" w="22860">
            <a:solidFill>
              <a:srgbClr val="231F20"/>
            </a:solidFill>
          </a:ln>
        </p:spPr>
      </p:sp>
      <p:sp>
        <p:nvSpPr>
          <p:cNvPr id="155" name="wire-734">
            <a:extLst xmlns:a="http://schemas.openxmlformats.org/drawingml/2006/main">
              <a:ext uri="{FF2B5EF4-FFF2-40B4-BE49-F238E27FC236}">
                <a16:creationId xmlns:a16="http://schemas.microsoft.com/office/drawing/2014/main" id="{B7AB5957-FF84-4B78-AF20-3DD98823F227}"/>
              </a:ext>
            </a:extLst>
          </p:cNvPr>
          <p:cNvSpPr>
            <a:spLocks xmlns:a="http://schemas.openxmlformats.org/drawingml/2006/main" noGrp="1"/>
          </p:cNvSpPr>
          <p:nvPr/>
        </p:nvSpPr>
        <p:spPr>
          <a:xfrm xmlns:a="http://schemas.openxmlformats.org/drawingml/2006/main">
            <a:off x="5076825" y="40767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2860">
            <a:solidFill>
              <a:srgbClr val="231F20"/>
            </a:solidFill>
          </a:ln>
        </p:spPr>
      </p:sp>
      <p:sp>
        <p:nvSpPr>
          <p:cNvPr id="156" name="circuit-735">
            <a:extLst xmlns:a="http://schemas.openxmlformats.org/drawingml/2006/main">
              <a:ext uri="{FF2B5EF4-FFF2-40B4-BE49-F238E27FC236}">
                <a16:creationId xmlns:a16="http://schemas.microsoft.com/office/drawing/2014/main" id="{B4AEFE42-4EF7-4CC4-80B2-A09D5C3A2682}"/>
              </a:ext>
            </a:extLst>
          </p:cNvPr>
          <p:cNvSpPr>
            <a:spLocks xmlns:a="http://schemas.openxmlformats.org/drawingml/2006/main" noGrp="1"/>
          </p:cNvSpPr>
          <p:nvPr/>
        </p:nvSpPr>
        <p:spPr>
          <a:xfrm xmlns:a="http://schemas.openxmlformats.org/drawingml/2006/main">
            <a:off x="5143500" y="40386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57" name="wire-736">
            <a:extLst xmlns:a="http://schemas.openxmlformats.org/drawingml/2006/main">
              <a:ext uri="{FF2B5EF4-FFF2-40B4-BE49-F238E27FC236}">
                <a16:creationId xmlns:a16="http://schemas.microsoft.com/office/drawing/2014/main" id="{AE1B6D61-F14C-49F2-B88F-CC19E9FD84DB}"/>
              </a:ext>
            </a:extLst>
          </p:cNvPr>
          <p:cNvSpPr>
            <a:spLocks xmlns:a="http://schemas.openxmlformats.org/drawingml/2006/main" noGrp="1"/>
          </p:cNvSpPr>
          <p:nvPr/>
        </p:nvSpPr>
        <p:spPr>
          <a:xfrm xmlns:a="http://schemas.openxmlformats.org/drawingml/2006/main">
            <a:off x="4362450" y="4448175"/>
            <a:ext cx="352425" cy="9525"/>
          </a:xfrm>
          <a:custGeom xmlns:a="http://schemas.openxmlformats.org/drawingml/2006/main">
            <a:pathLst>
              <a:path w="352425" h="9525">
                <a:moveTo>
                  <a:pt x="0" y="0"/>
                </a:moveTo>
                <a:lnTo>
                  <a:pt x="352425" y="0"/>
                </a:lnTo>
              </a:path>
            </a:pathLst>
          </a:custGeom>
          <a:noFill xmlns:a="http://schemas.openxmlformats.org/drawingml/2006/main"/>
          <a:ln xmlns:a="http://schemas.openxmlformats.org/drawingml/2006/main" w="22860">
            <a:solidFill>
              <a:srgbClr val="231F20"/>
            </a:solidFill>
          </a:ln>
        </p:spPr>
      </p:sp>
      <p:sp>
        <p:nvSpPr>
          <p:cNvPr id="158" name="circuit-737">
            <a:extLst xmlns:a="http://schemas.openxmlformats.org/drawingml/2006/main">
              <a:ext uri="{FF2B5EF4-FFF2-40B4-BE49-F238E27FC236}">
                <a16:creationId xmlns:a16="http://schemas.microsoft.com/office/drawing/2014/main" id="{537D397C-0B6C-4CAF-99E0-B6A866B0131D}"/>
              </a:ext>
            </a:extLst>
          </p:cNvPr>
          <p:cNvSpPr>
            <a:spLocks xmlns:a="http://schemas.openxmlformats.org/drawingml/2006/main" noGrp="1"/>
          </p:cNvSpPr>
          <p:nvPr/>
        </p:nvSpPr>
        <p:spPr>
          <a:xfrm xmlns:a="http://schemas.openxmlformats.org/drawingml/2006/main">
            <a:off x="4619625" y="44100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59" name="wire-738">
            <a:extLst xmlns:a="http://schemas.openxmlformats.org/drawingml/2006/main">
              <a:ext uri="{FF2B5EF4-FFF2-40B4-BE49-F238E27FC236}">
                <a16:creationId xmlns:a16="http://schemas.microsoft.com/office/drawing/2014/main" id="{35ADC2E4-7C93-4BEF-824F-3FD7C0427588}"/>
              </a:ext>
            </a:extLst>
          </p:cNvPr>
          <p:cNvSpPr>
            <a:spLocks xmlns:a="http://schemas.openxmlformats.org/drawingml/2006/main" noGrp="1"/>
          </p:cNvSpPr>
          <p:nvPr/>
        </p:nvSpPr>
        <p:spPr>
          <a:xfrm xmlns:a="http://schemas.openxmlformats.org/drawingml/2006/main">
            <a:off x="4905375" y="45624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2860">
            <a:solidFill>
              <a:srgbClr val="231F20"/>
            </a:solidFill>
          </a:ln>
        </p:spPr>
      </p:sp>
      <p:sp>
        <p:nvSpPr>
          <p:cNvPr id="160" name="wire-739">
            <a:extLst xmlns:a="http://schemas.openxmlformats.org/drawingml/2006/main">
              <a:ext uri="{FF2B5EF4-FFF2-40B4-BE49-F238E27FC236}">
                <a16:creationId xmlns:a16="http://schemas.microsoft.com/office/drawing/2014/main" id="{073A39F9-E1B8-4D7B-BC53-67536836F0BE}"/>
              </a:ext>
            </a:extLst>
          </p:cNvPr>
          <p:cNvSpPr>
            <a:spLocks xmlns:a="http://schemas.openxmlformats.org/drawingml/2006/main" noGrp="1"/>
          </p:cNvSpPr>
          <p:nvPr/>
        </p:nvSpPr>
        <p:spPr>
          <a:xfrm xmlns:a="http://schemas.openxmlformats.org/drawingml/2006/main">
            <a:off x="5095875" y="4543425"/>
            <a:ext cx="9525" cy="19050"/>
          </a:xfrm>
          <a:custGeom xmlns:a="http://schemas.openxmlformats.org/drawingml/2006/main">
            <a:pathLst>
              <a:path w="9525" h="19050">
                <a:moveTo>
                  <a:pt x="0" y="19050"/>
                </a:moveTo>
                <a:lnTo>
                  <a:pt x="0" y="0"/>
                </a:lnTo>
              </a:path>
            </a:pathLst>
          </a:custGeom>
          <a:noFill xmlns:a="http://schemas.openxmlformats.org/drawingml/2006/main"/>
          <a:ln xmlns:a="http://schemas.openxmlformats.org/drawingml/2006/main" w="22860">
            <a:solidFill>
              <a:srgbClr val="231F20"/>
            </a:solidFill>
          </a:ln>
        </p:spPr>
      </p:sp>
      <p:sp>
        <p:nvSpPr>
          <p:cNvPr id="161" name="wire-740">
            <a:extLst xmlns:a="http://schemas.openxmlformats.org/drawingml/2006/main">
              <a:ext uri="{FF2B5EF4-FFF2-40B4-BE49-F238E27FC236}">
                <a16:creationId xmlns:a16="http://schemas.microsoft.com/office/drawing/2014/main" id="{F65FC9F1-0797-4D67-AD0B-A4867C5869FE}"/>
              </a:ext>
            </a:extLst>
          </p:cNvPr>
          <p:cNvSpPr>
            <a:spLocks xmlns:a="http://schemas.openxmlformats.org/drawingml/2006/main" noGrp="1"/>
          </p:cNvSpPr>
          <p:nvPr/>
        </p:nvSpPr>
        <p:spPr>
          <a:xfrm xmlns:a="http://schemas.openxmlformats.org/drawingml/2006/main">
            <a:off x="5095875" y="45434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2860">
            <a:solidFill>
              <a:srgbClr val="231F20"/>
            </a:solidFill>
          </a:ln>
        </p:spPr>
      </p:sp>
      <p:sp>
        <p:nvSpPr>
          <p:cNvPr id="162" name="circuit-741">
            <a:extLst xmlns:a="http://schemas.openxmlformats.org/drawingml/2006/main">
              <a:ext uri="{FF2B5EF4-FFF2-40B4-BE49-F238E27FC236}">
                <a16:creationId xmlns:a16="http://schemas.microsoft.com/office/drawing/2014/main" id="{4E3503CB-121C-4CAC-86C2-F1FB9353F640}"/>
              </a:ext>
            </a:extLst>
          </p:cNvPr>
          <p:cNvSpPr>
            <a:spLocks xmlns:a="http://schemas.openxmlformats.org/drawingml/2006/main" noGrp="1"/>
          </p:cNvSpPr>
          <p:nvPr/>
        </p:nvSpPr>
        <p:spPr>
          <a:xfrm xmlns:a="http://schemas.openxmlformats.org/drawingml/2006/main">
            <a:off x="5143500" y="45053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63" name="circuit-742">
            <a:extLst xmlns:a="http://schemas.openxmlformats.org/drawingml/2006/main">
              <a:ext uri="{FF2B5EF4-FFF2-40B4-BE49-F238E27FC236}">
                <a16:creationId xmlns:a16="http://schemas.microsoft.com/office/drawing/2014/main" id="{F5EBA34E-94EF-4CF4-9C00-DCA5883FFEC7}"/>
              </a:ext>
            </a:extLst>
          </p:cNvPr>
          <p:cNvSpPr>
            <a:spLocks xmlns:a="http://schemas.openxmlformats.org/drawingml/2006/main" noGrp="1"/>
          </p:cNvSpPr>
          <p:nvPr/>
        </p:nvSpPr>
        <p:spPr>
          <a:xfrm xmlns:a="http://schemas.openxmlformats.org/drawingml/2006/main">
            <a:off x="5238750" y="3905250"/>
            <a:ext cx="571500" cy="809625"/>
          </a:xfrm>
          <a:custGeom xmlns:a="http://schemas.openxmlformats.org/drawingml/2006/main">
            <a:pathLst>
              <a:path w="571500" h="809625">
                <a:moveTo>
                  <a:pt x="0" y="0"/>
                </a:moveTo>
                <a:lnTo>
                  <a:pt x="571500" y="161925"/>
                </a:lnTo>
                <a:lnTo>
                  <a:pt x="571500" y="676275"/>
                </a:lnTo>
                <a:lnTo>
                  <a:pt x="0" y="809625"/>
                </a:lnTo>
                <a:lnTo>
                  <a:pt x="0" y="523875"/>
                </a:lnTo>
                <a:lnTo>
                  <a:pt x="171450" y="419100"/>
                </a:lnTo>
                <a:lnTo>
                  <a:pt x="0" y="304800"/>
                </a:lnTo>
                <a:close/>
              </a:path>
            </a:pathLst>
          </a:custGeom>
          <a:solidFill xmlns:a="http://schemas.openxmlformats.org/drawingml/2006/main">
            <a:srgbClr val="FFFFFF"/>
          </a:solidFill>
          <a:ln xmlns:a="http://schemas.openxmlformats.org/drawingml/2006/main" w="16193">
            <a:solidFill>
              <a:srgbClr val="231F20"/>
            </a:solidFill>
          </a:ln>
        </p:spPr>
      </p:sp>
      <p:sp>
        <p:nvSpPr>
          <p:cNvPr id="164" name="text-743">
            <a:extLst xmlns:a="http://schemas.openxmlformats.org/drawingml/2006/main">
              <a:ext uri="{FF2B5EF4-FFF2-40B4-BE49-F238E27FC236}">
                <a16:creationId xmlns:a16="http://schemas.microsoft.com/office/drawing/2014/main" id="{93988372-9B05-4ED0-9C77-5BA7EE4EBE26}"/>
              </a:ext>
            </a:extLst>
          </p:cNvPr>
          <p:cNvSpPr>
            <a:spLocks xmlns:a="http://schemas.openxmlformats.org/drawingml/2006/main" noGrp="1"/>
          </p:cNvSpPr>
          <p:nvPr/>
        </p:nvSpPr>
        <p:spPr>
          <a:xfrm xmlns:a="http://schemas.openxmlformats.org/drawingml/2006/main">
            <a:off x="5324475" y="4076700"/>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425" b="1">
                <a:solidFill>
                  <a:srgbClr val="231F20"/>
                </a:solidFill>
                <a:latin typeface="Arial"/>
                <a:ea typeface="Arial"/>
                <a:cs typeface="Arial"/>
              </a:defRPr>
            </a:defPPr>
            <a:lvl1pPr algn="ctr">
              <a:defRPr sz="1425" b="1">
                <a:solidFill>
                  <a:srgbClr val="231F20"/>
                </a:solidFill>
                <a:latin typeface="Arial"/>
                <a:ea typeface="Arial"/>
                <a:cs typeface="Arial"/>
              </a:defRPr>
            </a:lvl1pPr>
            <a:lvl2pPr algn="ctr">
              <a:defRPr sz="1425" b="1">
                <a:solidFill>
                  <a:srgbClr val="231F20"/>
                </a:solidFill>
                <a:latin typeface="Arial"/>
                <a:ea typeface="Arial"/>
                <a:cs typeface="Arial"/>
              </a:defRPr>
            </a:lvl2pPr>
            <a:lvl3pPr algn="ctr">
              <a:defRPr sz="1425" b="1">
                <a:solidFill>
                  <a:srgbClr val="231F20"/>
                </a:solidFill>
                <a:latin typeface="Arial"/>
                <a:ea typeface="Arial"/>
                <a:cs typeface="Arial"/>
              </a:defRPr>
            </a:lvl3pPr>
            <a:lvl4pPr algn="ctr">
              <a:defRPr sz="1425" b="1">
                <a:solidFill>
                  <a:srgbClr val="231F20"/>
                </a:solidFill>
                <a:latin typeface="Arial"/>
                <a:ea typeface="Arial"/>
                <a:cs typeface="Arial"/>
              </a:defRPr>
            </a:lvl4pPr>
            <a:lvl5pPr algn="ctr">
              <a:defRPr sz="1425" b="1">
                <a:solidFill>
                  <a:srgbClr val="231F20"/>
                </a:solidFill>
                <a:latin typeface="Arial"/>
                <a:ea typeface="Arial"/>
                <a:cs typeface="Arial"/>
              </a:defRPr>
            </a:lvl5pPr>
            <a:lvl6pPr algn="ctr">
              <a:defRPr sz="1425" b="1">
                <a:solidFill>
                  <a:srgbClr val="231F20"/>
                </a:solidFill>
                <a:latin typeface="Arial"/>
                <a:ea typeface="Arial"/>
                <a:cs typeface="Arial"/>
              </a:defRPr>
            </a:lvl6pPr>
            <a:lvl7pPr algn="ctr">
              <a:defRPr sz="1425" b="1">
                <a:solidFill>
                  <a:srgbClr val="231F20"/>
                </a:solidFill>
                <a:latin typeface="Arial"/>
                <a:ea typeface="Arial"/>
                <a:cs typeface="Arial"/>
              </a:defRPr>
            </a:lvl7pPr>
            <a:lvl8pPr algn="ctr">
              <a:defRPr sz="1425" b="1">
                <a:solidFill>
                  <a:srgbClr val="231F20"/>
                </a:solidFill>
                <a:latin typeface="Arial"/>
                <a:ea typeface="Arial"/>
                <a:cs typeface="Arial"/>
              </a:defRPr>
            </a:lvl8pPr>
            <a:lvl9pPr algn="ctr">
              <a:defRPr sz="1425" b="1">
                <a:solidFill>
                  <a:srgbClr val="231F20"/>
                </a:solidFill>
                <a:latin typeface="Arial"/>
                <a:ea typeface="Arial"/>
                <a:cs typeface="Arial"/>
              </a:defRPr>
            </a:lvl9pPr>
          </a:lstStyle>
          <a:p xmlns:a="http://schemas.openxmlformats.org/drawingml/2006/main">
            <a:pPr algn="ctr">
              <a:defRPr sz="1425" b="1">
                <a:solidFill>
                  <a:srgbClr val="231F20"/>
                </a:solidFill>
                <a:latin typeface="Arial"/>
                <a:ea typeface="Arial"/>
                <a:cs typeface="Arial"/>
              </a:defRPr>
            </a:pPr>
            <a:r>
              <a:rPr sz="1425" b="1">
                <a:solidFill>
                  <a:srgbClr val="231F20"/>
                </a:solidFill>
                <a:latin typeface="Arial"/>
                <a:ea typeface="Arial"/>
                <a:cs typeface="Arial"/>
              </a:rPr>
              <a:t>ALU</a:t>
            </a:r>
          </a:p>
        </p:txBody>
      </p:sp>
      <p:sp>
        <p:nvSpPr>
          <p:cNvPr id="165" name="wire-744">
            <a:extLst xmlns:a="http://schemas.openxmlformats.org/drawingml/2006/main">
              <a:ext uri="{FF2B5EF4-FFF2-40B4-BE49-F238E27FC236}">
                <a16:creationId xmlns:a16="http://schemas.microsoft.com/office/drawing/2014/main" id="{2DD17F5E-E2D8-4CB3-BED7-91D38030EBEB}"/>
              </a:ext>
            </a:extLst>
          </p:cNvPr>
          <p:cNvSpPr>
            <a:spLocks xmlns:a="http://schemas.openxmlformats.org/drawingml/2006/main" noGrp="1"/>
          </p:cNvSpPr>
          <p:nvPr/>
        </p:nvSpPr>
        <p:spPr>
          <a:xfrm xmlns:a="http://schemas.openxmlformats.org/drawingml/2006/main">
            <a:off x="5810250" y="428625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166" name="wire-745">
            <a:extLst xmlns:a="http://schemas.openxmlformats.org/drawingml/2006/main">
              <a:ext uri="{FF2B5EF4-FFF2-40B4-BE49-F238E27FC236}">
                <a16:creationId xmlns:a16="http://schemas.microsoft.com/office/drawing/2014/main" id="{0C7B66B1-92FB-4656-9E55-0CB055B0474A}"/>
              </a:ext>
            </a:extLst>
          </p:cNvPr>
          <p:cNvSpPr>
            <a:spLocks xmlns:a="http://schemas.openxmlformats.org/drawingml/2006/main" noGrp="1"/>
          </p:cNvSpPr>
          <p:nvPr/>
        </p:nvSpPr>
        <p:spPr>
          <a:xfrm xmlns:a="http://schemas.openxmlformats.org/drawingml/2006/main">
            <a:off x="6000750" y="428625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231F20"/>
            </a:solidFill>
          </a:ln>
        </p:spPr>
      </p:sp>
      <p:sp>
        <p:nvSpPr>
          <p:cNvPr id="167" name="wire-746">
            <a:extLst xmlns:a="http://schemas.openxmlformats.org/drawingml/2006/main">
              <a:ext uri="{FF2B5EF4-FFF2-40B4-BE49-F238E27FC236}">
                <a16:creationId xmlns:a16="http://schemas.microsoft.com/office/drawing/2014/main" id="{4BDC8B26-096E-4881-BC85-02FF20453B1F}"/>
              </a:ext>
            </a:extLst>
          </p:cNvPr>
          <p:cNvSpPr>
            <a:spLocks xmlns:a="http://schemas.openxmlformats.org/drawingml/2006/main" noGrp="1"/>
          </p:cNvSpPr>
          <p:nvPr/>
        </p:nvSpPr>
        <p:spPr>
          <a:xfrm xmlns:a="http://schemas.openxmlformats.org/drawingml/2006/main">
            <a:off x="6086475" y="3952875"/>
            <a:ext cx="9525" cy="333375"/>
          </a:xfrm>
          <a:custGeom xmlns:a="http://schemas.openxmlformats.org/drawingml/2006/main">
            <a:pathLst>
              <a:path w="9525" h="333375">
                <a:moveTo>
                  <a:pt x="0" y="333375"/>
                </a:moveTo>
                <a:lnTo>
                  <a:pt x="0" y="0"/>
                </a:lnTo>
              </a:path>
            </a:pathLst>
          </a:custGeom>
          <a:noFill xmlns:a="http://schemas.openxmlformats.org/drawingml/2006/main"/>
          <a:ln xmlns:a="http://schemas.openxmlformats.org/drawingml/2006/main" w="22860">
            <a:solidFill>
              <a:srgbClr val="231F20"/>
            </a:solidFill>
          </a:ln>
        </p:spPr>
      </p:sp>
      <p:sp>
        <p:nvSpPr>
          <p:cNvPr id="168" name="wire-747">
            <a:extLst xmlns:a="http://schemas.openxmlformats.org/drawingml/2006/main">
              <a:ext uri="{FF2B5EF4-FFF2-40B4-BE49-F238E27FC236}">
                <a16:creationId xmlns:a16="http://schemas.microsoft.com/office/drawing/2014/main" id="{3BB5C95A-DE7B-4933-8760-B9EDD687EB64}"/>
              </a:ext>
            </a:extLst>
          </p:cNvPr>
          <p:cNvSpPr>
            <a:spLocks xmlns:a="http://schemas.openxmlformats.org/drawingml/2006/main" noGrp="1"/>
          </p:cNvSpPr>
          <p:nvPr/>
        </p:nvSpPr>
        <p:spPr>
          <a:xfrm xmlns:a="http://schemas.openxmlformats.org/drawingml/2006/main">
            <a:off x="6086475" y="3952875"/>
            <a:ext cx="104775" cy="9525"/>
          </a:xfrm>
          <a:custGeom xmlns:a="http://schemas.openxmlformats.org/drawingml/2006/main">
            <a:pathLst>
              <a:path w="104775" h="9525">
                <a:moveTo>
                  <a:pt x="0" y="0"/>
                </a:moveTo>
                <a:lnTo>
                  <a:pt x="104775" y="0"/>
                </a:lnTo>
              </a:path>
            </a:pathLst>
          </a:custGeom>
          <a:noFill xmlns:a="http://schemas.openxmlformats.org/drawingml/2006/main"/>
          <a:ln xmlns:a="http://schemas.openxmlformats.org/drawingml/2006/main" w="22860">
            <a:solidFill>
              <a:srgbClr val="231F20"/>
            </a:solidFill>
          </a:ln>
        </p:spPr>
      </p:sp>
      <p:sp>
        <p:nvSpPr>
          <p:cNvPr id="169" name="circuit-748">
            <a:extLst xmlns:a="http://schemas.openxmlformats.org/drawingml/2006/main">
              <a:ext uri="{FF2B5EF4-FFF2-40B4-BE49-F238E27FC236}">
                <a16:creationId xmlns:a16="http://schemas.microsoft.com/office/drawing/2014/main" id="{1A35ACA5-C525-45A5-A699-9353A7602982}"/>
              </a:ext>
            </a:extLst>
          </p:cNvPr>
          <p:cNvSpPr>
            <a:spLocks xmlns:a="http://schemas.openxmlformats.org/drawingml/2006/main" noGrp="1"/>
          </p:cNvSpPr>
          <p:nvPr/>
        </p:nvSpPr>
        <p:spPr>
          <a:xfrm xmlns:a="http://schemas.openxmlformats.org/drawingml/2006/main">
            <a:off x="6096000" y="39147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70" name="wire-749">
            <a:extLst xmlns:a="http://schemas.openxmlformats.org/drawingml/2006/main">
              <a:ext uri="{FF2B5EF4-FFF2-40B4-BE49-F238E27FC236}">
                <a16:creationId xmlns:a16="http://schemas.microsoft.com/office/drawing/2014/main" id="{1E27DCD8-D5D3-486D-951A-23D2BBCBE852}"/>
              </a:ext>
            </a:extLst>
          </p:cNvPr>
          <p:cNvSpPr>
            <a:spLocks xmlns:a="http://schemas.openxmlformats.org/drawingml/2006/main" noGrp="1"/>
          </p:cNvSpPr>
          <p:nvPr/>
        </p:nvSpPr>
        <p:spPr>
          <a:xfrm xmlns:a="http://schemas.openxmlformats.org/drawingml/2006/main">
            <a:off x="4362450" y="4448175"/>
            <a:ext cx="180975" cy="9525"/>
          </a:xfrm>
          <a:custGeom xmlns:a="http://schemas.openxmlformats.org/drawingml/2006/main">
            <a:pathLst>
              <a:path w="180975" h="9525">
                <a:moveTo>
                  <a:pt x="0" y="0"/>
                </a:moveTo>
                <a:lnTo>
                  <a:pt x="180975" y="0"/>
                </a:lnTo>
              </a:path>
            </a:pathLst>
          </a:custGeom>
          <a:noFill xmlns:a="http://schemas.openxmlformats.org/drawingml/2006/main"/>
          <a:ln xmlns:a="http://schemas.openxmlformats.org/drawingml/2006/main" w="22860">
            <a:solidFill>
              <a:srgbClr val="1572C3"/>
            </a:solidFill>
          </a:ln>
        </p:spPr>
      </p:sp>
      <p:sp>
        <p:nvSpPr>
          <p:cNvPr id="171" name="wire-750">
            <a:extLst xmlns:a="http://schemas.openxmlformats.org/drawingml/2006/main">
              <a:ext uri="{FF2B5EF4-FFF2-40B4-BE49-F238E27FC236}">
                <a16:creationId xmlns:a16="http://schemas.microsoft.com/office/drawing/2014/main" id="{71353115-44D7-4AC0-A96C-D08E659EA953}"/>
              </a:ext>
            </a:extLst>
          </p:cNvPr>
          <p:cNvSpPr>
            <a:spLocks xmlns:a="http://schemas.openxmlformats.org/drawingml/2006/main" noGrp="1"/>
          </p:cNvSpPr>
          <p:nvPr/>
        </p:nvSpPr>
        <p:spPr>
          <a:xfrm xmlns:a="http://schemas.openxmlformats.org/drawingml/2006/main">
            <a:off x="4543425" y="4448175"/>
            <a:ext cx="9525" cy="438150"/>
          </a:xfrm>
          <a:custGeom xmlns:a="http://schemas.openxmlformats.org/drawingml/2006/main">
            <a:pathLst>
              <a:path w="9525" h="438150">
                <a:moveTo>
                  <a:pt x="0" y="0"/>
                </a:moveTo>
                <a:lnTo>
                  <a:pt x="0" y="438150"/>
                </a:lnTo>
              </a:path>
            </a:pathLst>
          </a:custGeom>
          <a:noFill xmlns:a="http://schemas.openxmlformats.org/drawingml/2006/main"/>
          <a:ln xmlns:a="http://schemas.openxmlformats.org/drawingml/2006/main" w="22860">
            <a:solidFill>
              <a:srgbClr val="1572C3"/>
            </a:solidFill>
          </a:ln>
        </p:spPr>
      </p:sp>
      <p:sp>
        <p:nvSpPr>
          <p:cNvPr id="172" name="wire-751">
            <a:extLst xmlns:a="http://schemas.openxmlformats.org/drawingml/2006/main">
              <a:ext uri="{FF2B5EF4-FFF2-40B4-BE49-F238E27FC236}">
                <a16:creationId xmlns:a16="http://schemas.microsoft.com/office/drawing/2014/main" id="{9BCAFD97-EB49-47DB-BD4F-86EE096C029C}"/>
              </a:ext>
            </a:extLst>
          </p:cNvPr>
          <p:cNvSpPr>
            <a:spLocks xmlns:a="http://schemas.openxmlformats.org/drawingml/2006/main" noGrp="1"/>
          </p:cNvSpPr>
          <p:nvPr/>
        </p:nvSpPr>
        <p:spPr>
          <a:xfrm xmlns:a="http://schemas.openxmlformats.org/drawingml/2006/main">
            <a:off x="4543425" y="4886325"/>
            <a:ext cx="1362075" cy="9525"/>
          </a:xfrm>
          <a:custGeom xmlns:a="http://schemas.openxmlformats.org/drawingml/2006/main">
            <a:pathLst>
              <a:path w="1362075" h="9525">
                <a:moveTo>
                  <a:pt x="0" y="0"/>
                </a:moveTo>
                <a:lnTo>
                  <a:pt x="1362075" y="0"/>
                </a:lnTo>
              </a:path>
            </a:pathLst>
          </a:custGeom>
          <a:noFill xmlns:a="http://schemas.openxmlformats.org/drawingml/2006/main"/>
          <a:ln xmlns:a="http://schemas.openxmlformats.org/drawingml/2006/main" w="22860">
            <a:solidFill>
              <a:srgbClr val="1572C3"/>
            </a:solidFill>
          </a:ln>
        </p:spPr>
      </p:sp>
      <p:sp>
        <p:nvSpPr>
          <p:cNvPr id="173" name="wire-752">
            <a:extLst xmlns:a="http://schemas.openxmlformats.org/drawingml/2006/main">
              <a:ext uri="{FF2B5EF4-FFF2-40B4-BE49-F238E27FC236}">
                <a16:creationId xmlns:a16="http://schemas.microsoft.com/office/drawing/2014/main" id="{4D125B14-46F2-4496-A4A9-C1629CFB6743}"/>
              </a:ext>
            </a:extLst>
          </p:cNvPr>
          <p:cNvSpPr>
            <a:spLocks xmlns:a="http://schemas.openxmlformats.org/drawingml/2006/main" noGrp="1"/>
          </p:cNvSpPr>
          <p:nvPr/>
        </p:nvSpPr>
        <p:spPr>
          <a:xfrm xmlns:a="http://schemas.openxmlformats.org/drawingml/2006/main">
            <a:off x="6000750" y="4886325"/>
            <a:ext cx="76200" cy="9525"/>
          </a:xfrm>
          <a:custGeom xmlns:a="http://schemas.openxmlformats.org/drawingml/2006/main">
            <a:pathLst>
              <a:path w="76200" h="9525">
                <a:moveTo>
                  <a:pt x="0" y="0"/>
                </a:moveTo>
                <a:lnTo>
                  <a:pt x="76200" y="0"/>
                </a:lnTo>
              </a:path>
            </a:pathLst>
          </a:custGeom>
          <a:noFill xmlns:a="http://schemas.openxmlformats.org/drawingml/2006/main"/>
          <a:ln xmlns:a="http://schemas.openxmlformats.org/drawingml/2006/main" w="22860">
            <a:solidFill>
              <a:srgbClr val="1572C3"/>
            </a:solidFill>
          </a:ln>
        </p:spPr>
      </p:sp>
      <p:sp>
        <p:nvSpPr>
          <p:cNvPr id="174" name="wire-753">
            <a:extLst xmlns:a="http://schemas.openxmlformats.org/drawingml/2006/main">
              <a:ext uri="{FF2B5EF4-FFF2-40B4-BE49-F238E27FC236}">
                <a16:creationId xmlns:a16="http://schemas.microsoft.com/office/drawing/2014/main" id="{9E62EA34-AF1F-4615-A423-0329DE1C4428}"/>
              </a:ext>
            </a:extLst>
          </p:cNvPr>
          <p:cNvSpPr>
            <a:spLocks xmlns:a="http://schemas.openxmlformats.org/drawingml/2006/main" noGrp="1"/>
          </p:cNvSpPr>
          <p:nvPr/>
        </p:nvSpPr>
        <p:spPr>
          <a:xfrm xmlns:a="http://schemas.openxmlformats.org/drawingml/2006/main">
            <a:off x="6076950" y="4886325"/>
            <a:ext cx="9525" cy="523875"/>
          </a:xfrm>
          <a:custGeom xmlns:a="http://schemas.openxmlformats.org/drawingml/2006/main">
            <a:pathLst>
              <a:path w="9525" h="523875">
                <a:moveTo>
                  <a:pt x="0" y="0"/>
                </a:moveTo>
                <a:lnTo>
                  <a:pt x="0" y="523875"/>
                </a:lnTo>
              </a:path>
            </a:pathLst>
          </a:custGeom>
          <a:noFill xmlns:a="http://schemas.openxmlformats.org/drawingml/2006/main"/>
          <a:ln xmlns:a="http://schemas.openxmlformats.org/drawingml/2006/main" w="22860">
            <a:solidFill>
              <a:srgbClr val="1572C3"/>
            </a:solidFill>
          </a:ln>
        </p:spPr>
      </p:sp>
      <p:sp>
        <p:nvSpPr>
          <p:cNvPr id="175" name="wire-754">
            <a:extLst xmlns:a="http://schemas.openxmlformats.org/drawingml/2006/main">
              <a:ext uri="{FF2B5EF4-FFF2-40B4-BE49-F238E27FC236}">
                <a16:creationId xmlns:a16="http://schemas.microsoft.com/office/drawing/2014/main" id="{92BBC1EE-43DF-40D0-9B50-E798DE1A826A}"/>
              </a:ext>
            </a:extLst>
          </p:cNvPr>
          <p:cNvSpPr>
            <a:spLocks xmlns:a="http://schemas.openxmlformats.org/drawingml/2006/main" noGrp="1"/>
          </p:cNvSpPr>
          <p:nvPr/>
        </p:nvSpPr>
        <p:spPr>
          <a:xfrm xmlns:a="http://schemas.openxmlformats.org/drawingml/2006/main">
            <a:off x="6076950" y="541020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22860">
            <a:solidFill>
              <a:srgbClr val="1572C3"/>
            </a:solidFill>
          </a:ln>
        </p:spPr>
      </p:sp>
      <p:sp>
        <p:nvSpPr>
          <p:cNvPr id="176" name="circuit-755">
            <a:extLst xmlns:a="http://schemas.openxmlformats.org/drawingml/2006/main">
              <a:ext uri="{FF2B5EF4-FFF2-40B4-BE49-F238E27FC236}">
                <a16:creationId xmlns:a16="http://schemas.microsoft.com/office/drawing/2014/main" id="{F592A861-EB34-4119-B38A-1CC113AD9390}"/>
              </a:ext>
            </a:extLst>
          </p:cNvPr>
          <p:cNvSpPr>
            <a:spLocks xmlns:a="http://schemas.openxmlformats.org/drawingml/2006/main" noGrp="1"/>
          </p:cNvSpPr>
          <p:nvPr/>
        </p:nvSpPr>
        <p:spPr>
          <a:xfrm xmlns:a="http://schemas.openxmlformats.org/drawingml/2006/main">
            <a:off x="6096000" y="53721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177" name="text-756">
            <a:extLst xmlns:a="http://schemas.openxmlformats.org/drawingml/2006/main">
              <a:ext uri="{FF2B5EF4-FFF2-40B4-BE49-F238E27FC236}">
                <a16:creationId xmlns:a16="http://schemas.microsoft.com/office/drawing/2014/main" id="{B6E3524D-8090-4CB6-9683-41E62B81C117}"/>
              </a:ext>
            </a:extLst>
          </p:cNvPr>
          <p:cNvSpPr>
            <a:spLocks xmlns:a="http://schemas.openxmlformats.org/drawingml/2006/main" noGrp="1"/>
          </p:cNvSpPr>
          <p:nvPr/>
        </p:nvSpPr>
        <p:spPr>
          <a:xfrm xmlns:a="http://schemas.openxmlformats.org/drawingml/2006/main">
            <a:off x="4800600" y="4914900"/>
            <a:ext cx="971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1572C3"/>
                </a:solidFill>
                <a:latin typeface="Yu Gothic"/>
                <a:ea typeface="Yu Gothic"/>
                <a:cs typeface="Yu Gothic"/>
              </a:defRPr>
            </a:defPPr>
            <a:lvl1pPr algn="ctr">
              <a:defRPr sz="1275" b="0">
                <a:solidFill>
                  <a:srgbClr val="1572C3"/>
                </a:solidFill>
                <a:latin typeface="Yu Gothic"/>
                <a:ea typeface="Yu Gothic"/>
                <a:cs typeface="Yu Gothic"/>
              </a:defRPr>
            </a:lvl1pPr>
            <a:lvl2pPr algn="ctr">
              <a:defRPr sz="1275" b="0">
                <a:solidFill>
                  <a:srgbClr val="1572C3"/>
                </a:solidFill>
                <a:latin typeface="Yu Gothic"/>
                <a:ea typeface="Yu Gothic"/>
                <a:cs typeface="Yu Gothic"/>
              </a:defRPr>
            </a:lvl2pPr>
            <a:lvl3pPr algn="ctr">
              <a:defRPr sz="1275" b="0">
                <a:solidFill>
                  <a:srgbClr val="1572C3"/>
                </a:solidFill>
                <a:latin typeface="Yu Gothic"/>
                <a:ea typeface="Yu Gothic"/>
                <a:cs typeface="Yu Gothic"/>
              </a:defRPr>
            </a:lvl3pPr>
            <a:lvl4pPr algn="ctr">
              <a:defRPr sz="1275" b="0">
                <a:solidFill>
                  <a:srgbClr val="1572C3"/>
                </a:solidFill>
                <a:latin typeface="Yu Gothic"/>
                <a:ea typeface="Yu Gothic"/>
                <a:cs typeface="Yu Gothic"/>
              </a:defRPr>
            </a:lvl4pPr>
            <a:lvl5pPr algn="ctr">
              <a:defRPr sz="1275" b="0">
                <a:solidFill>
                  <a:srgbClr val="1572C3"/>
                </a:solidFill>
                <a:latin typeface="Yu Gothic"/>
                <a:ea typeface="Yu Gothic"/>
                <a:cs typeface="Yu Gothic"/>
              </a:defRPr>
            </a:lvl5pPr>
            <a:lvl6pPr algn="ctr">
              <a:defRPr sz="1275" b="0">
                <a:solidFill>
                  <a:srgbClr val="1572C3"/>
                </a:solidFill>
                <a:latin typeface="Yu Gothic"/>
                <a:ea typeface="Yu Gothic"/>
                <a:cs typeface="Yu Gothic"/>
              </a:defRPr>
            </a:lvl6pPr>
            <a:lvl7pPr algn="ctr">
              <a:defRPr sz="1275" b="0">
                <a:solidFill>
                  <a:srgbClr val="1572C3"/>
                </a:solidFill>
                <a:latin typeface="Yu Gothic"/>
                <a:ea typeface="Yu Gothic"/>
                <a:cs typeface="Yu Gothic"/>
              </a:defRPr>
            </a:lvl7pPr>
            <a:lvl8pPr algn="ctr">
              <a:defRPr sz="1275" b="0">
                <a:solidFill>
                  <a:srgbClr val="1572C3"/>
                </a:solidFill>
                <a:latin typeface="Yu Gothic"/>
                <a:ea typeface="Yu Gothic"/>
                <a:cs typeface="Yu Gothic"/>
              </a:defRPr>
            </a:lvl8pPr>
            <a:lvl9pPr algn="ctr">
              <a:defRPr sz="1275" b="0">
                <a:solidFill>
                  <a:srgbClr val="1572C3"/>
                </a:solidFill>
                <a:latin typeface="Yu Gothic"/>
                <a:ea typeface="Yu Gothic"/>
                <a:cs typeface="Yu Gothic"/>
              </a:defRPr>
            </a:lvl9pPr>
          </a:lstStyle>
          <a:p xmlns:a="http://schemas.openxmlformats.org/drawingml/2006/main">
            <a:pPr algn="ctr">
              <a:defRPr sz="1275" b="0">
                <a:solidFill>
                  <a:srgbClr val="1572C3"/>
                </a:solidFill>
                <a:latin typeface="Yu Gothic"/>
                <a:ea typeface="Yu Gothic"/>
                <a:cs typeface="Yu Gothic"/>
              </a:defRPr>
            </a:pPr>
            <a:r>
              <a:rPr sz="1275" b="0">
                <a:solidFill>
                  <a:srgbClr val="1572C3"/>
                </a:solidFill>
                <a:latin typeface="Yu Gothic"/>
                <a:ea typeface="Yu Gothic"/>
                <a:cs typeface="Yu Gothic"/>
              </a:rPr>
              <a:t>書く値</a:t>
            </a:r>
          </a:p>
        </p:txBody>
      </p:sp>
      <p:sp>
        <p:nvSpPr>
          <p:cNvPr id="178" name="wire-757">
            <a:extLst xmlns:a="http://schemas.openxmlformats.org/drawingml/2006/main">
              <a:ext uri="{FF2B5EF4-FFF2-40B4-BE49-F238E27FC236}">
                <a16:creationId xmlns:a16="http://schemas.microsoft.com/office/drawing/2014/main" id="{F5DD5438-EBA7-4E45-93AE-8BF559F9D379}"/>
              </a:ext>
            </a:extLst>
          </p:cNvPr>
          <p:cNvSpPr>
            <a:spLocks xmlns:a="http://schemas.openxmlformats.org/drawingml/2006/main" noGrp="1"/>
          </p:cNvSpPr>
          <p:nvPr/>
        </p:nvSpPr>
        <p:spPr>
          <a:xfrm xmlns:a="http://schemas.openxmlformats.org/drawingml/2006/main">
            <a:off x="6000750" y="4286250"/>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22860">
            <a:solidFill>
              <a:srgbClr val="231F20"/>
            </a:solidFill>
          </a:ln>
        </p:spPr>
      </p:sp>
      <p:sp>
        <p:nvSpPr>
          <p:cNvPr id="179" name="wire-758">
            <a:extLst xmlns:a="http://schemas.openxmlformats.org/drawingml/2006/main">
              <a:ext uri="{FF2B5EF4-FFF2-40B4-BE49-F238E27FC236}">
                <a16:creationId xmlns:a16="http://schemas.microsoft.com/office/drawing/2014/main" id="{F62CF768-544F-413E-8D2A-A8547ADF3861}"/>
              </a:ext>
            </a:extLst>
          </p:cNvPr>
          <p:cNvSpPr>
            <a:spLocks xmlns:a="http://schemas.openxmlformats.org/drawingml/2006/main" noGrp="1"/>
          </p:cNvSpPr>
          <p:nvPr/>
        </p:nvSpPr>
        <p:spPr>
          <a:xfrm xmlns:a="http://schemas.openxmlformats.org/drawingml/2006/main">
            <a:off x="6057900" y="3724275"/>
            <a:ext cx="9525" cy="561975"/>
          </a:xfrm>
          <a:custGeom xmlns:a="http://schemas.openxmlformats.org/drawingml/2006/main">
            <a:pathLst>
              <a:path w="9525" h="561975">
                <a:moveTo>
                  <a:pt x="0" y="561975"/>
                </a:moveTo>
                <a:lnTo>
                  <a:pt x="0" y="0"/>
                </a:lnTo>
              </a:path>
            </a:pathLst>
          </a:custGeom>
          <a:noFill xmlns:a="http://schemas.openxmlformats.org/drawingml/2006/main"/>
          <a:ln xmlns:a="http://schemas.openxmlformats.org/drawingml/2006/main" w="22860">
            <a:solidFill>
              <a:srgbClr val="231F20"/>
            </a:solidFill>
          </a:ln>
        </p:spPr>
      </p:sp>
      <p:sp>
        <p:nvSpPr>
          <p:cNvPr id="180" name="wire-759">
            <a:extLst xmlns:a="http://schemas.openxmlformats.org/drawingml/2006/main">
              <a:ext uri="{FF2B5EF4-FFF2-40B4-BE49-F238E27FC236}">
                <a16:creationId xmlns:a16="http://schemas.microsoft.com/office/drawing/2014/main" id="{6A7F5C53-E7DC-4BE2-BADF-BDBE0610A25B}"/>
              </a:ext>
            </a:extLst>
          </p:cNvPr>
          <p:cNvSpPr>
            <a:spLocks xmlns:a="http://schemas.openxmlformats.org/drawingml/2006/main" noGrp="1"/>
          </p:cNvSpPr>
          <p:nvPr/>
        </p:nvSpPr>
        <p:spPr>
          <a:xfrm xmlns:a="http://schemas.openxmlformats.org/drawingml/2006/main">
            <a:off x="6057900" y="3724275"/>
            <a:ext cx="1514475" cy="9525"/>
          </a:xfrm>
          <a:custGeom xmlns:a="http://schemas.openxmlformats.org/drawingml/2006/main">
            <a:pathLst>
              <a:path w="1514475" h="9525">
                <a:moveTo>
                  <a:pt x="0" y="0"/>
                </a:moveTo>
                <a:lnTo>
                  <a:pt x="1514475" y="0"/>
                </a:lnTo>
              </a:path>
            </a:pathLst>
          </a:custGeom>
          <a:noFill xmlns:a="http://schemas.openxmlformats.org/drawingml/2006/main"/>
          <a:ln xmlns:a="http://schemas.openxmlformats.org/drawingml/2006/main" w="22860">
            <a:solidFill>
              <a:srgbClr val="231F20"/>
            </a:solidFill>
          </a:ln>
        </p:spPr>
      </p:sp>
      <p:sp>
        <p:nvSpPr>
          <p:cNvPr id="181" name="wire-760">
            <a:extLst xmlns:a="http://schemas.openxmlformats.org/drawingml/2006/main">
              <a:ext uri="{FF2B5EF4-FFF2-40B4-BE49-F238E27FC236}">
                <a16:creationId xmlns:a16="http://schemas.microsoft.com/office/drawing/2014/main" id="{30A9DFAD-8A70-4B63-A640-DE63116D3D9D}"/>
              </a:ext>
            </a:extLst>
          </p:cNvPr>
          <p:cNvSpPr>
            <a:spLocks xmlns:a="http://schemas.openxmlformats.org/drawingml/2006/main" noGrp="1"/>
          </p:cNvSpPr>
          <p:nvPr/>
        </p:nvSpPr>
        <p:spPr>
          <a:xfrm xmlns:a="http://schemas.openxmlformats.org/drawingml/2006/main">
            <a:off x="7572375" y="372427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22860">
            <a:solidFill>
              <a:srgbClr val="231F20"/>
            </a:solidFill>
          </a:ln>
        </p:spPr>
      </p:sp>
      <p:sp>
        <p:nvSpPr>
          <p:cNvPr id="182" name="wire-761">
            <a:extLst xmlns:a="http://schemas.openxmlformats.org/drawingml/2006/main">
              <a:ext uri="{FF2B5EF4-FFF2-40B4-BE49-F238E27FC236}">
                <a16:creationId xmlns:a16="http://schemas.microsoft.com/office/drawing/2014/main" id="{03072C6F-0F59-424C-B5FE-E145C9C465CD}"/>
              </a:ext>
            </a:extLst>
          </p:cNvPr>
          <p:cNvSpPr>
            <a:spLocks xmlns:a="http://schemas.openxmlformats.org/drawingml/2006/main" noGrp="1"/>
          </p:cNvSpPr>
          <p:nvPr/>
        </p:nvSpPr>
        <p:spPr>
          <a:xfrm xmlns:a="http://schemas.openxmlformats.org/drawingml/2006/main">
            <a:off x="7905750" y="3724275"/>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22860">
            <a:solidFill>
              <a:srgbClr val="231F20"/>
            </a:solidFill>
          </a:ln>
        </p:spPr>
      </p:sp>
      <p:sp>
        <p:nvSpPr>
          <p:cNvPr id="183" name="wire-762">
            <a:extLst xmlns:a="http://schemas.openxmlformats.org/drawingml/2006/main">
              <a:ext uri="{FF2B5EF4-FFF2-40B4-BE49-F238E27FC236}">
                <a16:creationId xmlns:a16="http://schemas.microsoft.com/office/drawing/2014/main" id="{E3AE63D0-3851-43B4-9E98-C71617C29F49}"/>
              </a:ext>
            </a:extLst>
          </p:cNvPr>
          <p:cNvSpPr>
            <a:spLocks xmlns:a="http://schemas.openxmlformats.org/drawingml/2006/main" noGrp="1"/>
          </p:cNvSpPr>
          <p:nvPr/>
        </p:nvSpPr>
        <p:spPr>
          <a:xfrm xmlns:a="http://schemas.openxmlformats.org/drawingml/2006/main">
            <a:off x="7905750" y="409575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2860">
            <a:solidFill>
              <a:srgbClr val="231F20"/>
            </a:solidFill>
          </a:ln>
        </p:spPr>
      </p:sp>
      <p:sp>
        <p:nvSpPr>
          <p:cNvPr id="184" name="circuit-763">
            <a:extLst xmlns:a="http://schemas.openxmlformats.org/drawingml/2006/main">
              <a:ext uri="{FF2B5EF4-FFF2-40B4-BE49-F238E27FC236}">
                <a16:creationId xmlns:a16="http://schemas.microsoft.com/office/drawing/2014/main" id="{C8030722-65B5-434E-9CF1-6ACA99BFD6C8}"/>
              </a:ext>
            </a:extLst>
          </p:cNvPr>
          <p:cNvSpPr>
            <a:spLocks xmlns:a="http://schemas.openxmlformats.org/drawingml/2006/main" noGrp="1"/>
          </p:cNvSpPr>
          <p:nvPr/>
        </p:nvSpPr>
        <p:spPr>
          <a:xfrm xmlns:a="http://schemas.openxmlformats.org/drawingml/2006/main">
            <a:off x="7905750" y="40576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85" name="block-764">
            <a:extLst xmlns:a="http://schemas.openxmlformats.org/drawingml/2006/main">
              <a:ext uri="{FF2B5EF4-FFF2-40B4-BE49-F238E27FC236}">
                <a16:creationId xmlns:a16="http://schemas.microsoft.com/office/drawing/2014/main" id="{893F36E0-7016-4082-B33D-101C13BC40FA}"/>
              </a:ext>
            </a:extLst>
          </p:cNvPr>
          <p:cNvSpPr>
            <a:spLocks xmlns:a="http://schemas.openxmlformats.org/drawingml/2006/main" noGrp="1"/>
          </p:cNvSpPr>
          <p:nvPr/>
        </p:nvSpPr>
        <p:spPr>
          <a:xfrm xmlns:a="http://schemas.openxmlformats.org/drawingml/2006/main">
            <a:off x="6191250" y="3800475"/>
            <a:ext cx="1143000" cy="3048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86" name="text-765">
            <a:extLst xmlns:a="http://schemas.openxmlformats.org/drawingml/2006/main">
              <a:ext uri="{FF2B5EF4-FFF2-40B4-BE49-F238E27FC236}">
                <a16:creationId xmlns:a16="http://schemas.microsoft.com/office/drawing/2014/main" id="{C9FC1CDA-9F84-46AA-9E2E-FCD1C3E62DDE}"/>
              </a:ext>
            </a:extLst>
          </p:cNvPr>
          <p:cNvSpPr>
            <a:spLocks xmlns:a="http://schemas.openxmlformats.org/drawingml/2006/main" noGrp="1"/>
          </p:cNvSpPr>
          <p:nvPr/>
        </p:nvSpPr>
        <p:spPr>
          <a:xfrm xmlns:a="http://schemas.openxmlformats.org/drawingml/2006/main">
            <a:off x="6267450" y="3857625"/>
            <a:ext cx="990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1">
                <a:solidFill>
                  <a:srgbClr val="231F20"/>
                </a:solidFill>
                <a:latin typeface="Arial"/>
                <a:ea typeface="Arial"/>
                <a:cs typeface="Arial"/>
              </a:defRPr>
            </a:defPPr>
            <a:lvl1pPr algn="ctr">
              <a:defRPr sz="1350" b="1">
                <a:solidFill>
                  <a:srgbClr val="231F20"/>
                </a:solidFill>
                <a:latin typeface="Arial"/>
                <a:ea typeface="Arial"/>
                <a:cs typeface="Arial"/>
              </a:defRPr>
            </a:lvl1pPr>
            <a:lvl2pPr algn="ctr">
              <a:defRPr sz="1350" b="1">
                <a:solidFill>
                  <a:srgbClr val="231F20"/>
                </a:solidFill>
                <a:latin typeface="Arial"/>
                <a:ea typeface="Arial"/>
                <a:cs typeface="Arial"/>
              </a:defRPr>
            </a:lvl2pPr>
            <a:lvl3pPr algn="ctr">
              <a:defRPr sz="1350" b="1">
                <a:solidFill>
                  <a:srgbClr val="231F20"/>
                </a:solidFill>
                <a:latin typeface="Arial"/>
                <a:ea typeface="Arial"/>
                <a:cs typeface="Arial"/>
              </a:defRPr>
            </a:lvl3pPr>
            <a:lvl4pPr algn="ctr">
              <a:defRPr sz="1350" b="1">
                <a:solidFill>
                  <a:srgbClr val="231F20"/>
                </a:solidFill>
                <a:latin typeface="Arial"/>
                <a:ea typeface="Arial"/>
                <a:cs typeface="Arial"/>
              </a:defRPr>
            </a:lvl4pPr>
            <a:lvl5pPr algn="ctr">
              <a:defRPr sz="1350" b="1">
                <a:solidFill>
                  <a:srgbClr val="231F20"/>
                </a:solidFill>
                <a:latin typeface="Arial"/>
                <a:ea typeface="Arial"/>
                <a:cs typeface="Arial"/>
              </a:defRPr>
            </a:lvl5pPr>
            <a:lvl6pPr algn="ctr">
              <a:defRPr sz="1350" b="1">
                <a:solidFill>
                  <a:srgbClr val="231F20"/>
                </a:solidFill>
                <a:latin typeface="Arial"/>
                <a:ea typeface="Arial"/>
                <a:cs typeface="Arial"/>
              </a:defRPr>
            </a:lvl6pPr>
            <a:lvl7pPr algn="ctr">
              <a:defRPr sz="1350" b="1">
                <a:solidFill>
                  <a:srgbClr val="231F20"/>
                </a:solidFill>
                <a:latin typeface="Arial"/>
                <a:ea typeface="Arial"/>
                <a:cs typeface="Arial"/>
              </a:defRPr>
            </a:lvl7pPr>
            <a:lvl8pPr algn="ctr">
              <a:defRPr sz="1350" b="1">
                <a:solidFill>
                  <a:srgbClr val="231F20"/>
                </a:solidFill>
                <a:latin typeface="Arial"/>
                <a:ea typeface="Arial"/>
                <a:cs typeface="Arial"/>
              </a:defRPr>
            </a:lvl8pPr>
            <a:lvl9pPr algn="ctr">
              <a:defRPr sz="1350" b="1">
                <a:solidFill>
                  <a:srgbClr val="231F20"/>
                </a:solidFill>
                <a:latin typeface="Arial"/>
                <a:ea typeface="Arial"/>
                <a:cs typeface="Arial"/>
              </a:defRPr>
            </a:lvl9pPr>
          </a:lstStyle>
          <a:p xmlns:a="http://schemas.openxmlformats.org/drawingml/2006/main">
            <a:pPr algn="ctr">
              <a:defRPr sz="1350" b="1">
                <a:solidFill>
                  <a:srgbClr val="231F20"/>
                </a:solidFill>
                <a:latin typeface="Arial"/>
                <a:ea typeface="Arial"/>
                <a:cs typeface="Arial"/>
              </a:defRPr>
            </a:pPr>
            <a:r>
              <a:rPr sz="1350" b="1">
                <a:solidFill>
                  <a:srgbClr val="231F20"/>
                </a:solidFill>
                <a:latin typeface="Arial"/>
                <a:ea typeface="Arial"/>
                <a:cs typeface="Arial"/>
              </a:rPr>
              <a:t>dMMU</a:t>
            </a:r>
          </a:p>
        </p:txBody>
      </p:sp>
      <p:sp>
        <p:nvSpPr>
          <p:cNvPr id="187" name="block-766">
            <a:extLst xmlns:a="http://schemas.openxmlformats.org/drawingml/2006/main">
              <a:ext uri="{FF2B5EF4-FFF2-40B4-BE49-F238E27FC236}">
                <a16:creationId xmlns:a16="http://schemas.microsoft.com/office/drawing/2014/main" id="{5DB005B5-9C5A-480A-A054-F2C43D135954}"/>
              </a:ext>
            </a:extLst>
          </p:cNvPr>
          <p:cNvSpPr>
            <a:spLocks xmlns:a="http://schemas.openxmlformats.org/drawingml/2006/main" noGrp="1"/>
          </p:cNvSpPr>
          <p:nvPr/>
        </p:nvSpPr>
        <p:spPr>
          <a:xfrm xmlns:a="http://schemas.openxmlformats.org/drawingml/2006/main">
            <a:off x="6191250" y="4343400"/>
            <a:ext cx="4953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88" name="text-767">
            <a:extLst xmlns:a="http://schemas.openxmlformats.org/drawingml/2006/main">
              <a:ext uri="{FF2B5EF4-FFF2-40B4-BE49-F238E27FC236}">
                <a16:creationId xmlns:a16="http://schemas.microsoft.com/office/drawing/2014/main" id="{71D8E888-E76B-4299-BB2F-4F7A1C420D24}"/>
              </a:ext>
            </a:extLst>
          </p:cNvPr>
          <p:cNvSpPr>
            <a:spLocks xmlns:a="http://schemas.openxmlformats.org/drawingml/2006/main" noGrp="1"/>
          </p:cNvSpPr>
          <p:nvPr/>
        </p:nvSpPr>
        <p:spPr>
          <a:xfrm xmlns:a="http://schemas.openxmlformats.org/drawingml/2006/main">
            <a:off x="6267450" y="4400550"/>
            <a:ext cx="342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425" b="1">
                <a:solidFill>
                  <a:srgbClr val="231F20"/>
                </a:solidFill>
                <a:latin typeface="Arial"/>
                <a:ea typeface="Arial"/>
                <a:cs typeface="Arial"/>
              </a:defRPr>
            </a:defPPr>
            <a:lvl1pPr algn="ctr">
              <a:defRPr sz="1425" b="1">
                <a:solidFill>
                  <a:srgbClr val="231F20"/>
                </a:solidFill>
                <a:latin typeface="Arial"/>
                <a:ea typeface="Arial"/>
                <a:cs typeface="Arial"/>
              </a:defRPr>
            </a:lvl1pPr>
            <a:lvl2pPr algn="ctr">
              <a:defRPr sz="1425" b="1">
                <a:solidFill>
                  <a:srgbClr val="231F20"/>
                </a:solidFill>
                <a:latin typeface="Arial"/>
                <a:ea typeface="Arial"/>
                <a:cs typeface="Arial"/>
              </a:defRPr>
            </a:lvl2pPr>
            <a:lvl3pPr algn="ctr">
              <a:defRPr sz="1425" b="1">
                <a:solidFill>
                  <a:srgbClr val="231F20"/>
                </a:solidFill>
                <a:latin typeface="Arial"/>
                <a:ea typeface="Arial"/>
                <a:cs typeface="Arial"/>
              </a:defRPr>
            </a:lvl3pPr>
            <a:lvl4pPr algn="ctr">
              <a:defRPr sz="1425" b="1">
                <a:solidFill>
                  <a:srgbClr val="231F20"/>
                </a:solidFill>
                <a:latin typeface="Arial"/>
                <a:ea typeface="Arial"/>
                <a:cs typeface="Arial"/>
              </a:defRPr>
            </a:lvl4pPr>
            <a:lvl5pPr algn="ctr">
              <a:defRPr sz="1425" b="1">
                <a:solidFill>
                  <a:srgbClr val="231F20"/>
                </a:solidFill>
                <a:latin typeface="Arial"/>
                <a:ea typeface="Arial"/>
                <a:cs typeface="Arial"/>
              </a:defRPr>
            </a:lvl5pPr>
            <a:lvl6pPr algn="ctr">
              <a:defRPr sz="1425" b="1">
                <a:solidFill>
                  <a:srgbClr val="231F20"/>
                </a:solidFill>
                <a:latin typeface="Arial"/>
                <a:ea typeface="Arial"/>
                <a:cs typeface="Arial"/>
              </a:defRPr>
            </a:lvl6pPr>
            <a:lvl7pPr algn="ctr">
              <a:defRPr sz="1425" b="1">
                <a:solidFill>
                  <a:srgbClr val="231F20"/>
                </a:solidFill>
                <a:latin typeface="Arial"/>
                <a:ea typeface="Arial"/>
                <a:cs typeface="Arial"/>
              </a:defRPr>
            </a:lvl7pPr>
            <a:lvl8pPr algn="ctr">
              <a:defRPr sz="1425" b="1">
                <a:solidFill>
                  <a:srgbClr val="231F20"/>
                </a:solidFill>
                <a:latin typeface="Arial"/>
                <a:ea typeface="Arial"/>
                <a:cs typeface="Arial"/>
              </a:defRPr>
            </a:lvl8pPr>
            <a:lvl9pPr algn="ctr">
              <a:defRPr sz="1425" b="1">
                <a:solidFill>
                  <a:srgbClr val="231F20"/>
                </a:solidFill>
                <a:latin typeface="Arial"/>
                <a:ea typeface="Arial"/>
                <a:cs typeface="Arial"/>
              </a:defRPr>
            </a:lvl9pPr>
          </a:lstStyle>
          <a:p xmlns:a="http://schemas.openxmlformats.org/drawingml/2006/main">
            <a:pPr algn="ctr">
              <a:defRPr sz="1425" b="1">
                <a:solidFill>
                  <a:srgbClr val="231F20"/>
                </a:solidFill>
                <a:latin typeface="Arial"/>
                <a:ea typeface="Arial"/>
                <a:cs typeface="Arial"/>
              </a:defRPr>
            </a:pPr>
            <a:r>
              <a:rPr sz="1425" b="1">
                <a:solidFill>
                  <a:srgbClr val="231F20"/>
                </a:solidFill>
                <a:latin typeface="Arial"/>
                <a:ea typeface="Arial"/>
                <a:cs typeface="Arial"/>
              </a:rPr>
              <a:t>D$</a:t>
            </a:r>
          </a:p>
        </p:txBody>
      </p:sp>
      <p:sp>
        <p:nvSpPr>
          <p:cNvPr id="189" name="block-768">
            <a:extLst xmlns:a="http://schemas.openxmlformats.org/drawingml/2006/main">
              <a:ext uri="{FF2B5EF4-FFF2-40B4-BE49-F238E27FC236}">
                <a16:creationId xmlns:a16="http://schemas.microsoft.com/office/drawing/2014/main" id="{6E5F4AFE-C5A1-4F5B-AC7B-2F3DC48E2FFA}"/>
              </a:ext>
            </a:extLst>
          </p:cNvPr>
          <p:cNvSpPr>
            <a:spLocks xmlns:a="http://schemas.openxmlformats.org/drawingml/2006/main" noGrp="1"/>
          </p:cNvSpPr>
          <p:nvPr/>
        </p:nvSpPr>
        <p:spPr>
          <a:xfrm xmlns:a="http://schemas.openxmlformats.org/drawingml/2006/main">
            <a:off x="6191250" y="5210175"/>
            <a:ext cx="1143000" cy="3238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90" name="text-769">
            <a:extLst xmlns:a="http://schemas.openxmlformats.org/drawingml/2006/main">
              <a:ext uri="{FF2B5EF4-FFF2-40B4-BE49-F238E27FC236}">
                <a16:creationId xmlns:a16="http://schemas.microsoft.com/office/drawing/2014/main" id="{E43AAA14-5338-4167-87B5-9F840711A208}"/>
              </a:ext>
            </a:extLst>
          </p:cNvPr>
          <p:cNvSpPr>
            <a:spLocks xmlns:a="http://schemas.openxmlformats.org/drawingml/2006/main" noGrp="1"/>
          </p:cNvSpPr>
          <p:nvPr/>
        </p:nvSpPr>
        <p:spPr>
          <a:xfrm xmlns:a="http://schemas.openxmlformats.org/drawingml/2006/main">
            <a:off x="6267450" y="5267325"/>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1">
                <a:solidFill>
                  <a:srgbClr val="231F20"/>
                </a:solidFill>
                <a:latin typeface="Yu Gothic"/>
                <a:ea typeface="Yu Gothic"/>
                <a:cs typeface="Yu Gothic"/>
              </a:defRPr>
            </a:defPPr>
            <a:lvl1pPr algn="ctr">
              <a:defRPr sz="1275" b="1">
                <a:solidFill>
                  <a:srgbClr val="231F20"/>
                </a:solidFill>
                <a:latin typeface="Yu Gothic"/>
                <a:ea typeface="Yu Gothic"/>
                <a:cs typeface="Yu Gothic"/>
              </a:defRPr>
            </a:lvl1pPr>
            <a:lvl2pPr algn="ctr">
              <a:defRPr sz="1275" b="1">
                <a:solidFill>
                  <a:srgbClr val="231F20"/>
                </a:solidFill>
                <a:latin typeface="Yu Gothic"/>
                <a:ea typeface="Yu Gothic"/>
                <a:cs typeface="Yu Gothic"/>
              </a:defRPr>
            </a:lvl2pPr>
            <a:lvl3pPr algn="ctr">
              <a:defRPr sz="1275" b="1">
                <a:solidFill>
                  <a:srgbClr val="231F20"/>
                </a:solidFill>
                <a:latin typeface="Yu Gothic"/>
                <a:ea typeface="Yu Gothic"/>
                <a:cs typeface="Yu Gothic"/>
              </a:defRPr>
            </a:lvl3pPr>
            <a:lvl4pPr algn="ctr">
              <a:defRPr sz="1275" b="1">
                <a:solidFill>
                  <a:srgbClr val="231F20"/>
                </a:solidFill>
                <a:latin typeface="Yu Gothic"/>
                <a:ea typeface="Yu Gothic"/>
                <a:cs typeface="Yu Gothic"/>
              </a:defRPr>
            </a:lvl4pPr>
            <a:lvl5pPr algn="ctr">
              <a:defRPr sz="1275" b="1">
                <a:solidFill>
                  <a:srgbClr val="231F20"/>
                </a:solidFill>
                <a:latin typeface="Yu Gothic"/>
                <a:ea typeface="Yu Gothic"/>
                <a:cs typeface="Yu Gothic"/>
              </a:defRPr>
            </a:lvl5pPr>
            <a:lvl6pPr algn="ctr">
              <a:defRPr sz="1275" b="1">
                <a:solidFill>
                  <a:srgbClr val="231F20"/>
                </a:solidFill>
                <a:latin typeface="Yu Gothic"/>
                <a:ea typeface="Yu Gothic"/>
                <a:cs typeface="Yu Gothic"/>
              </a:defRPr>
            </a:lvl6pPr>
            <a:lvl7pPr algn="ctr">
              <a:defRPr sz="1275" b="1">
                <a:solidFill>
                  <a:srgbClr val="231F20"/>
                </a:solidFill>
                <a:latin typeface="Yu Gothic"/>
                <a:ea typeface="Yu Gothic"/>
                <a:cs typeface="Yu Gothic"/>
              </a:defRPr>
            </a:lvl7pPr>
            <a:lvl8pPr algn="ctr">
              <a:defRPr sz="1275" b="1">
                <a:solidFill>
                  <a:srgbClr val="231F20"/>
                </a:solidFill>
                <a:latin typeface="Yu Gothic"/>
                <a:ea typeface="Yu Gothic"/>
                <a:cs typeface="Yu Gothic"/>
              </a:defRPr>
            </a:lvl8pPr>
            <a:lvl9pPr algn="ctr">
              <a:defRPr sz="1275" b="1">
                <a:solidFill>
                  <a:srgbClr val="231F20"/>
                </a:solidFill>
                <a:latin typeface="Yu Gothic"/>
                <a:ea typeface="Yu Gothic"/>
                <a:cs typeface="Yu Gothic"/>
              </a:defRPr>
            </a:lvl9pPr>
          </a:lstStyle>
          <a:p xmlns:a="http://schemas.openxmlformats.org/drawingml/2006/main">
            <a:pPr algn="ctr">
              <a:defRPr sz="1275" b="1">
                <a:solidFill>
                  <a:srgbClr val="231F20"/>
                </a:solidFill>
                <a:latin typeface="Yu Gothic"/>
                <a:ea typeface="Yu Gothic"/>
                <a:cs typeface="Yu Gothic"/>
              </a:defRPr>
            </a:pPr>
            <a:r>
              <a:rPr sz="1275" b="1">
                <a:solidFill>
                  <a:srgbClr val="231F20"/>
                </a:solidFill>
                <a:latin typeface="Yu Gothic"/>
                <a:ea typeface="Yu Gothic"/>
                <a:cs typeface="Yu Gothic"/>
              </a:rPr>
              <a:t>バス接続</a:t>
            </a:r>
          </a:p>
        </p:txBody>
      </p:sp>
      <p:sp>
        <p:nvSpPr>
          <p:cNvPr id="191" name="wire-770">
            <a:extLst xmlns:a="http://schemas.openxmlformats.org/drawingml/2006/main">
              <a:ext uri="{FF2B5EF4-FFF2-40B4-BE49-F238E27FC236}">
                <a16:creationId xmlns:a16="http://schemas.microsoft.com/office/drawing/2014/main" id="{6CDB0C8E-2EDC-46BF-A616-8A818C5B2DFF}"/>
              </a:ext>
            </a:extLst>
          </p:cNvPr>
          <p:cNvSpPr>
            <a:spLocks xmlns:a="http://schemas.openxmlformats.org/drawingml/2006/main" noGrp="1"/>
          </p:cNvSpPr>
          <p:nvPr/>
        </p:nvSpPr>
        <p:spPr>
          <a:xfrm xmlns:a="http://schemas.openxmlformats.org/drawingml/2006/main">
            <a:off x="6762750" y="4105275"/>
            <a:ext cx="9525" cy="76200"/>
          </a:xfrm>
          <a:custGeom xmlns:a="http://schemas.openxmlformats.org/drawingml/2006/main">
            <a:pathLst>
              <a:path w="9525" h="76200">
                <a:moveTo>
                  <a:pt x="0" y="0"/>
                </a:moveTo>
                <a:lnTo>
                  <a:pt x="0" y="76200"/>
                </a:lnTo>
              </a:path>
            </a:pathLst>
          </a:custGeom>
          <a:noFill xmlns:a="http://schemas.openxmlformats.org/drawingml/2006/main"/>
          <a:ln xmlns:a="http://schemas.openxmlformats.org/drawingml/2006/main" w="22860">
            <a:solidFill>
              <a:srgbClr val="231F20"/>
            </a:solidFill>
          </a:ln>
        </p:spPr>
      </p:sp>
      <p:sp>
        <p:nvSpPr>
          <p:cNvPr id="192" name="wire-771">
            <a:extLst xmlns:a="http://schemas.openxmlformats.org/drawingml/2006/main">
              <a:ext uri="{FF2B5EF4-FFF2-40B4-BE49-F238E27FC236}">
                <a16:creationId xmlns:a16="http://schemas.microsoft.com/office/drawing/2014/main" id="{EAC819CA-A386-4CFB-BD18-2029CE860A56}"/>
              </a:ext>
            </a:extLst>
          </p:cNvPr>
          <p:cNvSpPr>
            <a:spLocks xmlns:a="http://schemas.openxmlformats.org/drawingml/2006/main" noGrp="1"/>
          </p:cNvSpPr>
          <p:nvPr/>
        </p:nvSpPr>
        <p:spPr>
          <a:xfrm xmlns:a="http://schemas.openxmlformats.org/drawingml/2006/main">
            <a:off x="6438900" y="4181475"/>
            <a:ext cx="323850" cy="9525"/>
          </a:xfrm>
          <a:custGeom xmlns:a="http://schemas.openxmlformats.org/drawingml/2006/main">
            <a:pathLst>
              <a:path w="323850" h="9525">
                <a:moveTo>
                  <a:pt x="323850" y="0"/>
                </a:moveTo>
                <a:lnTo>
                  <a:pt x="0" y="0"/>
                </a:lnTo>
              </a:path>
            </a:pathLst>
          </a:custGeom>
          <a:noFill xmlns:a="http://schemas.openxmlformats.org/drawingml/2006/main"/>
          <a:ln xmlns:a="http://schemas.openxmlformats.org/drawingml/2006/main" w="22860">
            <a:solidFill>
              <a:srgbClr val="231F20"/>
            </a:solidFill>
          </a:ln>
        </p:spPr>
      </p:sp>
      <p:sp>
        <p:nvSpPr>
          <p:cNvPr id="193" name="wire-772">
            <a:extLst xmlns:a="http://schemas.openxmlformats.org/drawingml/2006/main">
              <a:ext uri="{FF2B5EF4-FFF2-40B4-BE49-F238E27FC236}">
                <a16:creationId xmlns:a16="http://schemas.microsoft.com/office/drawing/2014/main" id="{1B017095-FE5C-4CDF-B255-0326643D459F}"/>
              </a:ext>
            </a:extLst>
          </p:cNvPr>
          <p:cNvSpPr>
            <a:spLocks xmlns:a="http://schemas.openxmlformats.org/drawingml/2006/main" noGrp="1"/>
          </p:cNvSpPr>
          <p:nvPr/>
        </p:nvSpPr>
        <p:spPr>
          <a:xfrm xmlns:a="http://schemas.openxmlformats.org/drawingml/2006/main">
            <a:off x="6438900" y="4181475"/>
            <a:ext cx="9525" cy="161925"/>
          </a:xfrm>
          <a:custGeom xmlns:a="http://schemas.openxmlformats.org/drawingml/2006/main">
            <a:pathLst>
              <a:path w="9525" h="161925">
                <a:moveTo>
                  <a:pt x="0" y="0"/>
                </a:moveTo>
                <a:lnTo>
                  <a:pt x="0" y="161925"/>
                </a:lnTo>
              </a:path>
            </a:pathLst>
          </a:custGeom>
          <a:noFill xmlns:a="http://schemas.openxmlformats.org/drawingml/2006/main"/>
          <a:ln xmlns:a="http://schemas.openxmlformats.org/drawingml/2006/main" w="22860">
            <a:solidFill>
              <a:srgbClr val="231F20"/>
            </a:solidFill>
          </a:ln>
        </p:spPr>
      </p:sp>
      <p:sp>
        <p:nvSpPr>
          <p:cNvPr id="194" name="circuit-773">
            <a:extLst xmlns:a="http://schemas.openxmlformats.org/drawingml/2006/main">
              <a:ext uri="{FF2B5EF4-FFF2-40B4-BE49-F238E27FC236}">
                <a16:creationId xmlns:a16="http://schemas.microsoft.com/office/drawing/2014/main" id="{C050BC4F-0E0D-4722-9059-F718B2DF0A25}"/>
              </a:ext>
            </a:extLst>
          </p:cNvPr>
          <p:cNvSpPr>
            <a:spLocks xmlns:a="http://schemas.openxmlformats.org/drawingml/2006/main" noGrp="1"/>
          </p:cNvSpPr>
          <p:nvPr/>
        </p:nvSpPr>
        <p:spPr>
          <a:xfrm xmlns:a="http://schemas.openxmlformats.org/drawingml/2006/main">
            <a:off x="6400800" y="424815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195" name="wire-774">
            <a:extLst xmlns:a="http://schemas.openxmlformats.org/drawingml/2006/main">
              <a:ext uri="{FF2B5EF4-FFF2-40B4-BE49-F238E27FC236}">
                <a16:creationId xmlns:a16="http://schemas.microsoft.com/office/drawing/2014/main" id="{9112D4D9-727B-4132-B190-4B5AA7B1CA04}"/>
              </a:ext>
            </a:extLst>
          </p:cNvPr>
          <p:cNvSpPr>
            <a:spLocks xmlns:a="http://schemas.openxmlformats.org/drawingml/2006/main" noGrp="1"/>
          </p:cNvSpPr>
          <p:nvPr/>
        </p:nvSpPr>
        <p:spPr>
          <a:xfrm xmlns:a="http://schemas.openxmlformats.org/drawingml/2006/main">
            <a:off x="6762750" y="4181475"/>
            <a:ext cx="676275" cy="9525"/>
          </a:xfrm>
          <a:custGeom xmlns:a="http://schemas.openxmlformats.org/drawingml/2006/main">
            <a:pathLst>
              <a:path w="676275" h="9525">
                <a:moveTo>
                  <a:pt x="0" y="0"/>
                </a:moveTo>
                <a:lnTo>
                  <a:pt x="676275" y="0"/>
                </a:lnTo>
              </a:path>
            </a:pathLst>
          </a:custGeom>
          <a:noFill xmlns:a="http://schemas.openxmlformats.org/drawingml/2006/main"/>
          <a:ln xmlns:a="http://schemas.openxmlformats.org/drawingml/2006/main" w="22860">
            <a:solidFill>
              <a:srgbClr val="231F20"/>
            </a:solidFill>
          </a:ln>
        </p:spPr>
      </p:sp>
      <p:sp>
        <p:nvSpPr>
          <p:cNvPr id="196" name="wire-775">
            <a:extLst xmlns:a="http://schemas.openxmlformats.org/drawingml/2006/main">
              <a:ext uri="{FF2B5EF4-FFF2-40B4-BE49-F238E27FC236}">
                <a16:creationId xmlns:a16="http://schemas.microsoft.com/office/drawing/2014/main" id="{829422B2-B51E-41B8-AC19-8B07D93851A8}"/>
              </a:ext>
            </a:extLst>
          </p:cNvPr>
          <p:cNvSpPr>
            <a:spLocks xmlns:a="http://schemas.openxmlformats.org/drawingml/2006/main" noGrp="1"/>
          </p:cNvSpPr>
          <p:nvPr/>
        </p:nvSpPr>
        <p:spPr>
          <a:xfrm xmlns:a="http://schemas.openxmlformats.org/drawingml/2006/main">
            <a:off x="7439025" y="4181475"/>
            <a:ext cx="9525" cy="1076325"/>
          </a:xfrm>
          <a:custGeom xmlns:a="http://schemas.openxmlformats.org/drawingml/2006/main">
            <a:pathLst>
              <a:path w="9525" h="1076325">
                <a:moveTo>
                  <a:pt x="0" y="0"/>
                </a:moveTo>
                <a:lnTo>
                  <a:pt x="0" y="1076325"/>
                </a:lnTo>
              </a:path>
            </a:pathLst>
          </a:custGeom>
          <a:noFill xmlns:a="http://schemas.openxmlformats.org/drawingml/2006/main"/>
          <a:ln xmlns:a="http://schemas.openxmlformats.org/drawingml/2006/main" w="22860">
            <a:solidFill>
              <a:srgbClr val="231F20"/>
            </a:solidFill>
          </a:ln>
        </p:spPr>
      </p:sp>
      <p:sp>
        <p:nvSpPr>
          <p:cNvPr id="197" name="wire-776">
            <a:extLst xmlns:a="http://schemas.openxmlformats.org/drawingml/2006/main">
              <a:ext uri="{FF2B5EF4-FFF2-40B4-BE49-F238E27FC236}">
                <a16:creationId xmlns:a16="http://schemas.microsoft.com/office/drawing/2014/main" id="{086E442F-82CD-464A-860C-4846D6F9D218}"/>
              </a:ext>
            </a:extLst>
          </p:cNvPr>
          <p:cNvSpPr>
            <a:spLocks xmlns:a="http://schemas.openxmlformats.org/drawingml/2006/main" noGrp="1"/>
          </p:cNvSpPr>
          <p:nvPr/>
        </p:nvSpPr>
        <p:spPr>
          <a:xfrm xmlns:a="http://schemas.openxmlformats.org/drawingml/2006/main">
            <a:off x="7334250" y="5257800"/>
            <a:ext cx="104775" cy="9525"/>
          </a:xfrm>
          <a:custGeom xmlns:a="http://schemas.openxmlformats.org/drawingml/2006/main">
            <a:pathLst>
              <a:path w="104775" h="9525">
                <a:moveTo>
                  <a:pt x="104775" y="0"/>
                </a:moveTo>
                <a:lnTo>
                  <a:pt x="0" y="0"/>
                </a:lnTo>
              </a:path>
            </a:pathLst>
          </a:custGeom>
          <a:noFill xmlns:a="http://schemas.openxmlformats.org/drawingml/2006/main"/>
          <a:ln xmlns:a="http://schemas.openxmlformats.org/drawingml/2006/main" w="22860">
            <a:solidFill>
              <a:srgbClr val="231F20"/>
            </a:solidFill>
          </a:ln>
        </p:spPr>
      </p:sp>
      <p:sp>
        <p:nvSpPr>
          <p:cNvPr id="198" name="circuit-777">
            <a:extLst xmlns:a="http://schemas.openxmlformats.org/drawingml/2006/main">
              <a:ext uri="{FF2B5EF4-FFF2-40B4-BE49-F238E27FC236}">
                <a16:creationId xmlns:a16="http://schemas.microsoft.com/office/drawing/2014/main" id="{1BEC2BF5-57C0-4507-A74C-7F24323DDA83}"/>
              </a:ext>
            </a:extLst>
          </p:cNvPr>
          <p:cNvSpPr>
            <a:spLocks xmlns:a="http://schemas.openxmlformats.org/drawingml/2006/main" noGrp="1"/>
          </p:cNvSpPr>
          <p:nvPr/>
        </p:nvSpPr>
        <p:spPr>
          <a:xfrm xmlns:a="http://schemas.openxmlformats.org/drawingml/2006/main">
            <a:off x="7334250" y="5219700"/>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199" name="text-778">
            <a:extLst xmlns:a="http://schemas.openxmlformats.org/drawingml/2006/main">
              <a:ext uri="{FF2B5EF4-FFF2-40B4-BE49-F238E27FC236}">
                <a16:creationId xmlns:a16="http://schemas.microsoft.com/office/drawing/2014/main" id="{905B8745-BC42-41CF-AC0C-066859D3DFB3}"/>
              </a:ext>
            </a:extLst>
          </p:cNvPr>
          <p:cNvSpPr>
            <a:spLocks xmlns:a="http://schemas.openxmlformats.org/drawingml/2006/main" noGrp="1"/>
          </p:cNvSpPr>
          <p:nvPr/>
        </p:nvSpPr>
        <p:spPr>
          <a:xfrm xmlns:a="http://schemas.openxmlformats.org/drawingml/2006/main">
            <a:off x="6772275" y="4219575"/>
            <a:ext cx="561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050" b="0">
                <a:solidFill>
                  <a:srgbClr val="777777"/>
                </a:solidFill>
                <a:latin typeface="Arial"/>
                <a:ea typeface="Arial"/>
                <a:cs typeface="Arial"/>
              </a:defRPr>
            </a:defPPr>
            <a:lvl1pPr algn="ctr">
              <a:defRPr sz="1050" b="0">
                <a:solidFill>
                  <a:srgbClr val="777777"/>
                </a:solidFill>
                <a:latin typeface="Arial"/>
                <a:ea typeface="Arial"/>
                <a:cs typeface="Arial"/>
              </a:defRPr>
            </a:lvl1pPr>
            <a:lvl2pPr algn="ctr">
              <a:defRPr sz="1050" b="0">
                <a:solidFill>
                  <a:srgbClr val="777777"/>
                </a:solidFill>
                <a:latin typeface="Arial"/>
                <a:ea typeface="Arial"/>
                <a:cs typeface="Arial"/>
              </a:defRPr>
            </a:lvl2pPr>
            <a:lvl3pPr algn="ctr">
              <a:defRPr sz="1050" b="0">
                <a:solidFill>
                  <a:srgbClr val="777777"/>
                </a:solidFill>
                <a:latin typeface="Arial"/>
                <a:ea typeface="Arial"/>
                <a:cs typeface="Arial"/>
              </a:defRPr>
            </a:lvl3pPr>
            <a:lvl4pPr algn="ctr">
              <a:defRPr sz="1050" b="0">
                <a:solidFill>
                  <a:srgbClr val="777777"/>
                </a:solidFill>
                <a:latin typeface="Arial"/>
                <a:ea typeface="Arial"/>
                <a:cs typeface="Arial"/>
              </a:defRPr>
            </a:lvl4pPr>
            <a:lvl5pPr algn="ctr">
              <a:defRPr sz="1050" b="0">
                <a:solidFill>
                  <a:srgbClr val="777777"/>
                </a:solidFill>
                <a:latin typeface="Arial"/>
                <a:ea typeface="Arial"/>
                <a:cs typeface="Arial"/>
              </a:defRPr>
            </a:lvl5pPr>
            <a:lvl6pPr algn="ctr">
              <a:defRPr sz="1050" b="0">
                <a:solidFill>
                  <a:srgbClr val="777777"/>
                </a:solidFill>
                <a:latin typeface="Arial"/>
                <a:ea typeface="Arial"/>
                <a:cs typeface="Arial"/>
              </a:defRPr>
            </a:lvl6pPr>
            <a:lvl7pPr algn="ctr">
              <a:defRPr sz="1050" b="0">
                <a:solidFill>
                  <a:srgbClr val="777777"/>
                </a:solidFill>
                <a:latin typeface="Arial"/>
                <a:ea typeface="Arial"/>
                <a:cs typeface="Arial"/>
              </a:defRPr>
            </a:lvl7pPr>
            <a:lvl8pPr algn="ctr">
              <a:defRPr sz="1050" b="0">
                <a:solidFill>
                  <a:srgbClr val="777777"/>
                </a:solidFill>
                <a:latin typeface="Arial"/>
                <a:ea typeface="Arial"/>
                <a:cs typeface="Arial"/>
              </a:defRPr>
            </a:lvl8pPr>
            <a:lvl9pPr algn="ctr">
              <a:defRPr sz="1050" b="0">
                <a:solidFill>
                  <a:srgbClr val="777777"/>
                </a:solidFill>
                <a:latin typeface="Arial"/>
                <a:ea typeface="Arial"/>
                <a:cs typeface="Arial"/>
              </a:defRPr>
            </a:lvl9pPr>
          </a:lstStyle>
          <a:p xmlns:a="http://schemas.openxmlformats.org/drawingml/2006/main">
            <a:pPr algn="ctr">
              <a:defRPr sz="1050" b="0">
                <a:solidFill>
                  <a:srgbClr val="777777"/>
                </a:solidFill>
                <a:latin typeface="Arial"/>
                <a:ea typeface="Arial"/>
                <a:cs typeface="Arial"/>
              </a:defRPr>
            </a:pPr>
            <a:r>
              <a:rPr sz="1050" b="0">
                <a:solidFill>
                  <a:srgbClr val="777777"/>
                </a:solidFill>
                <a:latin typeface="Arial"/>
                <a:ea typeface="Arial"/>
                <a:cs typeface="Arial"/>
              </a:rPr>
              <a:t>MMIO</a:t>
            </a:r>
          </a:p>
        </p:txBody>
      </p:sp>
      <p:sp>
        <p:nvSpPr>
          <p:cNvPr id="200" name="junction-779">
            <a:extLst xmlns:a="http://schemas.openxmlformats.org/drawingml/2006/main">
              <a:ext uri="{FF2B5EF4-FFF2-40B4-BE49-F238E27FC236}">
                <a16:creationId xmlns:a16="http://schemas.microsoft.com/office/drawing/2014/main" id="{9C09DFB1-AD23-48BB-8CFA-3708BABE6B05}"/>
              </a:ext>
            </a:extLst>
          </p:cNvPr>
          <p:cNvSpPr>
            <a:spLocks xmlns:a="http://schemas.openxmlformats.org/drawingml/2006/main" noGrp="1"/>
          </p:cNvSpPr>
          <p:nvPr/>
        </p:nvSpPr>
        <p:spPr>
          <a:xfrm xmlns:a="http://schemas.openxmlformats.org/drawingml/2006/main">
            <a:off x="6736080" y="4154805"/>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201" name="wire-780">
            <a:extLst xmlns:a="http://schemas.openxmlformats.org/drawingml/2006/main">
              <a:ext uri="{FF2B5EF4-FFF2-40B4-BE49-F238E27FC236}">
                <a16:creationId xmlns:a16="http://schemas.microsoft.com/office/drawing/2014/main" id="{B81EC798-EC6B-4321-95CF-D37823834538}"/>
              </a:ext>
            </a:extLst>
          </p:cNvPr>
          <p:cNvSpPr>
            <a:spLocks xmlns:a="http://schemas.openxmlformats.org/drawingml/2006/main" noGrp="1"/>
          </p:cNvSpPr>
          <p:nvPr/>
        </p:nvSpPr>
        <p:spPr>
          <a:xfrm xmlns:a="http://schemas.openxmlformats.org/drawingml/2006/main">
            <a:off x="6438900" y="4714875"/>
            <a:ext cx="9525" cy="495300"/>
          </a:xfrm>
          <a:custGeom xmlns:a="http://schemas.openxmlformats.org/drawingml/2006/main">
            <a:pathLst>
              <a:path w="9525" h="495300">
                <a:moveTo>
                  <a:pt x="0" y="0"/>
                </a:moveTo>
                <a:lnTo>
                  <a:pt x="0" y="495300"/>
                </a:lnTo>
              </a:path>
            </a:pathLst>
          </a:custGeom>
          <a:noFill xmlns:a="http://schemas.openxmlformats.org/drawingml/2006/main"/>
          <a:ln xmlns:a="http://schemas.openxmlformats.org/drawingml/2006/main" w="22860">
            <a:solidFill>
              <a:srgbClr val="231F20"/>
            </a:solidFill>
          </a:ln>
        </p:spPr>
      </p:sp>
      <p:sp>
        <p:nvSpPr>
          <p:cNvPr id="202" name="circuit-781">
            <a:extLst xmlns:a="http://schemas.openxmlformats.org/drawingml/2006/main">
              <a:ext uri="{FF2B5EF4-FFF2-40B4-BE49-F238E27FC236}">
                <a16:creationId xmlns:a16="http://schemas.microsoft.com/office/drawing/2014/main" id="{2DD6FA7C-88EF-46A3-904A-D96224D5A659}"/>
              </a:ext>
            </a:extLst>
          </p:cNvPr>
          <p:cNvSpPr>
            <a:spLocks xmlns:a="http://schemas.openxmlformats.org/drawingml/2006/main" noGrp="1"/>
          </p:cNvSpPr>
          <p:nvPr/>
        </p:nvSpPr>
        <p:spPr>
          <a:xfrm xmlns:a="http://schemas.openxmlformats.org/drawingml/2006/main">
            <a:off x="6400800" y="51149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203" name="wire-782">
            <a:extLst xmlns:a="http://schemas.openxmlformats.org/drawingml/2006/main">
              <a:ext uri="{FF2B5EF4-FFF2-40B4-BE49-F238E27FC236}">
                <a16:creationId xmlns:a16="http://schemas.microsoft.com/office/drawing/2014/main" id="{AE06AC76-2375-4D59-AFBA-41D16356AC05}"/>
              </a:ext>
            </a:extLst>
          </p:cNvPr>
          <p:cNvSpPr>
            <a:spLocks xmlns:a="http://schemas.openxmlformats.org/drawingml/2006/main" noGrp="1"/>
          </p:cNvSpPr>
          <p:nvPr/>
        </p:nvSpPr>
        <p:spPr>
          <a:xfrm xmlns:a="http://schemas.openxmlformats.org/drawingml/2006/main">
            <a:off x="6438900" y="4714875"/>
            <a:ext cx="9525" cy="495300"/>
          </a:xfrm>
          <a:custGeom xmlns:a="http://schemas.openxmlformats.org/drawingml/2006/main">
            <a:pathLst>
              <a:path w="9525" h="495300">
                <a:moveTo>
                  <a:pt x="0" y="495300"/>
                </a:moveTo>
                <a:lnTo>
                  <a:pt x="0" y="0"/>
                </a:lnTo>
              </a:path>
            </a:pathLst>
          </a:custGeom>
          <a:noFill xmlns:a="http://schemas.openxmlformats.org/drawingml/2006/main"/>
          <a:ln xmlns:a="http://schemas.openxmlformats.org/drawingml/2006/main" w="22860">
            <a:solidFill>
              <a:srgbClr val="231F20"/>
            </a:solidFill>
          </a:ln>
        </p:spPr>
      </p:sp>
      <p:sp>
        <p:nvSpPr>
          <p:cNvPr id="204" name="circuit-783">
            <a:extLst xmlns:a="http://schemas.openxmlformats.org/drawingml/2006/main">
              <a:ext uri="{FF2B5EF4-FFF2-40B4-BE49-F238E27FC236}">
                <a16:creationId xmlns:a16="http://schemas.microsoft.com/office/drawing/2014/main" id="{93F21664-6D65-435A-8FB0-918D61D9D8E8}"/>
              </a:ext>
            </a:extLst>
          </p:cNvPr>
          <p:cNvSpPr>
            <a:spLocks xmlns:a="http://schemas.openxmlformats.org/drawingml/2006/main" noGrp="1"/>
          </p:cNvSpPr>
          <p:nvPr/>
        </p:nvSpPr>
        <p:spPr>
          <a:xfrm xmlns:a="http://schemas.openxmlformats.org/drawingml/2006/main">
            <a:off x="6400800" y="4714875"/>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205" name="circuit-784">
            <a:extLst xmlns:a="http://schemas.openxmlformats.org/drawingml/2006/main">
              <a:ext uri="{FF2B5EF4-FFF2-40B4-BE49-F238E27FC236}">
                <a16:creationId xmlns:a16="http://schemas.microsoft.com/office/drawing/2014/main" id="{F5ECBDB9-285C-40F7-A5A4-3E3A41F3120A}"/>
              </a:ext>
            </a:extLst>
          </p:cNvPr>
          <p:cNvSpPr>
            <a:spLocks xmlns:a="http://schemas.openxmlformats.org/drawingml/2006/main" noGrp="1"/>
          </p:cNvSpPr>
          <p:nvPr/>
        </p:nvSpPr>
        <p:spPr>
          <a:xfrm xmlns:a="http://schemas.openxmlformats.org/drawingml/2006/main">
            <a:off x="7153275" y="4638675"/>
            <a:ext cx="180975" cy="381000"/>
          </a:xfrm>
          <a:custGeom xmlns:a="http://schemas.openxmlformats.org/drawingml/2006/main">
            <a:pathLst>
              <a:path w="180975" h="381000">
                <a:moveTo>
                  <a:pt x="0" y="0"/>
                </a:moveTo>
                <a:lnTo>
                  <a:pt x="180975" y="57150"/>
                </a:lnTo>
                <a:lnTo>
                  <a:pt x="180975" y="323850"/>
                </a:lnTo>
                <a:lnTo>
                  <a:pt x="0" y="381000"/>
                </a:lnTo>
                <a:close/>
              </a:path>
            </a:pathLst>
          </a:custGeom>
          <a:solidFill xmlns:a="http://schemas.openxmlformats.org/drawingml/2006/main">
            <a:srgbClr val="FFFFFF"/>
          </a:solidFill>
          <a:ln xmlns:a="http://schemas.openxmlformats.org/drawingml/2006/main" w="14288">
            <a:solidFill>
              <a:srgbClr val="231F20"/>
            </a:solidFill>
          </a:ln>
        </p:spPr>
      </p:sp>
      <p:sp>
        <p:nvSpPr>
          <p:cNvPr id="206" name="wire-785">
            <a:extLst xmlns:a="http://schemas.openxmlformats.org/drawingml/2006/main">
              <a:ext uri="{FF2B5EF4-FFF2-40B4-BE49-F238E27FC236}">
                <a16:creationId xmlns:a16="http://schemas.microsoft.com/office/drawing/2014/main" id="{B2EC3AA3-143A-4F7A-820F-03B151A4F6F7}"/>
              </a:ext>
            </a:extLst>
          </p:cNvPr>
          <p:cNvSpPr>
            <a:spLocks xmlns:a="http://schemas.openxmlformats.org/drawingml/2006/main" noGrp="1"/>
          </p:cNvSpPr>
          <p:nvPr/>
        </p:nvSpPr>
        <p:spPr>
          <a:xfrm xmlns:a="http://schemas.openxmlformats.org/drawingml/2006/main">
            <a:off x="6686550" y="4524375"/>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22860">
            <a:solidFill>
              <a:srgbClr val="231F20"/>
            </a:solidFill>
          </a:ln>
        </p:spPr>
      </p:sp>
      <p:sp>
        <p:nvSpPr>
          <p:cNvPr id="207" name="wire-786">
            <a:extLst xmlns:a="http://schemas.openxmlformats.org/drawingml/2006/main">
              <a:ext uri="{FF2B5EF4-FFF2-40B4-BE49-F238E27FC236}">
                <a16:creationId xmlns:a16="http://schemas.microsoft.com/office/drawing/2014/main" id="{F21C05BD-A121-4F99-AEC4-6045C9196CC4}"/>
              </a:ext>
            </a:extLst>
          </p:cNvPr>
          <p:cNvSpPr>
            <a:spLocks xmlns:a="http://schemas.openxmlformats.org/drawingml/2006/main" noGrp="1"/>
          </p:cNvSpPr>
          <p:nvPr/>
        </p:nvSpPr>
        <p:spPr>
          <a:xfrm xmlns:a="http://schemas.openxmlformats.org/drawingml/2006/main">
            <a:off x="6991350" y="45243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22860">
            <a:solidFill>
              <a:srgbClr val="231F20"/>
            </a:solidFill>
          </a:ln>
        </p:spPr>
      </p:sp>
      <p:sp>
        <p:nvSpPr>
          <p:cNvPr id="208" name="wire-787">
            <a:extLst xmlns:a="http://schemas.openxmlformats.org/drawingml/2006/main">
              <a:ext uri="{FF2B5EF4-FFF2-40B4-BE49-F238E27FC236}">
                <a16:creationId xmlns:a16="http://schemas.microsoft.com/office/drawing/2014/main" id="{4D961461-9EA9-47DB-9E02-4C18F25E0918}"/>
              </a:ext>
            </a:extLst>
          </p:cNvPr>
          <p:cNvSpPr>
            <a:spLocks xmlns:a="http://schemas.openxmlformats.org/drawingml/2006/main" noGrp="1"/>
          </p:cNvSpPr>
          <p:nvPr/>
        </p:nvSpPr>
        <p:spPr>
          <a:xfrm xmlns:a="http://schemas.openxmlformats.org/drawingml/2006/main">
            <a:off x="6991350" y="47434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2860">
            <a:solidFill>
              <a:srgbClr val="231F20"/>
            </a:solidFill>
          </a:ln>
        </p:spPr>
      </p:sp>
      <p:sp>
        <p:nvSpPr>
          <p:cNvPr id="209" name="circuit-788">
            <a:extLst xmlns:a="http://schemas.openxmlformats.org/drawingml/2006/main">
              <a:ext uri="{FF2B5EF4-FFF2-40B4-BE49-F238E27FC236}">
                <a16:creationId xmlns:a16="http://schemas.microsoft.com/office/drawing/2014/main" id="{DF2A41E8-3C80-4B96-A1AD-8E10A4CEA37F}"/>
              </a:ext>
            </a:extLst>
          </p:cNvPr>
          <p:cNvSpPr>
            <a:spLocks xmlns:a="http://schemas.openxmlformats.org/drawingml/2006/main" noGrp="1"/>
          </p:cNvSpPr>
          <p:nvPr/>
        </p:nvSpPr>
        <p:spPr>
          <a:xfrm xmlns:a="http://schemas.openxmlformats.org/drawingml/2006/main">
            <a:off x="7058025" y="47053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10" name="wire-789">
            <a:extLst xmlns:a="http://schemas.openxmlformats.org/drawingml/2006/main">
              <a:ext uri="{FF2B5EF4-FFF2-40B4-BE49-F238E27FC236}">
                <a16:creationId xmlns:a16="http://schemas.microsoft.com/office/drawing/2014/main" id="{BA32FE86-0FF0-4029-AEDD-41BEDAED76B1}"/>
              </a:ext>
            </a:extLst>
          </p:cNvPr>
          <p:cNvSpPr>
            <a:spLocks xmlns:a="http://schemas.openxmlformats.org/drawingml/2006/main" noGrp="1"/>
          </p:cNvSpPr>
          <p:nvPr/>
        </p:nvSpPr>
        <p:spPr>
          <a:xfrm xmlns:a="http://schemas.openxmlformats.org/drawingml/2006/main">
            <a:off x="6934200" y="4914900"/>
            <a:ext cx="9525" cy="295275"/>
          </a:xfrm>
          <a:custGeom xmlns:a="http://schemas.openxmlformats.org/drawingml/2006/main">
            <a:pathLst>
              <a:path w="9525" h="295275">
                <a:moveTo>
                  <a:pt x="0" y="295275"/>
                </a:moveTo>
                <a:lnTo>
                  <a:pt x="0" y="0"/>
                </a:lnTo>
              </a:path>
            </a:pathLst>
          </a:custGeom>
          <a:noFill xmlns:a="http://schemas.openxmlformats.org/drawingml/2006/main"/>
          <a:ln xmlns:a="http://schemas.openxmlformats.org/drawingml/2006/main" w="22860">
            <a:solidFill>
              <a:srgbClr val="231F20"/>
            </a:solidFill>
          </a:ln>
        </p:spPr>
      </p:sp>
      <p:sp>
        <p:nvSpPr>
          <p:cNvPr id="211" name="wire-790">
            <a:extLst xmlns:a="http://schemas.openxmlformats.org/drawingml/2006/main">
              <a:ext uri="{FF2B5EF4-FFF2-40B4-BE49-F238E27FC236}">
                <a16:creationId xmlns:a16="http://schemas.microsoft.com/office/drawing/2014/main" id="{88F3F9EF-F5BD-45CF-B5C1-F74CFD221FDD}"/>
              </a:ext>
            </a:extLst>
          </p:cNvPr>
          <p:cNvSpPr>
            <a:spLocks xmlns:a="http://schemas.openxmlformats.org/drawingml/2006/main" noGrp="1"/>
          </p:cNvSpPr>
          <p:nvPr/>
        </p:nvSpPr>
        <p:spPr>
          <a:xfrm xmlns:a="http://schemas.openxmlformats.org/drawingml/2006/main">
            <a:off x="6934200" y="4914900"/>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22860">
            <a:solidFill>
              <a:srgbClr val="231F20"/>
            </a:solidFill>
          </a:ln>
        </p:spPr>
      </p:sp>
      <p:sp>
        <p:nvSpPr>
          <p:cNvPr id="212" name="circuit-791">
            <a:extLst xmlns:a="http://schemas.openxmlformats.org/drawingml/2006/main">
              <a:ext uri="{FF2B5EF4-FFF2-40B4-BE49-F238E27FC236}">
                <a16:creationId xmlns:a16="http://schemas.microsoft.com/office/drawing/2014/main" id="{C07629E7-15F4-468C-AAFE-AC8A13795A70}"/>
              </a:ext>
            </a:extLst>
          </p:cNvPr>
          <p:cNvSpPr>
            <a:spLocks xmlns:a="http://schemas.openxmlformats.org/drawingml/2006/main" noGrp="1"/>
          </p:cNvSpPr>
          <p:nvPr/>
        </p:nvSpPr>
        <p:spPr>
          <a:xfrm xmlns:a="http://schemas.openxmlformats.org/drawingml/2006/main">
            <a:off x="7058025" y="487680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13" name="wire-792">
            <a:extLst xmlns:a="http://schemas.openxmlformats.org/drawingml/2006/main">
              <a:ext uri="{FF2B5EF4-FFF2-40B4-BE49-F238E27FC236}">
                <a16:creationId xmlns:a16="http://schemas.microsoft.com/office/drawing/2014/main" id="{00C69BF7-CE77-4265-8BF0-DBA141E5A03C}"/>
              </a:ext>
            </a:extLst>
          </p:cNvPr>
          <p:cNvSpPr>
            <a:spLocks xmlns:a="http://schemas.openxmlformats.org/drawingml/2006/main" noGrp="1"/>
          </p:cNvSpPr>
          <p:nvPr/>
        </p:nvSpPr>
        <p:spPr>
          <a:xfrm xmlns:a="http://schemas.openxmlformats.org/drawingml/2006/main">
            <a:off x="7334250" y="48196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22860">
            <a:solidFill>
              <a:srgbClr val="231F20"/>
            </a:solidFill>
          </a:ln>
        </p:spPr>
      </p:sp>
      <p:sp>
        <p:nvSpPr>
          <p:cNvPr id="214" name="wire-793">
            <a:extLst xmlns:a="http://schemas.openxmlformats.org/drawingml/2006/main">
              <a:ext uri="{FF2B5EF4-FFF2-40B4-BE49-F238E27FC236}">
                <a16:creationId xmlns:a16="http://schemas.microsoft.com/office/drawing/2014/main" id="{DC954F11-F57A-4516-A33B-1CF7BE28C8E3}"/>
              </a:ext>
            </a:extLst>
          </p:cNvPr>
          <p:cNvSpPr>
            <a:spLocks xmlns:a="http://schemas.openxmlformats.org/drawingml/2006/main" noGrp="1"/>
          </p:cNvSpPr>
          <p:nvPr/>
        </p:nvSpPr>
        <p:spPr>
          <a:xfrm xmlns:a="http://schemas.openxmlformats.org/drawingml/2006/main">
            <a:off x="7620000" y="4819650"/>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22860">
            <a:solidFill>
              <a:srgbClr val="231F20"/>
            </a:solidFill>
          </a:ln>
        </p:spPr>
      </p:sp>
      <p:sp>
        <p:nvSpPr>
          <p:cNvPr id="215" name="circuit-794">
            <a:extLst xmlns:a="http://schemas.openxmlformats.org/drawingml/2006/main">
              <a:ext uri="{FF2B5EF4-FFF2-40B4-BE49-F238E27FC236}">
                <a16:creationId xmlns:a16="http://schemas.microsoft.com/office/drawing/2014/main" id="{C9DD4E54-8B0E-4157-9F7B-9F224C56E6AC}"/>
              </a:ext>
            </a:extLst>
          </p:cNvPr>
          <p:cNvSpPr>
            <a:spLocks xmlns:a="http://schemas.openxmlformats.org/drawingml/2006/main" noGrp="1"/>
          </p:cNvSpPr>
          <p:nvPr/>
        </p:nvSpPr>
        <p:spPr>
          <a:xfrm xmlns:a="http://schemas.openxmlformats.org/drawingml/2006/main">
            <a:off x="7905750" y="47815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16" name="text-795">
            <a:extLst xmlns:a="http://schemas.openxmlformats.org/drawingml/2006/main">
              <a:ext uri="{FF2B5EF4-FFF2-40B4-BE49-F238E27FC236}">
                <a16:creationId xmlns:a16="http://schemas.microsoft.com/office/drawing/2014/main" id="{BF6FE5B7-44F8-4829-92C3-CA755557661E}"/>
              </a:ext>
            </a:extLst>
          </p:cNvPr>
          <p:cNvSpPr>
            <a:spLocks xmlns:a="http://schemas.openxmlformats.org/drawingml/2006/main" noGrp="1"/>
          </p:cNvSpPr>
          <p:nvPr/>
        </p:nvSpPr>
        <p:spPr>
          <a:xfrm xmlns:a="http://schemas.openxmlformats.org/drawingml/2006/main">
            <a:off x="7391400" y="4533900"/>
            <a:ext cx="581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125" b="0">
                <a:solidFill>
                  <a:srgbClr val="231F20"/>
                </a:solidFill>
                <a:latin typeface="Yu Gothic"/>
                <a:ea typeface="Yu Gothic"/>
                <a:cs typeface="Yu Gothic"/>
              </a:defRPr>
            </a:defPPr>
            <a:lvl1pPr algn="ctr">
              <a:defRPr sz="1125" b="0">
                <a:solidFill>
                  <a:srgbClr val="231F20"/>
                </a:solidFill>
                <a:latin typeface="Yu Gothic"/>
                <a:ea typeface="Yu Gothic"/>
                <a:cs typeface="Yu Gothic"/>
              </a:defRPr>
            </a:lvl1pPr>
            <a:lvl2pPr algn="ctr">
              <a:defRPr sz="1125" b="0">
                <a:solidFill>
                  <a:srgbClr val="231F20"/>
                </a:solidFill>
                <a:latin typeface="Yu Gothic"/>
                <a:ea typeface="Yu Gothic"/>
                <a:cs typeface="Yu Gothic"/>
              </a:defRPr>
            </a:lvl2pPr>
            <a:lvl3pPr algn="ctr">
              <a:defRPr sz="1125" b="0">
                <a:solidFill>
                  <a:srgbClr val="231F20"/>
                </a:solidFill>
                <a:latin typeface="Yu Gothic"/>
                <a:ea typeface="Yu Gothic"/>
                <a:cs typeface="Yu Gothic"/>
              </a:defRPr>
            </a:lvl3pPr>
            <a:lvl4pPr algn="ctr">
              <a:defRPr sz="1125" b="0">
                <a:solidFill>
                  <a:srgbClr val="231F20"/>
                </a:solidFill>
                <a:latin typeface="Yu Gothic"/>
                <a:ea typeface="Yu Gothic"/>
                <a:cs typeface="Yu Gothic"/>
              </a:defRPr>
            </a:lvl4pPr>
            <a:lvl5pPr algn="ctr">
              <a:defRPr sz="1125" b="0">
                <a:solidFill>
                  <a:srgbClr val="231F20"/>
                </a:solidFill>
                <a:latin typeface="Yu Gothic"/>
                <a:ea typeface="Yu Gothic"/>
                <a:cs typeface="Yu Gothic"/>
              </a:defRPr>
            </a:lvl5pPr>
            <a:lvl6pPr algn="ctr">
              <a:defRPr sz="1125" b="0">
                <a:solidFill>
                  <a:srgbClr val="231F20"/>
                </a:solidFill>
                <a:latin typeface="Yu Gothic"/>
                <a:ea typeface="Yu Gothic"/>
                <a:cs typeface="Yu Gothic"/>
              </a:defRPr>
            </a:lvl6pPr>
            <a:lvl7pPr algn="ctr">
              <a:defRPr sz="1125" b="0">
                <a:solidFill>
                  <a:srgbClr val="231F20"/>
                </a:solidFill>
                <a:latin typeface="Yu Gothic"/>
                <a:ea typeface="Yu Gothic"/>
                <a:cs typeface="Yu Gothic"/>
              </a:defRPr>
            </a:lvl7pPr>
            <a:lvl8pPr algn="ctr">
              <a:defRPr sz="1125" b="0">
                <a:solidFill>
                  <a:srgbClr val="231F20"/>
                </a:solidFill>
                <a:latin typeface="Yu Gothic"/>
                <a:ea typeface="Yu Gothic"/>
                <a:cs typeface="Yu Gothic"/>
              </a:defRPr>
            </a:lvl8pPr>
            <a:lvl9pPr algn="ctr">
              <a:defRPr sz="1125" b="0">
                <a:solidFill>
                  <a:srgbClr val="231F20"/>
                </a:solidFill>
                <a:latin typeface="Yu Gothic"/>
                <a:ea typeface="Yu Gothic"/>
                <a:cs typeface="Yu Gothic"/>
              </a:defRPr>
            </a:lvl9pPr>
          </a:lstStyle>
          <a:p xmlns:a="http://schemas.openxmlformats.org/drawingml/2006/main">
            <a:pPr algn="ctr">
              <a:defRPr sz="1125" b="0">
                <a:solidFill>
                  <a:srgbClr val="231F20"/>
                </a:solidFill>
                <a:latin typeface="Yu Gothic"/>
                <a:ea typeface="Yu Gothic"/>
                <a:cs typeface="Yu Gothic"/>
              </a:defRPr>
            </a:pPr>
            <a:r>
              <a:rPr sz="1125" b="0">
                <a:solidFill>
                  <a:srgbClr val="231F20"/>
                </a:solidFill>
                <a:latin typeface="Yu Gothic"/>
                <a:ea typeface="Yu Gothic"/>
                <a:cs typeface="Yu Gothic"/>
              </a:rPr>
              <a:t>読出値</a:t>
            </a:r>
          </a:p>
        </p:txBody>
      </p:sp>
      <p:sp>
        <p:nvSpPr>
          <p:cNvPr id="217" name="wire-796">
            <a:extLst xmlns:a="http://schemas.openxmlformats.org/drawingml/2006/main">
              <a:ext uri="{FF2B5EF4-FFF2-40B4-BE49-F238E27FC236}">
                <a16:creationId xmlns:a16="http://schemas.microsoft.com/office/drawing/2014/main" id="{B0DBA1C1-8C51-4ECA-9CAB-67FAE140DC2D}"/>
              </a:ext>
            </a:extLst>
          </p:cNvPr>
          <p:cNvSpPr>
            <a:spLocks xmlns:a="http://schemas.openxmlformats.org/drawingml/2006/main" noGrp="1"/>
          </p:cNvSpPr>
          <p:nvPr/>
        </p:nvSpPr>
        <p:spPr>
          <a:xfrm xmlns:a="http://schemas.openxmlformats.org/drawingml/2006/main">
            <a:off x="7334250" y="5381625"/>
            <a:ext cx="314325" cy="9525"/>
          </a:xfrm>
          <a:custGeom xmlns:a="http://schemas.openxmlformats.org/drawingml/2006/main">
            <a:pathLst>
              <a:path w="314325" h="9525">
                <a:moveTo>
                  <a:pt x="0" y="0"/>
                </a:moveTo>
                <a:lnTo>
                  <a:pt x="314325" y="0"/>
                </a:lnTo>
              </a:path>
            </a:pathLst>
          </a:custGeom>
          <a:noFill xmlns:a="http://schemas.openxmlformats.org/drawingml/2006/main"/>
          <a:ln xmlns:a="http://schemas.openxmlformats.org/drawingml/2006/main" w="22860">
            <a:solidFill>
              <a:srgbClr val="231F20"/>
            </a:solidFill>
          </a:ln>
        </p:spPr>
      </p:sp>
      <p:sp>
        <p:nvSpPr>
          <p:cNvPr id="218" name="wire-797">
            <a:extLst xmlns:a="http://schemas.openxmlformats.org/drawingml/2006/main">
              <a:ext uri="{FF2B5EF4-FFF2-40B4-BE49-F238E27FC236}">
                <a16:creationId xmlns:a16="http://schemas.microsoft.com/office/drawing/2014/main" id="{902DC3DF-601D-4348-9CD2-0211ED707114}"/>
              </a:ext>
            </a:extLst>
          </p:cNvPr>
          <p:cNvSpPr>
            <a:spLocks xmlns:a="http://schemas.openxmlformats.org/drawingml/2006/main" noGrp="1"/>
          </p:cNvSpPr>
          <p:nvPr/>
        </p:nvSpPr>
        <p:spPr>
          <a:xfrm xmlns:a="http://schemas.openxmlformats.org/drawingml/2006/main">
            <a:off x="7648575" y="3028950"/>
            <a:ext cx="9525" cy="2352675"/>
          </a:xfrm>
          <a:custGeom xmlns:a="http://schemas.openxmlformats.org/drawingml/2006/main">
            <a:pathLst>
              <a:path w="9525" h="2352675">
                <a:moveTo>
                  <a:pt x="0" y="2352675"/>
                </a:moveTo>
                <a:lnTo>
                  <a:pt x="0" y="0"/>
                </a:lnTo>
              </a:path>
            </a:pathLst>
          </a:custGeom>
          <a:noFill xmlns:a="http://schemas.openxmlformats.org/drawingml/2006/main"/>
          <a:ln xmlns:a="http://schemas.openxmlformats.org/drawingml/2006/main" w="22860">
            <a:solidFill>
              <a:srgbClr val="231F20"/>
            </a:solidFill>
          </a:ln>
        </p:spPr>
      </p:sp>
      <p:sp>
        <p:nvSpPr>
          <p:cNvPr id="219" name="wire-798">
            <a:extLst xmlns:a="http://schemas.openxmlformats.org/drawingml/2006/main">
              <a:ext uri="{FF2B5EF4-FFF2-40B4-BE49-F238E27FC236}">
                <a16:creationId xmlns:a16="http://schemas.microsoft.com/office/drawing/2014/main" id="{BAE95C35-F363-4286-9524-7D0861E2F584}"/>
              </a:ext>
            </a:extLst>
          </p:cNvPr>
          <p:cNvSpPr>
            <a:spLocks xmlns:a="http://schemas.openxmlformats.org/drawingml/2006/main" noGrp="1"/>
          </p:cNvSpPr>
          <p:nvPr/>
        </p:nvSpPr>
        <p:spPr>
          <a:xfrm xmlns:a="http://schemas.openxmlformats.org/drawingml/2006/main">
            <a:off x="6419850" y="3028950"/>
            <a:ext cx="1228725" cy="9525"/>
          </a:xfrm>
          <a:custGeom xmlns:a="http://schemas.openxmlformats.org/drawingml/2006/main">
            <a:pathLst>
              <a:path w="1228725" h="9525">
                <a:moveTo>
                  <a:pt x="1228725" y="0"/>
                </a:moveTo>
                <a:lnTo>
                  <a:pt x="0" y="0"/>
                </a:lnTo>
              </a:path>
            </a:pathLst>
          </a:custGeom>
          <a:noFill xmlns:a="http://schemas.openxmlformats.org/drawingml/2006/main"/>
          <a:ln xmlns:a="http://schemas.openxmlformats.org/drawingml/2006/main" w="22860">
            <a:solidFill>
              <a:srgbClr val="231F20"/>
            </a:solidFill>
          </a:ln>
        </p:spPr>
      </p:sp>
      <p:sp>
        <p:nvSpPr>
          <p:cNvPr id="220" name="wire-799">
            <a:extLst xmlns:a="http://schemas.openxmlformats.org/drawingml/2006/main">
              <a:ext uri="{FF2B5EF4-FFF2-40B4-BE49-F238E27FC236}">
                <a16:creationId xmlns:a16="http://schemas.microsoft.com/office/drawing/2014/main" id="{89A19786-A563-47FC-865C-6DDDF70A65CD}"/>
              </a:ext>
            </a:extLst>
          </p:cNvPr>
          <p:cNvSpPr>
            <a:spLocks xmlns:a="http://schemas.openxmlformats.org/drawingml/2006/main" noGrp="1"/>
          </p:cNvSpPr>
          <p:nvPr/>
        </p:nvSpPr>
        <p:spPr>
          <a:xfrm xmlns:a="http://schemas.openxmlformats.org/drawingml/2006/main">
            <a:off x="6419850" y="2876550"/>
            <a:ext cx="9525" cy="152400"/>
          </a:xfrm>
          <a:custGeom xmlns:a="http://schemas.openxmlformats.org/drawingml/2006/main">
            <a:pathLst>
              <a:path w="9525" h="152400">
                <a:moveTo>
                  <a:pt x="0" y="152400"/>
                </a:moveTo>
                <a:lnTo>
                  <a:pt x="0" y="0"/>
                </a:lnTo>
              </a:path>
            </a:pathLst>
          </a:custGeom>
          <a:noFill xmlns:a="http://schemas.openxmlformats.org/drawingml/2006/main"/>
          <a:ln xmlns:a="http://schemas.openxmlformats.org/drawingml/2006/main" w="22860">
            <a:solidFill>
              <a:srgbClr val="231F20"/>
            </a:solidFill>
          </a:ln>
        </p:spPr>
      </p:sp>
      <p:sp>
        <p:nvSpPr>
          <p:cNvPr id="221" name="circuit-800">
            <a:extLst xmlns:a="http://schemas.openxmlformats.org/drawingml/2006/main">
              <a:ext uri="{FF2B5EF4-FFF2-40B4-BE49-F238E27FC236}">
                <a16:creationId xmlns:a16="http://schemas.microsoft.com/office/drawing/2014/main" id="{305217CE-6A29-4626-AA61-3A63E2CE4DB6}"/>
              </a:ext>
            </a:extLst>
          </p:cNvPr>
          <p:cNvSpPr>
            <a:spLocks xmlns:a="http://schemas.openxmlformats.org/drawingml/2006/main" noGrp="1"/>
          </p:cNvSpPr>
          <p:nvPr/>
        </p:nvSpPr>
        <p:spPr>
          <a:xfrm xmlns:a="http://schemas.openxmlformats.org/drawingml/2006/main">
            <a:off x="6381750" y="287655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231F20"/>
          </a:solidFill>
          <a:ln xmlns:a="http://schemas.openxmlformats.org/drawingml/2006/main" w="9525">
            <a:solidFill>
              <a:srgbClr val="231F20"/>
            </a:solidFill>
          </a:ln>
        </p:spPr>
      </p:sp>
      <p:sp>
        <p:nvSpPr>
          <p:cNvPr id="222" name="wire-801">
            <a:extLst xmlns:a="http://schemas.openxmlformats.org/drawingml/2006/main">
              <a:ext uri="{FF2B5EF4-FFF2-40B4-BE49-F238E27FC236}">
                <a16:creationId xmlns:a16="http://schemas.microsoft.com/office/drawing/2014/main" id="{2FE24DF6-77F2-4BD9-A4B7-FB2CBFE68636}"/>
              </a:ext>
            </a:extLst>
          </p:cNvPr>
          <p:cNvSpPr>
            <a:spLocks xmlns:a="http://schemas.openxmlformats.org/drawingml/2006/main" noGrp="1"/>
          </p:cNvSpPr>
          <p:nvPr/>
        </p:nvSpPr>
        <p:spPr>
          <a:xfrm xmlns:a="http://schemas.openxmlformats.org/drawingml/2006/main">
            <a:off x="7334250" y="5381625"/>
            <a:ext cx="314325" cy="9525"/>
          </a:xfrm>
          <a:custGeom xmlns:a="http://schemas.openxmlformats.org/drawingml/2006/main">
            <a:pathLst>
              <a:path w="314325" h="9525">
                <a:moveTo>
                  <a:pt x="314325" y="0"/>
                </a:moveTo>
                <a:lnTo>
                  <a:pt x="0" y="0"/>
                </a:lnTo>
              </a:path>
            </a:pathLst>
          </a:custGeom>
          <a:noFill xmlns:a="http://schemas.openxmlformats.org/drawingml/2006/main"/>
          <a:ln xmlns:a="http://schemas.openxmlformats.org/drawingml/2006/main" w="22860">
            <a:solidFill>
              <a:srgbClr val="231F20"/>
            </a:solidFill>
          </a:ln>
        </p:spPr>
      </p:sp>
      <p:sp>
        <p:nvSpPr>
          <p:cNvPr id="223" name="circuit-802">
            <a:extLst xmlns:a="http://schemas.openxmlformats.org/drawingml/2006/main">
              <a:ext uri="{FF2B5EF4-FFF2-40B4-BE49-F238E27FC236}">
                <a16:creationId xmlns:a16="http://schemas.microsoft.com/office/drawing/2014/main" id="{638BE0E5-E137-4158-8355-ED44997F21EE}"/>
              </a:ext>
            </a:extLst>
          </p:cNvPr>
          <p:cNvSpPr>
            <a:spLocks xmlns:a="http://schemas.openxmlformats.org/drawingml/2006/main" noGrp="1"/>
          </p:cNvSpPr>
          <p:nvPr/>
        </p:nvSpPr>
        <p:spPr>
          <a:xfrm xmlns:a="http://schemas.openxmlformats.org/drawingml/2006/main">
            <a:off x="7334250" y="5343525"/>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231F20"/>
          </a:solidFill>
          <a:ln xmlns:a="http://schemas.openxmlformats.org/drawingml/2006/main" w="9525">
            <a:solidFill>
              <a:srgbClr val="231F20"/>
            </a:solidFill>
          </a:ln>
        </p:spPr>
      </p:sp>
      <p:sp>
        <p:nvSpPr>
          <p:cNvPr id="224" name="circuit-803">
            <a:extLst xmlns:a="http://schemas.openxmlformats.org/drawingml/2006/main">
              <a:ext uri="{FF2B5EF4-FFF2-40B4-BE49-F238E27FC236}">
                <a16:creationId xmlns:a16="http://schemas.microsoft.com/office/drawing/2014/main" id="{3EFF00A2-C81E-4607-8184-C4AEB1CE5B8D}"/>
              </a:ext>
            </a:extLst>
          </p:cNvPr>
          <p:cNvSpPr>
            <a:spLocks xmlns:a="http://schemas.openxmlformats.org/drawingml/2006/main" noGrp="1"/>
          </p:cNvSpPr>
          <p:nvPr/>
        </p:nvSpPr>
        <p:spPr>
          <a:xfrm xmlns:a="http://schemas.openxmlformats.org/drawingml/2006/main">
            <a:off x="8001000" y="3981450"/>
            <a:ext cx="190500" cy="971550"/>
          </a:xfrm>
          <a:custGeom xmlns:a="http://schemas.openxmlformats.org/drawingml/2006/main">
            <a:pathLst>
              <a:path w="190500" h="971550">
                <a:moveTo>
                  <a:pt x="0" y="0"/>
                </a:moveTo>
                <a:lnTo>
                  <a:pt x="190500" y="57150"/>
                </a:lnTo>
                <a:lnTo>
                  <a:pt x="190500" y="914400"/>
                </a:lnTo>
                <a:lnTo>
                  <a:pt x="0" y="971550"/>
                </a:lnTo>
                <a:close/>
              </a:path>
            </a:pathLst>
          </a:custGeom>
          <a:solidFill xmlns:a="http://schemas.openxmlformats.org/drawingml/2006/main">
            <a:srgbClr val="FFFFFF"/>
          </a:solidFill>
          <a:ln xmlns:a="http://schemas.openxmlformats.org/drawingml/2006/main" w="14288">
            <a:solidFill>
              <a:srgbClr val="231F20"/>
            </a:solidFill>
          </a:ln>
        </p:spPr>
      </p:sp>
      <p:sp>
        <p:nvSpPr>
          <p:cNvPr id="225" name="text-804">
            <a:extLst xmlns:a="http://schemas.openxmlformats.org/drawingml/2006/main">
              <a:ext uri="{FF2B5EF4-FFF2-40B4-BE49-F238E27FC236}">
                <a16:creationId xmlns:a16="http://schemas.microsoft.com/office/drawing/2014/main" id="{0E50299C-954D-4EFF-9A08-CD683DBB024C}"/>
              </a:ext>
            </a:extLst>
          </p:cNvPr>
          <p:cNvSpPr>
            <a:spLocks xmlns:a="http://schemas.openxmlformats.org/drawingml/2006/main" noGrp="1"/>
          </p:cNvSpPr>
          <p:nvPr/>
        </p:nvSpPr>
        <p:spPr>
          <a:xfrm xmlns:a="http://schemas.openxmlformats.org/drawingml/2006/main">
            <a:off x="7772400" y="5038725"/>
            <a:ext cx="904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00" b="0">
                <a:solidFill>
                  <a:srgbClr val="231F20"/>
                </a:solidFill>
                <a:latin typeface="Yu Gothic"/>
                <a:ea typeface="Yu Gothic"/>
                <a:cs typeface="Yu Gothic"/>
              </a:defRPr>
            </a:defPPr>
            <a:lvl1pPr algn="ctr">
              <a:defRPr sz="1200" b="0">
                <a:solidFill>
                  <a:srgbClr val="231F20"/>
                </a:solidFill>
                <a:latin typeface="Yu Gothic"/>
                <a:ea typeface="Yu Gothic"/>
                <a:cs typeface="Yu Gothic"/>
              </a:defRPr>
            </a:lvl1pPr>
            <a:lvl2pPr algn="ctr">
              <a:defRPr sz="1200" b="0">
                <a:solidFill>
                  <a:srgbClr val="231F20"/>
                </a:solidFill>
                <a:latin typeface="Yu Gothic"/>
                <a:ea typeface="Yu Gothic"/>
                <a:cs typeface="Yu Gothic"/>
              </a:defRPr>
            </a:lvl2pPr>
            <a:lvl3pPr algn="ctr">
              <a:defRPr sz="1200" b="0">
                <a:solidFill>
                  <a:srgbClr val="231F20"/>
                </a:solidFill>
                <a:latin typeface="Yu Gothic"/>
                <a:ea typeface="Yu Gothic"/>
                <a:cs typeface="Yu Gothic"/>
              </a:defRPr>
            </a:lvl3pPr>
            <a:lvl4pPr algn="ctr">
              <a:defRPr sz="1200" b="0">
                <a:solidFill>
                  <a:srgbClr val="231F20"/>
                </a:solidFill>
                <a:latin typeface="Yu Gothic"/>
                <a:ea typeface="Yu Gothic"/>
                <a:cs typeface="Yu Gothic"/>
              </a:defRPr>
            </a:lvl4pPr>
            <a:lvl5pPr algn="ctr">
              <a:defRPr sz="1200" b="0">
                <a:solidFill>
                  <a:srgbClr val="231F20"/>
                </a:solidFill>
                <a:latin typeface="Yu Gothic"/>
                <a:ea typeface="Yu Gothic"/>
                <a:cs typeface="Yu Gothic"/>
              </a:defRPr>
            </a:lvl5pPr>
            <a:lvl6pPr algn="ctr">
              <a:defRPr sz="1200" b="0">
                <a:solidFill>
                  <a:srgbClr val="231F20"/>
                </a:solidFill>
                <a:latin typeface="Yu Gothic"/>
                <a:ea typeface="Yu Gothic"/>
                <a:cs typeface="Yu Gothic"/>
              </a:defRPr>
            </a:lvl6pPr>
            <a:lvl7pPr algn="ctr">
              <a:defRPr sz="1200" b="0">
                <a:solidFill>
                  <a:srgbClr val="231F20"/>
                </a:solidFill>
                <a:latin typeface="Yu Gothic"/>
                <a:ea typeface="Yu Gothic"/>
                <a:cs typeface="Yu Gothic"/>
              </a:defRPr>
            </a:lvl7pPr>
            <a:lvl8pPr algn="ctr">
              <a:defRPr sz="1200" b="0">
                <a:solidFill>
                  <a:srgbClr val="231F20"/>
                </a:solidFill>
                <a:latin typeface="Yu Gothic"/>
                <a:ea typeface="Yu Gothic"/>
                <a:cs typeface="Yu Gothic"/>
              </a:defRPr>
            </a:lvl8pPr>
            <a:lvl9pPr algn="ctr">
              <a:defRPr sz="1200" b="0">
                <a:solidFill>
                  <a:srgbClr val="231F20"/>
                </a:solidFill>
                <a:latin typeface="Yu Gothic"/>
                <a:ea typeface="Yu Gothic"/>
                <a:cs typeface="Yu Gothic"/>
              </a:defRPr>
            </a:lvl9pPr>
          </a:lstStyle>
          <a:p xmlns:a="http://schemas.openxmlformats.org/drawingml/2006/main">
            <a:pPr algn="ctr">
              <a:defRPr sz="1200" b="0">
                <a:solidFill>
                  <a:srgbClr val="231F20"/>
                </a:solidFill>
                <a:latin typeface="Yu Gothic"/>
                <a:ea typeface="Yu Gothic"/>
                <a:cs typeface="Yu Gothic"/>
              </a:defRPr>
            </a:pPr>
            <a:r>
              <a:rPr sz="1200" b="0">
                <a:solidFill>
                  <a:srgbClr val="231F20"/>
                </a:solidFill>
                <a:latin typeface="Yu Gothic"/>
                <a:ea typeface="Yu Gothic"/>
                <a:cs typeface="Yu Gothic"/>
              </a:rPr>
              <a:t>結果選択</a:t>
            </a:r>
          </a:p>
        </p:txBody>
      </p:sp>
      <p:sp>
        <p:nvSpPr>
          <p:cNvPr id="226" name="wire-805">
            <a:extLst xmlns:a="http://schemas.openxmlformats.org/drawingml/2006/main">
              <a:ext uri="{FF2B5EF4-FFF2-40B4-BE49-F238E27FC236}">
                <a16:creationId xmlns:a16="http://schemas.microsoft.com/office/drawing/2014/main" id="{C8FB9E23-4297-4F7B-BE5A-143E702D7A25}"/>
              </a:ext>
            </a:extLst>
          </p:cNvPr>
          <p:cNvSpPr>
            <a:spLocks xmlns:a="http://schemas.openxmlformats.org/drawingml/2006/main" noGrp="1"/>
          </p:cNvSpPr>
          <p:nvPr/>
        </p:nvSpPr>
        <p:spPr>
          <a:xfrm xmlns:a="http://schemas.openxmlformats.org/drawingml/2006/main">
            <a:off x="8191500" y="4448175"/>
            <a:ext cx="590550" cy="9525"/>
          </a:xfrm>
          <a:custGeom xmlns:a="http://schemas.openxmlformats.org/drawingml/2006/main">
            <a:pathLst>
              <a:path w="590550" h="9525">
                <a:moveTo>
                  <a:pt x="0" y="0"/>
                </a:moveTo>
                <a:lnTo>
                  <a:pt x="590550" y="0"/>
                </a:lnTo>
              </a:path>
            </a:pathLst>
          </a:custGeom>
          <a:noFill xmlns:a="http://schemas.openxmlformats.org/drawingml/2006/main"/>
          <a:ln xmlns:a="http://schemas.openxmlformats.org/drawingml/2006/main" w="22860">
            <a:solidFill>
              <a:srgbClr val="1572C3"/>
            </a:solidFill>
          </a:ln>
        </p:spPr>
      </p:sp>
      <p:sp>
        <p:nvSpPr>
          <p:cNvPr id="227" name="wire-806">
            <a:extLst xmlns:a="http://schemas.openxmlformats.org/drawingml/2006/main">
              <a:ext uri="{FF2B5EF4-FFF2-40B4-BE49-F238E27FC236}">
                <a16:creationId xmlns:a16="http://schemas.microsoft.com/office/drawing/2014/main" id="{85A42B48-D76E-4769-BD0E-1A9D6C0BEFF9}"/>
              </a:ext>
            </a:extLst>
          </p:cNvPr>
          <p:cNvSpPr>
            <a:spLocks xmlns:a="http://schemas.openxmlformats.org/drawingml/2006/main" noGrp="1"/>
          </p:cNvSpPr>
          <p:nvPr/>
        </p:nvSpPr>
        <p:spPr>
          <a:xfrm xmlns:a="http://schemas.openxmlformats.org/drawingml/2006/main">
            <a:off x="8782050" y="4448175"/>
            <a:ext cx="9525" cy="1276350"/>
          </a:xfrm>
          <a:custGeom xmlns:a="http://schemas.openxmlformats.org/drawingml/2006/main">
            <a:pathLst>
              <a:path w="9525" h="1276350">
                <a:moveTo>
                  <a:pt x="0" y="0"/>
                </a:moveTo>
                <a:lnTo>
                  <a:pt x="0" y="1276350"/>
                </a:lnTo>
              </a:path>
            </a:pathLst>
          </a:custGeom>
          <a:noFill xmlns:a="http://schemas.openxmlformats.org/drawingml/2006/main"/>
          <a:ln xmlns:a="http://schemas.openxmlformats.org/drawingml/2006/main" w="22860">
            <a:solidFill>
              <a:srgbClr val="1572C3"/>
            </a:solidFill>
          </a:ln>
        </p:spPr>
      </p:sp>
      <p:sp>
        <p:nvSpPr>
          <p:cNvPr id="228" name="wire-807">
            <a:extLst xmlns:a="http://schemas.openxmlformats.org/drawingml/2006/main">
              <a:ext uri="{FF2B5EF4-FFF2-40B4-BE49-F238E27FC236}">
                <a16:creationId xmlns:a16="http://schemas.microsoft.com/office/drawing/2014/main" id="{30AFD327-D041-42F4-8EF3-C805C0C71B36}"/>
              </a:ext>
            </a:extLst>
          </p:cNvPr>
          <p:cNvSpPr>
            <a:spLocks xmlns:a="http://schemas.openxmlformats.org/drawingml/2006/main" noGrp="1"/>
          </p:cNvSpPr>
          <p:nvPr/>
        </p:nvSpPr>
        <p:spPr>
          <a:xfrm xmlns:a="http://schemas.openxmlformats.org/drawingml/2006/main">
            <a:off x="2352675" y="5724525"/>
            <a:ext cx="6429375" cy="9525"/>
          </a:xfrm>
          <a:custGeom xmlns:a="http://schemas.openxmlformats.org/drawingml/2006/main">
            <a:pathLst>
              <a:path w="6429375" h="9525">
                <a:moveTo>
                  <a:pt x="6429375" y="0"/>
                </a:moveTo>
                <a:lnTo>
                  <a:pt x="0" y="0"/>
                </a:lnTo>
              </a:path>
            </a:pathLst>
          </a:custGeom>
          <a:noFill xmlns:a="http://schemas.openxmlformats.org/drawingml/2006/main"/>
          <a:ln xmlns:a="http://schemas.openxmlformats.org/drawingml/2006/main" w="22860">
            <a:solidFill>
              <a:srgbClr val="1572C3"/>
            </a:solidFill>
          </a:ln>
        </p:spPr>
      </p:sp>
      <p:sp>
        <p:nvSpPr>
          <p:cNvPr id="229" name="wire-808">
            <a:extLst xmlns:a="http://schemas.openxmlformats.org/drawingml/2006/main">
              <a:ext uri="{FF2B5EF4-FFF2-40B4-BE49-F238E27FC236}">
                <a16:creationId xmlns:a16="http://schemas.microsoft.com/office/drawing/2014/main" id="{F43D5F60-F3CC-459B-9110-1210A567AC07}"/>
              </a:ext>
            </a:extLst>
          </p:cNvPr>
          <p:cNvSpPr>
            <a:spLocks xmlns:a="http://schemas.openxmlformats.org/drawingml/2006/main" noGrp="1"/>
          </p:cNvSpPr>
          <p:nvPr/>
        </p:nvSpPr>
        <p:spPr>
          <a:xfrm xmlns:a="http://schemas.openxmlformats.org/drawingml/2006/main">
            <a:off x="2352675" y="4657725"/>
            <a:ext cx="9525" cy="1066800"/>
          </a:xfrm>
          <a:custGeom xmlns:a="http://schemas.openxmlformats.org/drawingml/2006/main">
            <a:pathLst>
              <a:path w="9525" h="1066800">
                <a:moveTo>
                  <a:pt x="0" y="1066800"/>
                </a:moveTo>
                <a:lnTo>
                  <a:pt x="0" y="0"/>
                </a:lnTo>
              </a:path>
            </a:pathLst>
          </a:custGeom>
          <a:noFill xmlns:a="http://schemas.openxmlformats.org/drawingml/2006/main"/>
          <a:ln xmlns:a="http://schemas.openxmlformats.org/drawingml/2006/main" w="22860">
            <a:solidFill>
              <a:srgbClr val="1572C3"/>
            </a:solidFill>
          </a:ln>
        </p:spPr>
      </p:sp>
      <p:sp>
        <p:nvSpPr>
          <p:cNvPr id="230" name="wire-809">
            <a:extLst xmlns:a="http://schemas.openxmlformats.org/drawingml/2006/main">
              <a:ext uri="{FF2B5EF4-FFF2-40B4-BE49-F238E27FC236}">
                <a16:creationId xmlns:a16="http://schemas.microsoft.com/office/drawing/2014/main" id="{F95BF6C9-A82E-490B-A4B0-28EEA3BA161D}"/>
              </a:ext>
            </a:extLst>
          </p:cNvPr>
          <p:cNvSpPr>
            <a:spLocks xmlns:a="http://schemas.openxmlformats.org/drawingml/2006/main" noGrp="1"/>
          </p:cNvSpPr>
          <p:nvPr/>
        </p:nvSpPr>
        <p:spPr>
          <a:xfrm xmlns:a="http://schemas.openxmlformats.org/drawingml/2006/main">
            <a:off x="2352675" y="4657725"/>
            <a:ext cx="76200" cy="9525"/>
          </a:xfrm>
          <a:custGeom xmlns:a="http://schemas.openxmlformats.org/drawingml/2006/main">
            <a:pathLst>
              <a:path w="76200" h="9525">
                <a:moveTo>
                  <a:pt x="0" y="0"/>
                </a:moveTo>
                <a:lnTo>
                  <a:pt x="76200" y="0"/>
                </a:lnTo>
              </a:path>
            </a:pathLst>
          </a:custGeom>
          <a:noFill xmlns:a="http://schemas.openxmlformats.org/drawingml/2006/main"/>
          <a:ln xmlns:a="http://schemas.openxmlformats.org/drawingml/2006/main" w="22860">
            <a:solidFill>
              <a:srgbClr val="1572C3"/>
            </a:solidFill>
          </a:ln>
        </p:spPr>
      </p:sp>
      <p:sp>
        <p:nvSpPr>
          <p:cNvPr id="231" name="circuit-810">
            <a:extLst xmlns:a="http://schemas.openxmlformats.org/drawingml/2006/main">
              <a:ext uri="{FF2B5EF4-FFF2-40B4-BE49-F238E27FC236}">
                <a16:creationId xmlns:a16="http://schemas.microsoft.com/office/drawing/2014/main" id="{1CA32FFF-F53B-4EED-88F0-CD1C4F54F59B}"/>
              </a:ext>
            </a:extLst>
          </p:cNvPr>
          <p:cNvSpPr>
            <a:spLocks xmlns:a="http://schemas.openxmlformats.org/drawingml/2006/main" noGrp="1"/>
          </p:cNvSpPr>
          <p:nvPr/>
        </p:nvSpPr>
        <p:spPr>
          <a:xfrm xmlns:a="http://schemas.openxmlformats.org/drawingml/2006/main">
            <a:off x="2333625" y="46196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32" name="text-811">
            <a:extLst xmlns:a="http://schemas.openxmlformats.org/drawingml/2006/main">
              <a:ext uri="{FF2B5EF4-FFF2-40B4-BE49-F238E27FC236}">
                <a16:creationId xmlns:a16="http://schemas.microsoft.com/office/drawing/2014/main" id="{E123094E-0FDD-4454-8A7A-AE90B6FC47C8}"/>
              </a:ext>
            </a:extLst>
          </p:cNvPr>
          <p:cNvSpPr>
            <a:spLocks xmlns:a="http://schemas.openxmlformats.org/drawingml/2006/main" noGrp="1"/>
          </p:cNvSpPr>
          <p:nvPr/>
        </p:nvSpPr>
        <p:spPr>
          <a:xfrm xmlns:a="http://schemas.openxmlformats.org/drawingml/2006/main">
            <a:off x="7867650" y="5534025"/>
            <a:ext cx="8667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125" b="0">
                <a:solidFill>
                  <a:srgbClr val="1572C3"/>
                </a:solidFill>
                <a:latin typeface="Arial"/>
                <a:ea typeface="Arial"/>
                <a:cs typeface="Arial"/>
              </a:defRPr>
            </a:defPPr>
            <a:lvl1pPr algn="ctr">
              <a:defRPr sz="1125" b="0">
                <a:solidFill>
                  <a:srgbClr val="1572C3"/>
                </a:solidFill>
                <a:latin typeface="Arial"/>
                <a:ea typeface="Arial"/>
                <a:cs typeface="Arial"/>
              </a:defRPr>
            </a:lvl1pPr>
            <a:lvl2pPr algn="ctr">
              <a:defRPr sz="1125" b="0">
                <a:solidFill>
                  <a:srgbClr val="1572C3"/>
                </a:solidFill>
                <a:latin typeface="Arial"/>
                <a:ea typeface="Arial"/>
                <a:cs typeface="Arial"/>
              </a:defRPr>
            </a:lvl2pPr>
            <a:lvl3pPr algn="ctr">
              <a:defRPr sz="1125" b="0">
                <a:solidFill>
                  <a:srgbClr val="1572C3"/>
                </a:solidFill>
                <a:latin typeface="Arial"/>
                <a:ea typeface="Arial"/>
                <a:cs typeface="Arial"/>
              </a:defRPr>
            </a:lvl3pPr>
            <a:lvl4pPr algn="ctr">
              <a:defRPr sz="1125" b="0">
                <a:solidFill>
                  <a:srgbClr val="1572C3"/>
                </a:solidFill>
                <a:latin typeface="Arial"/>
                <a:ea typeface="Arial"/>
                <a:cs typeface="Arial"/>
              </a:defRPr>
            </a:lvl4pPr>
            <a:lvl5pPr algn="ctr">
              <a:defRPr sz="1125" b="0">
                <a:solidFill>
                  <a:srgbClr val="1572C3"/>
                </a:solidFill>
                <a:latin typeface="Arial"/>
                <a:ea typeface="Arial"/>
                <a:cs typeface="Arial"/>
              </a:defRPr>
            </a:lvl5pPr>
            <a:lvl6pPr algn="ctr">
              <a:defRPr sz="1125" b="0">
                <a:solidFill>
                  <a:srgbClr val="1572C3"/>
                </a:solidFill>
                <a:latin typeface="Arial"/>
                <a:ea typeface="Arial"/>
                <a:cs typeface="Arial"/>
              </a:defRPr>
            </a:lvl6pPr>
            <a:lvl7pPr algn="ctr">
              <a:defRPr sz="1125" b="0">
                <a:solidFill>
                  <a:srgbClr val="1572C3"/>
                </a:solidFill>
                <a:latin typeface="Arial"/>
                <a:ea typeface="Arial"/>
                <a:cs typeface="Arial"/>
              </a:defRPr>
            </a:lvl7pPr>
            <a:lvl8pPr algn="ctr">
              <a:defRPr sz="1125" b="0">
                <a:solidFill>
                  <a:srgbClr val="1572C3"/>
                </a:solidFill>
                <a:latin typeface="Arial"/>
                <a:ea typeface="Arial"/>
                <a:cs typeface="Arial"/>
              </a:defRPr>
            </a:lvl8pPr>
            <a:lvl9pPr algn="ctr">
              <a:defRPr sz="1125" b="0">
                <a:solidFill>
                  <a:srgbClr val="1572C3"/>
                </a:solidFill>
                <a:latin typeface="Arial"/>
                <a:ea typeface="Arial"/>
                <a:cs typeface="Arial"/>
              </a:defRPr>
            </a:lvl9pPr>
          </a:lstStyle>
          <a:p xmlns:a="http://schemas.openxmlformats.org/drawingml/2006/main">
            <a:pPr algn="ctr">
              <a:defRPr sz="1125" b="0">
                <a:solidFill>
                  <a:srgbClr val="1572C3"/>
                </a:solidFill>
                <a:latin typeface="Arial"/>
                <a:ea typeface="Arial"/>
                <a:cs typeface="Arial"/>
              </a:defRPr>
            </a:pPr>
            <a:r>
              <a:rPr sz="1125" b="0">
                <a:solidFill>
                  <a:srgbClr val="1572C3"/>
                </a:solidFill>
                <a:latin typeface="Arial"/>
                <a:ea typeface="Arial"/>
                <a:cs typeface="Arial"/>
              </a:rPr>
              <a:t>ResultW</a:t>
            </a:r>
          </a:p>
        </p:txBody>
      </p:sp>
      <p:sp>
        <p:nvSpPr>
          <p:cNvPr id="233" name="wire-812">
            <a:extLst xmlns:a="http://schemas.openxmlformats.org/drawingml/2006/main">
              <a:ext uri="{FF2B5EF4-FFF2-40B4-BE49-F238E27FC236}">
                <a16:creationId xmlns:a16="http://schemas.microsoft.com/office/drawing/2014/main" id="{32D2572D-BF93-4B70-A056-79532E691A62}"/>
              </a:ext>
            </a:extLst>
          </p:cNvPr>
          <p:cNvSpPr>
            <a:spLocks xmlns:a="http://schemas.openxmlformats.org/drawingml/2006/main" noGrp="1"/>
          </p:cNvSpPr>
          <p:nvPr/>
        </p:nvSpPr>
        <p:spPr>
          <a:xfrm xmlns:a="http://schemas.openxmlformats.org/drawingml/2006/main">
            <a:off x="4105275" y="4552950"/>
            <a:ext cx="9525" cy="1171575"/>
          </a:xfrm>
          <a:custGeom xmlns:a="http://schemas.openxmlformats.org/drawingml/2006/main">
            <a:pathLst>
              <a:path w="9525" h="1171575">
                <a:moveTo>
                  <a:pt x="0" y="1171575"/>
                </a:moveTo>
                <a:lnTo>
                  <a:pt x="0" y="0"/>
                </a:lnTo>
              </a:path>
            </a:pathLst>
          </a:custGeom>
          <a:noFill xmlns:a="http://schemas.openxmlformats.org/drawingml/2006/main"/>
          <a:ln xmlns:a="http://schemas.openxmlformats.org/drawingml/2006/main" w="22860">
            <a:solidFill>
              <a:srgbClr val="1572C3"/>
            </a:solidFill>
          </a:ln>
        </p:spPr>
      </p:sp>
      <p:sp>
        <p:nvSpPr>
          <p:cNvPr id="234" name="wire-813">
            <a:extLst xmlns:a="http://schemas.openxmlformats.org/drawingml/2006/main">
              <a:ext uri="{FF2B5EF4-FFF2-40B4-BE49-F238E27FC236}">
                <a16:creationId xmlns:a16="http://schemas.microsoft.com/office/drawing/2014/main" id="{72BAAE22-2036-4CBD-BBAA-CCBCE4BEE825}"/>
              </a:ext>
            </a:extLst>
          </p:cNvPr>
          <p:cNvSpPr>
            <a:spLocks xmlns:a="http://schemas.openxmlformats.org/drawingml/2006/main" noGrp="1"/>
          </p:cNvSpPr>
          <p:nvPr/>
        </p:nvSpPr>
        <p:spPr>
          <a:xfrm xmlns:a="http://schemas.openxmlformats.org/drawingml/2006/main">
            <a:off x="4105275" y="4552950"/>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1572C3"/>
            </a:solidFill>
          </a:ln>
        </p:spPr>
      </p:sp>
      <p:sp>
        <p:nvSpPr>
          <p:cNvPr id="235" name="circuit-814">
            <a:extLst xmlns:a="http://schemas.openxmlformats.org/drawingml/2006/main">
              <a:ext uri="{FF2B5EF4-FFF2-40B4-BE49-F238E27FC236}">
                <a16:creationId xmlns:a16="http://schemas.microsoft.com/office/drawing/2014/main" id="{96CC17B6-89AA-4CD2-8D60-CCA5F0FBDE8B}"/>
              </a:ext>
            </a:extLst>
          </p:cNvPr>
          <p:cNvSpPr>
            <a:spLocks xmlns:a="http://schemas.openxmlformats.org/drawingml/2006/main" noGrp="1"/>
          </p:cNvSpPr>
          <p:nvPr/>
        </p:nvSpPr>
        <p:spPr>
          <a:xfrm xmlns:a="http://schemas.openxmlformats.org/drawingml/2006/main">
            <a:off x="4095750" y="45148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36" name="junction-815">
            <a:extLst xmlns:a="http://schemas.openxmlformats.org/drawingml/2006/main">
              <a:ext uri="{FF2B5EF4-FFF2-40B4-BE49-F238E27FC236}">
                <a16:creationId xmlns:a16="http://schemas.microsoft.com/office/drawing/2014/main" id="{AEB01487-D385-4DF8-98E1-6C85EBA5C6FA}"/>
              </a:ext>
            </a:extLst>
          </p:cNvPr>
          <p:cNvSpPr>
            <a:spLocks xmlns:a="http://schemas.openxmlformats.org/drawingml/2006/main" noGrp="1"/>
          </p:cNvSpPr>
          <p:nvPr/>
        </p:nvSpPr>
        <p:spPr>
          <a:xfrm xmlns:a="http://schemas.openxmlformats.org/drawingml/2006/main">
            <a:off x="4078605" y="5697855"/>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237" name="wire-816">
            <a:extLst xmlns:a="http://schemas.openxmlformats.org/drawingml/2006/main">
              <a:ext uri="{FF2B5EF4-FFF2-40B4-BE49-F238E27FC236}">
                <a16:creationId xmlns:a16="http://schemas.microsoft.com/office/drawing/2014/main" id="{9B4ADACB-AA2C-4FF7-BFED-8A7742895CC5}"/>
              </a:ext>
            </a:extLst>
          </p:cNvPr>
          <p:cNvSpPr>
            <a:spLocks xmlns:a="http://schemas.openxmlformats.org/drawingml/2006/main" noGrp="1"/>
          </p:cNvSpPr>
          <p:nvPr/>
        </p:nvSpPr>
        <p:spPr>
          <a:xfrm xmlns:a="http://schemas.openxmlformats.org/drawingml/2006/main">
            <a:off x="4105275" y="4200525"/>
            <a:ext cx="9525" cy="352425"/>
          </a:xfrm>
          <a:custGeom xmlns:a="http://schemas.openxmlformats.org/drawingml/2006/main">
            <a:pathLst>
              <a:path w="9525" h="352425">
                <a:moveTo>
                  <a:pt x="0" y="352425"/>
                </a:moveTo>
                <a:lnTo>
                  <a:pt x="0" y="0"/>
                </a:lnTo>
              </a:path>
            </a:pathLst>
          </a:custGeom>
          <a:noFill xmlns:a="http://schemas.openxmlformats.org/drawingml/2006/main"/>
          <a:ln xmlns:a="http://schemas.openxmlformats.org/drawingml/2006/main" w="22860">
            <a:solidFill>
              <a:srgbClr val="1572C3"/>
            </a:solidFill>
          </a:ln>
        </p:spPr>
      </p:sp>
      <p:sp>
        <p:nvSpPr>
          <p:cNvPr id="238" name="wire-817">
            <a:extLst xmlns:a="http://schemas.openxmlformats.org/drawingml/2006/main">
              <a:ext uri="{FF2B5EF4-FFF2-40B4-BE49-F238E27FC236}">
                <a16:creationId xmlns:a16="http://schemas.microsoft.com/office/drawing/2014/main" id="{7B4D3E13-9ECE-466D-8CA6-F30303598510}"/>
              </a:ext>
            </a:extLst>
          </p:cNvPr>
          <p:cNvSpPr>
            <a:spLocks xmlns:a="http://schemas.openxmlformats.org/drawingml/2006/main" noGrp="1"/>
          </p:cNvSpPr>
          <p:nvPr/>
        </p:nvSpPr>
        <p:spPr>
          <a:xfrm xmlns:a="http://schemas.openxmlformats.org/drawingml/2006/main">
            <a:off x="4105275" y="4200525"/>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1572C3"/>
            </a:solidFill>
          </a:ln>
        </p:spPr>
      </p:sp>
      <p:sp>
        <p:nvSpPr>
          <p:cNvPr id="239" name="circuit-818">
            <a:extLst xmlns:a="http://schemas.openxmlformats.org/drawingml/2006/main">
              <a:ext uri="{FF2B5EF4-FFF2-40B4-BE49-F238E27FC236}">
                <a16:creationId xmlns:a16="http://schemas.microsoft.com/office/drawing/2014/main" id="{0DB8C2E3-1E24-40FC-8369-7E8A8AC8F37A}"/>
              </a:ext>
            </a:extLst>
          </p:cNvPr>
          <p:cNvSpPr>
            <a:spLocks xmlns:a="http://schemas.openxmlformats.org/drawingml/2006/main" noGrp="1"/>
          </p:cNvSpPr>
          <p:nvPr/>
        </p:nvSpPr>
        <p:spPr>
          <a:xfrm xmlns:a="http://schemas.openxmlformats.org/drawingml/2006/main">
            <a:off x="4095750" y="41624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40" name="junction-819">
            <a:extLst xmlns:a="http://schemas.openxmlformats.org/drawingml/2006/main">
              <a:ext uri="{FF2B5EF4-FFF2-40B4-BE49-F238E27FC236}">
                <a16:creationId xmlns:a16="http://schemas.microsoft.com/office/drawing/2014/main" id="{04092389-04C7-4955-AEDC-B80CB813FC5F}"/>
              </a:ext>
            </a:extLst>
          </p:cNvPr>
          <p:cNvSpPr>
            <a:spLocks xmlns:a="http://schemas.openxmlformats.org/drawingml/2006/main" noGrp="1"/>
          </p:cNvSpPr>
          <p:nvPr/>
        </p:nvSpPr>
        <p:spPr>
          <a:xfrm xmlns:a="http://schemas.openxmlformats.org/drawingml/2006/main">
            <a:off x="4078605" y="4526280"/>
            <a:ext cx="53340" cy="53340"/>
          </a:xfrm>
          <a:prstGeom xmlns:a="http://schemas.openxmlformats.org/drawingml/2006/main" prst="ellipse">
            <a:avLst/>
          </a:prstGeom>
          <a:solidFill xmlns:a="http://schemas.openxmlformats.org/drawingml/2006/main">
            <a:srgbClr val="231F20"/>
          </a:solidFill>
          <a:ln xmlns:a="http://schemas.openxmlformats.org/drawingml/2006/main" w="0">
            <a:solidFill>
              <a:srgbClr val="231F20"/>
            </a:solidFill>
          </a:ln>
        </p:spPr>
      </p:sp>
      <p:sp>
        <p:nvSpPr>
          <p:cNvPr id="241" name="text-820">
            <a:extLst xmlns:a="http://schemas.openxmlformats.org/drawingml/2006/main">
              <a:ext uri="{FF2B5EF4-FFF2-40B4-BE49-F238E27FC236}">
                <a16:creationId xmlns:a16="http://schemas.microsoft.com/office/drawing/2014/main" id="{5D22145E-B873-4AD0-BB6D-0E2729DDDEA0}"/>
              </a:ext>
            </a:extLst>
          </p:cNvPr>
          <p:cNvSpPr>
            <a:spLocks xmlns:a="http://schemas.openxmlformats.org/drawingml/2006/main" noGrp="1"/>
          </p:cNvSpPr>
          <p:nvPr/>
        </p:nvSpPr>
        <p:spPr>
          <a:xfrm xmlns:a="http://schemas.openxmlformats.org/drawingml/2006/main">
            <a:off x="9220200" y="2990850"/>
            <a:ext cx="2343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350" b="1">
                <a:solidFill>
                  <a:srgbClr val="1572C3"/>
                </a:solidFill>
                <a:latin typeface="Yu Gothic"/>
                <a:ea typeface="Yu Gothic"/>
                <a:cs typeface="Yu Gothic"/>
              </a:defRPr>
            </a:defPPr>
            <a:lvl1pPr algn="ctr">
              <a:defRPr sz="1350" b="1">
                <a:solidFill>
                  <a:srgbClr val="1572C3"/>
                </a:solidFill>
                <a:latin typeface="Yu Gothic"/>
                <a:ea typeface="Yu Gothic"/>
                <a:cs typeface="Yu Gothic"/>
              </a:defRPr>
            </a:lvl1pPr>
            <a:lvl2pPr algn="ctr">
              <a:defRPr sz="1350" b="1">
                <a:solidFill>
                  <a:srgbClr val="1572C3"/>
                </a:solidFill>
                <a:latin typeface="Yu Gothic"/>
                <a:ea typeface="Yu Gothic"/>
                <a:cs typeface="Yu Gothic"/>
              </a:defRPr>
            </a:lvl2pPr>
            <a:lvl3pPr algn="ctr">
              <a:defRPr sz="1350" b="1">
                <a:solidFill>
                  <a:srgbClr val="1572C3"/>
                </a:solidFill>
                <a:latin typeface="Yu Gothic"/>
                <a:ea typeface="Yu Gothic"/>
                <a:cs typeface="Yu Gothic"/>
              </a:defRPr>
            </a:lvl3pPr>
            <a:lvl4pPr algn="ctr">
              <a:defRPr sz="1350" b="1">
                <a:solidFill>
                  <a:srgbClr val="1572C3"/>
                </a:solidFill>
                <a:latin typeface="Yu Gothic"/>
                <a:ea typeface="Yu Gothic"/>
                <a:cs typeface="Yu Gothic"/>
              </a:defRPr>
            </a:lvl4pPr>
            <a:lvl5pPr algn="ctr">
              <a:defRPr sz="1350" b="1">
                <a:solidFill>
                  <a:srgbClr val="1572C3"/>
                </a:solidFill>
                <a:latin typeface="Yu Gothic"/>
                <a:ea typeface="Yu Gothic"/>
                <a:cs typeface="Yu Gothic"/>
              </a:defRPr>
            </a:lvl5pPr>
            <a:lvl6pPr algn="ctr">
              <a:defRPr sz="1350" b="1">
                <a:solidFill>
                  <a:srgbClr val="1572C3"/>
                </a:solidFill>
                <a:latin typeface="Yu Gothic"/>
                <a:ea typeface="Yu Gothic"/>
                <a:cs typeface="Yu Gothic"/>
              </a:defRPr>
            </a:lvl6pPr>
            <a:lvl7pPr algn="ctr">
              <a:defRPr sz="1350" b="1">
                <a:solidFill>
                  <a:srgbClr val="1572C3"/>
                </a:solidFill>
                <a:latin typeface="Yu Gothic"/>
                <a:ea typeface="Yu Gothic"/>
                <a:cs typeface="Yu Gothic"/>
              </a:defRPr>
            </a:lvl7pPr>
            <a:lvl8pPr algn="ctr">
              <a:defRPr sz="1350" b="1">
                <a:solidFill>
                  <a:srgbClr val="1572C3"/>
                </a:solidFill>
                <a:latin typeface="Yu Gothic"/>
                <a:ea typeface="Yu Gothic"/>
                <a:cs typeface="Yu Gothic"/>
              </a:defRPr>
            </a:lvl8pPr>
            <a:lvl9pPr algn="ctr">
              <a:defRPr sz="1350" b="1">
                <a:solidFill>
                  <a:srgbClr val="1572C3"/>
                </a:solidFill>
                <a:latin typeface="Yu Gothic"/>
                <a:ea typeface="Yu Gothic"/>
                <a:cs typeface="Yu Gothic"/>
              </a:defRPr>
            </a:lvl9pPr>
          </a:lstStyle>
          <a:p xmlns:a="http://schemas.openxmlformats.org/drawingml/2006/main">
            <a:pPr algn="ctr">
              <a:defRPr sz="1350" b="1">
                <a:solidFill>
                  <a:srgbClr val="1572C3"/>
                </a:solidFill>
                <a:latin typeface="Yu Gothic"/>
                <a:ea typeface="Yu Gothic"/>
                <a:cs typeface="Yu Gothic"/>
              </a:defRPr>
            </a:pPr>
            <a:r>
              <a:rPr sz="1350" b="1">
                <a:solidFill>
                  <a:srgbClr val="1572C3"/>
                </a:solidFill>
                <a:latin typeface="Yu Gothic"/>
                <a:ea typeface="Yu Gothic"/>
                <a:cs typeface="Yu Gothic"/>
              </a:rPr>
              <a:t>描画窓口 0x1008_0000</a:t>
            </a:r>
          </a:p>
        </p:txBody>
      </p:sp>
      <p:sp>
        <p:nvSpPr>
          <p:cNvPr id="242" name="wire-821">
            <a:extLst xmlns:a="http://schemas.openxmlformats.org/drawingml/2006/main">
              <a:ext uri="{FF2B5EF4-FFF2-40B4-BE49-F238E27FC236}">
                <a16:creationId xmlns:a16="http://schemas.microsoft.com/office/drawing/2014/main" id="{C17062C4-E9DB-4BFC-BE87-3A4FFB30D331}"/>
              </a:ext>
            </a:extLst>
          </p:cNvPr>
          <p:cNvSpPr>
            <a:spLocks xmlns:a="http://schemas.openxmlformats.org/drawingml/2006/main" noGrp="1"/>
          </p:cNvSpPr>
          <p:nvPr/>
        </p:nvSpPr>
        <p:spPr>
          <a:xfrm xmlns:a="http://schemas.openxmlformats.org/drawingml/2006/main">
            <a:off x="11572875" y="2771775"/>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1572C3"/>
            </a:solidFill>
          </a:ln>
        </p:spPr>
      </p:sp>
      <p:sp>
        <p:nvSpPr>
          <p:cNvPr id="243" name="wire-822">
            <a:extLst xmlns:a="http://schemas.openxmlformats.org/drawingml/2006/main">
              <a:ext uri="{FF2B5EF4-FFF2-40B4-BE49-F238E27FC236}">
                <a16:creationId xmlns:a16="http://schemas.microsoft.com/office/drawing/2014/main" id="{C4E3B837-B642-469A-9CDC-52609FBC4718}"/>
              </a:ext>
            </a:extLst>
          </p:cNvPr>
          <p:cNvSpPr>
            <a:spLocks xmlns:a="http://schemas.openxmlformats.org/drawingml/2006/main" noGrp="1"/>
          </p:cNvSpPr>
          <p:nvPr/>
        </p:nvSpPr>
        <p:spPr>
          <a:xfrm xmlns:a="http://schemas.openxmlformats.org/drawingml/2006/main">
            <a:off x="11658600" y="2771775"/>
            <a:ext cx="9525" cy="466725"/>
          </a:xfrm>
          <a:custGeom xmlns:a="http://schemas.openxmlformats.org/drawingml/2006/main">
            <a:pathLst>
              <a:path w="9525" h="466725">
                <a:moveTo>
                  <a:pt x="0" y="0"/>
                </a:moveTo>
                <a:lnTo>
                  <a:pt x="0" y="466725"/>
                </a:lnTo>
              </a:path>
            </a:pathLst>
          </a:custGeom>
          <a:noFill xmlns:a="http://schemas.openxmlformats.org/drawingml/2006/main"/>
          <a:ln xmlns:a="http://schemas.openxmlformats.org/drawingml/2006/main" w="22860">
            <a:solidFill>
              <a:srgbClr val="1572C3"/>
            </a:solidFill>
          </a:ln>
        </p:spPr>
      </p:sp>
      <p:sp>
        <p:nvSpPr>
          <p:cNvPr id="244" name="wire-823">
            <a:extLst xmlns:a="http://schemas.openxmlformats.org/drawingml/2006/main">
              <a:ext uri="{FF2B5EF4-FFF2-40B4-BE49-F238E27FC236}">
                <a16:creationId xmlns:a16="http://schemas.microsoft.com/office/drawing/2014/main" id="{562C7A70-C4F2-4A14-8DED-DB3FE6C11D09}"/>
              </a:ext>
            </a:extLst>
          </p:cNvPr>
          <p:cNvSpPr>
            <a:spLocks xmlns:a="http://schemas.openxmlformats.org/drawingml/2006/main" noGrp="1"/>
          </p:cNvSpPr>
          <p:nvPr/>
        </p:nvSpPr>
        <p:spPr>
          <a:xfrm xmlns:a="http://schemas.openxmlformats.org/drawingml/2006/main">
            <a:off x="10382250" y="3238500"/>
            <a:ext cx="1276350" cy="9525"/>
          </a:xfrm>
          <a:custGeom xmlns:a="http://schemas.openxmlformats.org/drawingml/2006/main">
            <a:pathLst>
              <a:path w="1276350" h="9525">
                <a:moveTo>
                  <a:pt x="1276350" y="0"/>
                </a:moveTo>
                <a:lnTo>
                  <a:pt x="0" y="0"/>
                </a:lnTo>
              </a:path>
            </a:pathLst>
          </a:custGeom>
          <a:noFill xmlns:a="http://schemas.openxmlformats.org/drawingml/2006/main"/>
          <a:ln xmlns:a="http://schemas.openxmlformats.org/drawingml/2006/main" w="22860">
            <a:solidFill>
              <a:srgbClr val="1572C3"/>
            </a:solidFill>
          </a:ln>
        </p:spPr>
      </p:sp>
      <p:sp>
        <p:nvSpPr>
          <p:cNvPr id="245" name="wire-824">
            <a:extLst xmlns:a="http://schemas.openxmlformats.org/drawingml/2006/main">
              <a:ext uri="{FF2B5EF4-FFF2-40B4-BE49-F238E27FC236}">
                <a16:creationId xmlns:a16="http://schemas.microsoft.com/office/drawing/2014/main" id="{1F4F86E4-176E-4EA4-B325-6A827F94B685}"/>
              </a:ext>
            </a:extLst>
          </p:cNvPr>
          <p:cNvSpPr>
            <a:spLocks xmlns:a="http://schemas.openxmlformats.org/drawingml/2006/main" noGrp="1"/>
          </p:cNvSpPr>
          <p:nvPr/>
        </p:nvSpPr>
        <p:spPr>
          <a:xfrm xmlns:a="http://schemas.openxmlformats.org/drawingml/2006/main">
            <a:off x="10382250" y="3238500"/>
            <a:ext cx="9525" cy="104775"/>
          </a:xfrm>
          <a:custGeom xmlns:a="http://schemas.openxmlformats.org/drawingml/2006/main">
            <a:pathLst>
              <a:path w="9525" h="104775">
                <a:moveTo>
                  <a:pt x="0" y="0"/>
                </a:moveTo>
                <a:lnTo>
                  <a:pt x="0" y="104775"/>
                </a:lnTo>
              </a:path>
            </a:pathLst>
          </a:custGeom>
          <a:noFill xmlns:a="http://schemas.openxmlformats.org/drawingml/2006/main"/>
          <a:ln xmlns:a="http://schemas.openxmlformats.org/drawingml/2006/main" w="22860">
            <a:solidFill>
              <a:srgbClr val="1572C3"/>
            </a:solidFill>
          </a:ln>
        </p:spPr>
      </p:sp>
      <p:sp>
        <p:nvSpPr>
          <p:cNvPr id="246" name="circuit-825">
            <a:extLst xmlns:a="http://schemas.openxmlformats.org/drawingml/2006/main">
              <a:ext uri="{FF2B5EF4-FFF2-40B4-BE49-F238E27FC236}">
                <a16:creationId xmlns:a16="http://schemas.microsoft.com/office/drawing/2014/main" id="{3C7FF1F8-B8E1-4AF3-AC1F-5E27BD93E5E2}"/>
              </a:ext>
            </a:extLst>
          </p:cNvPr>
          <p:cNvSpPr>
            <a:spLocks xmlns:a="http://schemas.openxmlformats.org/drawingml/2006/main" noGrp="1"/>
          </p:cNvSpPr>
          <p:nvPr/>
        </p:nvSpPr>
        <p:spPr>
          <a:xfrm xmlns:a="http://schemas.openxmlformats.org/drawingml/2006/main">
            <a:off x="10344150" y="32480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1572C3"/>
          </a:solidFill>
          <a:ln xmlns:a="http://schemas.openxmlformats.org/drawingml/2006/main" w="9525">
            <a:solidFill>
              <a:srgbClr val="1572C3"/>
            </a:solidFill>
          </a:ln>
        </p:spPr>
      </p:sp>
      <p:sp>
        <p:nvSpPr>
          <p:cNvPr id="247" name="block-826">
            <a:extLst xmlns:a="http://schemas.openxmlformats.org/drawingml/2006/main">
              <a:ext uri="{FF2B5EF4-FFF2-40B4-BE49-F238E27FC236}">
                <a16:creationId xmlns:a16="http://schemas.microsoft.com/office/drawing/2014/main" id="{630735F5-923B-4896-B214-88CBB2985755}"/>
              </a:ext>
            </a:extLst>
          </p:cNvPr>
          <p:cNvSpPr>
            <a:spLocks xmlns:a="http://schemas.openxmlformats.org/drawingml/2006/main" noGrp="1"/>
          </p:cNvSpPr>
          <p:nvPr/>
        </p:nvSpPr>
        <p:spPr>
          <a:xfrm xmlns:a="http://schemas.openxmlformats.org/drawingml/2006/main">
            <a:off x="9239250" y="3343275"/>
            <a:ext cx="2314575" cy="438150"/>
          </a:xfrm>
          <a:prstGeom xmlns:a="http://schemas.openxmlformats.org/drawingml/2006/main" prst="rect">
            <a:avLst/>
          </a:prstGeom>
          <a:solidFill xmlns:a="http://schemas.openxmlformats.org/drawingml/2006/main">
            <a:srgbClr val="FFFFFF"/>
          </a:solidFill>
          <a:ln xmlns:a="http://schemas.openxmlformats.org/drawingml/2006/main" w="16193">
            <a:solidFill>
              <a:srgbClr val="1572C3"/>
            </a:solidFill>
          </a:ln>
        </p:spPr>
      </p:sp>
      <p:sp>
        <p:nvSpPr>
          <p:cNvPr id="248" name="text-827">
            <a:extLst xmlns:a="http://schemas.openxmlformats.org/drawingml/2006/main">
              <a:ext uri="{FF2B5EF4-FFF2-40B4-BE49-F238E27FC236}">
                <a16:creationId xmlns:a16="http://schemas.microsoft.com/office/drawing/2014/main" id="{7A5122BC-C289-496B-BF11-547C3C3BB046}"/>
              </a:ext>
            </a:extLst>
          </p:cNvPr>
          <p:cNvSpPr>
            <a:spLocks xmlns:a="http://schemas.openxmlformats.org/drawingml/2006/main" noGrp="1"/>
          </p:cNvSpPr>
          <p:nvPr/>
        </p:nvSpPr>
        <p:spPr>
          <a:xfrm xmlns:a="http://schemas.openxmlformats.org/drawingml/2006/main">
            <a:off x="9315450" y="3400425"/>
            <a:ext cx="2162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572C3"/>
                </a:solidFill>
                <a:latin typeface="Yu Gothic"/>
                <a:ea typeface="Yu Gothic"/>
                <a:cs typeface="Yu Gothic"/>
              </a:defRPr>
            </a:defPPr>
            <a:lvl1pPr algn="ctr">
              <a:defRPr sz="1500" b="1">
                <a:solidFill>
                  <a:srgbClr val="1572C3"/>
                </a:solidFill>
                <a:latin typeface="Yu Gothic"/>
                <a:ea typeface="Yu Gothic"/>
                <a:cs typeface="Yu Gothic"/>
              </a:defRPr>
            </a:lvl1pPr>
            <a:lvl2pPr algn="ctr">
              <a:defRPr sz="1500" b="1">
                <a:solidFill>
                  <a:srgbClr val="1572C3"/>
                </a:solidFill>
                <a:latin typeface="Yu Gothic"/>
                <a:ea typeface="Yu Gothic"/>
                <a:cs typeface="Yu Gothic"/>
              </a:defRPr>
            </a:lvl2pPr>
            <a:lvl3pPr algn="ctr">
              <a:defRPr sz="1500" b="1">
                <a:solidFill>
                  <a:srgbClr val="1572C3"/>
                </a:solidFill>
                <a:latin typeface="Yu Gothic"/>
                <a:ea typeface="Yu Gothic"/>
                <a:cs typeface="Yu Gothic"/>
              </a:defRPr>
            </a:lvl3pPr>
            <a:lvl4pPr algn="ctr">
              <a:defRPr sz="1500" b="1">
                <a:solidFill>
                  <a:srgbClr val="1572C3"/>
                </a:solidFill>
                <a:latin typeface="Yu Gothic"/>
                <a:ea typeface="Yu Gothic"/>
                <a:cs typeface="Yu Gothic"/>
              </a:defRPr>
            </a:lvl4pPr>
            <a:lvl5pPr algn="ctr">
              <a:defRPr sz="1500" b="1">
                <a:solidFill>
                  <a:srgbClr val="1572C3"/>
                </a:solidFill>
                <a:latin typeface="Yu Gothic"/>
                <a:ea typeface="Yu Gothic"/>
                <a:cs typeface="Yu Gothic"/>
              </a:defRPr>
            </a:lvl5pPr>
            <a:lvl6pPr algn="ctr">
              <a:defRPr sz="1500" b="1">
                <a:solidFill>
                  <a:srgbClr val="1572C3"/>
                </a:solidFill>
                <a:latin typeface="Yu Gothic"/>
                <a:ea typeface="Yu Gothic"/>
                <a:cs typeface="Yu Gothic"/>
              </a:defRPr>
            </a:lvl6pPr>
            <a:lvl7pPr algn="ctr">
              <a:defRPr sz="1500" b="1">
                <a:solidFill>
                  <a:srgbClr val="1572C3"/>
                </a:solidFill>
                <a:latin typeface="Yu Gothic"/>
                <a:ea typeface="Yu Gothic"/>
                <a:cs typeface="Yu Gothic"/>
              </a:defRPr>
            </a:lvl7pPr>
            <a:lvl8pPr algn="ctr">
              <a:defRPr sz="1500" b="1">
                <a:solidFill>
                  <a:srgbClr val="1572C3"/>
                </a:solidFill>
                <a:latin typeface="Yu Gothic"/>
                <a:ea typeface="Yu Gothic"/>
                <a:cs typeface="Yu Gothic"/>
              </a:defRPr>
            </a:lvl8pPr>
            <a:lvl9pPr algn="ctr">
              <a:defRPr sz="1500" b="1">
                <a:solidFill>
                  <a:srgbClr val="1572C3"/>
                </a:solidFill>
                <a:latin typeface="Yu Gothic"/>
                <a:ea typeface="Yu Gothic"/>
                <a:cs typeface="Yu Gothic"/>
              </a:defRPr>
            </a:lvl9pPr>
          </a:lstStyle>
          <a:p xmlns:a="http://schemas.openxmlformats.org/drawingml/2006/main">
            <a:pPr algn="ctr">
              <a:defRPr sz="1500" b="1">
                <a:solidFill>
                  <a:srgbClr val="1572C3"/>
                </a:solidFill>
                <a:latin typeface="Yu Gothic"/>
                <a:ea typeface="Yu Gothic"/>
                <a:cs typeface="Yu Gothic"/>
              </a:defRPr>
            </a:pPr>
            <a:r>
              <a:rPr sz="1500" b="1">
                <a:solidFill>
                  <a:srgbClr val="1572C3"/>
                </a:solidFill>
                <a:latin typeface="Yu Gothic"/>
                <a:ea typeface="Yu Gothic"/>
                <a:cs typeface="Yu Gothic"/>
              </a:rPr>
              <a:t>APB接続回路 → FIFO</a:t>
            </a:r>
          </a:p>
        </p:txBody>
      </p:sp>
      <p:sp>
        <p:nvSpPr>
          <p:cNvPr id="249" name="wire-828">
            <a:extLst xmlns:a="http://schemas.openxmlformats.org/drawingml/2006/main">
              <a:ext uri="{FF2B5EF4-FFF2-40B4-BE49-F238E27FC236}">
                <a16:creationId xmlns:a16="http://schemas.microsoft.com/office/drawing/2014/main" id="{CADB866D-B3D1-4F8C-A4C9-38F939C77A9C}"/>
              </a:ext>
            </a:extLst>
          </p:cNvPr>
          <p:cNvSpPr>
            <a:spLocks xmlns:a="http://schemas.openxmlformats.org/drawingml/2006/main" noGrp="1"/>
          </p:cNvSpPr>
          <p:nvPr/>
        </p:nvSpPr>
        <p:spPr>
          <a:xfrm xmlns:a="http://schemas.openxmlformats.org/drawingml/2006/main">
            <a:off x="10391775" y="3781425"/>
            <a:ext cx="9525" cy="257175"/>
          </a:xfrm>
          <a:custGeom xmlns:a="http://schemas.openxmlformats.org/drawingml/2006/main">
            <a:pathLst>
              <a:path w="9525" h="257175">
                <a:moveTo>
                  <a:pt x="0" y="0"/>
                </a:moveTo>
                <a:lnTo>
                  <a:pt x="0" y="257175"/>
                </a:lnTo>
              </a:path>
            </a:pathLst>
          </a:custGeom>
          <a:noFill xmlns:a="http://schemas.openxmlformats.org/drawingml/2006/main"/>
          <a:ln xmlns:a="http://schemas.openxmlformats.org/drawingml/2006/main" w="22860">
            <a:solidFill>
              <a:srgbClr val="1572C3"/>
            </a:solidFill>
          </a:ln>
        </p:spPr>
      </p:sp>
      <p:sp>
        <p:nvSpPr>
          <p:cNvPr id="250" name="circuit-829">
            <a:extLst xmlns:a="http://schemas.openxmlformats.org/drawingml/2006/main">
              <a:ext uri="{FF2B5EF4-FFF2-40B4-BE49-F238E27FC236}">
                <a16:creationId xmlns:a16="http://schemas.microsoft.com/office/drawing/2014/main" id="{15A29BA3-785F-4334-9F60-786E732DCCD4}"/>
              </a:ext>
            </a:extLst>
          </p:cNvPr>
          <p:cNvSpPr>
            <a:spLocks xmlns:a="http://schemas.openxmlformats.org/drawingml/2006/main" noGrp="1"/>
          </p:cNvSpPr>
          <p:nvPr/>
        </p:nvSpPr>
        <p:spPr>
          <a:xfrm xmlns:a="http://schemas.openxmlformats.org/drawingml/2006/main">
            <a:off x="10353675" y="394335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1572C3"/>
          </a:solidFill>
          <a:ln xmlns:a="http://schemas.openxmlformats.org/drawingml/2006/main" w="9525">
            <a:solidFill>
              <a:srgbClr val="1572C3"/>
            </a:solidFill>
          </a:ln>
        </p:spPr>
      </p:sp>
      <p:sp>
        <p:nvSpPr>
          <p:cNvPr id="251" name="block-830">
            <a:extLst xmlns:a="http://schemas.openxmlformats.org/drawingml/2006/main">
              <a:ext uri="{FF2B5EF4-FFF2-40B4-BE49-F238E27FC236}">
                <a16:creationId xmlns:a16="http://schemas.microsoft.com/office/drawing/2014/main" id="{57D5B627-9757-417B-B260-3F278BB7DB17}"/>
              </a:ext>
            </a:extLst>
          </p:cNvPr>
          <p:cNvSpPr>
            <a:spLocks xmlns:a="http://schemas.openxmlformats.org/drawingml/2006/main" noGrp="1"/>
          </p:cNvSpPr>
          <p:nvPr/>
        </p:nvSpPr>
        <p:spPr>
          <a:xfrm xmlns:a="http://schemas.openxmlformats.org/drawingml/2006/main">
            <a:off x="9239250" y="4038600"/>
            <a:ext cx="2314575" cy="581025"/>
          </a:xfrm>
          <a:prstGeom xmlns:a="http://schemas.openxmlformats.org/drawingml/2006/main" prst="rect">
            <a:avLst/>
          </a:prstGeom>
          <a:solidFill xmlns:a="http://schemas.openxmlformats.org/drawingml/2006/main">
            <a:srgbClr val="FFFFFF"/>
          </a:solidFill>
          <a:ln xmlns:a="http://schemas.openxmlformats.org/drawingml/2006/main" w="16193">
            <a:solidFill>
              <a:srgbClr val="1572C3"/>
            </a:solidFill>
          </a:ln>
        </p:spPr>
      </p:sp>
      <p:sp>
        <p:nvSpPr>
          <p:cNvPr id="252" name="text-831">
            <a:extLst xmlns:a="http://schemas.openxmlformats.org/drawingml/2006/main">
              <a:ext uri="{FF2B5EF4-FFF2-40B4-BE49-F238E27FC236}">
                <a16:creationId xmlns:a16="http://schemas.microsoft.com/office/drawing/2014/main" id="{242441B0-F332-402E-A656-0E6380147181}"/>
              </a:ext>
            </a:extLst>
          </p:cNvPr>
          <p:cNvSpPr>
            <a:spLocks xmlns:a="http://schemas.openxmlformats.org/drawingml/2006/main" noGrp="1"/>
          </p:cNvSpPr>
          <p:nvPr/>
        </p:nvSpPr>
        <p:spPr>
          <a:xfrm xmlns:a="http://schemas.openxmlformats.org/drawingml/2006/main">
            <a:off x="9315450" y="4095750"/>
            <a:ext cx="2162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1">
                <a:solidFill>
                  <a:srgbClr val="1572C3"/>
                </a:solidFill>
                <a:latin typeface="Yu Gothic"/>
                <a:ea typeface="Yu Gothic"/>
                <a:cs typeface="Yu Gothic"/>
              </a:defRPr>
            </a:defPPr>
            <a:lvl1pPr algn="ctr">
              <a:defRPr sz="1725" b="1">
                <a:solidFill>
                  <a:srgbClr val="1572C3"/>
                </a:solidFill>
                <a:latin typeface="Yu Gothic"/>
                <a:ea typeface="Yu Gothic"/>
                <a:cs typeface="Yu Gothic"/>
              </a:defRPr>
            </a:lvl1pPr>
            <a:lvl2pPr algn="ctr">
              <a:defRPr sz="1725" b="1">
                <a:solidFill>
                  <a:srgbClr val="1572C3"/>
                </a:solidFill>
                <a:latin typeface="Yu Gothic"/>
                <a:ea typeface="Yu Gothic"/>
                <a:cs typeface="Yu Gothic"/>
              </a:defRPr>
            </a:lvl2pPr>
            <a:lvl3pPr algn="ctr">
              <a:defRPr sz="1725" b="1">
                <a:solidFill>
                  <a:srgbClr val="1572C3"/>
                </a:solidFill>
                <a:latin typeface="Yu Gothic"/>
                <a:ea typeface="Yu Gothic"/>
                <a:cs typeface="Yu Gothic"/>
              </a:defRPr>
            </a:lvl3pPr>
            <a:lvl4pPr algn="ctr">
              <a:defRPr sz="1725" b="1">
                <a:solidFill>
                  <a:srgbClr val="1572C3"/>
                </a:solidFill>
                <a:latin typeface="Yu Gothic"/>
                <a:ea typeface="Yu Gothic"/>
                <a:cs typeface="Yu Gothic"/>
              </a:defRPr>
            </a:lvl4pPr>
            <a:lvl5pPr algn="ctr">
              <a:defRPr sz="1725" b="1">
                <a:solidFill>
                  <a:srgbClr val="1572C3"/>
                </a:solidFill>
                <a:latin typeface="Yu Gothic"/>
                <a:ea typeface="Yu Gothic"/>
                <a:cs typeface="Yu Gothic"/>
              </a:defRPr>
            </a:lvl5pPr>
            <a:lvl6pPr algn="ctr">
              <a:defRPr sz="1725" b="1">
                <a:solidFill>
                  <a:srgbClr val="1572C3"/>
                </a:solidFill>
                <a:latin typeface="Yu Gothic"/>
                <a:ea typeface="Yu Gothic"/>
                <a:cs typeface="Yu Gothic"/>
              </a:defRPr>
            </a:lvl6pPr>
            <a:lvl7pPr algn="ctr">
              <a:defRPr sz="1725" b="1">
                <a:solidFill>
                  <a:srgbClr val="1572C3"/>
                </a:solidFill>
                <a:latin typeface="Yu Gothic"/>
                <a:ea typeface="Yu Gothic"/>
                <a:cs typeface="Yu Gothic"/>
              </a:defRPr>
            </a:lvl7pPr>
            <a:lvl8pPr algn="ctr">
              <a:defRPr sz="1725" b="1">
                <a:solidFill>
                  <a:srgbClr val="1572C3"/>
                </a:solidFill>
                <a:latin typeface="Yu Gothic"/>
                <a:ea typeface="Yu Gothic"/>
                <a:cs typeface="Yu Gothic"/>
              </a:defRPr>
            </a:lvl8pPr>
            <a:lvl9pPr algn="ctr">
              <a:defRPr sz="1725" b="1">
                <a:solidFill>
                  <a:srgbClr val="1572C3"/>
                </a:solidFill>
                <a:latin typeface="Yu Gothic"/>
                <a:ea typeface="Yu Gothic"/>
                <a:cs typeface="Yu Gothic"/>
              </a:defRPr>
            </a:lvl9pPr>
          </a:lstStyle>
          <a:p xmlns:a="http://schemas.openxmlformats.org/drawingml/2006/main">
            <a:pPr algn="ctr">
              <a:defRPr sz="1725" b="1">
                <a:solidFill>
                  <a:srgbClr val="1572C3"/>
                </a:solidFill>
                <a:latin typeface="Yu Gothic"/>
                <a:ea typeface="Yu Gothic"/>
                <a:cs typeface="Yu Gothic"/>
              </a:defRPr>
            </a:pPr>
            <a:r>
              <a:rPr sz="1725" b="1">
                <a:solidFill>
                  <a:srgbClr val="1572C3"/>
                </a:solidFill>
                <a:latin typeface="Yu Gothic"/>
                <a:ea typeface="Yu Gothic"/>
                <a:cs typeface="Yu Gothic"/>
              </a:rPr>
              <a:t>RasterIX</a:t>
            </a:r>
          </a:p>
          <a:p xmlns:a="http://schemas.openxmlformats.org/drawingml/2006/main">
            <a:pPr algn="ctr">
              <a:defRPr sz="1725" b="1">
                <a:solidFill>
                  <a:srgbClr val="1572C3"/>
                </a:solidFill>
                <a:latin typeface="Yu Gothic"/>
                <a:ea typeface="Yu Gothic"/>
                <a:cs typeface="Yu Gothic"/>
              </a:defRPr>
            </a:pPr>
            <a:r>
              <a:rPr sz="1725" b="1">
                <a:solidFill>
                  <a:srgbClr val="1572C3"/>
                </a:solidFill>
                <a:latin typeface="Yu Gothic"/>
                <a:ea typeface="Yu Gothic"/>
                <a:cs typeface="Yu Gothic"/>
              </a:rPr>
              <a:t>画素を作る</a:t>
            </a:r>
          </a:p>
        </p:txBody>
      </p:sp>
      <p:sp>
        <p:nvSpPr>
          <p:cNvPr id="253" name="block-832">
            <a:extLst xmlns:a="http://schemas.openxmlformats.org/drawingml/2006/main">
              <a:ext uri="{FF2B5EF4-FFF2-40B4-BE49-F238E27FC236}">
                <a16:creationId xmlns:a16="http://schemas.microsoft.com/office/drawing/2014/main" id="{FD88C326-A883-4FA1-A982-5C5F0796BF09}"/>
              </a:ext>
            </a:extLst>
          </p:cNvPr>
          <p:cNvSpPr>
            <a:spLocks xmlns:a="http://schemas.openxmlformats.org/drawingml/2006/main" noGrp="1"/>
          </p:cNvSpPr>
          <p:nvPr/>
        </p:nvSpPr>
        <p:spPr>
          <a:xfrm xmlns:a="http://schemas.openxmlformats.org/drawingml/2006/main">
            <a:off x="9239250" y="4972050"/>
            <a:ext cx="2314575" cy="581025"/>
          </a:xfrm>
          <a:prstGeom xmlns:a="http://schemas.openxmlformats.org/drawingml/2006/main" prst="rect">
            <a:avLst/>
          </a:prstGeom>
          <a:solidFill xmlns:a="http://schemas.openxmlformats.org/drawingml/2006/main">
            <a:srgbClr val="FFFFFF"/>
          </a:solidFill>
          <a:ln xmlns:a="http://schemas.openxmlformats.org/drawingml/2006/main" w="16193">
            <a:solidFill>
              <a:srgbClr val="1572C3"/>
            </a:solidFill>
          </a:ln>
        </p:spPr>
      </p:sp>
      <p:sp>
        <p:nvSpPr>
          <p:cNvPr id="254" name="text-833">
            <a:extLst xmlns:a="http://schemas.openxmlformats.org/drawingml/2006/main">
              <a:ext uri="{FF2B5EF4-FFF2-40B4-BE49-F238E27FC236}">
                <a16:creationId xmlns:a16="http://schemas.microsoft.com/office/drawing/2014/main" id="{9D591CB1-DC44-465C-A745-2FB57B4F428F}"/>
              </a:ext>
            </a:extLst>
          </p:cNvPr>
          <p:cNvSpPr>
            <a:spLocks xmlns:a="http://schemas.openxmlformats.org/drawingml/2006/main" noGrp="1"/>
          </p:cNvSpPr>
          <p:nvPr/>
        </p:nvSpPr>
        <p:spPr>
          <a:xfrm xmlns:a="http://schemas.openxmlformats.org/drawingml/2006/main">
            <a:off x="9315450" y="5029200"/>
            <a:ext cx="2162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1">
                <a:solidFill>
                  <a:srgbClr val="1572C3"/>
                </a:solidFill>
                <a:latin typeface="Yu Gothic"/>
                <a:ea typeface="Yu Gothic"/>
                <a:cs typeface="Yu Gothic"/>
              </a:defRPr>
            </a:defPPr>
            <a:lvl1pPr algn="ctr">
              <a:defRPr sz="1575" b="1">
                <a:solidFill>
                  <a:srgbClr val="1572C3"/>
                </a:solidFill>
                <a:latin typeface="Yu Gothic"/>
                <a:ea typeface="Yu Gothic"/>
                <a:cs typeface="Yu Gothic"/>
              </a:defRPr>
            </a:lvl1pPr>
            <a:lvl2pPr algn="ctr">
              <a:defRPr sz="1575" b="1">
                <a:solidFill>
                  <a:srgbClr val="1572C3"/>
                </a:solidFill>
                <a:latin typeface="Yu Gothic"/>
                <a:ea typeface="Yu Gothic"/>
                <a:cs typeface="Yu Gothic"/>
              </a:defRPr>
            </a:lvl2pPr>
            <a:lvl3pPr algn="ctr">
              <a:defRPr sz="1575" b="1">
                <a:solidFill>
                  <a:srgbClr val="1572C3"/>
                </a:solidFill>
                <a:latin typeface="Yu Gothic"/>
                <a:ea typeface="Yu Gothic"/>
                <a:cs typeface="Yu Gothic"/>
              </a:defRPr>
            </a:lvl3pPr>
            <a:lvl4pPr algn="ctr">
              <a:defRPr sz="1575" b="1">
                <a:solidFill>
                  <a:srgbClr val="1572C3"/>
                </a:solidFill>
                <a:latin typeface="Yu Gothic"/>
                <a:ea typeface="Yu Gothic"/>
                <a:cs typeface="Yu Gothic"/>
              </a:defRPr>
            </a:lvl4pPr>
            <a:lvl5pPr algn="ctr">
              <a:defRPr sz="1575" b="1">
                <a:solidFill>
                  <a:srgbClr val="1572C3"/>
                </a:solidFill>
                <a:latin typeface="Yu Gothic"/>
                <a:ea typeface="Yu Gothic"/>
                <a:cs typeface="Yu Gothic"/>
              </a:defRPr>
            </a:lvl5pPr>
            <a:lvl6pPr algn="ctr">
              <a:defRPr sz="1575" b="1">
                <a:solidFill>
                  <a:srgbClr val="1572C3"/>
                </a:solidFill>
                <a:latin typeface="Yu Gothic"/>
                <a:ea typeface="Yu Gothic"/>
                <a:cs typeface="Yu Gothic"/>
              </a:defRPr>
            </a:lvl6pPr>
            <a:lvl7pPr algn="ctr">
              <a:defRPr sz="1575" b="1">
                <a:solidFill>
                  <a:srgbClr val="1572C3"/>
                </a:solidFill>
                <a:latin typeface="Yu Gothic"/>
                <a:ea typeface="Yu Gothic"/>
                <a:cs typeface="Yu Gothic"/>
              </a:defRPr>
            </a:lvl7pPr>
            <a:lvl8pPr algn="ctr">
              <a:defRPr sz="1575" b="1">
                <a:solidFill>
                  <a:srgbClr val="1572C3"/>
                </a:solidFill>
                <a:latin typeface="Yu Gothic"/>
                <a:ea typeface="Yu Gothic"/>
                <a:cs typeface="Yu Gothic"/>
              </a:defRPr>
            </a:lvl8pPr>
            <a:lvl9pPr algn="ctr">
              <a:defRPr sz="1575" b="1">
                <a:solidFill>
                  <a:srgbClr val="1572C3"/>
                </a:solidFill>
                <a:latin typeface="Yu Gothic"/>
                <a:ea typeface="Yu Gothic"/>
                <a:cs typeface="Yu Gothic"/>
              </a:defRPr>
            </a:lvl9pPr>
          </a:lstStyle>
          <a:p xmlns:a="http://schemas.openxmlformats.org/drawingml/2006/main">
            <a:pPr algn="ctr">
              <a:defRPr sz="1575" b="1">
                <a:solidFill>
                  <a:srgbClr val="1572C3"/>
                </a:solidFill>
                <a:latin typeface="Yu Gothic"/>
                <a:ea typeface="Yu Gothic"/>
                <a:cs typeface="Yu Gothic"/>
              </a:defRPr>
            </a:pPr>
            <a:r>
              <a:rPr sz="1575" b="1">
                <a:solidFill>
                  <a:srgbClr val="1572C3"/>
                </a:solidFill>
                <a:latin typeface="Yu Gothic"/>
                <a:ea typeface="Yu Gothic"/>
                <a:cs typeface="Yu Gothic"/>
              </a:rPr>
              <a:t>表示回路</a:t>
            </a:r>
          </a:p>
          <a:p xmlns:a="http://schemas.openxmlformats.org/drawingml/2006/main">
            <a:pPr algn="ctr">
              <a:defRPr sz="1575" b="1">
                <a:solidFill>
                  <a:srgbClr val="1572C3"/>
                </a:solidFill>
                <a:latin typeface="Yu Gothic"/>
                <a:ea typeface="Yu Gothic"/>
                <a:cs typeface="Yu Gothic"/>
              </a:defRPr>
            </a:pPr>
            <a:r>
              <a:rPr sz="1575" b="1">
                <a:solidFill>
                  <a:srgbClr val="1572C3"/>
                </a:solidFill>
                <a:latin typeface="Yu Gothic"/>
                <a:ea typeface="Yu Gothic"/>
                <a:cs typeface="Yu Gothic"/>
              </a:rPr>
              <a:t>画素を順に送る</a:t>
            </a:r>
          </a:p>
        </p:txBody>
      </p:sp>
      <p:sp>
        <p:nvSpPr>
          <p:cNvPr id="255" name="wire-834">
            <a:extLst xmlns:a="http://schemas.openxmlformats.org/drawingml/2006/main">
              <a:ext uri="{FF2B5EF4-FFF2-40B4-BE49-F238E27FC236}">
                <a16:creationId xmlns:a16="http://schemas.microsoft.com/office/drawing/2014/main" id="{EB66476B-C0E8-4688-B48E-0C2B6D784835}"/>
              </a:ext>
            </a:extLst>
          </p:cNvPr>
          <p:cNvSpPr>
            <a:spLocks xmlns:a="http://schemas.openxmlformats.org/drawingml/2006/main" noGrp="1"/>
          </p:cNvSpPr>
          <p:nvPr/>
        </p:nvSpPr>
        <p:spPr>
          <a:xfrm xmlns:a="http://schemas.openxmlformats.org/drawingml/2006/main">
            <a:off x="9058275" y="4333875"/>
            <a:ext cx="180975" cy="9525"/>
          </a:xfrm>
          <a:custGeom xmlns:a="http://schemas.openxmlformats.org/drawingml/2006/main">
            <a:pathLst>
              <a:path w="180975" h="9525">
                <a:moveTo>
                  <a:pt x="180975" y="0"/>
                </a:moveTo>
                <a:lnTo>
                  <a:pt x="0" y="0"/>
                </a:lnTo>
              </a:path>
            </a:pathLst>
          </a:custGeom>
          <a:noFill xmlns:a="http://schemas.openxmlformats.org/drawingml/2006/main"/>
          <a:ln xmlns:a="http://schemas.openxmlformats.org/drawingml/2006/main" w="22860">
            <a:solidFill>
              <a:srgbClr val="1572C3"/>
            </a:solidFill>
          </a:ln>
        </p:spPr>
      </p:sp>
      <p:sp>
        <p:nvSpPr>
          <p:cNvPr id="256" name="wire-835">
            <a:extLst xmlns:a="http://schemas.openxmlformats.org/drawingml/2006/main">
              <a:ext uri="{FF2B5EF4-FFF2-40B4-BE49-F238E27FC236}">
                <a16:creationId xmlns:a16="http://schemas.microsoft.com/office/drawing/2014/main" id="{B3E74ED2-6E69-4433-B411-671432CCE78D}"/>
              </a:ext>
            </a:extLst>
          </p:cNvPr>
          <p:cNvSpPr>
            <a:spLocks xmlns:a="http://schemas.openxmlformats.org/drawingml/2006/main" noGrp="1"/>
          </p:cNvSpPr>
          <p:nvPr/>
        </p:nvSpPr>
        <p:spPr>
          <a:xfrm xmlns:a="http://schemas.openxmlformats.org/drawingml/2006/main">
            <a:off x="9058275" y="2771775"/>
            <a:ext cx="9525" cy="1562100"/>
          </a:xfrm>
          <a:custGeom xmlns:a="http://schemas.openxmlformats.org/drawingml/2006/main">
            <a:pathLst>
              <a:path w="9525" h="1562100">
                <a:moveTo>
                  <a:pt x="0" y="1562100"/>
                </a:moveTo>
                <a:lnTo>
                  <a:pt x="0" y="0"/>
                </a:lnTo>
              </a:path>
            </a:pathLst>
          </a:custGeom>
          <a:noFill xmlns:a="http://schemas.openxmlformats.org/drawingml/2006/main"/>
          <a:ln xmlns:a="http://schemas.openxmlformats.org/drawingml/2006/main" w="22860">
            <a:solidFill>
              <a:srgbClr val="1572C3"/>
            </a:solidFill>
          </a:ln>
        </p:spPr>
      </p:sp>
      <p:sp>
        <p:nvSpPr>
          <p:cNvPr id="257" name="wire-836">
            <a:extLst xmlns:a="http://schemas.openxmlformats.org/drawingml/2006/main">
              <a:ext uri="{FF2B5EF4-FFF2-40B4-BE49-F238E27FC236}">
                <a16:creationId xmlns:a16="http://schemas.microsoft.com/office/drawing/2014/main" id="{AFFFE7D0-0520-478C-BB8E-91DD0B7C43B7}"/>
              </a:ext>
            </a:extLst>
          </p:cNvPr>
          <p:cNvSpPr>
            <a:spLocks xmlns:a="http://schemas.openxmlformats.org/drawingml/2006/main" noGrp="1"/>
          </p:cNvSpPr>
          <p:nvPr/>
        </p:nvSpPr>
        <p:spPr>
          <a:xfrm xmlns:a="http://schemas.openxmlformats.org/drawingml/2006/main">
            <a:off x="9058275" y="2771775"/>
            <a:ext cx="85725" cy="9525"/>
          </a:xfrm>
          <a:custGeom xmlns:a="http://schemas.openxmlformats.org/drawingml/2006/main">
            <a:pathLst>
              <a:path w="85725" h="9525">
                <a:moveTo>
                  <a:pt x="0" y="0"/>
                </a:moveTo>
                <a:lnTo>
                  <a:pt x="85725" y="0"/>
                </a:lnTo>
              </a:path>
            </a:pathLst>
          </a:custGeom>
          <a:noFill xmlns:a="http://schemas.openxmlformats.org/drawingml/2006/main"/>
          <a:ln xmlns:a="http://schemas.openxmlformats.org/drawingml/2006/main" w="22860">
            <a:solidFill>
              <a:srgbClr val="1572C3"/>
            </a:solidFill>
          </a:ln>
        </p:spPr>
      </p:sp>
      <p:sp>
        <p:nvSpPr>
          <p:cNvPr id="258" name="circuit-837">
            <a:extLst xmlns:a="http://schemas.openxmlformats.org/drawingml/2006/main">
              <a:ext uri="{FF2B5EF4-FFF2-40B4-BE49-F238E27FC236}">
                <a16:creationId xmlns:a16="http://schemas.microsoft.com/office/drawing/2014/main" id="{C2B5E07A-8BFD-4C19-B4A8-3D1646110E97}"/>
              </a:ext>
            </a:extLst>
          </p:cNvPr>
          <p:cNvSpPr>
            <a:spLocks xmlns:a="http://schemas.openxmlformats.org/drawingml/2006/main" noGrp="1"/>
          </p:cNvSpPr>
          <p:nvPr/>
        </p:nvSpPr>
        <p:spPr>
          <a:xfrm xmlns:a="http://schemas.openxmlformats.org/drawingml/2006/main">
            <a:off x="9048750" y="27336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59" name="wire-838">
            <a:extLst xmlns:a="http://schemas.openxmlformats.org/drawingml/2006/main">
              <a:ext uri="{FF2B5EF4-FFF2-40B4-BE49-F238E27FC236}">
                <a16:creationId xmlns:a16="http://schemas.microsoft.com/office/drawing/2014/main" id="{BDD1F202-97C4-44B2-B49C-27540D753FB9}"/>
              </a:ext>
            </a:extLst>
          </p:cNvPr>
          <p:cNvSpPr>
            <a:spLocks xmlns:a="http://schemas.openxmlformats.org/drawingml/2006/main" noGrp="1"/>
          </p:cNvSpPr>
          <p:nvPr/>
        </p:nvSpPr>
        <p:spPr>
          <a:xfrm xmlns:a="http://schemas.openxmlformats.org/drawingml/2006/main">
            <a:off x="9058275" y="4333875"/>
            <a:ext cx="180975" cy="9525"/>
          </a:xfrm>
          <a:custGeom xmlns:a="http://schemas.openxmlformats.org/drawingml/2006/main">
            <a:pathLst>
              <a:path w="180975" h="9525">
                <a:moveTo>
                  <a:pt x="0" y="0"/>
                </a:moveTo>
                <a:lnTo>
                  <a:pt x="180975" y="0"/>
                </a:lnTo>
              </a:path>
            </a:pathLst>
          </a:custGeom>
          <a:noFill xmlns:a="http://schemas.openxmlformats.org/drawingml/2006/main"/>
          <a:ln xmlns:a="http://schemas.openxmlformats.org/drawingml/2006/main" w="22860">
            <a:solidFill>
              <a:srgbClr val="1572C3"/>
            </a:solidFill>
          </a:ln>
        </p:spPr>
      </p:sp>
      <p:sp>
        <p:nvSpPr>
          <p:cNvPr id="260" name="circuit-839">
            <a:extLst xmlns:a="http://schemas.openxmlformats.org/drawingml/2006/main">
              <a:ext uri="{FF2B5EF4-FFF2-40B4-BE49-F238E27FC236}">
                <a16:creationId xmlns:a16="http://schemas.microsoft.com/office/drawing/2014/main" id="{71A5758C-5B34-4F6B-8FB9-1274C94BC80F}"/>
              </a:ext>
            </a:extLst>
          </p:cNvPr>
          <p:cNvSpPr>
            <a:spLocks xmlns:a="http://schemas.openxmlformats.org/drawingml/2006/main" noGrp="1"/>
          </p:cNvSpPr>
          <p:nvPr/>
        </p:nvSpPr>
        <p:spPr>
          <a:xfrm xmlns:a="http://schemas.openxmlformats.org/drawingml/2006/main">
            <a:off x="9144000" y="429577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61" name="wire-840">
            <a:extLst xmlns:a="http://schemas.openxmlformats.org/drawingml/2006/main">
              <a:ext uri="{FF2B5EF4-FFF2-40B4-BE49-F238E27FC236}">
                <a16:creationId xmlns:a16="http://schemas.microsoft.com/office/drawing/2014/main" id="{E70C179C-2CC2-4289-B415-AEFD141CDE6A}"/>
              </a:ext>
            </a:extLst>
          </p:cNvPr>
          <p:cNvSpPr>
            <a:spLocks xmlns:a="http://schemas.openxmlformats.org/drawingml/2006/main" noGrp="1"/>
          </p:cNvSpPr>
          <p:nvPr/>
        </p:nvSpPr>
        <p:spPr>
          <a:xfrm xmlns:a="http://schemas.openxmlformats.org/drawingml/2006/main">
            <a:off x="8963025" y="5267325"/>
            <a:ext cx="276225" cy="9525"/>
          </a:xfrm>
          <a:custGeom xmlns:a="http://schemas.openxmlformats.org/drawingml/2006/main">
            <a:pathLst>
              <a:path w="276225" h="9525">
                <a:moveTo>
                  <a:pt x="276225" y="0"/>
                </a:moveTo>
                <a:lnTo>
                  <a:pt x="0" y="0"/>
                </a:lnTo>
              </a:path>
            </a:pathLst>
          </a:custGeom>
          <a:noFill xmlns:a="http://schemas.openxmlformats.org/drawingml/2006/main"/>
          <a:ln xmlns:a="http://schemas.openxmlformats.org/drawingml/2006/main" w="22860">
            <a:solidFill>
              <a:srgbClr val="1572C3"/>
            </a:solidFill>
          </a:ln>
        </p:spPr>
      </p:sp>
      <p:sp>
        <p:nvSpPr>
          <p:cNvPr id="262" name="wire-841">
            <a:extLst xmlns:a="http://schemas.openxmlformats.org/drawingml/2006/main">
              <a:ext uri="{FF2B5EF4-FFF2-40B4-BE49-F238E27FC236}">
                <a16:creationId xmlns:a16="http://schemas.microsoft.com/office/drawing/2014/main" id="{F1D54FFE-D919-470C-B21A-5A5A87718D4B}"/>
              </a:ext>
            </a:extLst>
          </p:cNvPr>
          <p:cNvSpPr>
            <a:spLocks xmlns:a="http://schemas.openxmlformats.org/drawingml/2006/main" noGrp="1"/>
          </p:cNvSpPr>
          <p:nvPr/>
        </p:nvSpPr>
        <p:spPr>
          <a:xfrm xmlns:a="http://schemas.openxmlformats.org/drawingml/2006/main">
            <a:off x="8963025" y="2943225"/>
            <a:ext cx="9525" cy="2324100"/>
          </a:xfrm>
          <a:custGeom xmlns:a="http://schemas.openxmlformats.org/drawingml/2006/main">
            <a:pathLst>
              <a:path w="9525" h="2324100">
                <a:moveTo>
                  <a:pt x="0" y="2324100"/>
                </a:moveTo>
                <a:lnTo>
                  <a:pt x="0" y="0"/>
                </a:lnTo>
              </a:path>
            </a:pathLst>
          </a:custGeom>
          <a:noFill xmlns:a="http://schemas.openxmlformats.org/drawingml/2006/main"/>
          <a:ln xmlns:a="http://schemas.openxmlformats.org/drawingml/2006/main" w="22860">
            <a:solidFill>
              <a:srgbClr val="1572C3"/>
            </a:solidFill>
          </a:ln>
        </p:spPr>
      </p:sp>
      <p:sp>
        <p:nvSpPr>
          <p:cNvPr id="263" name="wire-842">
            <a:extLst xmlns:a="http://schemas.openxmlformats.org/drawingml/2006/main">
              <a:ext uri="{FF2B5EF4-FFF2-40B4-BE49-F238E27FC236}">
                <a16:creationId xmlns:a16="http://schemas.microsoft.com/office/drawing/2014/main" id="{B40D13EC-3B6C-4C76-88C9-9FD9EC859420}"/>
              </a:ext>
            </a:extLst>
          </p:cNvPr>
          <p:cNvSpPr>
            <a:spLocks xmlns:a="http://schemas.openxmlformats.org/drawingml/2006/main" noGrp="1"/>
          </p:cNvSpPr>
          <p:nvPr/>
        </p:nvSpPr>
        <p:spPr>
          <a:xfrm xmlns:a="http://schemas.openxmlformats.org/drawingml/2006/main">
            <a:off x="8963025" y="29432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2860">
            <a:solidFill>
              <a:srgbClr val="1572C3"/>
            </a:solidFill>
          </a:ln>
        </p:spPr>
      </p:sp>
      <p:sp>
        <p:nvSpPr>
          <p:cNvPr id="264" name="wire-843">
            <a:extLst xmlns:a="http://schemas.openxmlformats.org/drawingml/2006/main">
              <a:ext uri="{FF2B5EF4-FFF2-40B4-BE49-F238E27FC236}">
                <a16:creationId xmlns:a16="http://schemas.microsoft.com/office/drawing/2014/main" id="{A36BC9D6-CF06-4E27-B9F5-E79DC2C929A8}"/>
              </a:ext>
            </a:extLst>
          </p:cNvPr>
          <p:cNvSpPr>
            <a:spLocks xmlns:a="http://schemas.openxmlformats.org/drawingml/2006/main" noGrp="1"/>
          </p:cNvSpPr>
          <p:nvPr/>
        </p:nvSpPr>
        <p:spPr>
          <a:xfrm xmlns:a="http://schemas.openxmlformats.org/drawingml/2006/main">
            <a:off x="9248775" y="2876550"/>
            <a:ext cx="9525" cy="66675"/>
          </a:xfrm>
          <a:custGeom xmlns:a="http://schemas.openxmlformats.org/drawingml/2006/main">
            <a:pathLst>
              <a:path w="9525" h="66675">
                <a:moveTo>
                  <a:pt x="0" y="66675"/>
                </a:moveTo>
                <a:lnTo>
                  <a:pt x="0" y="0"/>
                </a:lnTo>
              </a:path>
            </a:pathLst>
          </a:custGeom>
          <a:noFill xmlns:a="http://schemas.openxmlformats.org/drawingml/2006/main"/>
          <a:ln xmlns:a="http://schemas.openxmlformats.org/drawingml/2006/main" w="22860">
            <a:solidFill>
              <a:srgbClr val="1572C3"/>
            </a:solidFill>
          </a:ln>
        </p:spPr>
      </p:sp>
      <p:sp>
        <p:nvSpPr>
          <p:cNvPr id="265" name="circuit-844">
            <a:extLst xmlns:a="http://schemas.openxmlformats.org/drawingml/2006/main">
              <a:ext uri="{FF2B5EF4-FFF2-40B4-BE49-F238E27FC236}">
                <a16:creationId xmlns:a16="http://schemas.microsoft.com/office/drawing/2014/main" id="{8B36E6B6-153C-4D7E-8024-8E544DB9F322}"/>
              </a:ext>
            </a:extLst>
          </p:cNvPr>
          <p:cNvSpPr>
            <a:spLocks xmlns:a="http://schemas.openxmlformats.org/drawingml/2006/main" noGrp="1"/>
          </p:cNvSpPr>
          <p:nvPr/>
        </p:nvSpPr>
        <p:spPr>
          <a:xfrm xmlns:a="http://schemas.openxmlformats.org/drawingml/2006/main">
            <a:off x="9210675" y="2876550"/>
            <a:ext cx="76200" cy="95250"/>
          </a:xfrm>
          <a:custGeom xmlns:a="http://schemas.openxmlformats.org/drawingml/2006/main">
            <a:pathLst>
              <a:path w="76200" h="95250">
                <a:moveTo>
                  <a:pt x="38100" y="0"/>
                </a:moveTo>
                <a:lnTo>
                  <a:pt x="0" y="95250"/>
                </a:lnTo>
                <a:lnTo>
                  <a:pt x="76200" y="95250"/>
                </a:lnTo>
                <a:close/>
              </a:path>
            </a:pathLst>
          </a:custGeom>
          <a:solidFill xmlns:a="http://schemas.openxmlformats.org/drawingml/2006/main">
            <a:srgbClr val="1572C3"/>
          </a:solidFill>
          <a:ln xmlns:a="http://schemas.openxmlformats.org/drawingml/2006/main" w="9525">
            <a:solidFill>
              <a:srgbClr val="1572C3"/>
            </a:solidFill>
          </a:ln>
        </p:spPr>
      </p:sp>
      <p:sp>
        <p:nvSpPr>
          <p:cNvPr id="266" name="wire-845">
            <a:extLst xmlns:a="http://schemas.openxmlformats.org/drawingml/2006/main">
              <a:ext uri="{FF2B5EF4-FFF2-40B4-BE49-F238E27FC236}">
                <a16:creationId xmlns:a16="http://schemas.microsoft.com/office/drawing/2014/main" id="{20BB986A-8940-44D6-8C5D-479762A80588}"/>
              </a:ext>
            </a:extLst>
          </p:cNvPr>
          <p:cNvSpPr>
            <a:spLocks xmlns:a="http://schemas.openxmlformats.org/drawingml/2006/main" noGrp="1"/>
          </p:cNvSpPr>
          <p:nvPr/>
        </p:nvSpPr>
        <p:spPr>
          <a:xfrm xmlns:a="http://schemas.openxmlformats.org/drawingml/2006/main">
            <a:off x="8963025" y="5267325"/>
            <a:ext cx="276225" cy="9525"/>
          </a:xfrm>
          <a:custGeom xmlns:a="http://schemas.openxmlformats.org/drawingml/2006/main">
            <a:pathLst>
              <a:path w="276225" h="9525">
                <a:moveTo>
                  <a:pt x="0" y="0"/>
                </a:moveTo>
                <a:lnTo>
                  <a:pt x="276225" y="0"/>
                </a:lnTo>
              </a:path>
            </a:pathLst>
          </a:custGeom>
          <a:noFill xmlns:a="http://schemas.openxmlformats.org/drawingml/2006/main"/>
          <a:ln xmlns:a="http://schemas.openxmlformats.org/drawingml/2006/main" w="22860">
            <a:solidFill>
              <a:srgbClr val="1572C3"/>
            </a:solidFill>
          </a:ln>
        </p:spPr>
      </p:sp>
      <p:sp>
        <p:nvSpPr>
          <p:cNvPr id="267" name="circuit-846">
            <a:extLst xmlns:a="http://schemas.openxmlformats.org/drawingml/2006/main">
              <a:ext uri="{FF2B5EF4-FFF2-40B4-BE49-F238E27FC236}">
                <a16:creationId xmlns:a16="http://schemas.microsoft.com/office/drawing/2014/main" id="{2F28702B-7025-491F-8803-6963DC16B3FC}"/>
              </a:ext>
            </a:extLst>
          </p:cNvPr>
          <p:cNvSpPr>
            <a:spLocks xmlns:a="http://schemas.openxmlformats.org/drawingml/2006/main" noGrp="1"/>
          </p:cNvSpPr>
          <p:nvPr/>
        </p:nvSpPr>
        <p:spPr>
          <a:xfrm xmlns:a="http://schemas.openxmlformats.org/drawingml/2006/main">
            <a:off x="9144000" y="52292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1572C3"/>
          </a:solidFill>
          <a:ln xmlns:a="http://schemas.openxmlformats.org/drawingml/2006/main" w="9525">
            <a:solidFill>
              <a:srgbClr val="1572C3"/>
            </a:solidFill>
          </a:ln>
        </p:spPr>
      </p:sp>
      <p:sp>
        <p:nvSpPr>
          <p:cNvPr id="268" name="text-847">
            <a:extLst xmlns:a="http://schemas.openxmlformats.org/drawingml/2006/main">
              <a:ext uri="{FF2B5EF4-FFF2-40B4-BE49-F238E27FC236}">
                <a16:creationId xmlns:a16="http://schemas.microsoft.com/office/drawing/2014/main" id="{C0828F40-0339-484D-B4F4-08EFB233C674}"/>
              </a:ext>
            </a:extLst>
          </p:cNvPr>
          <p:cNvSpPr>
            <a:spLocks xmlns:a="http://schemas.openxmlformats.org/drawingml/2006/main" noGrp="1"/>
          </p:cNvSpPr>
          <p:nvPr/>
        </p:nvSpPr>
        <p:spPr>
          <a:xfrm xmlns:a="http://schemas.openxmlformats.org/drawingml/2006/main">
            <a:off x="9277350" y="4676775"/>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1">
                <a:solidFill>
                  <a:srgbClr val="1572C3"/>
                </a:solidFill>
                <a:latin typeface="Yu Gothic"/>
                <a:ea typeface="Yu Gothic"/>
                <a:cs typeface="Yu Gothic"/>
              </a:defRPr>
            </a:defPPr>
            <a:lvl1pPr algn="ctr">
              <a:defRPr sz="1500" b="1">
                <a:solidFill>
                  <a:srgbClr val="1572C3"/>
                </a:solidFill>
                <a:latin typeface="Yu Gothic"/>
                <a:ea typeface="Yu Gothic"/>
                <a:cs typeface="Yu Gothic"/>
              </a:defRPr>
            </a:lvl1pPr>
            <a:lvl2pPr algn="ctr">
              <a:defRPr sz="1500" b="1">
                <a:solidFill>
                  <a:srgbClr val="1572C3"/>
                </a:solidFill>
                <a:latin typeface="Yu Gothic"/>
                <a:ea typeface="Yu Gothic"/>
                <a:cs typeface="Yu Gothic"/>
              </a:defRPr>
            </a:lvl2pPr>
            <a:lvl3pPr algn="ctr">
              <a:defRPr sz="1500" b="1">
                <a:solidFill>
                  <a:srgbClr val="1572C3"/>
                </a:solidFill>
                <a:latin typeface="Yu Gothic"/>
                <a:ea typeface="Yu Gothic"/>
                <a:cs typeface="Yu Gothic"/>
              </a:defRPr>
            </a:lvl3pPr>
            <a:lvl4pPr algn="ctr">
              <a:defRPr sz="1500" b="1">
                <a:solidFill>
                  <a:srgbClr val="1572C3"/>
                </a:solidFill>
                <a:latin typeface="Yu Gothic"/>
                <a:ea typeface="Yu Gothic"/>
                <a:cs typeface="Yu Gothic"/>
              </a:defRPr>
            </a:lvl4pPr>
            <a:lvl5pPr algn="ctr">
              <a:defRPr sz="1500" b="1">
                <a:solidFill>
                  <a:srgbClr val="1572C3"/>
                </a:solidFill>
                <a:latin typeface="Yu Gothic"/>
                <a:ea typeface="Yu Gothic"/>
                <a:cs typeface="Yu Gothic"/>
              </a:defRPr>
            </a:lvl5pPr>
            <a:lvl6pPr algn="ctr">
              <a:defRPr sz="1500" b="1">
                <a:solidFill>
                  <a:srgbClr val="1572C3"/>
                </a:solidFill>
                <a:latin typeface="Yu Gothic"/>
                <a:ea typeface="Yu Gothic"/>
                <a:cs typeface="Yu Gothic"/>
              </a:defRPr>
            </a:lvl6pPr>
            <a:lvl7pPr algn="ctr">
              <a:defRPr sz="1500" b="1">
                <a:solidFill>
                  <a:srgbClr val="1572C3"/>
                </a:solidFill>
                <a:latin typeface="Yu Gothic"/>
                <a:ea typeface="Yu Gothic"/>
                <a:cs typeface="Yu Gothic"/>
              </a:defRPr>
            </a:lvl7pPr>
            <a:lvl8pPr algn="ctr">
              <a:defRPr sz="1500" b="1">
                <a:solidFill>
                  <a:srgbClr val="1572C3"/>
                </a:solidFill>
                <a:latin typeface="Yu Gothic"/>
                <a:ea typeface="Yu Gothic"/>
                <a:cs typeface="Yu Gothic"/>
              </a:defRPr>
            </a:lvl8pPr>
            <a:lvl9pPr algn="ctr">
              <a:defRPr sz="1500" b="1">
                <a:solidFill>
                  <a:srgbClr val="1572C3"/>
                </a:solidFill>
                <a:latin typeface="Yu Gothic"/>
                <a:ea typeface="Yu Gothic"/>
                <a:cs typeface="Yu Gothic"/>
              </a:defRPr>
            </a:lvl9pPr>
          </a:lstStyle>
          <a:p xmlns:a="http://schemas.openxmlformats.org/drawingml/2006/main">
            <a:pPr algn="ctr">
              <a:defRPr sz="1500" b="1">
                <a:solidFill>
                  <a:srgbClr val="1572C3"/>
                </a:solidFill>
                <a:latin typeface="Yu Gothic"/>
                <a:ea typeface="Yu Gothic"/>
                <a:cs typeface="Yu Gothic"/>
              </a:defRPr>
            </a:pPr>
            <a:r>
              <a:rPr sz="1500" b="1">
                <a:solidFill>
                  <a:srgbClr val="1572C3"/>
                </a:solidFill>
                <a:latin typeface="Yu Gothic"/>
                <a:ea typeface="Yu Gothic"/>
                <a:cs typeface="Yu Gothic"/>
              </a:rPr>
              <a:t>DDR3を共有</a:t>
            </a:r>
          </a:p>
        </p:txBody>
      </p:sp>
      <p:sp>
        <p:nvSpPr>
          <p:cNvPr id="269" name="wire-848">
            <a:extLst xmlns:a="http://schemas.openxmlformats.org/drawingml/2006/main">
              <a:ext uri="{FF2B5EF4-FFF2-40B4-BE49-F238E27FC236}">
                <a16:creationId xmlns:a16="http://schemas.microsoft.com/office/drawing/2014/main" id="{2FBADC56-6F69-4703-8839-619AFAF0E704}"/>
              </a:ext>
            </a:extLst>
          </p:cNvPr>
          <p:cNvSpPr>
            <a:spLocks xmlns:a="http://schemas.openxmlformats.org/drawingml/2006/main" noGrp="1"/>
          </p:cNvSpPr>
          <p:nvPr/>
        </p:nvSpPr>
        <p:spPr>
          <a:xfrm xmlns:a="http://schemas.openxmlformats.org/drawingml/2006/main">
            <a:off x="10401300" y="5553075"/>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2860">
            <a:solidFill>
              <a:srgbClr val="1572C3"/>
            </a:solidFill>
          </a:ln>
        </p:spPr>
      </p:sp>
      <p:sp>
        <p:nvSpPr>
          <p:cNvPr id="270" name="wire-849">
            <a:extLst xmlns:a="http://schemas.openxmlformats.org/drawingml/2006/main">
              <a:ext uri="{FF2B5EF4-FFF2-40B4-BE49-F238E27FC236}">
                <a16:creationId xmlns:a16="http://schemas.microsoft.com/office/drawing/2014/main" id="{7A903DD3-3FE6-4509-85AB-08E3EABE7AC9}"/>
              </a:ext>
            </a:extLst>
          </p:cNvPr>
          <p:cNvSpPr>
            <a:spLocks xmlns:a="http://schemas.openxmlformats.org/drawingml/2006/main" noGrp="1"/>
          </p:cNvSpPr>
          <p:nvPr/>
        </p:nvSpPr>
        <p:spPr>
          <a:xfrm xmlns:a="http://schemas.openxmlformats.org/drawingml/2006/main">
            <a:off x="10401300" y="6124575"/>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22860">
            <a:solidFill>
              <a:srgbClr val="1572C3"/>
            </a:solidFill>
          </a:ln>
        </p:spPr>
      </p:sp>
      <p:sp>
        <p:nvSpPr>
          <p:cNvPr id="271" name="wire-850">
            <a:extLst xmlns:a="http://schemas.openxmlformats.org/drawingml/2006/main">
              <a:ext uri="{FF2B5EF4-FFF2-40B4-BE49-F238E27FC236}">
                <a16:creationId xmlns:a16="http://schemas.microsoft.com/office/drawing/2014/main" id="{2C36BA50-8AFF-4566-AA85-4F9634AAD6D2}"/>
              </a:ext>
            </a:extLst>
          </p:cNvPr>
          <p:cNvSpPr>
            <a:spLocks xmlns:a="http://schemas.openxmlformats.org/drawingml/2006/main" noGrp="1"/>
          </p:cNvSpPr>
          <p:nvPr/>
        </p:nvSpPr>
        <p:spPr>
          <a:xfrm xmlns:a="http://schemas.openxmlformats.org/drawingml/2006/main">
            <a:off x="11049000" y="6124575"/>
            <a:ext cx="9525" cy="76200"/>
          </a:xfrm>
          <a:custGeom xmlns:a="http://schemas.openxmlformats.org/drawingml/2006/main">
            <a:pathLst>
              <a:path w="9525" h="76200">
                <a:moveTo>
                  <a:pt x="0" y="0"/>
                </a:moveTo>
                <a:lnTo>
                  <a:pt x="0" y="76200"/>
                </a:lnTo>
              </a:path>
            </a:pathLst>
          </a:custGeom>
          <a:noFill xmlns:a="http://schemas.openxmlformats.org/drawingml/2006/main"/>
          <a:ln xmlns:a="http://schemas.openxmlformats.org/drawingml/2006/main" w="22860">
            <a:solidFill>
              <a:srgbClr val="1572C3"/>
            </a:solidFill>
          </a:ln>
        </p:spPr>
      </p:sp>
      <p:sp>
        <p:nvSpPr>
          <p:cNvPr id="272" name="circuit-851">
            <a:extLst xmlns:a="http://schemas.openxmlformats.org/drawingml/2006/main">
              <a:ext uri="{FF2B5EF4-FFF2-40B4-BE49-F238E27FC236}">
                <a16:creationId xmlns:a16="http://schemas.microsoft.com/office/drawing/2014/main" id="{BBEEC84F-4EF5-484D-B680-EC7F70BDAB40}"/>
              </a:ext>
            </a:extLst>
          </p:cNvPr>
          <p:cNvSpPr>
            <a:spLocks xmlns:a="http://schemas.openxmlformats.org/drawingml/2006/main" noGrp="1"/>
          </p:cNvSpPr>
          <p:nvPr/>
        </p:nvSpPr>
        <p:spPr>
          <a:xfrm xmlns:a="http://schemas.openxmlformats.org/drawingml/2006/main">
            <a:off x="11010900" y="61055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1572C3"/>
          </a:solidFill>
          <a:ln xmlns:a="http://schemas.openxmlformats.org/drawingml/2006/main" w="9525">
            <a:solidFill>
              <a:srgbClr val="1572C3"/>
            </a:solidFill>
          </a:ln>
        </p:spPr>
      </p:sp>
      <p:sp>
        <p:nvSpPr>
          <p:cNvPr id="273" name="text-852">
            <a:extLst xmlns:a="http://schemas.openxmlformats.org/drawingml/2006/main">
              <a:ext uri="{FF2B5EF4-FFF2-40B4-BE49-F238E27FC236}">
                <a16:creationId xmlns:a16="http://schemas.microsoft.com/office/drawing/2014/main" id="{6E2C05B4-4A41-4CD4-B8B4-77DAEADE2CFD}"/>
              </a:ext>
            </a:extLst>
          </p:cNvPr>
          <p:cNvSpPr>
            <a:spLocks xmlns:a="http://schemas.openxmlformats.org/drawingml/2006/main" noGrp="1"/>
          </p:cNvSpPr>
          <p:nvPr/>
        </p:nvSpPr>
        <p:spPr>
          <a:xfrm xmlns:a="http://schemas.openxmlformats.org/drawingml/2006/main">
            <a:off x="9858375" y="6181725"/>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1">
                <a:solidFill>
                  <a:srgbClr val="1572C3"/>
                </a:solidFill>
                <a:latin typeface="Yu Gothic"/>
                <a:ea typeface="Yu Gothic"/>
                <a:cs typeface="Yu Gothic"/>
              </a:defRPr>
            </a:defPPr>
            <a:lvl1pPr algn="ctr">
              <a:defRPr sz="1575" b="1">
                <a:solidFill>
                  <a:srgbClr val="1572C3"/>
                </a:solidFill>
                <a:latin typeface="Yu Gothic"/>
                <a:ea typeface="Yu Gothic"/>
                <a:cs typeface="Yu Gothic"/>
              </a:defRPr>
            </a:lvl1pPr>
            <a:lvl2pPr algn="ctr">
              <a:defRPr sz="1575" b="1">
                <a:solidFill>
                  <a:srgbClr val="1572C3"/>
                </a:solidFill>
                <a:latin typeface="Yu Gothic"/>
                <a:ea typeface="Yu Gothic"/>
                <a:cs typeface="Yu Gothic"/>
              </a:defRPr>
            </a:lvl2pPr>
            <a:lvl3pPr algn="ctr">
              <a:defRPr sz="1575" b="1">
                <a:solidFill>
                  <a:srgbClr val="1572C3"/>
                </a:solidFill>
                <a:latin typeface="Yu Gothic"/>
                <a:ea typeface="Yu Gothic"/>
                <a:cs typeface="Yu Gothic"/>
              </a:defRPr>
            </a:lvl3pPr>
            <a:lvl4pPr algn="ctr">
              <a:defRPr sz="1575" b="1">
                <a:solidFill>
                  <a:srgbClr val="1572C3"/>
                </a:solidFill>
                <a:latin typeface="Yu Gothic"/>
                <a:ea typeface="Yu Gothic"/>
                <a:cs typeface="Yu Gothic"/>
              </a:defRPr>
            </a:lvl4pPr>
            <a:lvl5pPr algn="ctr">
              <a:defRPr sz="1575" b="1">
                <a:solidFill>
                  <a:srgbClr val="1572C3"/>
                </a:solidFill>
                <a:latin typeface="Yu Gothic"/>
                <a:ea typeface="Yu Gothic"/>
                <a:cs typeface="Yu Gothic"/>
              </a:defRPr>
            </a:lvl5pPr>
            <a:lvl6pPr algn="ctr">
              <a:defRPr sz="1575" b="1">
                <a:solidFill>
                  <a:srgbClr val="1572C3"/>
                </a:solidFill>
                <a:latin typeface="Yu Gothic"/>
                <a:ea typeface="Yu Gothic"/>
                <a:cs typeface="Yu Gothic"/>
              </a:defRPr>
            </a:lvl6pPr>
            <a:lvl7pPr algn="ctr">
              <a:defRPr sz="1575" b="1">
                <a:solidFill>
                  <a:srgbClr val="1572C3"/>
                </a:solidFill>
                <a:latin typeface="Yu Gothic"/>
                <a:ea typeface="Yu Gothic"/>
                <a:cs typeface="Yu Gothic"/>
              </a:defRPr>
            </a:lvl7pPr>
            <a:lvl8pPr algn="ctr">
              <a:defRPr sz="1575" b="1">
                <a:solidFill>
                  <a:srgbClr val="1572C3"/>
                </a:solidFill>
                <a:latin typeface="Yu Gothic"/>
                <a:ea typeface="Yu Gothic"/>
                <a:cs typeface="Yu Gothic"/>
              </a:defRPr>
            </a:lvl8pPr>
            <a:lvl9pPr algn="ctr">
              <a:defRPr sz="1575" b="1">
                <a:solidFill>
                  <a:srgbClr val="1572C3"/>
                </a:solidFill>
                <a:latin typeface="Yu Gothic"/>
                <a:ea typeface="Yu Gothic"/>
                <a:cs typeface="Yu Gothic"/>
              </a:defRPr>
            </a:lvl9pPr>
          </a:lstStyle>
          <a:p xmlns:a="http://schemas.openxmlformats.org/drawingml/2006/main">
            <a:pPr algn="ctr">
              <a:defRPr sz="1575" b="1">
                <a:solidFill>
                  <a:srgbClr val="1572C3"/>
                </a:solidFill>
                <a:latin typeface="Yu Gothic"/>
                <a:ea typeface="Yu Gothic"/>
                <a:cs typeface="Yu Gothic"/>
              </a:defRPr>
            </a:pPr>
            <a:r>
              <a:rPr sz="1575" b="1">
                <a:solidFill>
                  <a:srgbClr val="1572C3"/>
                </a:solidFill>
                <a:latin typeface="Yu Gothic"/>
                <a:ea typeface="Yu Gothic"/>
                <a:cs typeface="Yu Gothic"/>
              </a:rPr>
              <a:t>HDMI端子へ</a:t>
            </a:r>
          </a:p>
        </p:txBody>
      </p:sp>
      <p:sp>
        <p:nvSpPr>
          <p:cNvPr id="274" name="text-853">
            <a:extLst xmlns:a="http://schemas.openxmlformats.org/drawingml/2006/main">
              <a:ext uri="{FF2B5EF4-FFF2-40B4-BE49-F238E27FC236}">
                <a16:creationId xmlns:a16="http://schemas.microsoft.com/office/drawing/2014/main" id="{E6664501-2BF7-4DE1-92CB-7647435E21DA}"/>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7</a:t>
            </a:r>
          </a:p>
        </p:txBody>
      </p:sp>
      <p:sp>
        <p:nvSpPr>
          <p:cNvPr id="275" name="text-854">
            <a:extLst xmlns:a="http://schemas.openxmlformats.org/drawingml/2006/main">
              <a:ext uri="{FF2B5EF4-FFF2-40B4-BE49-F238E27FC236}">
                <a16:creationId xmlns:a16="http://schemas.microsoft.com/office/drawing/2014/main" id="{FE50F619-7361-41D4-9FFD-721991DB925D}"/>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右側へ追加した回路と共有メモリ接続を表示。双方向の線は複数の信号をまとめた接続</a:t>
            </a:r>
          </a:p>
        </p:txBody>
      </p:sp>
    </p:spTree>
    <p:extLst>
      <p:ext uri="{BB962C8B-B14F-4D97-AF65-F5344CB8AC3E}">
        <p14:creationId xmlns:p14="http://schemas.microsoft.com/office/powerpoint/2010/main" val="21200622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855">
            <a:extLst xmlns:a="http://schemas.openxmlformats.org/drawingml/2006/main">
              <a:ext uri="{FF2B5EF4-FFF2-40B4-BE49-F238E27FC236}">
                <a16:creationId xmlns:a16="http://schemas.microsoft.com/office/drawing/2014/main" id="{383BD229-69DB-46BC-9CF0-264F16FB0F19}"/>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8</a:t>
            </a:r>
          </a:p>
        </p:txBody>
      </p:sp>
      <p:sp>
        <p:nvSpPr>
          <p:cNvPr id="2" name="text-856">
            <a:extLst xmlns:a="http://schemas.openxmlformats.org/drawingml/2006/main">
              <a:ext uri="{FF2B5EF4-FFF2-40B4-BE49-F238E27FC236}">
                <a16:creationId xmlns:a16="http://schemas.microsoft.com/office/drawing/2014/main" id="{75602759-470E-437D-A012-830ECA1114D8}"/>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APBの書込みを、FIFOの入力へ変換する</a:t>
            </a:r>
          </a:p>
        </p:txBody>
      </p:sp>
      <p:sp>
        <p:nvSpPr>
          <p:cNvPr id="3" name="text-857">
            <a:extLst xmlns:a="http://schemas.openxmlformats.org/drawingml/2006/main">
              <a:ext uri="{FF2B5EF4-FFF2-40B4-BE49-F238E27FC236}">
                <a16:creationId xmlns:a16="http://schemas.microsoft.com/office/drawing/2014/main" id="{14819648-3BF2-41B2-AF65-351FB4AB09CB}"/>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8</a:t>
            </a:r>
          </a:p>
        </p:txBody>
      </p:sp>
      <p:sp>
        <p:nvSpPr>
          <p:cNvPr id="4" name="text-858">
            <a:extLst xmlns:a="http://schemas.openxmlformats.org/drawingml/2006/main">
              <a:ext uri="{FF2B5EF4-FFF2-40B4-BE49-F238E27FC236}">
                <a16:creationId xmlns:a16="http://schemas.microsoft.com/office/drawing/2014/main" id="{793CE5EE-3F61-4F41-8546-E15C8743C24A}"/>
              </a:ext>
            </a:extLst>
          </p:cNvPr>
          <p:cNvSpPr>
            <a:spLocks xmlns:a="http://schemas.openxmlformats.org/drawingml/2006/main" noGrp="1"/>
          </p:cNvSpPr>
          <p:nvPr/>
        </p:nvSpPr>
        <p:spPr>
          <a:xfrm xmlns:a="http://schemas.openxmlformats.org/drawingml/2006/main">
            <a:off x="609600" y="13239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231F20"/>
                </a:solidFill>
                <a:latin typeface="Yu Gothic"/>
                <a:ea typeface="Yu Gothic"/>
                <a:cs typeface="Yu Gothic"/>
              </a:defRPr>
            </a:defPPr>
            <a:lvl1pPr algn="l">
              <a:defRPr sz="2025" b="0">
                <a:solidFill>
                  <a:srgbClr val="231F20"/>
                </a:solidFill>
                <a:latin typeface="Yu Gothic"/>
                <a:ea typeface="Yu Gothic"/>
                <a:cs typeface="Yu Gothic"/>
              </a:defRPr>
            </a:lvl1pPr>
            <a:lvl2pPr algn="l">
              <a:defRPr sz="2025" b="0">
                <a:solidFill>
                  <a:srgbClr val="231F20"/>
                </a:solidFill>
                <a:latin typeface="Yu Gothic"/>
                <a:ea typeface="Yu Gothic"/>
                <a:cs typeface="Yu Gothic"/>
              </a:defRPr>
            </a:lvl2pPr>
            <a:lvl3pPr algn="l">
              <a:defRPr sz="2025" b="0">
                <a:solidFill>
                  <a:srgbClr val="231F20"/>
                </a:solidFill>
                <a:latin typeface="Yu Gothic"/>
                <a:ea typeface="Yu Gothic"/>
                <a:cs typeface="Yu Gothic"/>
              </a:defRPr>
            </a:lvl3pPr>
            <a:lvl4pPr algn="l">
              <a:defRPr sz="2025" b="0">
                <a:solidFill>
                  <a:srgbClr val="231F20"/>
                </a:solidFill>
                <a:latin typeface="Yu Gothic"/>
                <a:ea typeface="Yu Gothic"/>
                <a:cs typeface="Yu Gothic"/>
              </a:defRPr>
            </a:lvl4pPr>
            <a:lvl5pPr algn="l">
              <a:defRPr sz="2025" b="0">
                <a:solidFill>
                  <a:srgbClr val="231F20"/>
                </a:solidFill>
                <a:latin typeface="Yu Gothic"/>
                <a:ea typeface="Yu Gothic"/>
                <a:cs typeface="Yu Gothic"/>
              </a:defRPr>
            </a:lvl5pPr>
            <a:lvl6pPr algn="l">
              <a:defRPr sz="2025" b="0">
                <a:solidFill>
                  <a:srgbClr val="231F20"/>
                </a:solidFill>
                <a:latin typeface="Yu Gothic"/>
                <a:ea typeface="Yu Gothic"/>
                <a:cs typeface="Yu Gothic"/>
              </a:defRPr>
            </a:lvl6pPr>
            <a:lvl7pPr algn="l">
              <a:defRPr sz="2025" b="0">
                <a:solidFill>
                  <a:srgbClr val="231F20"/>
                </a:solidFill>
                <a:latin typeface="Yu Gothic"/>
                <a:ea typeface="Yu Gothic"/>
                <a:cs typeface="Yu Gothic"/>
              </a:defRPr>
            </a:lvl7pPr>
            <a:lvl8pPr algn="l">
              <a:defRPr sz="2025" b="0">
                <a:solidFill>
                  <a:srgbClr val="231F20"/>
                </a:solidFill>
                <a:latin typeface="Yu Gothic"/>
                <a:ea typeface="Yu Gothic"/>
                <a:cs typeface="Yu Gothic"/>
              </a:defRPr>
            </a:lvl8pPr>
            <a:lvl9pPr algn="l">
              <a:defRPr sz="2025" b="0">
                <a:solidFill>
                  <a:srgbClr val="231F20"/>
                </a:solidFill>
                <a:latin typeface="Yu Gothic"/>
                <a:ea typeface="Yu Gothic"/>
                <a:cs typeface="Yu Gothic"/>
              </a:defRPr>
            </a:lvl9pPr>
          </a:lstStyle>
          <a:p xmlns:a="http://schemas.openxmlformats.org/drawingml/2006/main">
            <a:pPr algn="l">
              <a:defRPr sz="2025" b="0">
                <a:solidFill>
                  <a:srgbClr val="231F20"/>
                </a:solidFill>
                <a:latin typeface="Yu Gothic"/>
                <a:ea typeface="Yu Gothic"/>
                <a:cs typeface="Yu Gothic"/>
              </a:defRPr>
            </a:pPr>
            <a:r>
              <a:rPr sz="2025" b="0">
                <a:solidFill>
                  <a:srgbClr val="231F20"/>
                </a:solidFill>
                <a:latin typeface="Yu Gothic"/>
                <a:ea typeface="Yu Gothic"/>
                <a:cs typeface="Yu Gothic"/>
              </a:rPr>
              <a:t>右側へ加えたAPB接続回路を拡大：窓口0x00への書込み</a:t>
            </a:r>
          </a:p>
        </p:txBody>
      </p:sp>
      <p:sp>
        <p:nvSpPr>
          <p:cNvPr id="5" name="block-859">
            <a:extLst xmlns:a="http://schemas.openxmlformats.org/drawingml/2006/main">
              <a:ext uri="{FF2B5EF4-FFF2-40B4-BE49-F238E27FC236}">
                <a16:creationId xmlns:a16="http://schemas.microsoft.com/office/drawing/2014/main" id="{DF9557EC-7A11-45C2-A472-3BF213C899A1}"/>
              </a:ext>
            </a:extLst>
          </p:cNvPr>
          <p:cNvSpPr>
            <a:spLocks xmlns:a="http://schemas.openxmlformats.org/drawingml/2006/main" noGrp="1"/>
          </p:cNvSpPr>
          <p:nvPr/>
        </p:nvSpPr>
        <p:spPr>
          <a:xfrm xmlns:a="http://schemas.openxmlformats.org/drawingml/2006/main">
            <a:off x="609600" y="2152650"/>
            <a:ext cx="1943100" cy="30765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6" name="text-860">
            <a:extLst xmlns:a="http://schemas.openxmlformats.org/drawingml/2006/main">
              <a:ext uri="{FF2B5EF4-FFF2-40B4-BE49-F238E27FC236}">
                <a16:creationId xmlns:a16="http://schemas.microsoft.com/office/drawing/2014/main" id="{BB664F17-C285-448F-97D0-F3F529CD7B2B}"/>
              </a:ext>
            </a:extLst>
          </p:cNvPr>
          <p:cNvSpPr>
            <a:spLocks xmlns:a="http://schemas.openxmlformats.org/drawingml/2006/main" noGrp="1"/>
          </p:cNvSpPr>
          <p:nvPr/>
        </p:nvSpPr>
        <p:spPr>
          <a:xfrm xmlns:a="http://schemas.openxmlformats.org/drawingml/2006/main">
            <a:off x="685800" y="2209800"/>
            <a:ext cx="1790700" cy="2962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75" b="1">
                <a:solidFill>
                  <a:srgbClr val="231F20"/>
                </a:solidFill>
                <a:latin typeface="Yu Gothic"/>
                <a:ea typeface="Yu Gothic"/>
                <a:cs typeface="Yu Gothic"/>
              </a:defRPr>
            </a:defPPr>
            <a:lvl1pPr algn="ctr">
              <a:defRPr sz="2175" b="1">
                <a:solidFill>
                  <a:srgbClr val="231F20"/>
                </a:solidFill>
                <a:latin typeface="Yu Gothic"/>
                <a:ea typeface="Yu Gothic"/>
                <a:cs typeface="Yu Gothic"/>
              </a:defRPr>
            </a:lvl1pPr>
            <a:lvl2pPr algn="ctr">
              <a:defRPr sz="2175" b="1">
                <a:solidFill>
                  <a:srgbClr val="231F20"/>
                </a:solidFill>
                <a:latin typeface="Yu Gothic"/>
                <a:ea typeface="Yu Gothic"/>
                <a:cs typeface="Yu Gothic"/>
              </a:defRPr>
            </a:lvl2pPr>
            <a:lvl3pPr algn="ctr">
              <a:defRPr sz="2175" b="1">
                <a:solidFill>
                  <a:srgbClr val="231F20"/>
                </a:solidFill>
                <a:latin typeface="Yu Gothic"/>
                <a:ea typeface="Yu Gothic"/>
                <a:cs typeface="Yu Gothic"/>
              </a:defRPr>
            </a:lvl3pPr>
            <a:lvl4pPr algn="ctr">
              <a:defRPr sz="2175" b="1">
                <a:solidFill>
                  <a:srgbClr val="231F20"/>
                </a:solidFill>
                <a:latin typeface="Yu Gothic"/>
                <a:ea typeface="Yu Gothic"/>
                <a:cs typeface="Yu Gothic"/>
              </a:defRPr>
            </a:lvl4pPr>
            <a:lvl5pPr algn="ctr">
              <a:defRPr sz="2175" b="1">
                <a:solidFill>
                  <a:srgbClr val="231F20"/>
                </a:solidFill>
                <a:latin typeface="Yu Gothic"/>
                <a:ea typeface="Yu Gothic"/>
                <a:cs typeface="Yu Gothic"/>
              </a:defRPr>
            </a:lvl5pPr>
            <a:lvl6pPr algn="ctr">
              <a:defRPr sz="2175" b="1">
                <a:solidFill>
                  <a:srgbClr val="231F20"/>
                </a:solidFill>
                <a:latin typeface="Yu Gothic"/>
                <a:ea typeface="Yu Gothic"/>
                <a:cs typeface="Yu Gothic"/>
              </a:defRPr>
            </a:lvl6pPr>
            <a:lvl7pPr algn="ctr">
              <a:defRPr sz="2175" b="1">
                <a:solidFill>
                  <a:srgbClr val="231F20"/>
                </a:solidFill>
                <a:latin typeface="Yu Gothic"/>
                <a:ea typeface="Yu Gothic"/>
                <a:cs typeface="Yu Gothic"/>
              </a:defRPr>
            </a:lvl7pPr>
            <a:lvl8pPr algn="ctr">
              <a:defRPr sz="2175" b="1">
                <a:solidFill>
                  <a:srgbClr val="231F20"/>
                </a:solidFill>
                <a:latin typeface="Yu Gothic"/>
                <a:ea typeface="Yu Gothic"/>
                <a:cs typeface="Yu Gothic"/>
              </a:defRPr>
            </a:lvl8pPr>
            <a:lvl9pPr algn="ctr">
              <a:defRPr sz="2175" b="1">
                <a:solidFill>
                  <a:srgbClr val="231F20"/>
                </a:solidFill>
                <a:latin typeface="Yu Gothic"/>
                <a:ea typeface="Yu Gothic"/>
                <a:cs typeface="Yu Gothic"/>
              </a:defRPr>
            </a:lvl9pPr>
          </a:lstStyle>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CPU側</a:t>
            </a:r>
          </a:p>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APBバス</a:t>
            </a:r>
          </a:p>
        </p:txBody>
      </p:sp>
      <p:sp>
        <p:nvSpPr>
          <p:cNvPr id="7" name="block-861">
            <a:extLst xmlns:a="http://schemas.openxmlformats.org/drawingml/2006/main">
              <a:ext uri="{FF2B5EF4-FFF2-40B4-BE49-F238E27FC236}">
                <a16:creationId xmlns:a16="http://schemas.microsoft.com/office/drawing/2014/main" id="{0644E086-7758-41C6-A2E0-049B7EED9E08}"/>
              </a:ext>
            </a:extLst>
          </p:cNvPr>
          <p:cNvSpPr>
            <a:spLocks xmlns:a="http://schemas.openxmlformats.org/drawingml/2006/main" noGrp="1"/>
          </p:cNvSpPr>
          <p:nvPr/>
        </p:nvSpPr>
        <p:spPr>
          <a:xfrm xmlns:a="http://schemas.openxmlformats.org/drawingml/2006/main">
            <a:off x="4629150" y="2152650"/>
            <a:ext cx="2809875" cy="3076575"/>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8" name="text-862">
            <a:extLst xmlns:a="http://schemas.openxmlformats.org/drawingml/2006/main">
              <a:ext uri="{FF2B5EF4-FFF2-40B4-BE49-F238E27FC236}">
                <a16:creationId xmlns:a16="http://schemas.microsoft.com/office/drawing/2014/main" id="{9BFC0D4B-6EE6-4517-AE07-00CDB50EBA8E}"/>
              </a:ext>
            </a:extLst>
          </p:cNvPr>
          <p:cNvSpPr>
            <a:spLocks xmlns:a="http://schemas.openxmlformats.org/drawingml/2006/main" noGrp="1"/>
          </p:cNvSpPr>
          <p:nvPr/>
        </p:nvSpPr>
        <p:spPr>
          <a:xfrm xmlns:a="http://schemas.openxmlformats.org/drawingml/2006/main">
            <a:off x="4705350" y="2209800"/>
            <a:ext cx="2657475" cy="2962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追加した接続回路</a:t>
            </a:r>
          </a:p>
          <a:p xmlns:a="http://schemas.openxmlformats.org/drawingml/2006/main">
            <a:r>
              <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窓口・幅・制御を確認</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有効な書込みなら</a:t>
            </a:r>
          </a:p>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CmdValid = 1</a:t>
            </a:r>
          </a:p>
        </p:txBody>
      </p:sp>
      <p:sp>
        <p:nvSpPr>
          <p:cNvPr id="9" name="block-863">
            <a:extLst xmlns:a="http://schemas.openxmlformats.org/drawingml/2006/main">
              <a:ext uri="{FF2B5EF4-FFF2-40B4-BE49-F238E27FC236}">
                <a16:creationId xmlns:a16="http://schemas.microsoft.com/office/drawing/2014/main" id="{556D5BBB-C3A4-45BE-94FF-D1ADBF0B22BF}"/>
              </a:ext>
            </a:extLst>
          </p:cNvPr>
          <p:cNvSpPr>
            <a:spLocks xmlns:a="http://schemas.openxmlformats.org/drawingml/2006/main" noGrp="1"/>
          </p:cNvSpPr>
          <p:nvPr/>
        </p:nvSpPr>
        <p:spPr>
          <a:xfrm xmlns:a="http://schemas.openxmlformats.org/drawingml/2006/main">
            <a:off x="9582150" y="2152650"/>
            <a:ext cx="2000250" cy="3076575"/>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0" name="text-864">
            <a:extLst xmlns:a="http://schemas.openxmlformats.org/drawingml/2006/main">
              <a:ext uri="{FF2B5EF4-FFF2-40B4-BE49-F238E27FC236}">
                <a16:creationId xmlns:a16="http://schemas.microsoft.com/office/drawing/2014/main" id="{55851B5A-BAC6-4D73-9CAA-6A9D0F9B899D}"/>
              </a:ext>
            </a:extLst>
          </p:cNvPr>
          <p:cNvSpPr>
            <a:spLocks xmlns:a="http://schemas.openxmlformats.org/drawingml/2006/main" noGrp="1"/>
          </p:cNvSpPr>
          <p:nvPr/>
        </p:nvSpPr>
        <p:spPr>
          <a:xfrm xmlns:a="http://schemas.openxmlformats.org/drawingml/2006/main">
            <a:off x="9658350" y="2209800"/>
            <a:ext cx="1847850" cy="2962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75" b="1">
                <a:solidFill>
                  <a:srgbClr val="231F20"/>
                </a:solidFill>
                <a:latin typeface="Yu Gothic"/>
                <a:ea typeface="Yu Gothic"/>
                <a:cs typeface="Yu Gothic"/>
              </a:defRPr>
            </a:defPPr>
            <a:lvl1pPr algn="ctr">
              <a:defRPr sz="2175" b="1">
                <a:solidFill>
                  <a:srgbClr val="231F20"/>
                </a:solidFill>
                <a:latin typeface="Yu Gothic"/>
                <a:ea typeface="Yu Gothic"/>
                <a:cs typeface="Yu Gothic"/>
              </a:defRPr>
            </a:lvl1pPr>
            <a:lvl2pPr algn="ctr">
              <a:defRPr sz="2175" b="1">
                <a:solidFill>
                  <a:srgbClr val="231F20"/>
                </a:solidFill>
                <a:latin typeface="Yu Gothic"/>
                <a:ea typeface="Yu Gothic"/>
                <a:cs typeface="Yu Gothic"/>
              </a:defRPr>
            </a:lvl2pPr>
            <a:lvl3pPr algn="ctr">
              <a:defRPr sz="2175" b="1">
                <a:solidFill>
                  <a:srgbClr val="231F20"/>
                </a:solidFill>
                <a:latin typeface="Yu Gothic"/>
                <a:ea typeface="Yu Gothic"/>
                <a:cs typeface="Yu Gothic"/>
              </a:defRPr>
            </a:lvl3pPr>
            <a:lvl4pPr algn="ctr">
              <a:defRPr sz="2175" b="1">
                <a:solidFill>
                  <a:srgbClr val="231F20"/>
                </a:solidFill>
                <a:latin typeface="Yu Gothic"/>
                <a:ea typeface="Yu Gothic"/>
                <a:cs typeface="Yu Gothic"/>
              </a:defRPr>
            </a:lvl4pPr>
            <a:lvl5pPr algn="ctr">
              <a:defRPr sz="2175" b="1">
                <a:solidFill>
                  <a:srgbClr val="231F20"/>
                </a:solidFill>
                <a:latin typeface="Yu Gothic"/>
                <a:ea typeface="Yu Gothic"/>
                <a:cs typeface="Yu Gothic"/>
              </a:defRPr>
            </a:lvl5pPr>
            <a:lvl6pPr algn="ctr">
              <a:defRPr sz="2175" b="1">
                <a:solidFill>
                  <a:srgbClr val="231F20"/>
                </a:solidFill>
                <a:latin typeface="Yu Gothic"/>
                <a:ea typeface="Yu Gothic"/>
                <a:cs typeface="Yu Gothic"/>
              </a:defRPr>
            </a:lvl6pPr>
            <a:lvl7pPr algn="ctr">
              <a:defRPr sz="2175" b="1">
                <a:solidFill>
                  <a:srgbClr val="231F20"/>
                </a:solidFill>
                <a:latin typeface="Yu Gothic"/>
                <a:ea typeface="Yu Gothic"/>
                <a:cs typeface="Yu Gothic"/>
              </a:defRPr>
            </a:lvl7pPr>
            <a:lvl8pPr algn="ctr">
              <a:defRPr sz="2175" b="1">
                <a:solidFill>
                  <a:srgbClr val="231F20"/>
                </a:solidFill>
                <a:latin typeface="Yu Gothic"/>
                <a:ea typeface="Yu Gothic"/>
                <a:cs typeface="Yu Gothic"/>
              </a:defRPr>
            </a:lvl8pPr>
            <a:lvl9pPr algn="ctr">
              <a:defRPr sz="2175" b="1">
                <a:solidFill>
                  <a:srgbClr val="231F20"/>
                </a:solidFill>
                <a:latin typeface="Yu Gothic"/>
                <a:ea typeface="Yu Gothic"/>
                <a:cs typeface="Yu Gothic"/>
              </a:defRPr>
            </a:lvl9pPr>
          </a:lstStyle>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FIFO</a:t>
            </a:r>
          </a:p>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一時保存</a:t>
            </a:r>
          </a:p>
        </p:txBody>
      </p:sp>
      <p:sp>
        <p:nvSpPr>
          <p:cNvPr id="11" name="wire-865">
            <a:extLst xmlns:a="http://schemas.openxmlformats.org/drawingml/2006/main">
              <a:ext uri="{FF2B5EF4-FFF2-40B4-BE49-F238E27FC236}">
                <a16:creationId xmlns:a16="http://schemas.microsoft.com/office/drawing/2014/main" id="{43F81009-FF6E-4DE9-B927-3138606F64B0}"/>
              </a:ext>
            </a:extLst>
          </p:cNvPr>
          <p:cNvSpPr>
            <a:spLocks xmlns:a="http://schemas.openxmlformats.org/drawingml/2006/main" noGrp="1"/>
          </p:cNvSpPr>
          <p:nvPr/>
        </p:nvSpPr>
        <p:spPr>
          <a:xfrm xmlns:a="http://schemas.openxmlformats.org/drawingml/2006/main">
            <a:off x="2552700" y="2647950"/>
            <a:ext cx="2076450" cy="9525"/>
          </a:xfrm>
          <a:custGeom xmlns:a="http://schemas.openxmlformats.org/drawingml/2006/main">
            <a:pathLst>
              <a:path w="2076450" h="9525">
                <a:moveTo>
                  <a:pt x="0" y="0"/>
                </a:moveTo>
                <a:lnTo>
                  <a:pt x="2076450" y="0"/>
                </a:lnTo>
              </a:path>
            </a:pathLst>
          </a:custGeom>
          <a:noFill xmlns:a="http://schemas.openxmlformats.org/drawingml/2006/main"/>
          <a:ln xmlns:a="http://schemas.openxmlformats.org/drawingml/2006/main" w="19050">
            <a:solidFill>
              <a:srgbClr val="231F20"/>
            </a:solidFill>
          </a:ln>
        </p:spPr>
      </p:sp>
      <p:sp>
        <p:nvSpPr>
          <p:cNvPr id="12" name="circuit-866">
            <a:extLst xmlns:a="http://schemas.openxmlformats.org/drawingml/2006/main">
              <a:ext uri="{FF2B5EF4-FFF2-40B4-BE49-F238E27FC236}">
                <a16:creationId xmlns:a16="http://schemas.microsoft.com/office/drawing/2014/main" id="{3DDD2BF5-673E-46A5-80B5-EB280C54D5F8}"/>
              </a:ext>
            </a:extLst>
          </p:cNvPr>
          <p:cNvSpPr>
            <a:spLocks xmlns:a="http://schemas.openxmlformats.org/drawingml/2006/main" noGrp="1"/>
          </p:cNvSpPr>
          <p:nvPr/>
        </p:nvSpPr>
        <p:spPr>
          <a:xfrm xmlns:a="http://schemas.openxmlformats.org/drawingml/2006/main">
            <a:off x="4533900" y="26098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3" name="text-867">
            <a:extLst xmlns:a="http://schemas.openxmlformats.org/drawingml/2006/main">
              <a:ext uri="{FF2B5EF4-FFF2-40B4-BE49-F238E27FC236}">
                <a16:creationId xmlns:a16="http://schemas.microsoft.com/office/drawing/2014/main" id="{D337ED8A-3D71-40ED-B51F-DA669052D151}"/>
              </a:ext>
            </a:extLst>
          </p:cNvPr>
          <p:cNvSpPr>
            <a:spLocks xmlns:a="http://schemas.openxmlformats.org/drawingml/2006/main" noGrp="1"/>
          </p:cNvSpPr>
          <p:nvPr/>
        </p:nvSpPr>
        <p:spPr>
          <a:xfrm xmlns:a="http://schemas.openxmlformats.org/drawingml/2006/main">
            <a:off x="2762250" y="2257425"/>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231F20"/>
                </a:solidFill>
                <a:latin typeface="Yu Gothic"/>
                <a:ea typeface="Yu Gothic"/>
                <a:cs typeface="Yu Gothic"/>
              </a:defRPr>
            </a:defPPr>
            <a:lvl1pPr algn="ctr">
              <a:defRPr sz="1800" b="0">
                <a:solidFill>
                  <a:srgbClr val="231F20"/>
                </a:solidFill>
                <a:latin typeface="Yu Gothic"/>
                <a:ea typeface="Yu Gothic"/>
                <a:cs typeface="Yu Gothic"/>
              </a:defRPr>
            </a:lvl1pPr>
            <a:lvl2pPr algn="ctr">
              <a:defRPr sz="1800" b="0">
                <a:solidFill>
                  <a:srgbClr val="231F20"/>
                </a:solidFill>
                <a:latin typeface="Yu Gothic"/>
                <a:ea typeface="Yu Gothic"/>
                <a:cs typeface="Yu Gothic"/>
              </a:defRPr>
            </a:lvl2pPr>
            <a:lvl3pPr algn="ctr">
              <a:defRPr sz="1800" b="0">
                <a:solidFill>
                  <a:srgbClr val="231F20"/>
                </a:solidFill>
                <a:latin typeface="Yu Gothic"/>
                <a:ea typeface="Yu Gothic"/>
                <a:cs typeface="Yu Gothic"/>
              </a:defRPr>
            </a:lvl3pPr>
            <a:lvl4pPr algn="ctr">
              <a:defRPr sz="1800" b="0">
                <a:solidFill>
                  <a:srgbClr val="231F20"/>
                </a:solidFill>
                <a:latin typeface="Yu Gothic"/>
                <a:ea typeface="Yu Gothic"/>
                <a:cs typeface="Yu Gothic"/>
              </a:defRPr>
            </a:lvl4pPr>
            <a:lvl5pPr algn="ctr">
              <a:defRPr sz="1800" b="0">
                <a:solidFill>
                  <a:srgbClr val="231F20"/>
                </a:solidFill>
                <a:latin typeface="Yu Gothic"/>
                <a:ea typeface="Yu Gothic"/>
                <a:cs typeface="Yu Gothic"/>
              </a:defRPr>
            </a:lvl5pPr>
            <a:lvl6pPr algn="ctr">
              <a:defRPr sz="1800" b="0">
                <a:solidFill>
                  <a:srgbClr val="231F20"/>
                </a:solidFill>
                <a:latin typeface="Yu Gothic"/>
                <a:ea typeface="Yu Gothic"/>
                <a:cs typeface="Yu Gothic"/>
              </a:defRPr>
            </a:lvl6pPr>
            <a:lvl7pPr algn="ctr">
              <a:defRPr sz="1800" b="0">
                <a:solidFill>
                  <a:srgbClr val="231F20"/>
                </a:solidFill>
                <a:latin typeface="Yu Gothic"/>
                <a:ea typeface="Yu Gothic"/>
                <a:cs typeface="Yu Gothic"/>
              </a:defRPr>
            </a:lvl7pPr>
            <a:lvl8pPr algn="ctr">
              <a:defRPr sz="1800" b="0">
                <a:solidFill>
                  <a:srgbClr val="231F20"/>
                </a:solidFill>
                <a:latin typeface="Yu Gothic"/>
                <a:ea typeface="Yu Gothic"/>
                <a:cs typeface="Yu Gothic"/>
              </a:defRPr>
            </a:lvl8pPr>
            <a:lvl9pPr algn="ctr">
              <a:defRPr sz="1800" b="0">
                <a:solidFill>
                  <a:srgbClr val="231F20"/>
                </a:solidFill>
                <a:latin typeface="Yu Gothic"/>
                <a:ea typeface="Yu Gothic"/>
                <a:cs typeface="Yu Gothic"/>
              </a:defRPr>
            </a:lvl9pPr>
          </a:lstStyle>
          <a:p xmlns:a="http://schemas.openxmlformats.org/drawingml/2006/main">
            <a:pPr algn="ctr">
              <a:defRPr sz="1800" b="0">
                <a:solidFill>
                  <a:srgbClr val="231F20"/>
                </a:solidFill>
                <a:latin typeface="Yu Gothic"/>
                <a:ea typeface="Yu Gothic"/>
                <a:cs typeface="Yu Gothic"/>
              </a:defRPr>
            </a:pPr>
            <a:r>
              <a:rPr sz="1800" b="0">
                <a:solidFill>
                  <a:srgbClr val="231F20"/>
                </a:solidFill>
                <a:latin typeface="Yu Gothic"/>
                <a:ea typeface="Yu Gothic"/>
                <a:cs typeface="Yu Gothic"/>
              </a:rPr>
              <a:t>書く値 D</a:t>
            </a:r>
          </a:p>
        </p:txBody>
      </p:sp>
      <p:sp>
        <p:nvSpPr>
          <p:cNvPr id="14" name="wire-868">
            <a:extLst xmlns:a="http://schemas.openxmlformats.org/drawingml/2006/main">
              <a:ext uri="{FF2B5EF4-FFF2-40B4-BE49-F238E27FC236}">
                <a16:creationId xmlns:a16="http://schemas.microsoft.com/office/drawing/2014/main" id="{F43F71E7-6AAB-416D-8035-61EDC91D5EB7}"/>
              </a:ext>
            </a:extLst>
          </p:cNvPr>
          <p:cNvSpPr>
            <a:spLocks xmlns:a="http://schemas.openxmlformats.org/drawingml/2006/main" noGrp="1"/>
          </p:cNvSpPr>
          <p:nvPr/>
        </p:nvSpPr>
        <p:spPr>
          <a:xfrm xmlns:a="http://schemas.openxmlformats.org/drawingml/2006/main">
            <a:off x="7439025" y="2647950"/>
            <a:ext cx="2143125" cy="9525"/>
          </a:xfrm>
          <a:custGeom xmlns:a="http://schemas.openxmlformats.org/drawingml/2006/main">
            <a:pathLst>
              <a:path w="2143125" h="9525">
                <a:moveTo>
                  <a:pt x="0" y="0"/>
                </a:moveTo>
                <a:lnTo>
                  <a:pt x="2143125" y="0"/>
                </a:lnTo>
              </a:path>
            </a:pathLst>
          </a:custGeom>
          <a:noFill xmlns:a="http://schemas.openxmlformats.org/drawingml/2006/main"/>
          <a:ln xmlns:a="http://schemas.openxmlformats.org/drawingml/2006/main" w="19050">
            <a:solidFill>
              <a:srgbClr val="231F20"/>
            </a:solidFill>
          </a:ln>
        </p:spPr>
      </p:sp>
      <p:sp>
        <p:nvSpPr>
          <p:cNvPr id="15" name="circuit-869">
            <a:extLst xmlns:a="http://schemas.openxmlformats.org/drawingml/2006/main">
              <a:ext uri="{FF2B5EF4-FFF2-40B4-BE49-F238E27FC236}">
                <a16:creationId xmlns:a16="http://schemas.microsoft.com/office/drawing/2014/main" id="{2C2462EB-6447-4CC3-9E59-603DF2AC47F4}"/>
              </a:ext>
            </a:extLst>
          </p:cNvPr>
          <p:cNvSpPr>
            <a:spLocks xmlns:a="http://schemas.openxmlformats.org/drawingml/2006/main" noGrp="1"/>
          </p:cNvSpPr>
          <p:nvPr/>
        </p:nvSpPr>
        <p:spPr>
          <a:xfrm xmlns:a="http://schemas.openxmlformats.org/drawingml/2006/main">
            <a:off x="9486900" y="26098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6" name="text-870">
            <a:extLst xmlns:a="http://schemas.openxmlformats.org/drawingml/2006/main">
              <a:ext uri="{FF2B5EF4-FFF2-40B4-BE49-F238E27FC236}">
                <a16:creationId xmlns:a16="http://schemas.microsoft.com/office/drawing/2014/main" id="{C58D8EEE-DBCB-4FBD-AAD2-C9D383D46A73}"/>
              </a:ext>
            </a:extLst>
          </p:cNvPr>
          <p:cNvSpPr>
            <a:spLocks xmlns:a="http://schemas.openxmlformats.org/drawingml/2006/main" noGrp="1"/>
          </p:cNvSpPr>
          <p:nvPr/>
        </p:nvSpPr>
        <p:spPr>
          <a:xfrm xmlns:a="http://schemas.openxmlformats.org/drawingml/2006/main">
            <a:off x="7572375" y="2257425"/>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231F20"/>
                </a:solidFill>
                <a:latin typeface="Arial"/>
                <a:ea typeface="Arial"/>
                <a:cs typeface="Arial"/>
              </a:defRPr>
            </a:defPPr>
            <a:lvl1pPr algn="ctr">
              <a:defRPr sz="1800" b="0">
                <a:solidFill>
                  <a:srgbClr val="231F20"/>
                </a:solidFill>
                <a:latin typeface="Arial"/>
                <a:ea typeface="Arial"/>
                <a:cs typeface="Arial"/>
              </a:defRPr>
            </a:lvl1pPr>
            <a:lvl2pPr algn="ctr">
              <a:defRPr sz="1800" b="0">
                <a:solidFill>
                  <a:srgbClr val="231F20"/>
                </a:solidFill>
                <a:latin typeface="Arial"/>
                <a:ea typeface="Arial"/>
                <a:cs typeface="Arial"/>
              </a:defRPr>
            </a:lvl2pPr>
            <a:lvl3pPr algn="ctr">
              <a:defRPr sz="1800" b="0">
                <a:solidFill>
                  <a:srgbClr val="231F20"/>
                </a:solidFill>
                <a:latin typeface="Arial"/>
                <a:ea typeface="Arial"/>
                <a:cs typeface="Arial"/>
              </a:defRPr>
            </a:lvl3pPr>
            <a:lvl4pPr algn="ctr">
              <a:defRPr sz="1800" b="0">
                <a:solidFill>
                  <a:srgbClr val="231F20"/>
                </a:solidFill>
                <a:latin typeface="Arial"/>
                <a:ea typeface="Arial"/>
                <a:cs typeface="Arial"/>
              </a:defRPr>
            </a:lvl4pPr>
            <a:lvl5pPr algn="ctr">
              <a:defRPr sz="1800" b="0">
                <a:solidFill>
                  <a:srgbClr val="231F20"/>
                </a:solidFill>
                <a:latin typeface="Arial"/>
                <a:ea typeface="Arial"/>
                <a:cs typeface="Arial"/>
              </a:defRPr>
            </a:lvl5pPr>
            <a:lvl6pPr algn="ctr">
              <a:defRPr sz="1800" b="0">
                <a:solidFill>
                  <a:srgbClr val="231F20"/>
                </a:solidFill>
                <a:latin typeface="Arial"/>
                <a:ea typeface="Arial"/>
                <a:cs typeface="Arial"/>
              </a:defRPr>
            </a:lvl6pPr>
            <a:lvl7pPr algn="ctr">
              <a:defRPr sz="1800" b="0">
                <a:solidFill>
                  <a:srgbClr val="231F20"/>
                </a:solidFill>
                <a:latin typeface="Arial"/>
                <a:ea typeface="Arial"/>
                <a:cs typeface="Arial"/>
              </a:defRPr>
            </a:lvl7pPr>
            <a:lvl8pPr algn="ctr">
              <a:defRPr sz="1800" b="0">
                <a:solidFill>
                  <a:srgbClr val="231F20"/>
                </a:solidFill>
                <a:latin typeface="Arial"/>
                <a:ea typeface="Arial"/>
                <a:cs typeface="Arial"/>
              </a:defRPr>
            </a:lvl8pPr>
            <a:lvl9pPr algn="ctr">
              <a:defRPr sz="1800" b="0">
                <a:solidFill>
                  <a:srgbClr val="231F20"/>
                </a:solidFill>
                <a:latin typeface="Arial"/>
                <a:ea typeface="Arial"/>
                <a:cs typeface="Arial"/>
              </a:defRPr>
            </a:lvl9pPr>
          </a:lstStyle>
          <a:p xmlns:a="http://schemas.openxmlformats.org/drawingml/2006/main">
            <a:pPr algn="ctr">
              <a:defRPr sz="1800" b="0">
                <a:solidFill>
                  <a:srgbClr val="231F20"/>
                </a:solidFill>
                <a:latin typeface="Arial"/>
                <a:ea typeface="Arial"/>
                <a:cs typeface="Arial"/>
              </a:defRPr>
            </a:pPr>
            <a:r>
              <a:rPr sz="1800" b="0">
                <a:solidFill>
                  <a:srgbClr val="231F20"/>
                </a:solidFill>
                <a:latin typeface="Arial"/>
                <a:ea typeface="Arial"/>
                <a:cs typeface="Arial"/>
              </a:rPr>
              <a:t>CmdData = D</a:t>
            </a:r>
          </a:p>
        </p:txBody>
      </p:sp>
      <p:sp>
        <p:nvSpPr>
          <p:cNvPr id="17" name="wire-871">
            <a:extLst xmlns:a="http://schemas.openxmlformats.org/drawingml/2006/main">
              <a:ext uri="{FF2B5EF4-FFF2-40B4-BE49-F238E27FC236}">
                <a16:creationId xmlns:a16="http://schemas.microsoft.com/office/drawing/2014/main" id="{5BA038A9-8B9D-4E5B-993D-CBB503B53F47}"/>
              </a:ext>
            </a:extLst>
          </p:cNvPr>
          <p:cNvSpPr>
            <a:spLocks xmlns:a="http://schemas.openxmlformats.org/drawingml/2006/main" noGrp="1"/>
          </p:cNvSpPr>
          <p:nvPr/>
        </p:nvSpPr>
        <p:spPr>
          <a:xfrm xmlns:a="http://schemas.openxmlformats.org/drawingml/2006/main">
            <a:off x="2552700" y="3705225"/>
            <a:ext cx="2076450" cy="9525"/>
          </a:xfrm>
          <a:custGeom xmlns:a="http://schemas.openxmlformats.org/drawingml/2006/main">
            <a:pathLst>
              <a:path w="2076450" h="9525">
                <a:moveTo>
                  <a:pt x="0" y="0"/>
                </a:moveTo>
                <a:lnTo>
                  <a:pt x="2076450" y="0"/>
                </a:lnTo>
              </a:path>
            </a:pathLst>
          </a:custGeom>
          <a:noFill xmlns:a="http://schemas.openxmlformats.org/drawingml/2006/main"/>
          <a:ln xmlns:a="http://schemas.openxmlformats.org/drawingml/2006/main" w="22860">
            <a:solidFill>
              <a:srgbClr val="231F20"/>
            </a:solidFill>
          </a:ln>
        </p:spPr>
      </p:sp>
      <p:sp>
        <p:nvSpPr>
          <p:cNvPr id="18" name="circuit-872">
            <a:extLst xmlns:a="http://schemas.openxmlformats.org/drawingml/2006/main">
              <a:ext uri="{FF2B5EF4-FFF2-40B4-BE49-F238E27FC236}">
                <a16:creationId xmlns:a16="http://schemas.microsoft.com/office/drawing/2014/main" id="{C015C89F-EFA1-4C3F-AFCE-E66268BC06A3}"/>
              </a:ext>
            </a:extLst>
          </p:cNvPr>
          <p:cNvSpPr>
            <a:spLocks xmlns:a="http://schemas.openxmlformats.org/drawingml/2006/main" noGrp="1"/>
          </p:cNvSpPr>
          <p:nvPr/>
        </p:nvSpPr>
        <p:spPr>
          <a:xfrm xmlns:a="http://schemas.openxmlformats.org/drawingml/2006/main">
            <a:off x="4533900" y="36671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19" name="text-873">
            <a:extLst xmlns:a="http://schemas.openxmlformats.org/drawingml/2006/main">
              <a:ext uri="{FF2B5EF4-FFF2-40B4-BE49-F238E27FC236}">
                <a16:creationId xmlns:a16="http://schemas.microsoft.com/office/drawing/2014/main" id="{8BB556AD-BCE8-44F7-B18C-185CD51B3AA1}"/>
              </a:ext>
            </a:extLst>
          </p:cNvPr>
          <p:cNvSpPr>
            <a:spLocks xmlns:a="http://schemas.openxmlformats.org/drawingml/2006/main" noGrp="1"/>
          </p:cNvSpPr>
          <p:nvPr/>
        </p:nvSpPr>
        <p:spPr>
          <a:xfrm xmlns:a="http://schemas.openxmlformats.org/drawingml/2006/main">
            <a:off x="2619375" y="317182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231F20"/>
                </a:solidFill>
                <a:latin typeface="Yu Gothic"/>
                <a:ea typeface="Yu Gothic"/>
                <a:cs typeface="Yu Gothic"/>
              </a:defRPr>
            </a:defPPr>
            <a:lvl1pPr algn="ctr">
              <a:defRPr sz="1800" b="0">
                <a:solidFill>
                  <a:srgbClr val="231F20"/>
                </a:solidFill>
                <a:latin typeface="Yu Gothic"/>
                <a:ea typeface="Yu Gothic"/>
                <a:cs typeface="Yu Gothic"/>
              </a:defRPr>
            </a:lvl1pPr>
            <a:lvl2pPr algn="ctr">
              <a:defRPr sz="1800" b="0">
                <a:solidFill>
                  <a:srgbClr val="231F20"/>
                </a:solidFill>
                <a:latin typeface="Yu Gothic"/>
                <a:ea typeface="Yu Gothic"/>
                <a:cs typeface="Yu Gothic"/>
              </a:defRPr>
            </a:lvl2pPr>
            <a:lvl3pPr algn="ctr">
              <a:defRPr sz="1800" b="0">
                <a:solidFill>
                  <a:srgbClr val="231F20"/>
                </a:solidFill>
                <a:latin typeface="Yu Gothic"/>
                <a:ea typeface="Yu Gothic"/>
                <a:cs typeface="Yu Gothic"/>
              </a:defRPr>
            </a:lvl3pPr>
            <a:lvl4pPr algn="ctr">
              <a:defRPr sz="1800" b="0">
                <a:solidFill>
                  <a:srgbClr val="231F20"/>
                </a:solidFill>
                <a:latin typeface="Yu Gothic"/>
                <a:ea typeface="Yu Gothic"/>
                <a:cs typeface="Yu Gothic"/>
              </a:defRPr>
            </a:lvl4pPr>
            <a:lvl5pPr algn="ctr">
              <a:defRPr sz="1800" b="0">
                <a:solidFill>
                  <a:srgbClr val="231F20"/>
                </a:solidFill>
                <a:latin typeface="Yu Gothic"/>
                <a:ea typeface="Yu Gothic"/>
                <a:cs typeface="Yu Gothic"/>
              </a:defRPr>
            </a:lvl5pPr>
            <a:lvl6pPr algn="ctr">
              <a:defRPr sz="1800" b="0">
                <a:solidFill>
                  <a:srgbClr val="231F20"/>
                </a:solidFill>
                <a:latin typeface="Yu Gothic"/>
                <a:ea typeface="Yu Gothic"/>
                <a:cs typeface="Yu Gothic"/>
              </a:defRPr>
            </a:lvl6pPr>
            <a:lvl7pPr algn="ctr">
              <a:defRPr sz="1800" b="0">
                <a:solidFill>
                  <a:srgbClr val="231F20"/>
                </a:solidFill>
                <a:latin typeface="Yu Gothic"/>
                <a:ea typeface="Yu Gothic"/>
                <a:cs typeface="Yu Gothic"/>
              </a:defRPr>
            </a:lvl7pPr>
            <a:lvl8pPr algn="ctr">
              <a:defRPr sz="1800" b="0">
                <a:solidFill>
                  <a:srgbClr val="231F20"/>
                </a:solidFill>
                <a:latin typeface="Yu Gothic"/>
                <a:ea typeface="Yu Gothic"/>
                <a:cs typeface="Yu Gothic"/>
              </a:defRPr>
            </a:lvl8pPr>
            <a:lvl9pPr algn="ctr">
              <a:defRPr sz="1800" b="0">
                <a:solidFill>
                  <a:srgbClr val="231F20"/>
                </a:solidFill>
                <a:latin typeface="Yu Gothic"/>
                <a:ea typeface="Yu Gothic"/>
                <a:cs typeface="Yu Gothic"/>
              </a:defRPr>
            </a:lvl9pPr>
          </a:lstStyle>
          <a:p xmlns:a="http://schemas.openxmlformats.org/drawingml/2006/main">
            <a:pPr algn="ctr">
              <a:defRPr sz="1800" b="0">
                <a:solidFill>
                  <a:srgbClr val="231F20"/>
                </a:solidFill>
                <a:latin typeface="Yu Gothic"/>
                <a:ea typeface="Yu Gothic"/>
                <a:cs typeface="Yu Gothic"/>
              </a:defRPr>
            </a:pPr>
            <a:r>
              <a:rPr sz="1800" b="0">
                <a:solidFill>
                  <a:srgbClr val="231F20"/>
                </a:solidFill>
                <a:latin typeface="Yu Gothic"/>
                <a:ea typeface="Yu Gothic"/>
                <a:cs typeface="Yu Gothic"/>
              </a:rPr>
              <a:t>番地と制御</a:t>
            </a:r>
          </a:p>
        </p:txBody>
      </p:sp>
      <p:sp>
        <p:nvSpPr>
          <p:cNvPr id="20" name="wire-874">
            <a:extLst xmlns:a="http://schemas.openxmlformats.org/drawingml/2006/main">
              <a:ext uri="{FF2B5EF4-FFF2-40B4-BE49-F238E27FC236}">
                <a16:creationId xmlns:a16="http://schemas.microsoft.com/office/drawing/2014/main" id="{92E7453A-2762-4895-9DCD-7A3FC98ABB9B}"/>
              </a:ext>
            </a:extLst>
          </p:cNvPr>
          <p:cNvSpPr>
            <a:spLocks xmlns:a="http://schemas.openxmlformats.org/drawingml/2006/main" noGrp="1"/>
          </p:cNvSpPr>
          <p:nvPr/>
        </p:nvSpPr>
        <p:spPr>
          <a:xfrm xmlns:a="http://schemas.openxmlformats.org/drawingml/2006/main">
            <a:off x="7439025" y="3705225"/>
            <a:ext cx="2143125" cy="9525"/>
          </a:xfrm>
          <a:custGeom xmlns:a="http://schemas.openxmlformats.org/drawingml/2006/main">
            <a:pathLst>
              <a:path w="2143125" h="9525">
                <a:moveTo>
                  <a:pt x="0" y="0"/>
                </a:moveTo>
                <a:lnTo>
                  <a:pt x="2143125" y="0"/>
                </a:lnTo>
              </a:path>
            </a:pathLst>
          </a:custGeom>
          <a:noFill xmlns:a="http://schemas.openxmlformats.org/drawingml/2006/main"/>
          <a:ln xmlns:a="http://schemas.openxmlformats.org/drawingml/2006/main" w="9525">
            <a:solidFill>
              <a:srgbClr val="231F20"/>
            </a:solidFill>
          </a:ln>
        </p:spPr>
      </p:sp>
      <p:sp>
        <p:nvSpPr>
          <p:cNvPr id="21" name="circuit-875">
            <a:extLst xmlns:a="http://schemas.openxmlformats.org/drawingml/2006/main">
              <a:ext uri="{FF2B5EF4-FFF2-40B4-BE49-F238E27FC236}">
                <a16:creationId xmlns:a16="http://schemas.microsoft.com/office/drawing/2014/main" id="{72E98781-AF03-4082-AC7E-FAC6123FAE60}"/>
              </a:ext>
            </a:extLst>
          </p:cNvPr>
          <p:cNvSpPr>
            <a:spLocks xmlns:a="http://schemas.openxmlformats.org/drawingml/2006/main" noGrp="1"/>
          </p:cNvSpPr>
          <p:nvPr/>
        </p:nvSpPr>
        <p:spPr>
          <a:xfrm xmlns:a="http://schemas.openxmlformats.org/drawingml/2006/main">
            <a:off x="9486900" y="3667125"/>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2" name="text-876">
            <a:extLst xmlns:a="http://schemas.openxmlformats.org/drawingml/2006/main">
              <a:ext uri="{FF2B5EF4-FFF2-40B4-BE49-F238E27FC236}">
                <a16:creationId xmlns:a16="http://schemas.microsoft.com/office/drawing/2014/main" id="{2B4B44C1-3FFA-44CE-B6BC-0DA5FB718E65}"/>
              </a:ext>
            </a:extLst>
          </p:cNvPr>
          <p:cNvSpPr>
            <a:spLocks xmlns:a="http://schemas.openxmlformats.org/drawingml/2006/main" noGrp="1"/>
          </p:cNvSpPr>
          <p:nvPr/>
        </p:nvSpPr>
        <p:spPr>
          <a:xfrm xmlns:a="http://schemas.openxmlformats.org/drawingml/2006/main">
            <a:off x="7515225" y="323850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725" b="0">
                <a:solidFill>
                  <a:srgbClr val="231F20"/>
                </a:solidFill>
                <a:latin typeface="Yu Gothic"/>
                <a:ea typeface="Yu Gothic"/>
                <a:cs typeface="Yu Gothic"/>
              </a:defRPr>
            </a:defPPr>
            <a:lvl1pPr algn="ctr">
              <a:defRPr sz="1725" b="0">
                <a:solidFill>
                  <a:srgbClr val="231F20"/>
                </a:solidFill>
                <a:latin typeface="Yu Gothic"/>
                <a:ea typeface="Yu Gothic"/>
                <a:cs typeface="Yu Gothic"/>
              </a:defRPr>
            </a:lvl1pPr>
            <a:lvl2pPr algn="ctr">
              <a:defRPr sz="1725" b="0">
                <a:solidFill>
                  <a:srgbClr val="231F20"/>
                </a:solidFill>
                <a:latin typeface="Yu Gothic"/>
                <a:ea typeface="Yu Gothic"/>
                <a:cs typeface="Yu Gothic"/>
              </a:defRPr>
            </a:lvl2pPr>
            <a:lvl3pPr algn="ctr">
              <a:defRPr sz="1725" b="0">
                <a:solidFill>
                  <a:srgbClr val="231F20"/>
                </a:solidFill>
                <a:latin typeface="Yu Gothic"/>
                <a:ea typeface="Yu Gothic"/>
                <a:cs typeface="Yu Gothic"/>
              </a:defRPr>
            </a:lvl3pPr>
            <a:lvl4pPr algn="ctr">
              <a:defRPr sz="1725" b="0">
                <a:solidFill>
                  <a:srgbClr val="231F20"/>
                </a:solidFill>
                <a:latin typeface="Yu Gothic"/>
                <a:ea typeface="Yu Gothic"/>
                <a:cs typeface="Yu Gothic"/>
              </a:defRPr>
            </a:lvl4pPr>
            <a:lvl5pPr algn="ctr">
              <a:defRPr sz="1725" b="0">
                <a:solidFill>
                  <a:srgbClr val="231F20"/>
                </a:solidFill>
                <a:latin typeface="Yu Gothic"/>
                <a:ea typeface="Yu Gothic"/>
                <a:cs typeface="Yu Gothic"/>
              </a:defRPr>
            </a:lvl5pPr>
            <a:lvl6pPr algn="ctr">
              <a:defRPr sz="1725" b="0">
                <a:solidFill>
                  <a:srgbClr val="231F20"/>
                </a:solidFill>
                <a:latin typeface="Yu Gothic"/>
                <a:ea typeface="Yu Gothic"/>
                <a:cs typeface="Yu Gothic"/>
              </a:defRPr>
            </a:lvl6pPr>
            <a:lvl7pPr algn="ctr">
              <a:defRPr sz="1725" b="0">
                <a:solidFill>
                  <a:srgbClr val="231F20"/>
                </a:solidFill>
                <a:latin typeface="Yu Gothic"/>
                <a:ea typeface="Yu Gothic"/>
                <a:cs typeface="Yu Gothic"/>
              </a:defRPr>
            </a:lvl7pPr>
            <a:lvl8pPr algn="ctr">
              <a:defRPr sz="1725" b="0">
                <a:solidFill>
                  <a:srgbClr val="231F20"/>
                </a:solidFill>
                <a:latin typeface="Yu Gothic"/>
                <a:ea typeface="Yu Gothic"/>
                <a:cs typeface="Yu Gothic"/>
              </a:defRPr>
            </a:lvl8pPr>
            <a:lvl9pPr algn="ctr">
              <a:defRPr sz="1725" b="0">
                <a:solidFill>
                  <a:srgbClr val="231F20"/>
                </a:solidFill>
                <a:latin typeface="Yu Gothic"/>
                <a:ea typeface="Yu Gothic"/>
                <a:cs typeface="Yu Gothic"/>
              </a:defRPr>
            </a:lvl9pPr>
          </a:lstStyle>
          <a:p xmlns:a="http://schemas.openxmlformats.org/drawingml/2006/main">
            <a:pPr algn="ctr">
              <a:defRPr sz="1725" b="0">
                <a:solidFill>
                  <a:srgbClr val="231F20"/>
                </a:solidFill>
                <a:latin typeface="Yu Gothic"/>
                <a:ea typeface="Yu Gothic"/>
                <a:cs typeface="Yu Gothic"/>
              </a:defRPr>
            </a:pPr>
            <a:r>
              <a:rPr sz="1725" b="0">
                <a:solidFill>
                  <a:srgbClr val="231F20"/>
                </a:solidFill>
                <a:latin typeface="Yu Gothic"/>
                <a:ea typeface="Yu Gothic"/>
                <a:cs typeface="Yu Gothic"/>
              </a:rPr>
              <a:t>有効 CmdValid</a:t>
            </a:r>
          </a:p>
        </p:txBody>
      </p:sp>
      <p:sp>
        <p:nvSpPr>
          <p:cNvPr id="23" name="wire-877">
            <a:extLst xmlns:a="http://schemas.openxmlformats.org/drawingml/2006/main">
              <a:ext uri="{FF2B5EF4-FFF2-40B4-BE49-F238E27FC236}">
                <a16:creationId xmlns:a16="http://schemas.microsoft.com/office/drawing/2014/main" id="{BC532DCF-6DC4-481F-BEC0-ED91E0625A5D}"/>
              </a:ext>
            </a:extLst>
          </p:cNvPr>
          <p:cNvSpPr>
            <a:spLocks xmlns:a="http://schemas.openxmlformats.org/drawingml/2006/main" noGrp="1"/>
          </p:cNvSpPr>
          <p:nvPr/>
        </p:nvSpPr>
        <p:spPr>
          <a:xfrm xmlns:a="http://schemas.openxmlformats.org/drawingml/2006/main">
            <a:off x="7439025" y="4667250"/>
            <a:ext cx="2143125" cy="9525"/>
          </a:xfrm>
          <a:custGeom xmlns:a="http://schemas.openxmlformats.org/drawingml/2006/main">
            <a:pathLst>
              <a:path w="2143125" h="9525">
                <a:moveTo>
                  <a:pt x="2143125" y="0"/>
                </a:moveTo>
                <a:lnTo>
                  <a:pt x="0" y="0"/>
                </a:lnTo>
              </a:path>
            </a:pathLst>
          </a:custGeom>
          <a:noFill xmlns:a="http://schemas.openxmlformats.org/drawingml/2006/main"/>
          <a:ln xmlns:a="http://schemas.openxmlformats.org/drawingml/2006/main" w="9525">
            <a:solidFill>
              <a:srgbClr val="1572C3"/>
            </a:solidFill>
          </a:ln>
        </p:spPr>
      </p:sp>
      <p:sp>
        <p:nvSpPr>
          <p:cNvPr id="24" name="circuit-878">
            <a:extLst xmlns:a="http://schemas.openxmlformats.org/drawingml/2006/main">
              <a:ext uri="{FF2B5EF4-FFF2-40B4-BE49-F238E27FC236}">
                <a16:creationId xmlns:a16="http://schemas.microsoft.com/office/drawing/2014/main" id="{F6459E01-308A-4BCE-A5A4-1DC40094EB22}"/>
              </a:ext>
            </a:extLst>
          </p:cNvPr>
          <p:cNvSpPr>
            <a:spLocks xmlns:a="http://schemas.openxmlformats.org/drawingml/2006/main" noGrp="1"/>
          </p:cNvSpPr>
          <p:nvPr/>
        </p:nvSpPr>
        <p:spPr>
          <a:xfrm xmlns:a="http://schemas.openxmlformats.org/drawingml/2006/main">
            <a:off x="7439025" y="4629150"/>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1572C3"/>
          </a:solidFill>
          <a:ln xmlns:a="http://schemas.openxmlformats.org/drawingml/2006/main" w="9525">
            <a:solidFill>
              <a:srgbClr val="1572C3"/>
            </a:solidFill>
          </a:ln>
        </p:spPr>
      </p:sp>
      <p:sp>
        <p:nvSpPr>
          <p:cNvPr id="25" name="text-879">
            <a:extLst xmlns:a="http://schemas.openxmlformats.org/drawingml/2006/main">
              <a:ext uri="{FF2B5EF4-FFF2-40B4-BE49-F238E27FC236}">
                <a16:creationId xmlns:a16="http://schemas.microsoft.com/office/drawing/2014/main" id="{C193878D-4B0C-4A40-B05B-8DA84D0BCC08}"/>
              </a:ext>
            </a:extLst>
          </p:cNvPr>
          <p:cNvSpPr>
            <a:spLocks xmlns:a="http://schemas.openxmlformats.org/drawingml/2006/main" noGrp="1"/>
          </p:cNvSpPr>
          <p:nvPr/>
        </p:nvSpPr>
        <p:spPr>
          <a:xfrm xmlns:a="http://schemas.openxmlformats.org/drawingml/2006/main">
            <a:off x="7515225" y="47625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75" b="0">
                <a:solidFill>
                  <a:srgbClr val="1572C3"/>
                </a:solidFill>
                <a:latin typeface="Yu Gothic"/>
                <a:ea typeface="Yu Gothic"/>
                <a:cs typeface="Yu Gothic"/>
              </a:defRPr>
            </a:defPPr>
            <a:lvl1pPr algn="ctr">
              <a:defRPr sz="1575" b="0">
                <a:solidFill>
                  <a:srgbClr val="1572C3"/>
                </a:solidFill>
                <a:latin typeface="Yu Gothic"/>
                <a:ea typeface="Yu Gothic"/>
                <a:cs typeface="Yu Gothic"/>
              </a:defRPr>
            </a:lvl1pPr>
            <a:lvl2pPr algn="ctr">
              <a:defRPr sz="1575" b="0">
                <a:solidFill>
                  <a:srgbClr val="1572C3"/>
                </a:solidFill>
                <a:latin typeface="Yu Gothic"/>
                <a:ea typeface="Yu Gothic"/>
                <a:cs typeface="Yu Gothic"/>
              </a:defRPr>
            </a:lvl2pPr>
            <a:lvl3pPr algn="ctr">
              <a:defRPr sz="1575" b="0">
                <a:solidFill>
                  <a:srgbClr val="1572C3"/>
                </a:solidFill>
                <a:latin typeface="Yu Gothic"/>
                <a:ea typeface="Yu Gothic"/>
                <a:cs typeface="Yu Gothic"/>
              </a:defRPr>
            </a:lvl3pPr>
            <a:lvl4pPr algn="ctr">
              <a:defRPr sz="1575" b="0">
                <a:solidFill>
                  <a:srgbClr val="1572C3"/>
                </a:solidFill>
                <a:latin typeface="Yu Gothic"/>
                <a:ea typeface="Yu Gothic"/>
                <a:cs typeface="Yu Gothic"/>
              </a:defRPr>
            </a:lvl4pPr>
            <a:lvl5pPr algn="ctr">
              <a:defRPr sz="1575" b="0">
                <a:solidFill>
                  <a:srgbClr val="1572C3"/>
                </a:solidFill>
                <a:latin typeface="Yu Gothic"/>
                <a:ea typeface="Yu Gothic"/>
                <a:cs typeface="Yu Gothic"/>
              </a:defRPr>
            </a:lvl5pPr>
            <a:lvl6pPr algn="ctr">
              <a:defRPr sz="1575" b="0">
                <a:solidFill>
                  <a:srgbClr val="1572C3"/>
                </a:solidFill>
                <a:latin typeface="Yu Gothic"/>
                <a:ea typeface="Yu Gothic"/>
                <a:cs typeface="Yu Gothic"/>
              </a:defRPr>
            </a:lvl6pPr>
            <a:lvl7pPr algn="ctr">
              <a:defRPr sz="1575" b="0">
                <a:solidFill>
                  <a:srgbClr val="1572C3"/>
                </a:solidFill>
                <a:latin typeface="Yu Gothic"/>
                <a:ea typeface="Yu Gothic"/>
                <a:cs typeface="Yu Gothic"/>
              </a:defRPr>
            </a:lvl7pPr>
            <a:lvl8pPr algn="ctr">
              <a:defRPr sz="1575" b="0">
                <a:solidFill>
                  <a:srgbClr val="1572C3"/>
                </a:solidFill>
                <a:latin typeface="Yu Gothic"/>
                <a:ea typeface="Yu Gothic"/>
                <a:cs typeface="Yu Gothic"/>
              </a:defRPr>
            </a:lvl8pPr>
            <a:lvl9pPr algn="ctr">
              <a:defRPr sz="1575" b="0">
                <a:solidFill>
                  <a:srgbClr val="1572C3"/>
                </a:solidFill>
                <a:latin typeface="Yu Gothic"/>
                <a:ea typeface="Yu Gothic"/>
                <a:cs typeface="Yu Gothic"/>
              </a:defRPr>
            </a:lvl9pPr>
          </a:lstStyle>
          <a:p xmlns:a="http://schemas.openxmlformats.org/drawingml/2006/main">
            <a:pPr algn="ctr">
              <a:defRPr sz="1575" b="0">
                <a:solidFill>
                  <a:srgbClr val="1572C3"/>
                </a:solidFill>
                <a:latin typeface="Yu Gothic"/>
                <a:ea typeface="Yu Gothic"/>
                <a:cs typeface="Yu Gothic"/>
              </a:defRPr>
            </a:pPr>
            <a:r>
              <a:rPr sz="1575" b="0">
                <a:solidFill>
                  <a:srgbClr val="1572C3"/>
                </a:solidFill>
                <a:latin typeface="Yu Gothic"/>
                <a:ea typeface="Yu Gothic"/>
                <a:cs typeface="Yu Gothic"/>
              </a:rPr>
              <a:t>受取可 CmdReady</a:t>
            </a:r>
          </a:p>
        </p:txBody>
      </p:sp>
      <p:sp>
        <p:nvSpPr>
          <p:cNvPr id="26" name="wire-880">
            <a:extLst xmlns:a="http://schemas.openxmlformats.org/drawingml/2006/main">
              <a:ext uri="{FF2B5EF4-FFF2-40B4-BE49-F238E27FC236}">
                <a16:creationId xmlns:a16="http://schemas.microsoft.com/office/drawing/2014/main" id="{66D1F8A4-60F1-486E-8BDD-B3028B4D02D0}"/>
              </a:ext>
            </a:extLst>
          </p:cNvPr>
          <p:cNvSpPr>
            <a:spLocks xmlns:a="http://schemas.openxmlformats.org/drawingml/2006/main" noGrp="1"/>
          </p:cNvSpPr>
          <p:nvPr/>
        </p:nvSpPr>
        <p:spPr>
          <a:xfrm xmlns:a="http://schemas.openxmlformats.org/drawingml/2006/main">
            <a:off x="2552700" y="4667250"/>
            <a:ext cx="2076450" cy="9525"/>
          </a:xfrm>
          <a:custGeom xmlns:a="http://schemas.openxmlformats.org/drawingml/2006/main">
            <a:pathLst>
              <a:path w="2076450" h="9525">
                <a:moveTo>
                  <a:pt x="2076450" y="0"/>
                </a:moveTo>
                <a:lnTo>
                  <a:pt x="0" y="0"/>
                </a:lnTo>
              </a:path>
            </a:pathLst>
          </a:custGeom>
          <a:noFill xmlns:a="http://schemas.openxmlformats.org/drawingml/2006/main"/>
          <a:ln xmlns:a="http://schemas.openxmlformats.org/drawingml/2006/main" w="9525">
            <a:solidFill>
              <a:srgbClr val="1572C3"/>
            </a:solidFill>
          </a:ln>
        </p:spPr>
      </p:sp>
      <p:sp>
        <p:nvSpPr>
          <p:cNvPr id="27" name="circuit-881">
            <a:extLst xmlns:a="http://schemas.openxmlformats.org/drawingml/2006/main">
              <a:ext uri="{FF2B5EF4-FFF2-40B4-BE49-F238E27FC236}">
                <a16:creationId xmlns:a16="http://schemas.microsoft.com/office/drawing/2014/main" id="{01301BC5-F3BE-4FB0-A626-4ABCB8D91A5D}"/>
              </a:ext>
            </a:extLst>
          </p:cNvPr>
          <p:cNvSpPr>
            <a:spLocks xmlns:a="http://schemas.openxmlformats.org/drawingml/2006/main" noGrp="1"/>
          </p:cNvSpPr>
          <p:nvPr/>
        </p:nvSpPr>
        <p:spPr>
          <a:xfrm xmlns:a="http://schemas.openxmlformats.org/drawingml/2006/main">
            <a:off x="2552700" y="4629150"/>
            <a:ext cx="95250" cy="76200"/>
          </a:xfrm>
          <a:custGeom xmlns:a="http://schemas.openxmlformats.org/drawingml/2006/main">
            <a:pathLst>
              <a:path w="95250" h="76200">
                <a:moveTo>
                  <a:pt x="0" y="38100"/>
                </a:moveTo>
                <a:lnTo>
                  <a:pt x="95250" y="76200"/>
                </a:lnTo>
                <a:lnTo>
                  <a:pt x="95250" y="0"/>
                </a:lnTo>
                <a:close/>
              </a:path>
            </a:pathLst>
          </a:custGeom>
          <a:solidFill xmlns:a="http://schemas.openxmlformats.org/drawingml/2006/main">
            <a:srgbClr val="1572C3"/>
          </a:solidFill>
          <a:ln xmlns:a="http://schemas.openxmlformats.org/drawingml/2006/main" w="9525">
            <a:solidFill>
              <a:srgbClr val="1572C3"/>
            </a:solidFill>
          </a:ln>
        </p:spPr>
      </p:sp>
      <p:sp>
        <p:nvSpPr>
          <p:cNvPr id="28" name="text-882">
            <a:extLst xmlns:a="http://schemas.openxmlformats.org/drawingml/2006/main">
              <a:ext uri="{FF2B5EF4-FFF2-40B4-BE49-F238E27FC236}">
                <a16:creationId xmlns:a16="http://schemas.microsoft.com/office/drawing/2014/main" id="{D42BA6D9-A3D1-4C29-B7D9-7470C67A7FF2}"/>
              </a:ext>
            </a:extLst>
          </p:cNvPr>
          <p:cNvSpPr>
            <a:spLocks xmlns:a="http://schemas.openxmlformats.org/drawingml/2006/main" noGrp="1"/>
          </p:cNvSpPr>
          <p:nvPr/>
        </p:nvSpPr>
        <p:spPr>
          <a:xfrm xmlns:a="http://schemas.openxmlformats.org/drawingml/2006/main">
            <a:off x="2714625" y="476250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00" b="0">
                <a:solidFill>
                  <a:srgbClr val="1572C3"/>
                </a:solidFill>
                <a:latin typeface="Yu Gothic"/>
                <a:ea typeface="Yu Gothic"/>
                <a:cs typeface="Yu Gothic"/>
              </a:defRPr>
            </a:defPPr>
            <a:lvl1pPr algn="ctr">
              <a:defRPr sz="1800" b="0">
                <a:solidFill>
                  <a:srgbClr val="1572C3"/>
                </a:solidFill>
                <a:latin typeface="Yu Gothic"/>
                <a:ea typeface="Yu Gothic"/>
                <a:cs typeface="Yu Gothic"/>
              </a:defRPr>
            </a:lvl1pPr>
            <a:lvl2pPr algn="ctr">
              <a:defRPr sz="1800" b="0">
                <a:solidFill>
                  <a:srgbClr val="1572C3"/>
                </a:solidFill>
                <a:latin typeface="Yu Gothic"/>
                <a:ea typeface="Yu Gothic"/>
                <a:cs typeface="Yu Gothic"/>
              </a:defRPr>
            </a:lvl2pPr>
            <a:lvl3pPr algn="ctr">
              <a:defRPr sz="1800" b="0">
                <a:solidFill>
                  <a:srgbClr val="1572C3"/>
                </a:solidFill>
                <a:latin typeface="Yu Gothic"/>
                <a:ea typeface="Yu Gothic"/>
                <a:cs typeface="Yu Gothic"/>
              </a:defRPr>
            </a:lvl3pPr>
            <a:lvl4pPr algn="ctr">
              <a:defRPr sz="1800" b="0">
                <a:solidFill>
                  <a:srgbClr val="1572C3"/>
                </a:solidFill>
                <a:latin typeface="Yu Gothic"/>
                <a:ea typeface="Yu Gothic"/>
                <a:cs typeface="Yu Gothic"/>
              </a:defRPr>
            </a:lvl4pPr>
            <a:lvl5pPr algn="ctr">
              <a:defRPr sz="1800" b="0">
                <a:solidFill>
                  <a:srgbClr val="1572C3"/>
                </a:solidFill>
                <a:latin typeface="Yu Gothic"/>
                <a:ea typeface="Yu Gothic"/>
                <a:cs typeface="Yu Gothic"/>
              </a:defRPr>
            </a:lvl5pPr>
            <a:lvl6pPr algn="ctr">
              <a:defRPr sz="1800" b="0">
                <a:solidFill>
                  <a:srgbClr val="1572C3"/>
                </a:solidFill>
                <a:latin typeface="Yu Gothic"/>
                <a:ea typeface="Yu Gothic"/>
                <a:cs typeface="Yu Gothic"/>
              </a:defRPr>
            </a:lvl6pPr>
            <a:lvl7pPr algn="ctr">
              <a:defRPr sz="1800" b="0">
                <a:solidFill>
                  <a:srgbClr val="1572C3"/>
                </a:solidFill>
                <a:latin typeface="Yu Gothic"/>
                <a:ea typeface="Yu Gothic"/>
                <a:cs typeface="Yu Gothic"/>
              </a:defRPr>
            </a:lvl7pPr>
            <a:lvl8pPr algn="ctr">
              <a:defRPr sz="1800" b="0">
                <a:solidFill>
                  <a:srgbClr val="1572C3"/>
                </a:solidFill>
                <a:latin typeface="Yu Gothic"/>
                <a:ea typeface="Yu Gothic"/>
                <a:cs typeface="Yu Gothic"/>
              </a:defRPr>
            </a:lvl8pPr>
            <a:lvl9pPr algn="ctr">
              <a:defRPr sz="1800" b="0">
                <a:solidFill>
                  <a:srgbClr val="1572C3"/>
                </a:solidFill>
                <a:latin typeface="Yu Gothic"/>
                <a:ea typeface="Yu Gothic"/>
                <a:cs typeface="Yu Gothic"/>
              </a:defRPr>
            </a:lvl9pPr>
          </a:lstStyle>
          <a:p xmlns:a="http://schemas.openxmlformats.org/drawingml/2006/main">
            <a:pPr algn="ctr">
              <a:defRPr sz="1800" b="0">
                <a:solidFill>
                  <a:srgbClr val="1572C3"/>
                </a:solidFill>
                <a:latin typeface="Yu Gothic"/>
                <a:ea typeface="Yu Gothic"/>
                <a:cs typeface="Yu Gothic"/>
              </a:defRPr>
            </a:pPr>
            <a:r>
              <a:rPr sz="1800" b="0">
                <a:solidFill>
                  <a:srgbClr val="1572C3"/>
                </a:solidFill>
                <a:latin typeface="Yu Gothic"/>
                <a:ea typeface="Yu Gothic"/>
                <a:cs typeface="Yu Gothic"/>
              </a:rPr>
              <a:t>完了 PREADY</a:t>
            </a:r>
          </a:p>
        </p:txBody>
      </p:sp>
      <p:sp>
        <p:nvSpPr>
          <p:cNvPr id="29" name="text-883">
            <a:extLst xmlns:a="http://schemas.openxmlformats.org/drawingml/2006/main">
              <a:ext uri="{FF2B5EF4-FFF2-40B4-BE49-F238E27FC236}">
                <a16:creationId xmlns:a16="http://schemas.microsoft.com/office/drawing/2014/main" id="{BEF1C227-BE06-49B9-A0E2-6F80C1F99063}"/>
              </a:ext>
            </a:extLst>
          </p:cNvPr>
          <p:cNvSpPr>
            <a:spLocks xmlns:a="http://schemas.openxmlformats.org/drawingml/2006/main" noGrp="1"/>
          </p:cNvSpPr>
          <p:nvPr/>
        </p:nvSpPr>
        <p:spPr>
          <a:xfrm xmlns:a="http://schemas.openxmlformats.org/drawingml/2006/main">
            <a:off x="609600" y="56673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00" b="1">
                <a:solidFill>
                  <a:srgbClr val="231F20"/>
                </a:solidFill>
                <a:latin typeface="Yu Gothic"/>
                <a:ea typeface="Yu Gothic"/>
                <a:cs typeface="Yu Gothic"/>
              </a:defRPr>
            </a:defPPr>
            <a:lvl1pPr algn="l">
              <a:defRPr sz="2400" b="1">
                <a:solidFill>
                  <a:srgbClr val="231F20"/>
                </a:solidFill>
                <a:latin typeface="Yu Gothic"/>
                <a:ea typeface="Yu Gothic"/>
                <a:cs typeface="Yu Gothic"/>
              </a:defRPr>
            </a:lvl1pPr>
            <a:lvl2pPr algn="l">
              <a:defRPr sz="2400" b="1">
                <a:solidFill>
                  <a:srgbClr val="231F20"/>
                </a:solidFill>
                <a:latin typeface="Yu Gothic"/>
                <a:ea typeface="Yu Gothic"/>
                <a:cs typeface="Yu Gothic"/>
              </a:defRPr>
            </a:lvl2pPr>
            <a:lvl3pPr algn="l">
              <a:defRPr sz="2400" b="1">
                <a:solidFill>
                  <a:srgbClr val="231F20"/>
                </a:solidFill>
                <a:latin typeface="Yu Gothic"/>
                <a:ea typeface="Yu Gothic"/>
                <a:cs typeface="Yu Gothic"/>
              </a:defRPr>
            </a:lvl3pPr>
            <a:lvl4pPr algn="l">
              <a:defRPr sz="2400" b="1">
                <a:solidFill>
                  <a:srgbClr val="231F20"/>
                </a:solidFill>
                <a:latin typeface="Yu Gothic"/>
                <a:ea typeface="Yu Gothic"/>
                <a:cs typeface="Yu Gothic"/>
              </a:defRPr>
            </a:lvl4pPr>
            <a:lvl5pPr algn="l">
              <a:defRPr sz="2400" b="1">
                <a:solidFill>
                  <a:srgbClr val="231F20"/>
                </a:solidFill>
                <a:latin typeface="Yu Gothic"/>
                <a:ea typeface="Yu Gothic"/>
                <a:cs typeface="Yu Gothic"/>
              </a:defRPr>
            </a:lvl5pPr>
            <a:lvl6pPr algn="l">
              <a:defRPr sz="2400" b="1">
                <a:solidFill>
                  <a:srgbClr val="231F20"/>
                </a:solidFill>
                <a:latin typeface="Yu Gothic"/>
                <a:ea typeface="Yu Gothic"/>
                <a:cs typeface="Yu Gothic"/>
              </a:defRPr>
            </a:lvl6pPr>
            <a:lvl7pPr algn="l">
              <a:defRPr sz="2400" b="1">
                <a:solidFill>
                  <a:srgbClr val="231F20"/>
                </a:solidFill>
                <a:latin typeface="Yu Gothic"/>
                <a:ea typeface="Yu Gothic"/>
                <a:cs typeface="Yu Gothic"/>
              </a:defRPr>
            </a:lvl7pPr>
            <a:lvl8pPr algn="l">
              <a:defRPr sz="2400" b="1">
                <a:solidFill>
                  <a:srgbClr val="231F20"/>
                </a:solidFill>
                <a:latin typeface="Yu Gothic"/>
                <a:ea typeface="Yu Gothic"/>
                <a:cs typeface="Yu Gothic"/>
              </a:defRPr>
            </a:lvl8pPr>
            <a:lvl9pPr algn="l">
              <a:defRPr sz="2400" b="1">
                <a:solidFill>
                  <a:srgbClr val="231F20"/>
                </a:solidFill>
                <a:latin typeface="Yu Gothic"/>
                <a:ea typeface="Yu Gothic"/>
                <a:cs typeface="Yu Gothic"/>
              </a:defRPr>
            </a:lvl9pPr>
          </a:lstStyle>
          <a:p xmlns:a="http://schemas.openxmlformats.org/drawingml/2006/main">
            <a:pPr algn="l">
              <a:defRPr sz="2400" b="1">
                <a:solidFill>
                  <a:srgbClr val="231F20"/>
                </a:solidFill>
                <a:latin typeface="Yu Gothic"/>
                <a:ea typeface="Yu Gothic"/>
                <a:cs typeface="Yu Gothic"/>
              </a:defRPr>
            </a:pPr>
            <a:r>
              <a:rPr sz="2400" b="1">
                <a:solidFill>
                  <a:srgbClr val="231F20"/>
                </a:solidFill>
                <a:latin typeface="Yu Gothic"/>
                <a:ea typeface="Yu Gothic"/>
                <a:cs typeface="Yu Gothic"/>
              </a:rPr>
              <a:t>この書込みでは、PREADY = CmdReady</a:t>
            </a:r>
          </a:p>
        </p:txBody>
      </p:sp>
      <p:sp>
        <p:nvSpPr>
          <p:cNvPr id="30" name="text-884">
            <a:extLst xmlns:a="http://schemas.openxmlformats.org/drawingml/2006/main">
              <a:ext uri="{FF2B5EF4-FFF2-40B4-BE49-F238E27FC236}">
                <a16:creationId xmlns:a16="http://schemas.microsoft.com/office/drawing/2014/main" id="{F9577CB9-4DD0-424F-84AC-BE120832A212}"/>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8</a:t>
            </a:r>
          </a:p>
        </p:txBody>
      </p:sp>
      <p:sp>
        <p:nvSpPr>
          <p:cNvPr id="31" name="text-885">
            <a:extLst xmlns:a="http://schemas.openxmlformats.org/drawingml/2006/main">
              <a:ext uri="{FF2B5EF4-FFF2-40B4-BE49-F238E27FC236}">
                <a16:creationId xmlns:a16="http://schemas.microsoft.com/office/drawing/2014/main" id="{AC2F3B90-A71A-4B62-A62D-48EF129EB739}"/>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制御の正確な条件と32ビットの選び方はノートに記載。値の保存はFIFOで行う</a:t>
            </a:r>
          </a:p>
        </p:txBody>
      </p:sp>
    </p:spTree>
    <p:extLst>
      <p:ext uri="{BB962C8B-B14F-4D97-AF65-F5344CB8AC3E}">
        <p14:creationId xmlns:p14="http://schemas.microsoft.com/office/powerpoint/2010/main" val="8825622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886">
            <a:extLst xmlns:a="http://schemas.openxmlformats.org/drawingml/2006/main">
              <a:ext uri="{FF2B5EF4-FFF2-40B4-BE49-F238E27FC236}">
                <a16:creationId xmlns:a16="http://schemas.microsoft.com/office/drawing/2014/main" id="{895DBD2A-1921-419A-81B4-E12A44403B8F}"/>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9</a:t>
            </a:r>
          </a:p>
        </p:txBody>
      </p:sp>
      <p:sp>
        <p:nvSpPr>
          <p:cNvPr id="2" name="text-887">
            <a:extLst xmlns:a="http://schemas.openxmlformats.org/drawingml/2006/main">
              <a:ext uri="{FF2B5EF4-FFF2-40B4-BE49-F238E27FC236}">
                <a16:creationId xmlns:a16="http://schemas.microsoft.com/office/drawing/2014/main" id="{A3430865-ECB7-4A06-BED2-BE5BAD2EA982}"/>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受け取れるまで、同じ値を保って待つ</a:t>
            </a:r>
          </a:p>
        </p:txBody>
      </p:sp>
      <p:sp>
        <p:nvSpPr>
          <p:cNvPr id="3" name="text-888">
            <a:extLst xmlns:a="http://schemas.openxmlformats.org/drawingml/2006/main">
              <a:ext uri="{FF2B5EF4-FFF2-40B4-BE49-F238E27FC236}">
                <a16:creationId xmlns:a16="http://schemas.microsoft.com/office/drawing/2014/main" id="{8F794EE8-7635-41E1-A79E-C6AA61E1CC54}"/>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9</a:t>
            </a:r>
          </a:p>
        </p:txBody>
      </p:sp>
      <p:sp>
        <p:nvSpPr>
          <p:cNvPr id="4" name="text-889">
            <a:extLst xmlns:a="http://schemas.openxmlformats.org/drawingml/2006/main">
              <a:ext uri="{FF2B5EF4-FFF2-40B4-BE49-F238E27FC236}">
                <a16:creationId xmlns:a16="http://schemas.microsoft.com/office/drawing/2014/main" id="{418DD7C3-30EC-4A77-ABFB-B5D611122F49}"/>
              </a:ext>
            </a:extLst>
          </p:cNvPr>
          <p:cNvSpPr>
            <a:spLocks xmlns:a="http://schemas.openxmlformats.org/drawingml/2006/main" noGrp="1"/>
          </p:cNvSpPr>
          <p:nvPr/>
        </p:nvSpPr>
        <p:spPr>
          <a:xfrm xmlns:a="http://schemas.openxmlformats.org/drawingml/2006/main">
            <a:off x="609600" y="13239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0">
                <a:solidFill>
                  <a:srgbClr val="231F20"/>
                </a:solidFill>
                <a:latin typeface="Yu Gothic"/>
                <a:ea typeface="Yu Gothic"/>
                <a:cs typeface="Yu Gothic"/>
              </a:defRPr>
            </a:defPPr>
            <a:lvl1pPr algn="l">
              <a:defRPr sz="2250" b="0">
                <a:solidFill>
                  <a:srgbClr val="231F20"/>
                </a:solidFill>
                <a:latin typeface="Yu Gothic"/>
                <a:ea typeface="Yu Gothic"/>
                <a:cs typeface="Yu Gothic"/>
              </a:defRPr>
            </a:lvl1pPr>
            <a:lvl2pPr algn="l">
              <a:defRPr sz="2250" b="0">
                <a:solidFill>
                  <a:srgbClr val="231F20"/>
                </a:solidFill>
                <a:latin typeface="Yu Gothic"/>
                <a:ea typeface="Yu Gothic"/>
                <a:cs typeface="Yu Gothic"/>
              </a:defRPr>
            </a:lvl2pPr>
            <a:lvl3pPr algn="l">
              <a:defRPr sz="2250" b="0">
                <a:solidFill>
                  <a:srgbClr val="231F20"/>
                </a:solidFill>
                <a:latin typeface="Yu Gothic"/>
                <a:ea typeface="Yu Gothic"/>
                <a:cs typeface="Yu Gothic"/>
              </a:defRPr>
            </a:lvl3pPr>
            <a:lvl4pPr algn="l">
              <a:defRPr sz="2250" b="0">
                <a:solidFill>
                  <a:srgbClr val="231F20"/>
                </a:solidFill>
                <a:latin typeface="Yu Gothic"/>
                <a:ea typeface="Yu Gothic"/>
                <a:cs typeface="Yu Gothic"/>
              </a:defRPr>
            </a:lvl4pPr>
            <a:lvl5pPr algn="l">
              <a:defRPr sz="2250" b="0">
                <a:solidFill>
                  <a:srgbClr val="231F20"/>
                </a:solidFill>
                <a:latin typeface="Yu Gothic"/>
                <a:ea typeface="Yu Gothic"/>
                <a:cs typeface="Yu Gothic"/>
              </a:defRPr>
            </a:lvl5pPr>
            <a:lvl6pPr algn="l">
              <a:defRPr sz="2250" b="0">
                <a:solidFill>
                  <a:srgbClr val="231F20"/>
                </a:solidFill>
                <a:latin typeface="Yu Gothic"/>
                <a:ea typeface="Yu Gothic"/>
                <a:cs typeface="Yu Gothic"/>
              </a:defRPr>
            </a:lvl6pPr>
            <a:lvl7pPr algn="l">
              <a:defRPr sz="2250" b="0">
                <a:solidFill>
                  <a:srgbClr val="231F20"/>
                </a:solidFill>
                <a:latin typeface="Yu Gothic"/>
                <a:ea typeface="Yu Gothic"/>
                <a:cs typeface="Yu Gothic"/>
              </a:defRPr>
            </a:lvl7pPr>
            <a:lvl8pPr algn="l">
              <a:defRPr sz="2250" b="0">
                <a:solidFill>
                  <a:srgbClr val="231F20"/>
                </a:solidFill>
                <a:latin typeface="Yu Gothic"/>
                <a:ea typeface="Yu Gothic"/>
                <a:cs typeface="Yu Gothic"/>
              </a:defRPr>
            </a:lvl8pPr>
            <a:lvl9pPr algn="l">
              <a:defRPr sz="2250" b="0">
                <a:solidFill>
                  <a:srgbClr val="231F20"/>
                </a:solidFill>
                <a:latin typeface="Yu Gothic"/>
                <a:ea typeface="Yu Gothic"/>
                <a:cs typeface="Yu Gothic"/>
              </a:defRPr>
            </a:lvl9pPr>
          </a:lstStyle>
          <a:p xmlns:a="http://schemas.openxmlformats.org/drawingml/2006/main">
            <a:pPr algn="l">
              <a:defRPr sz="2250" b="0">
                <a:solidFill>
                  <a:srgbClr val="231F20"/>
                </a:solidFill>
                <a:latin typeface="Yu Gothic"/>
                <a:ea typeface="Yu Gothic"/>
                <a:cs typeface="Yu Gothic"/>
              </a:defRPr>
            </a:pPr>
            <a:r>
              <a:rPr sz="2250" b="0">
                <a:solidFill>
                  <a:srgbClr val="231F20"/>
                </a:solidFill>
                <a:latin typeface="Yu Gothic"/>
                <a:ea typeface="Yu Gothic"/>
                <a:cs typeface="Yu Gothic"/>
              </a:rPr>
              <a:t>CPU側の各クロック立上りで、条件を確認する</a:t>
            </a:r>
          </a:p>
        </p:txBody>
      </p:sp>
      <p:graphicFrame>
        <p:nvGraphicFramePr>
          <p:cNvPr id="5" name="">
            <a:extLst xmlns:a="http://schemas.openxmlformats.org/drawingml/2006/main">
              <a:ext uri="{FF2B5EF4-FFF2-40B4-BE49-F238E27FC236}">
                <a16:creationId xmlns:a16="http://schemas.microsoft.com/office/drawing/2014/main" id="{27FF02B6-5B49-495A-A1C0-32E203CB5575}"/>
              </a:ext>
            </a:extLst>
          </p:cNvPr>
          <p:cNvGraphicFramePr/>
          <p:nvPr/>
        </p:nvGraphicFramePr>
        <p:xfrm>
          <a:off xmlns:a="http://schemas.openxmlformats.org/drawingml/2006/main" x="609600" y="2114550"/>
          <a:ext xmlns:a="http://schemas.openxmlformats.org/drawingml/2006/main" cx="10972800" cy="2943225"/>
        </p:xfrm>
        <a:graphic xmlns:a="http://schemas.openxmlformats.org/drawingml/2006/main">
          <a:graphicData uri="http://schemas.openxmlformats.org/drawingml/2006/table">
            <a:tbl>
              <a:tblPr firstRow="0" bandRow="0"/>
              <a:tblGrid>
                <a:gridCol w="4000500"/>
                <a:gridCol w="2324100"/>
                <a:gridCol w="2324100"/>
                <a:gridCol w="2324100"/>
              </a:tblGrid>
              <a:tr h="514350">
                <a:tc>
                  <a:txBody>
                    <a:bodyPr wrap="square"/>
                    <a:lstStyle/>
                    <a:p>
                      <a:pPr algn="ctr"/>
                      <a:r>
                        <a:rPr sz="1875" b="1">
                          <a:solidFill>
                            <a:srgbClr val="FFFFFF"/>
                          </a:solidFill>
                          <a:latin typeface="Yu Gothic"/>
                          <a:ea typeface="Yu Gothic"/>
                          <a:cs typeface="Yu Gothic"/>
                        </a:rPr>
                        <a:t>立上り直前の状態</a:t>
                      </a:r>
                    </a:p>
                  </a:txBody>
                  <a:tcPr marL="91440" marR="91440" marT="45720" marB="45720" anchor="ctr">
                    <a:lnL w="0">
                      <a:noFill/>
                      <a:prstDash val="solid"/>
                    </a:lnL>
                    <a:lnR w="0">
                      <a:noFill/>
                      <a:prstDash val="solid"/>
                    </a:lnR>
                    <a:lnT w="0">
                      <a:noFill/>
                      <a:prstDash val="solid"/>
                    </a:lnT>
                    <a:lnB w="0">
                      <a:noFill/>
                      <a:prstDash val="solid"/>
                    </a:lnB>
                    <a:solidFill>
                      <a:srgbClr val="0078BA"/>
                    </a:solidFill>
                  </a:tcPr>
                </a:tc>
                <a:tc>
                  <a:txBody>
                    <a:bodyPr wrap="square"/>
                    <a:lstStyle/>
                    <a:p>
                      <a:pPr algn="l"/>
                      <a:r>
                        <a:rPr sz="1875" b="1">
                          <a:solidFill>
                            <a:srgbClr val="FFFFFF"/>
                          </a:solidFill>
                          <a:latin typeface="Yu Gothic"/>
                          <a:ea typeface="Yu Gothic"/>
                          <a:cs typeface="Yu Gothic"/>
                        </a:rPr>
                        <a:t>① 待ち</a:t>
                      </a:r>
                    </a:p>
                  </a:txBody>
                  <a:tcPr marL="91440" marR="91440" marT="45720" marB="45720" anchor="ctr">
                    <a:lnR w="0">
                      <a:noFill/>
                      <a:prstDash val="solid"/>
                    </a:lnR>
                    <a:lnT w="0">
                      <a:noFill/>
                      <a:prstDash val="solid"/>
                    </a:lnT>
                    <a:lnB w="0">
                      <a:noFill/>
                      <a:prstDash val="solid"/>
                    </a:lnB>
                    <a:solidFill>
                      <a:srgbClr val="0078BA"/>
                    </a:solidFill>
                  </a:tcPr>
                </a:tc>
                <a:tc>
                  <a:txBody>
                    <a:bodyPr wrap="square"/>
                    <a:lstStyle/>
                    <a:p>
                      <a:pPr algn="l"/>
                      <a:r>
                        <a:rPr sz="1875" b="1">
                          <a:solidFill>
                            <a:srgbClr val="FFFFFF"/>
                          </a:solidFill>
                          <a:latin typeface="Yu Gothic"/>
                          <a:ea typeface="Yu Gothic"/>
                          <a:cs typeface="Yu Gothic"/>
                        </a:rPr>
                        <a:t>② 待ち</a:t>
                      </a:r>
                    </a:p>
                  </a:txBody>
                  <a:tcPr marL="91440" marR="91440" marT="45720" marB="45720" anchor="ctr">
                    <a:lnR w="0">
                      <a:noFill/>
                      <a:prstDash val="solid"/>
                    </a:lnR>
                    <a:lnT w="0">
                      <a:noFill/>
                      <a:prstDash val="solid"/>
                    </a:lnT>
                    <a:lnB w="0">
                      <a:noFill/>
                      <a:prstDash val="solid"/>
                    </a:lnB>
                    <a:solidFill>
                      <a:srgbClr val="0078BA"/>
                    </a:solidFill>
                  </a:tcPr>
                </a:tc>
                <a:tc>
                  <a:txBody>
                    <a:bodyPr wrap="square"/>
                    <a:lstStyle/>
                    <a:p>
                      <a:pPr algn="l"/>
                      <a:r>
                        <a:rPr sz="1875" b="1">
                          <a:solidFill>
                            <a:srgbClr val="FFFFFF"/>
                          </a:solidFill>
                          <a:latin typeface="Yu Gothic"/>
                          <a:ea typeface="Yu Gothic"/>
                          <a:cs typeface="Yu Gothic"/>
                        </a:rPr>
                        <a:t>③ 受入れ</a:t>
                      </a:r>
                    </a:p>
                  </a:txBody>
                  <a:tcPr marL="91440" marR="91440" marT="45720" marB="45720" anchor="ctr">
                    <a:lnR w="0">
                      <a:noFill/>
                      <a:prstDash val="solid"/>
                    </a:lnR>
                    <a:lnT w="0">
                      <a:noFill/>
                      <a:prstDash val="solid"/>
                    </a:lnT>
                    <a:lnB w="0">
                      <a:noFill/>
                      <a:prstDash val="solid"/>
                    </a:lnB>
                    <a:solidFill>
                      <a:srgbClr val="0078BA"/>
                    </a:solidFill>
                  </a:tcPr>
                </a:tc>
              </a:tr>
              <a:tr h="581025">
                <a:tc>
                  <a:txBody>
                    <a:bodyPr wrap="square"/>
                    <a:lstStyle/>
                    <a:p>
                      <a:pPr algn="ctr"/>
                      <a:r>
                        <a:rPr sz="1950" b="0">
                          <a:solidFill>
                            <a:srgbClr val="231F20"/>
                          </a:solidFill>
                          <a:latin typeface="Yu Gothic"/>
                          <a:ea typeface="Yu Gothic"/>
                          <a:cs typeface="Yu Gothic"/>
                        </a:rPr>
                        <a:t>書く値 CmdData</a:t>
                      </a:r>
                    </a:p>
                  </a:txBody>
                  <a:tcPr marL="91440" marR="91440" marT="45720" marB="45720" anchor="ctr">
                    <a:lnL w="0">
                      <a:noFill/>
                      <a:prstDash val="solid"/>
                    </a:lnL>
                    <a:lnR w="0">
                      <a:noFill/>
                      <a:prstDash val="solid"/>
                    </a:lnR>
                    <a:lnB w="0">
                      <a:noFill/>
                      <a:prstDash val="solid"/>
                    </a:lnB>
                    <a:solidFill>
                      <a:srgbClr val="FFFFFF"/>
                    </a:solidFill>
                  </a:tcPr>
                </a:tc>
                <a:tc>
                  <a:txBody>
                    <a:bodyPr wrap="square"/>
                    <a:lstStyle/>
                    <a:p>
                      <a:pPr algn="l"/>
                      <a:r>
                        <a:rPr sz="1950" b="0">
                          <a:solidFill>
                            <a:srgbClr val="231F20"/>
                          </a:solidFill>
                          <a:latin typeface="Yu Gothic"/>
                          <a:ea typeface="Yu Gothic"/>
                          <a:cs typeface="Yu Gothic"/>
                        </a:rPr>
                        <a:t>D</a:t>
                      </a:r>
                    </a:p>
                  </a:txBody>
                  <a:tcPr marL="91440" marR="91440" marT="45720" marB="45720" anchor="ctr">
                    <a:lnR w="0">
                      <a:noFill/>
                      <a:prstDash val="solid"/>
                    </a:lnR>
                    <a:lnB w="0">
                      <a:noFill/>
                      <a:prstDash val="solid"/>
                    </a:lnB>
                    <a:solidFill>
                      <a:srgbClr val="FFFFFF"/>
                    </a:solidFill>
                  </a:tcPr>
                </a:tc>
                <a:tc>
                  <a:txBody>
                    <a:bodyPr wrap="square"/>
                    <a:lstStyle/>
                    <a:p>
                      <a:pPr algn="l"/>
                      <a:r>
                        <a:rPr sz="1950" b="0">
                          <a:solidFill>
                            <a:srgbClr val="231F20"/>
                          </a:solidFill>
                          <a:latin typeface="Yu Gothic"/>
                          <a:ea typeface="Yu Gothic"/>
                          <a:cs typeface="Yu Gothic"/>
                        </a:rPr>
                        <a:t>D</a:t>
                      </a:r>
                    </a:p>
                  </a:txBody>
                  <a:tcPr marL="91440" marR="91440" marT="45720" marB="45720" anchor="ctr">
                    <a:lnR w="0">
                      <a:noFill/>
                      <a:prstDash val="solid"/>
                    </a:lnR>
                    <a:lnB w="0">
                      <a:noFill/>
                      <a:prstDash val="solid"/>
                    </a:lnB>
                    <a:solidFill>
                      <a:srgbClr val="FFFFFF"/>
                    </a:solidFill>
                  </a:tcPr>
                </a:tc>
                <a:tc>
                  <a:txBody>
                    <a:bodyPr wrap="square"/>
                    <a:lstStyle/>
                    <a:p>
                      <a:pPr algn="l"/>
                      <a:r>
                        <a:rPr sz="1950" b="0">
                          <a:solidFill>
                            <a:srgbClr val="231F20"/>
                          </a:solidFill>
                          <a:latin typeface="Yu Gothic"/>
                          <a:ea typeface="Yu Gothic"/>
                          <a:cs typeface="Yu Gothic"/>
                        </a:rPr>
                        <a:t>D</a:t>
                      </a:r>
                    </a:p>
                  </a:txBody>
                  <a:tcPr marL="91440" marR="91440" marT="45720" marB="45720" anchor="ctr">
                    <a:lnR w="0">
                      <a:noFill/>
                      <a:prstDash val="solid"/>
                    </a:lnR>
                    <a:lnB w="0">
                      <a:noFill/>
                      <a:prstDash val="solid"/>
                    </a:lnB>
                    <a:solidFill>
                      <a:srgbClr val="FFFFFF"/>
                    </a:solidFill>
                  </a:tcPr>
                </a:tc>
              </a:tr>
              <a:tr h="581025">
                <a:tc>
                  <a:txBody>
                    <a:bodyPr wrap="square"/>
                    <a:lstStyle/>
                    <a:p>
                      <a:pPr algn="ctr"/>
                      <a:r>
                        <a:rPr sz="1950" b="0">
                          <a:solidFill>
                            <a:srgbClr val="231F20"/>
                          </a:solidFill>
                          <a:latin typeface="Yu Gothic"/>
                          <a:ea typeface="Yu Gothic"/>
                          <a:cs typeface="Yu Gothic"/>
                        </a:rPr>
                        <a:t>有効 CmdValid</a:t>
                      </a:r>
                    </a:p>
                  </a:txBody>
                  <a:tcPr marL="91440" marR="91440" marT="45720" marB="45720" anchor="ctr">
                    <a:lnL w="0">
                      <a:noFill/>
                      <a:prstDash val="solid"/>
                    </a:lnL>
                    <a:lnR w="0">
                      <a:noFill/>
                      <a:prstDash val="solid"/>
                    </a:lnR>
                    <a:lnB w="0">
                      <a:noFill/>
                      <a:prstDash val="solid"/>
                    </a:lnB>
                    <a:solidFill>
                      <a:srgbClr val="E5EBF8"/>
                    </a:solidFill>
                  </a:tcPr>
                </a:tc>
                <a:tc>
                  <a:txBody>
                    <a:bodyPr wrap="square"/>
                    <a:lstStyle/>
                    <a:p>
                      <a:pPr algn="l"/>
                      <a:r>
                        <a:rPr sz="1950" b="0">
                          <a:solidFill>
                            <a:srgbClr val="231F20"/>
                          </a:solidFill>
                          <a:latin typeface="Yu Gothic"/>
                          <a:ea typeface="Yu Gothic"/>
                          <a:cs typeface="Yu Gothic"/>
                        </a:rPr>
                        <a:t>1</a:t>
                      </a:r>
                    </a:p>
                  </a:txBody>
                  <a:tcPr marL="91440" marR="91440" marT="45720" marB="45720" anchor="ctr">
                    <a:lnR w="0">
                      <a:noFill/>
                      <a:prstDash val="solid"/>
                    </a:lnR>
                    <a:lnB w="0">
                      <a:noFill/>
                      <a:prstDash val="solid"/>
                    </a:lnB>
                    <a:solidFill>
                      <a:srgbClr val="E5EBF8"/>
                    </a:solidFill>
                  </a:tcPr>
                </a:tc>
                <a:tc>
                  <a:txBody>
                    <a:bodyPr wrap="square"/>
                    <a:lstStyle/>
                    <a:p>
                      <a:pPr algn="l"/>
                      <a:r>
                        <a:rPr sz="1950" b="0">
                          <a:solidFill>
                            <a:srgbClr val="231F20"/>
                          </a:solidFill>
                          <a:latin typeface="Yu Gothic"/>
                          <a:ea typeface="Yu Gothic"/>
                          <a:cs typeface="Yu Gothic"/>
                        </a:rPr>
                        <a:t>1</a:t>
                      </a:r>
                    </a:p>
                  </a:txBody>
                  <a:tcPr marL="91440" marR="91440" marT="45720" marB="45720" anchor="ctr">
                    <a:lnR w="0">
                      <a:noFill/>
                      <a:prstDash val="solid"/>
                    </a:lnR>
                    <a:lnB w="0">
                      <a:noFill/>
                      <a:prstDash val="solid"/>
                    </a:lnB>
                    <a:solidFill>
                      <a:srgbClr val="E5EBF8"/>
                    </a:solidFill>
                  </a:tcPr>
                </a:tc>
                <a:tc>
                  <a:txBody>
                    <a:bodyPr wrap="square"/>
                    <a:lstStyle/>
                    <a:p>
                      <a:pPr algn="l"/>
                      <a:r>
                        <a:rPr sz="1950" b="0">
                          <a:solidFill>
                            <a:srgbClr val="231F20"/>
                          </a:solidFill>
                          <a:latin typeface="Yu Gothic"/>
                          <a:ea typeface="Yu Gothic"/>
                          <a:cs typeface="Yu Gothic"/>
                        </a:rPr>
                        <a:t>1</a:t>
                      </a:r>
                    </a:p>
                  </a:txBody>
                  <a:tcPr marL="91440" marR="91440" marT="45720" marB="45720" anchor="ctr">
                    <a:lnR w="0">
                      <a:noFill/>
                      <a:prstDash val="solid"/>
                    </a:lnR>
                    <a:lnB w="0">
                      <a:noFill/>
                      <a:prstDash val="solid"/>
                    </a:lnB>
                    <a:solidFill>
                      <a:srgbClr val="E5EBF8"/>
                    </a:solidFill>
                  </a:tcPr>
                </a:tc>
              </a:tr>
              <a:tr h="581025">
                <a:tc>
                  <a:txBody>
                    <a:bodyPr wrap="square"/>
                    <a:lstStyle/>
                    <a:p>
                      <a:pPr algn="ctr"/>
                      <a:r>
                        <a:rPr sz="1950" b="0">
                          <a:solidFill>
                            <a:srgbClr val="231F20"/>
                          </a:solidFill>
                          <a:latin typeface="Yu Gothic"/>
                          <a:ea typeface="Yu Gothic"/>
                          <a:cs typeface="Yu Gothic"/>
                        </a:rPr>
                        <a:t>受取可 CmdReady</a:t>
                      </a:r>
                    </a:p>
                  </a:txBody>
                  <a:tcPr marL="91440" marR="91440" marT="45720" marB="45720" anchor="ctr">
                    <a:lnL w="0">
                      <a:noFill/>
                      <a:prstDash val="solid"/>
                    </a:lnL>
                    <a:lnR w="0">
                      <a:noFill/>
                      <a:prstDash val="solid"/>
                    </a:lnR>
                    <a:lnB w="0">
                      <a:noFill/>
                      <a:prstDash val="solid"/>
                    </a:lnB>
                    <a:solidFill>
                      <a:srgbClr val="FFFFFF"/>
                    </a:solidFill>
                  </a:tcPr>
                </a:tc>
                <a:tc>
                  <a:txBody>
                    <a:bodyPr wrap="square"/>
                    <a:lstStyle/>
                    <a:p>
                      <a:pPr algn="l"/>
                      <a:r>
                        <a:rPr sz="1950" b="0">
                          <a:solidFill>
                            <a:srgbClr val="231F20"/>
                          </a:solidFill>
                          <a:latin typeface="Yu Gothic"/>
                          <a:ea typeface="Yu Gothic"/>
                          <a:cs typeface="Yu Gothic"/>
                        </a:rPr>
                        <a:t>0</a:t>
                      </a:r>
                    </a:p>
                  </a:txBody>
                  <a:tcPr marL="91440" marR="91440" marT="45720" marB="45720" anchor="ctr">
                    <a:lnR w="0">
                      <a:noFill/>
                      <a:prstDash val="solid"/>
                    </a:lnR>
                    <a:lnB w="0">
                      <a:noFill/>
                      <a:prstDash val="solid"/>
                    </a:lnB>
                    <a:solidFill>
                      <a:srgbClr val="FFFFFF"/>
                    </a:solidFill>
                  </a:tcPr>
                </a:tc>
                <a:tc>
                  <a:txBody>
                    <a:bodyPr wrap="square"/>
                    <a:lstStyle/>
                    <a:p>
                      <a:pPr algn="l"/>
                      <a:r>
                        <a:rPr sz="1950" b="0">
                          <a:solidFill>
                            <a:srgbClr val="231F20"/>
                          </a:solidFill>
                          <a:latin typeface="Yu Gothic"/>
                          <a:ea typeface="Yu Gothic"/>
                          <a:cs typeface="Yu Gothic"/>
                        </a:rPr>
                        <a:t>0</a:t>
                      </a:r>
                    </a:p>
                  </a:txBody>
                  <a:tcPr marL="91440" marR="91440" marT="45720" marB="45720" anchor="ctr">
                    <a:lnR w="0">
                      <a:noFill/>
                      <a:prstDash val="solid"/>
                    </a:lnR>
                    <a:lnB w="0">
                      <a:noFill/>
                      <a:prstDash val="solid"/>
                    </a:lnB>
                    <a:solidFill>
                      <a:srgbClr val="FFFFFF"/>
                    </a:solidFill>
                  </a:tcPr>
                </a:tc>
                <a:tc>
                  <a:txBody>
                    <a:bodyPr wrap="square"/>
                    <a:lstStyle/>
                    <a:p>
                      <a:pPr algn="l"/>
                      <a:r>
                        <a:rPr sz="1950" b="0">
                          <a:solidFill>
                            <a:srgbClr val="231F20"/>
                          </a:solidFill>
                          <a:latin typeface="Yu Gothic"/>
                          <a:ea typeface="Yu Gothic"/>
                          <a:cs typeface="Yu Gothic"/>
                        </a:rPr>
                        <a:t>1</a:t>
                      </a:r>
                    </a:p>
                  </a:txBody>
                  <a:tcPr marL="91440" marR="91440" marT="45720" marB="45720" anchor="ctr">
                    <a:lnR w="0">
                      <a:noFill/>
                      <a:prstDash val="solid"/>
                    </a:lnR>
                    <a:lnB w="0">
                      <a:noFill/>
                      <a:prstDash val="solid"/>
                    </a:lnB>
                    <a:solidFill>
                      <a:srgbClr val="FFFFFF"/>
                    </a:solidFill>
                  </a:tcPr>
                </a:tc>
              </a:tr>
              <a:tr h="685800">
                <a:tc>
                  <a:txBody>
                    <a:bodyPr wrap="square"/>
                    <a:lstStyle/>
                    <a:p>
                      <a:pPr algn="ctr"/>
                      <a:r>
                        <a:rPr sz="1950" b="0">
                          <a:solidFill>
                            <a:srgbClr val="231F20"/>
                          </a:solidFill>
                          <a:latin typeface="Yu Gothic"/>
                          <a:ea typeface="Yu Gothic"/>
                          <a:cs typeface="Yu Gothic"/>
                        </a:rPr>
                        <a:t>その立上りで行うこと</a:t>
                      </a:r>
                    </a:p>
                  </a:txBody>
                  <a:tcPr marL="91440" marR="91440" marT="45720" marB="45720" anchor="ctr">
                    <a:lnL w="0">
                      <a:noFill/>
                      <a:prstDash val="solid"/>
                    </a:lnL>
                    <a:lnR w="0">
                      <a:noFill/>
                      <a:prstDash val="solid"/>
                    </a:lnR>
                    <a:lnB w="0">
                      <a:noFill/>
                      <a:prstDash val="solid"/>
                    </a:lnB>
                    <a:solidFill>
                      <a:srgbClr val="E5EBF8"/>
                    </a:solidFill>
                  </a:tcPr>
                </a:tc>
                <a:tc>
                  <a:txBody>
                    <a:bodyPr wrap="square"/>
                    <a:lstStyle/>
                    <a:p>
                      <a:pPr algn="l"/>
                      <a:r>
                        <a:rPr sz="1950" b="0">
                          <a:solidFill>
                            <a:srgbClr val="231F20"/>
                          </a:solidFill>
                          <a:latin typeface="Yu Gothic"/>
                          <a:ea typeface="Yu Gothic"/>
                          <a:cs typeface="Yu Gothic"/>
                        </a:rPr>
                        <a:t>保存しない</a:t>
                      </a:r>
                    </a:p>
                  </a:txBody>
                  <a:tcPr marL="91440" marR="91440" marT="45720" marB="45720" anchor="ctr">
                    <a:lnR w="0">
                      <a:noFill/>
                      <a:prstDash val="solid"/>
                    </a:lnR>
                    <a:lnB w="0">
                      <a:noFill/>
                      <a:prstDash val="solid"/>
                    </a:lnB>
                    <a:solidFill>
                      <a:srgbClr val="E5EBF8"/>
                    </a:solidFill>
                  </a:tcPr>
                </a:tc>
                <a:tc>
                  <a:txBody>
                    <a:bodyPr wrap="square"/>
                    <a:lstStyle/>
                    <a:p>
                      <a:pPr algn="l"/>
                      <a:r>
                        <a:rPr sz="1950" b="0">
                          <a:solidFill>
                            <a:srgbClr val="231F20"/>
                          </a:solidFill>
                          <a:latin typeface="Yu Gothic"/>
                          <a:ea typeface="Yu Gothic"/>
                          <a:cs typeface="Yu Gothic"/>
                        </a:rPr>
                        <a:t>保存しない</a:t>
                      </a:r>
                    </a:p>
                  </a:txBody>
                  <a:tcPr marL="91440" marR="91440" marT="45720" marB="45720" anchor="ctr">
                    <a:lnR w="0">
                      <a:noFill/>
                      <a:prstDash val="solid"/>
                    </a:lnR>
                    <a:lnB w="0">
                      <a:noFill/>
                      <a:prstDash val="solid"/>
                    </a:lnB>
                    <a:solidFill>
                      <a:srgbClr val="E5EBF8"/>
                    </a:solidFill>
                  </a:tcPr>
                </a:tc>
                <a:tc>
                  <a:txBody>
                    <a:bodyPr wrap="square"/>
                    <a:lstStyle/>
                    <a:p>
                      <a:pPr algn="l"/>
                      <a:r>
                        <a:rPr sz="1950" b="0">
                          <a:solidFill>
                            <a:srgbClr val="231F20"/>
                          </a:solidFill>
                          <a:latin typeface="Yu Gothic"/>
                          <a:ea typeface="Yu Gothic"/>
                          <a:cs typeface="Yu Gothic"/>
                        </a:rPr>
                        <a:t>1語を保存</a:t>
                      </a:r>
                    </a:p>
                  </a:txBody>
                  <a:tcPr marL="91440" marR="91440" marT="45720" marB="45720" anchor="ctr">
                    <a:lnR w="0">
                      <a:noFill/>
                      <a:prstDash val="solid"/>
                    </a:lnR>
                    <a:lnB w="0">
                      <a:noFill/>
                      <a:prstDash val="solid"/>
                    </a:lnB>
                    <a:solidFill>
                      <a:srgbClr val="E5EBF8"/>
                    </a:solidFill>
                  </a:tcPr>
                </a:tc>
              </a:tr>
            </a:tbl>
          </a:graphicData>
        </a:graphic>
      </p:graphicFrame>
      <p:sp>
        <p:nvSpPr>
          <p:cNvPr id="6" name="wire-890">
            <a:extLst xmlns:a="http://schemas.openxmlformats.org/drawingml/2006/main">
              <a:ext uri="{FF2B5EF4-FFF2-40B4-BE49-F238E27FC236}">
                <a16:creationId xmlns:a16="http://schemas.microsoft.com/office/drawing/2014/main" id="{BF11E73C-D00F-4B7C-AEF2-D00BD6FC155D}"/>
              </a:ext>
            </a:extLst>
          </p:cNvPr>
          <p:cNvSpPr>
            <a:spLocks xmlns:a="http://schemas.openxmlformats.org/drawingml/2006/main" noGrp="1"/>
          </p:cNvSpPr>
          <p:nvPr/>
        </p:nvSpPr>
        <p:spPr>
          <a:xfrm xmlns:a="http://schemas.openxmlformats.org/drawingml/2006/main">
            <a:off x="609600" y="21145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7145">
            <a:solidFill>
              <a:srgbClr val="231F20"/>
            </a:solidFill>
          </a:ln>
        </p:spPr>
      </p:sp>
      <p:sp>
        <p:nvSpPr>
          <p:cNvPr id="7" name="wire-891">
            <a:extLst xmlns:a="http://schemas.openxmlformats.org/drawingml/2006/main">
              <a:ext uri="{FF2B5EF4-FFF2-40B4-BE49-F238E27FC236}">
                <a16:creationId xmlns:a16="http://schemas.microsoft.com/office/drawing/2014/main" id="{20A215D7-42D9-45AC-A9DD-342DA0DC195E}"/>
              </a:ext>
            </a:extLst>
          </p:cNvPr>
          <p:cNvSpPr>
            <a:spLocks xmlns:a="http://schemas.openxmlformats.org/drawingml/2006/main" noGrp="1"/>
          </p:cNvSpPr>
          <p:nvPr/>
        </p:nvSpPr>
        <p:spPr>
          <a:xfrm xmlns:a="http://schemas.openxmlformats.org/drawingml/2006/main">
            <a:off x="609600" y="262890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1430">
            <a:solidFill>
              <a:srgbClr val="231F20"/>
            </a:solidFill>
          </a:ln>
        </p:spPr>
      </p:sp>
      <p:sp>
        <p:nvSpPr>
          <p:cNvPr id="8" name="wire-892">
            <a:extLst xmlns:a="http://schemas.openxmlformats.org/drawingml/2006/main">
              <a:ext uri="{FF2B5EF4-FFF2-40B4-BE49-F238E27FC236}">
                <a16:creationId xmlns:a16="http://schemas.microsoft.com/office/drawing/2014/main" id="{ACC7A2DF-E08C-435E-BB6D-6615000D99D3}"/>
              </a:ext>
            </a:extLst>
          </p:cNvPr>
          <p:cNvSpPr>
            <a:spLocks xmlns:a="http://schemas.openxmlformats.org/drawingml/2006/main" noGrp="1"/>
          </p:cNvSpPr>
          <p:nvPr/>
        </p:nvSpPr>
        <p:spPr>
          <a:xfrm xmlns:a="http://schemas.openxmlformats.org/drawingml/2006/main">
            <a:off x="609600" y="3209925"/>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1430">
            <a:solidFill>
              <a:srgbClr val="231F20"/>
            </a:solidFill>
          </a:ln>
        </p:spPr>
      </p:sp>
      <p:sp>
        <p:nvSpPr>
          <p:cNvPr id="9" name="wire-893">
            <a:extLst xmlns:a="http://schemas.openxmlformats.org/drawingml/2006/main">
              <a:ext uri="{FF2B5EF4-FFF2-40B4-BE49-F238E27FC236}">
                <a16:creationId xmlns:a16="http://schemas.microsoft.com/office/drawing/2014/main" id="{07D8C59B-48FC-4865-9087-21F514437EC1}"/>
              </a:ext>
            </a:extLst>
          </p:cNvPr>
          <p:cNvSpPr>
            <a:spLocks xmlns:a="http://schemas.openxmlformats.org/drawingml/2006/main" noGrp="1"/>
          </p:cNvSpPr>
          <p:nvPr/>
        </p:nvSpPr>
        <p:spPr>
          <a:xfrm xmlns:a="http://schemas.openxmlformats.org/drawingml/2006/main">
            <a:off x="609600" y="3790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1430">
            <a:solidFill>
              <a:srgbClr val="231F20"/>
            </a:solidFill>
          </a:ln>
        </p:spPr>
      </p:sp>
      <p:sp>
        <p:nvSpPr>
          <p:cNvPr id="10" name="wire-894">
            <a:extLst xmlns:a="http://schemas.openxmlformats.org/drawingml/2006/main">
              <a:ext uri="{FF2B5EF4-FFF2-40B4-BE49-F238E27FC236}">
                <a16:creationId xmlns:a16="http://schemas.microsoft.com/office/drawing/2014/main" id="{45B75894-A43A-446A-8042-A283DDEE0EB4}"/>
              </a:ext>
            </a:extLst>
          </p:cNvPr>
          <p:cNvSpPr>
            <a:spLocks xmlns:a="http://schemas.openxmlformats.org/drawingml/2006/main" noGrp="1"/>
          </p:cNvSpPr>
          <p:nvPr/>
        </p:nvSpPr>
        <p:spPr>
          <a:xfrm xmlns:a="http://schemas.openxmlformats.org/drawingml/2006/main">
            <a:off x="609600" y="4371975"/>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1430">
            <a:solidFill>
              <a:srgbClr val="231F20"/>
            </a:solidFill>
          </a:ln>
        </p:spPr>
      </p:sp>
      <p:sp>
        <p:nvSpPr>
          <p:cNvPr id="11" name="wire-895">
            <a:extLst xmlns:a="http://schemas.openxmlformats.org/drawingml/2006/main">
              <a:ext uri="{FF2B5EF4-FFF2-40B4-BE49-F238E27FC236}">
                <a16:creationId xmlns:a16="http://schemas.microsoft.com/office/drawing/2014/main" id="{EA1536A5-547B-4266-AF64-80C908FFC7A2}"/>
              </a:ext>
            </a:extLst>
          </p:cNvPr>
          <p:cNvSpPr>
            <a:spLocks xmlns:a="http://schemas.openxmlformats.org/drawingml/2006/main" noGrp="1"/>
          </p:cNvSpPr>
          <p:nvPr/>
        </p:nvSpPr>
        <p:spPr>
          <a:xfrm xmlns:a="http://schemas.openxmlformats.org/drawingml/2006/main">
            <a:off x="609600" y="5057775"/>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1430">
            <a:solidFill>
              <a:srgbClr val="231F20"/>
            </a:solidFill>
          </a:ln>
        </p:spPr>
      </p:sp>
      <p:sp>
        <p:nvSpPr>
          <p:cNvPr id="12" name="wire-896">
            <a:extLst xmlns:a="http://schemas.openxmlformats.org/drawingml/2006/main">
              <a:ext uri="{FF2B5EF4-FFF2-40B4-BE49-F238E27FC236}">
                <a16:creationId xmlns:a16="http://schemas.microsoft.com/office/drawing/2014/main" id="{DBBC2A1E-9DF0-4AC9-9EC4-D5C911B5B266}"/>
              </a:ext>
            </a:extLst>
          </p:cNvPr>
          <p:cNvSpPr>
            <a:spLocks xmlns:a="http://schemas.openxmlformats.org/drawingml/2006/main" noGrp="1"/>
          </p:cNvSpPr>
          <p:nvPr/>
        </p:nvSpPr>
        <p:spPr>
          <a:xfrm xmlns:a="http://schemas.openxmlformats.org/drawingml/2006/main">
            <a:off x="4610100" y="2114550"/>
            <a:ext cx="9525" cy="2943225"/>
          </a:xfrm>
          <a:custGeom xmlns:a="http://schemas.openxmlformats.org/drawingml/2006/main">
            <a:pathLst>
              <a:path w="9525" h="2943225">
                <a:moveTo>
                  <a:pt x="0" y="0"/>
                </a:moveTo>
                <a:lnTo>
                  <a:pt x="0" y="2943225"/>
                </a:lnTo>
              </a:path>
            </a:pathLst>
          </a:custGeom>
          <a:noFill xmlns:a="http://schemas.openxmlformats.org/drawingml/2006/main"/>
          <a:ln xmlns:a="http://schemas.openxmlformats.org/drawingml/2006/main" w="17145">
            <a:solidFill>
              <a:srgbClr val="231F20"/>
            </a:solidFill>
          </a:ln>
        </p:spPr>
      </p:sp>
      <p:sp>
        <p:nvSpPr>
          <p:cNvPr id="13" name="text-897">
            <a:extLst xmlns:a="http://schemas.openxmlformats.org/drawingml/2006/main">
              <a:ext uri="{FF2B5EF4-FFF2-40B4-BE49-F238E27FC236}">
                <a16:creationId xmlns:a16="http://schemas.microsoft.com/office/drawing/2014/main" id="{784D7095-2B77-454D-ADDA-0674D8669060}"/>
              </a:ext>
            </a:extLst>
          </p:cNvPr>
          <p:cNvSpPr>
            <a:spLocks xmlns:a="http://schemas.openxmlformats.org/drawingml/2006/main" noGrp="1"/>
          </p:cNvSpPr>
          <p:nvPr/>
        </p:nvSpPr>
        <p:spPr>
          <a:xfrm xmlns:a="http://schemas.openxmlformats.org/drawingml/2006/main">
            <a:off x="609600" y="53721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325" b="1">
                <a:solidFill>
                  <a:srgbClr val="231F20"/>
                </a:solidFill>
                <a:latin typeface="Yu Gothic"/>
                <a:ea typeface="Yu Gothic"/>
                <a:cs typeface="Yu Gothic"/>
              </a:defRPr>
            </a:defPPr>
            <a:lvl1pPr algn="l">
              <a:defRPr sz="2325" b="1">
                <a:solidFill>
                  <a:srgbClr val="231F20"/>
                </a:solidFill>
                <a:latin typeface="Yu Gothic"/>
                <a:ea typeface="Yu Gothic"/>
                <a:cs typeface="Yu Gothic"/>
              </a:defRPr>
            </a:lvl1pPr>
            <a:lvl2pPr algn="l">
              <a:defRPr sz="2325" b="1">
                <a:solidFill>
                  <a:srgbClr val="231F20"/>
                </a:solidFill>
                <a:latin typeface="Yu Gothic"/>
                <a:ea typeface="Yu Gothic"/>
                <a:cs typeface="Yu Gothic"/>
              </a:defRPr>
            </a:lvl2pPr>
            <a:lvl3pPr algn="l">
              <a:defRPr sz="2325" b="1">
                <a:solidFill>
                  <a:srgbClr val="231F20"/>
                </a:solidFill>
                <a:latin typeface="Yu Gothic"/>
                <a:ea typeface="Yu Gothic"/>
                <a:cs typeface="Yu Gothic"/>
              </a:defRPr>
            </a:lvl3pPr>
            <a:lvl4pPr algn="l">
              <a:defRPr sz="2325" b="1">
                <a:solidFill>
                  <a:srgbClr val="231F20"/>
                </a:solidFill>
                <a:latin typeface="Yu Gothic"/>
                <a:ea typeface="Yu Gothic"/>
                <a:cs typeface="Yu Gothic"/>
              </a:defRPr>
            </a:lvl4pPr>
            <a:lvl5pPr algn="l">
              <a:defRPr sz="2325" b="1">
                <a:solidFill>
                  <a:srgbClr val="231F20"/>
                </a:solidFill>
                <a:latin typeface="Yu Gothic"/>
                <a:ea typeface="Yu Gothic"/>
                <a:cs typeface="Yu Gothic"/>
              </a:defRPr>
            </a:lvl5pPr>
            <a:lvl6pPr algn="l">
              <a:defRPr sz="2325" b="1">
                <a:solidFill>
                  <a:srgbClr val="231F20"/>
                </a:solidFill>
                <a:latin typeface="Yu Gothic"/>
                <a:ea typeface="Yu Gothic"/>
                <a:cs typeface="Yu Gothic"/>
              </a:defRPr>
            </a:lvl6pPr>
            <a:lvl7pPr algn="l">
              <a:defRPr sz="2325" b="1">
                <a:solidFill>
                  <a:srgbClr val="231F20"/>
                </a:solidFill>
                <a:latin typeface="Yu Gothic"/>
                <a:ea typeface="Yu Gothic"/>
                <a:cs typeface="Yu Gothic"/>
              </a:defRPr>
            </a:lvl7pPr>
            <a:lvl8pPr algn="l">
              <a:defRPr sz="2325" b="1">
                <a:solidFill>
                  <a:srgbClr val="231F20"/>
                </a:solidFill>
                <a:latin typeface="Yu Gothic"/>
                <a:ea typeface="Yu Gothic"/>
                <a:cs typeface="Yu Gothic"/>
              </a:defRPr>
            </a:lvl8pPr>
            <a:lvl9pPr algn="l">
              <a:defRPr sz="2325" b="1">
                <a:solidFill>
                  <a:srgbClr val="231F20"/>
                </a:solidFill>
                <a:latin typeface="Yu Gothic"/>
                <a:ea typeface="Yu Gothic"/>
                <a:cs typeface="Yu Gothic"/>
              </a:defRPr>
            </a:lvl9pPr>
          </a:lstStyle>
          <a:p xmlns:a="http://schemas.openxmlformats.org/drawingml/2006/main">
            <a:pPr algn="l">
              <a:defRPr sz="2325" b="1">
                <a:solidFill>
                  <a:srgbClr val="231F20"/>
                </a:solidFill>
                <a:latin typeface="Yu Gothic"/>
                <a:ea typeface="Yu Gothic"/>
                <a:cs typeface="Yu Gothic"/>
              </a:defRPr>
            </a:pPr>
            <a:r>
              <a:rPr sz="2325" b="1">
                <a:solidFill>
                  <a:srgbClr val="231F20"/>
                </a:solidFill>
                <a:latin typeface="Yu Gothic"/>
                <a:ea typeface="Yu Gothic"/>
                <a:cs typeface="Yu Gothic"/>
              </a:rPr>
              <a:t>保存する条件：有効 = 1 かつ 受取可 = 1</a:t>
            </a:r>
          </a:p>
        </p:txBody>
      </p:sp>
      <p:sp>
        <p:nvSpPr>
          <p:cNvPr id="14" name="text-898">
            <a:extLst xmlns:a="http://schemas.openxmlformats.org/drawingml/2006/main">
              <a:ext uri="{FF2B5EF4-FFF2-40B4-BE49-F238E27FC236}">
                <a16:creationId xmlns:a16="http://schemas.microsoft.com/office/drawing/2014/main" id="{376331A6-20B5-4552-9419-4BD06BB3DFBE}"/>
              </a:ext>
            </a:extLst>
          </p:cNvPr>
          <p:cNvSpPr>
            <a:spLocks xmlns:a="http://schemas.openxmlformats.org/drawingml/2006/main" noGrp="1"/>
          </p:cNvSpPr>
          <p:nvPr/>
        </p:nvSpPr>
        <p:spPr>
          <a:xfrm xmlns:a="http://schemas.openxmlformats.org/drawingml/2006/main">
            <a:off x="609600" y="58864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0">
                <a:solidFill>
                  <a:srgbClr val="231F20"/>
                </a:solidFill>
                <a:latin typeface="Yu Gothic"/>
                <a:ea typeface="Yu Gothic"/>
                <a:cs typeface="Yu Gothic"/>
              </a:defRPr>
            </a:defPPr>
            <a:lvl1pPr algn="l">
              <a:defRPr sz="1950" b="0">
                <a:solidFill>
                  <a:srgbClr val="231F20"/>
                </a:solidFill>
                <a:latin typeface="Yu Gothic"/>
                <a:ea typeface="Yu Gothic"/>
                <a:cs typeface="Yu Gothic"/>
              </a:defRPr>
            </a:lvl1pPr>
            <a:lvl2pPr algn="l">
              <a:defRPr sz="1950" b="0">
                <a:solidFill>
                  <a:srgbClr val="231F20"/>
                </a:solidFill>
                <a:latin typeface="Yu Gothic"/>
                <a:ea typeface="Yu Gothic"/>
                <a:cs typeface="Yu Gothic"/>
              </a:defRPr>
            </a:lvl2pPr>
            <a:lvl3pPr algn="l">
              <a:defRPr sz="1950" b="0">
                <a:solidFill>
                  <a:srgbClr val="231F20"/>
                </a:solidFill>
                <a:latin typeface="Yu Gothic"/>
                <a:ea typeface="Yu Gothic"/>
                <a:cs typeface="Yu Gothic"/>
              </a:defRPr>
            </a:lvl3pPr>
            <a:lvl4pPr algn="l">
              <a:defRPr sz="1950" b="0">
                <a:solidFill>
                  <a:srgbClr val="231F20"/>
                </a:solidFill>
                <a:latin typeface="Yu Gothic"/>
                <a:ea typeface="Yu Gothic"/>
                <a:cs typeface="Yu Gothic"/>
              </a:defRPr>
            </a:lvl4pPr>
            <a:lvl5pPr algn="l">
              <a:defRPr sz="1950" b="0">
                <a:solidFill>
                  <a:srgbClr val="231F20"/>
                </a:solidFill>
                <a:latin typeface="Yu Gothic"/>
                <a:ea typeface="Yu Gothic"/>
                <a:cs typeface="Yu Gothic"/>
              </a:defRPr>
            </a:lvl5pPr>
            <a:lvl6pPr algn="l">
              <a:defRPr sz="1950" b="0">
                <a:solidFill>
                  <a:srgbClr val="231F20"/>
                </a:solidFill>
                <a:latin typeface="Yu Gothic"/>
                <a:ea typeface="Yu Gothic"/>
                <a:cs typeface="Yu Gothic"/>
              </a:defRPr>
            </a:lvl6pPr>
            <a:lvl7pPr algn="l">
              <a:defRPr sz="1950" b="0">
                <a:solidFill>
                  <a:srgbClr val="231F20"/>
                </a:solidFill>
                <a:latin typeface="Yu Gothic"/>
                <a:ea typeface="Yu Gothic"/>
                <a:cs typeface="Yu Gothic"/>
              </a:defRPr>
            </a:lvl7pPr>
            <a:lvl8pPr algn="l">
              <a:defRPr sz="1950" b="0">
                <a:solidFill>
                  <a:srgbClr val="231F20"/>
                </a:solidFill>
                <a:latin typeface="Yu Gothic"/>
                <a:ea typeface="Yu Gothic"/>
                <a:cs typeface="Yu Gothic"/>
              </a:defRPr>
            </a:lvl8pPr>
            <a:lvl9pPr algn="l">
              <a:defRPr sz="1950" b="0">
                <a:solidFill>
                  <a:srgbClr val="231F20"/>
                </a:solidFill>
                <a:latin typeface="Yu Gothic"/>
                <a:ea typeface="Yu Gothic"/>
                <a:cs typeface="Yu Gothic"/>
              </a:defRPr>
            </a:lvl9pPr>
          </a:lstStyle>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この受入れでAPB書込みが完了する。描画完了は後。</a:t>
            </a:r>
          </a:p>
        </p:txBody>
      </p:sp>
      <p:sp>
        <p:nvSpPr>
          <p:cNvPr id="15" name="text-899">
            <a:extLst xmlns:a="http://schemas.openxmlformats.org/drawingml/2006/main">
              <a:ext uri="{FF2B5EF4-FFF2-40B4-BE49-F238E27FC236}">
                <a16:creationId xmlns:a16="http://schemas.microsoft.com/office/drawing/2014/main" id="{49385F1A-81DD-4D7A-8E81-0E0B14C257C6}"/>
              </a:ext>
            </a:extLst>
          </p:cNvPr>
          <p:cNvSpPr>
            <a:spLocks xmlns:a="http://schemas.openxmlformats.org/drawingml/2006/main" noGrp="1"/>
          </p:cNvSpPr>
          <p:nvPr/>
        </p:nvSpPr>
        <p:spPr>
          <a:xfrm xmlns:a="http://schemas.openxmlformats.org/drawingml/2006/main">
            <a:off x="609600" y="178117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表 9</a:t>
            </a:r>
          </a:p>
        </p:txBody>
      </p:sp>
      <p:sp>
        <p:nvSpPr>
          <p:cNvPr id="16" name="text-900">
            <a:extLst xmlns:a="http://schemas.openxmlformats.org/drawingml/2006/main">
              <a:ext uri="{FF2B5EF4-FFF2-40B4-BE49-F238E27FC236}">
                <a16:creationId xmlns:a16="http://schemas.microsoft.com/office/drawing/2014/main" id="{1299D61C-FEA5-46AB-ABA3-3874893AF7DC}"/>
              </a:ext>
            </a:extLst>
          </p:cNvPr>
          <p:cNvSpPr>
            <a:spLocks xmlns:a="http://schemas.openxmlformats.org/drawingml/2006/main" noGrp="1"/>
          </p:cNvSpPr>
          <p:nvPr/>
        </p:nvSpPr>
        <p:spPr>
          <a:xfrm xmlns:a="http://schemas.openxmlformats.org/drawingml/2006/main">
            <a:off x="1247775" y="178117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20 MHz側の受渡しの説明例。実測波形ではない。準備相・前後の転送は省略</a:t>
            </a:r>
          </a:p>
        </p:txBody>
      </p:sp>
    </p:spTree>
    <p:extLst>
      <p:ext uri="{BB962C8B-B14F-4D97-AF65-F5344CB8AC3E}">
        <p14:creationId xmlns:p14="http://schemas.microsoft.com/office/powerpoint/2010/main" val="9734701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xt-901">
            <a:extLst xmlns:a="http://schemas.openxmlformats.org/drawingml/2006/main">
              <a:ext uri="{FF2B5EF4-FFF2-40B4-BE49-F238E27FC236}">
                <a16:creationId xmlns:a16="http://schemas.microsoft.com/office/drawing/2014/main" id="{39383200-29B3-4E19-B665-45DCE60A541F}"/>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10</a:t>
            </a:r>
          </a:p>
        </p:txBody>
      </p:sp>
      <p:sp>
        <p:nvSpPr>
          <p:cNvPr id="2" name="text-902">
            <a:extLst xmlns:a="http://schemas.openxmlformats.org/drawingml/2006/main">
              <a:ext uri="{FF2B5EF4-FFF2-40B4-BE49-F238E27FC236}">
                <a16:creationId xmlns:a16="http://schemas.microsoft.com/office/drawing/2014/main" id="{2B26A93A-6D47-4C23-8D64-736D4A7740DD}"/>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受け取った命令列から、画面を作る</a:t>
            </a:r>
          </a:p>
        </p:txBody>
      </p:sp>
      <p:sp>
        <p:nvSpPr>
          <p:cNvPr id="3" name="text-903">
            <a:extLst xmlns:a="http://schemas.openxmlformats.org/drawingml/2006/main">
              <a:ext uri="{FF2B5EF4-FFF2-40B4-BE49-F238E27FC236}">
                <a16:creationId xmlns:a16="http://schemas.microsoft.com/office/drawing/2014/main" id="{1ABEC696-2E71-40F6-8237-AC1CF14D3C6A}"/>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10</a:t>
            </a:r>
          </a:p>
        </p:txBody>
      </p:sp>
      <p:sp>
        <p:nvSpPr>
          <p:cNvPr id="4" name="block-904">
            <a:extLst xmlns:a="http://schemas.openxmlformats.org/drawingml/2006/main">
              <a:ext uri="{FF2B5EF4-FFF2-40B4-BE49-F238E27FC236}">
                <a16:creationId xmlns:a16="http://schemas.microsoft.com/office/drawing/2014/main" id="{4358A38F-B219-4B19-91D5-A0069FBB4D7E}"/>
              </a:ext>
            </a:extLst>
          </p:cNvPr>
          <p:cNvSpPr>
            <a:spLocks xmlns:a="http://schemas.openxmlformats.org/drawingml/2006/main" noGrp="1"/>
          </p:cNvSpPr>
          <p:nvPr/>
        </p:nvSpPr>
        <p:spPr>
          <a:xfrm xmlns:a="http://schemas.openxmlformats.org/drawingml/2006/main">
            <a:off x="609600" y="1581150"/>
            <a:ext cx="2486025" cy="638175"/>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5" name="text-905">
            <a:extLst xmlns:a="http://schemas.openxmlformats.org/drawingml/2006/main">
              <a:ext uri="{FF2B5EF4-FFF2-40B4-BE49-F238E27FC236}">
                <a16:creationId xmlns:a16="http://schemas.microsoft.com/office/drawing/2014/main" id="{FE3C2B31-52DD-4D4D-9825-69F9338F144F}"/>
              </a:ext>
            </a:extLst>
          </p:cNvPr>
          <p:cNvSpPr>
            <a:spLocks xmlns:a="http://schemas.openxmlformats.org/drawingml/2006/main" noGrp="1"/>
          </p:cNvSpPr>
          <p:nvPr/>
        </p:nvSpPr>
        <p:spPr>
          <a:xfrm xmlns:a="http://schemas.openxmlformats.org/drawingml/2006/main">
            <a:off x="685800" y="16383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75" b="1">
                <a:solidFill>
                  <a:srgbClr val="231F20"/>
                </a:solidFill>
                <a:latin typeface="Yu Gothic"/>
                <a:ea typeface="Yu Gothic"/>
                <a:cs typeface="Yu Gothic"/>
              </a:defRPr>
            </a:defPPr>
            <a:lvl1pPr algn="ctr">
              <a:defRPr sz="2175" b="1">
                <a:solidFill>
                  <a:srgbClr val="231F20"/>
                </a:solidFill>
                <a:latin typeface="Yu Gothic"/>
                <a:ea typeface="Yu Gothic"/>
                <a:cs typeface="Yu Gothic"/>
              </a:defRPr>
            </a:lvl1pPr>
            <a:lvl2pPr algn="ctr">
              <a:defRPr sz="2175" b="1">
                <a:solidFill>
                  <a:srgbClr val="231F20"/>
                </a:solidFill>
                <a:latin typeface="Yu Gothic"/>
                <a:ea typeface="Yu Gothic"/>
                <a:cs typeface="Yu Gothic"/>
              </a:defRPr>
            </a:lvl2pPr>
            <a:lvl3pPr algn="ctr">
              <a:defRPr sz="2175" b="1">
                <a:solidFill>
                  <a:srgbClr val="231F20"/>
                </a:solidFill>
                <a:latin typeface="Yu Gothic"/>
                <a:ea typeface="Yu Gothic"/>
                <a:cs typeface="Yu Gothic"/>
              </a:defRPr>
            </a:lvl3pPr>
            <a:lvl4pPr algn="ctr">
              <a:defRPr sz="2175" b="1">
                <a:solidFill>
                  <a:srgbClr val="231F20"/>
                </a:solidFill>
                <a:latin typeface="Yu Gothic"/>
                <a:ea typeface="Yu Gothic"/>
                <a:cs typeface="Yu Gothic"/>
              </a:defRPr>
            </a:lvl4pPr>
            <a:lvl5pPr algn="ctr">
              <a:defRPr sz="2175" b="1">
                <a:solidFill>
                  <a:srgbClr val="231F20"/>
                </a:solidFill>
                <a:latin typeface="Yu Gothic"/>
                <a:ea typeface="Yu Gothic"/>
                <a:cs typeface="Yu Gothic"/>
              </a:defRPr>
            </a:lvl5pPr>
            <a:lvl6pPr algn="ctr">
              <a:defRPr sz="2175" b="1">
                <a:solidFill>
                  <a:srgbClr val="231F20"/>
                </a:solidFill>
                <a:latin typeface="Yu Gothic"/>
                <a:ea typeface="Yu Gothic"/>
                <a:cs typeface="Yu Gothic"/>
              </a:defRPr>
            </a:lvl6pPr>
            <a:lvl7pPr algn="ctr">
              <a:defRPr sz="2175" b="1">
                <a:solidFill>
                  <a:srgbClr val="231F20"/>
                </a:solidFill>
                <a:latin typeface="Yu Gothic"/>
                <a:ea typeface="Yu Gothic"/>
                <a:cs typeface="Yu Gothic"/>
              </a:defRPr>
            </a:lvl7pPr>
            <a:lvl8pPr algn="ctr">
              <a:defRPr sz="2175" b="1">
                <a:solidFill>
                  <a:srgbClr val="231F20"/>
                </a:solidFill>
                <a:latin typeface="Yu Gothic"/>
                <a:ea typeface="Yu Gothic"/>
                <a:cs typeface="Yu Gothic"/>
              </a:defRPr>
            </a:lvl8pPr>
            <a:lvl9pPr algn="ctr">
              <a:defRPr sz="2175" b="1">
                <a:solidFill>
                  <a:srgbClr val="231F20"/>
                </a:solidFill>
                <a:latin typeface="Yu Gothic"/>
                <a:ea typeface="Yu Gothic"/>
                <a:cs typeface="Yu Gothic"/>
              </a:defRPr>
            </a:lvl9pPr>
          </a:lstStyle>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非同期FIFO</a:t>
            </a:r>
          </a:p>
        </p:txBody>
      </p:sp>
      <p:sp>
        <p:nvSpPr>
          <p:cNvPr id="6" name="wire-906">
            <a:extLst xmlns:a="http://schemas.openxmlformats.org/drawingml/2006/main">
              <a:ext uri="{FF2B5EF4-FFF2-40B4-BE49-F238E27FC236}">
                <a16:creationId xmlns:a16="http://schemas.microsoft.com/office/drawing/2014/main" id="{D0A42CDD-620C-4CE5-8186-F03885FB3231}"/>
              </a:ext>
            </a:extLst>
          </p:cNvPr>
          <p:cNvSpPr>
            <a:spLocks xmlns:a="http://schemas.openxmlformats.org/drawingml/2006/main" noGrp="1"/>
          </p:cNvSpPr>
          <p:nvPr/>
        </p:nvSpPr>
        <p:spPr>
          <a:xfrm xmlns:a="http://schemas.openxmlformats.org/drawingml/2006/main">
            <a:off x="1847850" y="2219325"/>
            <a:ext cx="9525" cy="704850"/>
          </a:xfrm>
          <a:custGeom xmlns:a="http://schemas.openxmlformats.org/drawingml/2006/main">
            <a:pathLst>
              <a:path w="9525" h="704850">
                <a:moveTo>
                  <a:pt x="0" y="0"/>
                </a:moveTo>
                <a:lnTo>
                  <a:pt x="0" y="704850"/>
                </a:lnTo>
              </a:path>
            </a:pathLst>
          </a:custGeom>
          <a:noFill xmlns:a="http://schemas.openxmlformats.org/drawingml/2006/main"/>
          <a:ln xmlns:a="http://schemas.openxmlformats.org/drawingml/2006/main" w="22860">
            <a:solidFill>
              <a:srgbClr val="231F20"/>
            </a:solidFill>
          </a:ln>
        </p:spPr>
      </p:sp>
      <p:sp>
        <p:nvSpPr>
          <p:cNvPr id="7" name="circuit-907">
            <a:extLst xmlns:a="http://schemas.openxmlformats.org/drawingml/2006/main">
              <a:ext uri="{FF2B5EF4-FFF2-40B4-BE49-F238E27FC236}">
                <a16:creationId xmlns:a16="http://schemas.microsoft.com/office/drawing/2014/main" id="{54F4B06A-0B0E-44E0-968B-A02D1DA5FAEC}"/>
              </a:ext>
            </a:extLst>
          </p:cNvPr>
          <p:cNvSpPr>
            <a:spLocks xmlns:a="http://schemas.openxmlformats.org/drawingml/2006/main" noGrp="1"/>
          </p:cNvSpPr>
          <p:nvPr/>
        </p:nvSpPr>
        <p:spPr>
          <a:xfrm xmlns:a="http://schemas.openxmlformats.org/drawingml/2006/main">
            <a:off x="1809750" y="2828925"/>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8" name="text-908">
            <a:extLst xmlns:a="http://schemas.openxmlformats.org/drawingml/2006/main">
              <a:ext uri="{FF2B5EF4-FFF2-40B4-BE49-F238E27FC236}">
                <a16:creationId xmlns:a16="http://schemas.microsoft.com/office/drawing/2014/main" id="{61206A9D-8029-4EEC-9207-AA58449FD4BD}"/>
              </a:ext>
            </a:extLst>
          </p:cNvPr>
          <p:cNvSpPr>
            <a:spLocks xmlns:a="http://schemas.openxmlformats.org/drawingml/2006/main" noGrp="1"/>
          </p:cNvSpPr>
          <p:nvPr/>
        </p:nvSpPr>
        <p:spPr>
          <a:xfrm xmlns:a="http://schemas.openxmlformats.org/drawingml/2006/main">
            <a:off x="2171700" y="23812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500" b="0">
                <a:solidFill>
                  <a:srgbClr val="1572C3"/>
                </a:solidFill>
                <a:latin typeface="Yu Gothic"/>
                <a:ea typeface="Yu Gothic"/>
                <a:cs typeface="Yu Gothic"/>
              </a:defRPr>
            </a:defPPr>
            <a:lvl1pPr algn="ctr">
              <a:defRPr sz="1500" b="0">
                <a:solidFill>
                  <a:srgbClr val="1572C3"/>
                </a:solidFill>
                <a:latin typeface="Yu Gothic"/>
                <a:ea typeface="Yu Gothic"/>
                <a:cs typeface="Yu Gothic"/>
              </a:defRPr>
            </a:lvl1pPr>
            <a:lvl2pPr algn="ctr">
              <a:defRPr sz="1500" b="0">
                <a:solidFill>
                  <a:srgbClr val="1572C3"/>
                </a:solidFill>
                <a:latin typeface="Yu Gothic"/>
                <a:ea typeface="Yu Gothic"/>
                <a:cs typeface="Yu Gothic"/>
              </a:defRPr>
            </a:lvl2pPr>
            <a:lvl3pPr algn="ctr">
              <a:defRPr sz="1500" b="0">
                <a:solidFill>
                  <a:srgbClr val="1572C3"/>
                </a:solidFill>
                <a:latin typeface="Yu Gothic"/>
                <a:ea typeface="Yu Gothic"/>
                <a:cs typeface="Yu Gothic"/>
              </a:defRPr>
            </a:lvl3pPr>
            <a:lvl4pPr algn="ctr">
              <a:defRPr sz="1500" b="0">
                <a:solidFill>
                  <a:srgbClr val="1572C3"/>
                </a:solidFill>
                <a:latin typeface="Yu Gothic"/>
                <a:ea typeface="Yu Gothic"/>
                <a:cs typeface="Yu Gothic"/>
              </a:defRPr>
            </a:lvl4pPr>
            <a:lvl5pPr algn="ctr">
              <a:defRPr sz="1500" b="0">
                <a:solidFill>
                  <a:srgbClr val="1572C3"/>
                </a:solidFill>
                <a:latin typeface="Yu Gothic"/>
                <a:ea typeface="Yu Gothic"/>
                <a:cs typeface="Yu Gothic"/>
              </a:defRPr>
            </a:lvl5pPr>
            <a:lvl6pPr algn="ctr">
              <a:defRPr sz="1500" b="0">
                <a:solidFill>
                  <a:srgbClr val="1572C3"/>
                </a:solidFill>
                <a:latin typeface="Yu Gothic"/>
                <a:ea typeface="Yu Gothic"/>
                <a:cs typeface="Yu Gothic"/>
              </a:defRPr>
            </a:lvl6pPr>
            <a:lvl7pPr algn="ctr">
              <a:defRPr sz="1500" b="0">
                <a:solidFill>
                  <a:srgbClr val="1572C3"/>
                </a:solidFill>
                <a:latin typeface="Yu Gothic"/>
                <a:ea typeface="Yu Gothic"/>
                <a:cs typeface="Yu Gothic"/>
              </a:defRPr>
            </a:lvl7pPr>
            <a:lvl8pPr algn="ctr">
              <a:defRPr sz="1500" b="0">
                <a:solidFill>
                  <a:srgbClr val="1572C3"/>
                </a:solidFill>
                <a:latin typeface="Yu Gothic"/>
                <a:ea typeface="Yu Gothic"/>
                <a:cs typeface="Yu Gothic"/>
              </a:defRPr>
            </a:lvl8pPr>
            <a:lvl9pPr algn="ctr">
              <a:defRPr sz="1500" b="0">
                <a:solidFill>
                  <a:srgbClr val="1572C3"/>
                </a:solidFill>
                <a:latin typeface="Yu Gothic"/>
                <a:ea typeface="Yu Gothic"/>
                <a:cs typeface="Yu Gothic"/>
              </a:defRPr>
            </a:lvl9pPr>
          </a:lstStyle>
          <a:p xmlns:a="http://schemas.openxmlformats.org/drawingml/2006/main">
            <a:pPr algn="ctr">
              <a:defRPr sz="1500" b="0">
                <a:solidFill>
                  <a:srgbClr val="1572C3"/>
                </a:solidFill>
                <a:latin typeface="Yu Gothic"/>
                <a:ea typeface="Yu Gothic"/>
                <a:cs typeface="Yu Gothic"/>
              </a:defRPr>
            </a:pPr>
            <a:r>
              <a:rPr sz="1500" b="0">
                <a:solidFill>
                  <a:srgbClr val="1572C3"/>
                </a:solidFill>
                <a:latin typeface="Yu Gothic"/>
                <a:ea typeface="Yu Gothic"/>
                <a:cs typeface="Yu Gothic"/>
              </a:rPr>
              <a:t>100 MHz側へ</a:t>
            </a:r>
          </a:p>
          <a:p xmlns:a="http://schemas.openxmlformats.org/drawingml/2006/main">
            <a:pPr algn="ctr">
              <a:defRPr sz="1500" b="0">
                <a:solidFill>
                  <a:srgbClr val="1572C3"/>
                </a:solidFill>
                <a:latin typeface="Yu Gothic"/>
                <a:ea typeface="Yu Gothic"/>
                <a:cs typeface="Yu Gothic"/>
              </a:defRPr>
            </a:pPr>
            <a:r>
              <a:rPr sz="1500" b="0">
                <a:solidFill>
                  <a:srgbClr val="1572C3"/>
                </a:solidFill>
                <a:latin typeface="Yu Gothic"/>
                <a:ea typeface="Yu Gothic"/>
                <a:cs typeface="Yu Gothic"/>
              </a:rPr>
              <a:t>1語ずつ渡す</a:t>
            </a:r>
          </a:p>
        </p:txBody>
      </p:sp>
      <p:sp>
        <p:nvSpPr>
          <p:cNvPr id="9" name="block-909">
            <a:extLst xmlns:a="http://schemas.openxmlformats.org/drawingml/2006/main">
              <a:ext uri="{FF2B5EF4-FFF2-40B4-BE49-F238E27FC236}">
                <a16:creationId xmlns:a16="http://schemas.microsoft.com/office/drawing/2014/main" id="{17DFDD54-812D-4852-81BB-D45091EEB107}"/>
              </a:ext>
            </a:extLst>
          </p:cNvPr>
          <p:cNvSpPr>
            <a:spLocks xmlns:a="http://schemas.openxmlformats.org/drawingml/2006/main" noGrp="1"/>
          </p:cNvSpPr>
          <p:nvPr/>
        </p:nvSpPr>
        <p:spPr>
          <a:xfrm xmlns:a="http://schemas.openxmlformats.org/drawingml/2006/main">
            <a:off x="609600" y="2924175"/>
            <a:ext cx="2486025" cy="10477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0" name="text-910">
            <a:extLst xmlns:a="http://schemas.openxmlformats.org/drawingml/2006/main">
              <a:ext uri="{FF2B5EF4-FFF2-40B4-BE49-F238E27FC236}">
                <a16:creationId xmlns:a16="http://schemas.microsoft.com/office/drawing/2014/main" id="{EE94E7EE-54A8-480D-8072-51196B3BC429}"/>
              </a:ext>
            </a:extLst>
          </p:cNvPr>
          <p:cNvSpPr>
            <a:spLocks xmlns:a="http://schemas.openxmlformats.org/drawingml/2006/main" noGrp="1"/>
          </p:cNvSpPr>
          <p:nvPr/>
        </p:nvSpPr>
        <p:spPr>
          <a:xfrm xmlns:a="http://schemas.openxmlformats.org/drawingml/2006/main">
            <a:off x="685800" y="2981325"/>
            <a:ext cx="2333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75" b="1">
                <a:solidFill>
                  <a:srgbClr val="231F20"/>
                </a:solidFill>
                <a:latin typeface="Yu Gothic"/>
                <a:ea typeface="Yu Gothic"/>
                <a:cs typeface="Yu Gothic"/>
              </a:defRPr>
            </a:defPPr>
            <a:lvl1pPr algn="ctr">
              <a:defRPr sz="2175" b="1">
                <a:solidFill>
                  <a:srgbClr val="231F20"/>
                </a:solidFill>
                <a:latin typeface="Yu Gothic"/>
                <a:ea typeface="Yu Gothic"/>
                <a:cs typeface="Yu Gothic"/>
              </a:defRPr>
            </a:lvl1pPr>
            <a:lvl2pPr algn="ctr">
              <a:defRPr sz="2175" b="1">
                <a:solidFill>
                  <a:srgbClr val="231F20"/>
                </a:solidFill>
                <a:latin typeface="Yu Gothic"/>
                <a:ea typeface="Yu Gothic"/>
                <a:cs typeface="Yu Gothic"/>
              </a:defRPr>
            </a:lvl2pPr>
            <a:lvl3pPr algn="ctr">
              <a:defRPr sz="2175" b="1">
                <a:solidFill>
                  <a:srgbClr val="231F20"/>
                </a:solidFill>
                <a:latin typeface="Yu Gothic"/>
                <a:ea typeface="Yu Gothic"/>
                <a:cs typeface="Yu Gothic"/>
              </a:defRPr>
            </a:lvl3pPr>
            <a:lvl4pPr algn="ctr">
              <a:defRPr sz="2175" b="1">
                <a:solidFill>
                  <a:srgbClr val="231F20"/>
                </a:solidFill>
                <a:latin typeface="Yu Gothic"/>
                <a:ea typeface="Yu Gothic"/>
                <a:cs typeface="Yu Gothic"/>
              </a:defRPr>
            </a:lvl4pPr>
            <a:lvl5pPr algn="ctr">
              <a:defRPr sz="2175" b="1">
                <a:solidFill>
                  <a:srgbClr val="231F20"/>
                </a:solidFill>
                <a:latin typeface="Yu Gothic"/>
                <a:ea typeface="Yu Gothic"/>
                <a:cs typeface="Yu Gothic"/>
              </a:defRPr>
            </a:lvl5pPr>
            <a:lvl6pPr algn="ctr">
              <a:defRPr sz="2175" b="1">
                <a:solidFill>
                  <a:srgbClr val="231F20"/>
                </a:solidFill>
                <a:latin typeface="Yu Gothic"/>
                <a:ea typeface="Yu Gothic"/>
                <a:cs typeface="Yu Gothic"/>
              </a:defRPr>
            </a:lvl6pPr>
            <a:lvl7pPr algn="ctr">
              <a:defRPr sz="2175" b="1">
                <a:solidFill>
                  <a:srgbClr val="231F20"/>
                </a:solidFill>
                <a:latin typeface="Yu Gothic"/>
                <a:ea typeface="Yu Gothic"/>
                <a:cs typeface="Yu Gothic"/>
              </a:defRPr>
            </a:lvl7pPr>
            <a:lvl8pPr algn="ctr">
              <a:defRPr sz="2175" b="1">
                <a:solidFill>
                  <a:srgbClr val="231F20"/>
                </a:solidFill>
                <a:latin typeface="Yu Gothic"/>
                <a:ea typeface="Yu Gothic"/>
                <a:cs typeface="Yu Gothic"/>
              </a:defRPr>
            </a:lvl8pPr>
            <a:lvl9pPr algn="ctr">
              <a:defRPr sz="2175" b="1">
                <a:solidFill>
                  <a:srgbClr val="231F20"/>
                </a:solidFill>
                <a:latin typeface="Yu Gothic"/>
                <a:ea typeface="Yu Gothic"/>
                <a:cs typeface="Yu Gothic"/>
              </a:defRPr>
            </a:lvl9pPr>
          </a:lstStyle>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RasterIX</a:t>
            </a:r>
          </a:p>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画素を作る</a:t>
            </a:r>
          </a:p>
        </p:txBody>
      </p:sp>
      <p:sp>
        <p:nvSpPr>
          <p:cNvPr id="11" name="block-911">
            <a:extLst xmlns:a="http://schemas.openxmlformats.org/drawingml/2006/main">
              <a:ext uri="{FF2B5EF4-FFF2-40B4-BE49-F238E27FC236}">
                <a16:creationId xmlns:a16="http://schemas.microsoft.com/office/drawing/2014/main" id="{7E3EE8E3-011B-47DA-AF1C-5CEB9D26E5D3}"/>
              </a:ext>
            </a:extLst>
          </p:cNvPr>
          <p:cNvSpPr>
            <a:spLocks xmlns:a="http://schemas.openxmlformats.org/drawingml/2006/main" noGrp="1"/>
          </p:cNvSpPr>
          <p:nvPr/>
        </p:nvSpPr>
        <p:spPr>
          <a:xfrm xmlns:a="http://schemas.openxmlformats.org/drawingml/2006/main">
            <a:off x="4333875" y="2209800"/>
            <a:ext cx="3390900" cy="2800350"/>
          </a:xfrm>
          <a:prstGeom xmlns:a="http://schemas.openxmlformats.org/drawingml/2006/main" prst="rect">
            <a:avLst/>
          </a:prstGeom>
          <a:solidFill xmlns:a="http://schemas.openxmlformats.org/drawingml/2006/main">
            <a:srgbClr val="E5EBF8"/>
          </a:solidFill>
          <a:ln xmlns:a="http://schemas.openxmlformats.org/drawingml/2006/main" w="16193">
            <a:solidFill>
              <a:srgbClr val="231F20"/>
            </a:solidFill>
          </a:ln>
        </p:spPr>
      </p:sp>
      <p:sp>
        <p:nvSpPr>
          <p:cNvPr id="12" name="text-912">
            <a:extLst xmlns:a="http://schemas.openxmlformats.org/drawingml/2006/main">
              <a:ext uri="{FF2B5EF4-FFF2-40B4-BE49-F238E27FC236}">
                <a16:creationId xmlns:a16="http://schemas.microsoft.com/office/drawing/2014/main" id="{D7C680AF-019B-4624-97FA-E0A3DB26ADC9}"/>
              </a:ext>
            </a:extLst>
          </p:cNvPr>
          <p:cNvSpPr>
            <a:spLocks xmlns:a="http://schemas.openxmlformats.org/drawingml/2006/main" noGrp="1"/>
          </p:cNvSpPr>
          <p:nvPr/>
        </p:nvSpPr>
        <p:spPr>
          <a:xfrm xmlns:a="http://schemas.openxmlformats.org/drawingml/2006/main">
            <a:off x="4543425" y="2352675"/>
            <a:ext cx="2971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475" b="1">
                <a:solidFill>
                  <a:srgbClr val="231F20"/>
                </a:solidFill>
                <a:latin typeface="Yu Gothic"/>
                <a:ea typeface="Yu Gothic"/>
                <a:cs typeface="Yu Gothic"/>
              </a:defRPr>
            </a:defPPr>
            <a:lvl1pPr algn="ctr">
              <a:defRPr sz="2475" b="1">
                <a:solidFill>
                  <a:srgbClr val="231F20"/>
                </a:solidFill>
                <a:latin typeface="Yu Gothic"/>
                <a:ea typeface="Yu Gothic"/>
                <a:cs typeface="Yu Gothic"/>
              </a:defRPr>
            </a:lvl1pPr>
            <a:lvl2pPr algn="ctr">
              <a:defRPr sz="2475" b="1">
                <a:solidFill>
                  <a:srgbClr val="231F20"/>
                </a:solidFill>
                <a:latin typeface="Yu Gothic"/>
                <a:ea typeface="Yu Gothic"/>
                <a:cs typeface="Yu Gothic"/>
              </a:defRPr>
            </a:lvl2pPr>
            <a:lvl3pPr algn="ctr">
              <a:defRPr sz="2475" b="1">
                <a:solidFill>
                  <a:srgbClr val="231F20"/>
                </a:solidFill>
                <a:latin typeface="Yu Gothic"/>
                <a:ea typeface="Yu Gothic"/>
                <a:cs typeface="Yu Gothic"/>
              </a:defRPr>
            </a:lvl3pPr>
            <a:lvl4pPr algn="ctr">
              <a:defRPr sz="2475" b="1">
                <a:solidFill>
                  <a:srgbClr val="231F20"/>
                </a:solidFill>
                <a:latin typeface="Yu Gothic"/>
                <a:ea typeface="Yu Gothic"/>
                <a:cs typeface="Yu Gothic"/>
              </a:defRPr>
            </a:lvl4pPr>
            <a:lvl5pPr algn="ctr">
              <a:defRPr sz="2475" b="1">
                <a:solidFill>
                  <a:srgbClr val="231F20"/>
                </a:solidFill>
                <a:latin typeface="Yu Gothic"/>
                <a:ea typeface="Yu Gothic"/>
                <a:cs typeface="Yu Gothic"/>
              </a:defRPr>
            </a:lvl5pPr>
            <a:lvl6pPr algn="ctr">
              <a:defRPr sz="2475" b="1">
                <a:solidFill>
                  <a:srgbClr val="231F20"/>
                </a:solidFill>
                <a:latin typeface="Yu Gothic"/>
                <a:ea typeface="Yu Gothic"/>
                <a:cs typeface="Yu Gothic"/>
              </a:defRPr>
            </a:lvl6pPr>
            <a:lvl7pPr algn="ctr">
              <a:defRPr sz="2475" b="1">
                <a:solidFill>
                  <a:srgbClr val="231F20"/>
                </a:solidFill>
                <a:latin typeface="Yu Gothic"/>
                <a:ea typeface="Yu Gothic"/>
                <a:cs typeface="Yu Gothic"/>
              </a:defRPr>
            </a:lvl7pPr>
            <a:lvl8pPr algn="ctr">
              <a:defRPr sz="2475" b="1">
                <a:solidFill>
                  <a:srgbClr val="231F20"/>
                </a:solidFill>
                <a:latin typeface="Yu Gothic"/>
                <a:ea typeface="Yu Gothic"/>
                <a:cs typeface="Yu Gothic"/>
              </a:defRPr>
            </a:lvl8pPr>
            <a:lvl9pPr algn="ctr">
              <a:defRPr sz="2475" b="1">
                <a:solidFill>
                  <a:srgbClr val="231F20"/>
                </a:solidFill>
                <a:latin typeface="Yu Gothic"/>
                <a:ea typeface="Yu Gothic"/>
                <a:cs typeface="Yu Gothic"/>
              </a:defRPr>
            </a:lvl9pPr>
          </a:lstStyle>
          <a:p xmlns:a="http://schemas.openxmlformats.org/drawingml/2006/main">
            <a:pPr algn="ctr">
              <a:defRPr sz="2475" b="1">
                <a:solidFill>
                  <a:srgbClr val="231F20"/>
                </a:solidFill>
                <a:latin typeface="Yu Gothic"/>
                <a:ea typeface="Yu Gothic"/>
                <a:cs typeface="Yu Gothic"/>
              </a:defRPr>
            </a:pPr>
            <a:r>
              <a:rPr sz="2475" b="1">
                <a:solidFill>
                  <a:srgbClr val="231F20"/>
                </a:solidFill>
                <a:latin typeface="Yu Gothic"/>
                <a:ea typeface="Yu Gothic"/>
                <a:cs typeface="Yu Gothic"/>
              </a:rPr>
              <a:t>DDR3メモリ</a:t>
            </a:r>
          </a:p>
        </p:txBody>
      </p:sp>
      <p:sp>
        <p:nvSpPr>
          <p:cNvPr id="13" name="block-913">
            <a:extLst xmlns:a="http://schemas.openxmlformats.org/drawingml/2006/main">
              <a:ext uri="{FF2B5EF4-FFF2-40B4-BE49-F238E27FC236}">
                <a16:creationId xmlns:a16="http://schemas.microsoft.com/office/drawing/2014/main" id="{F148EF86-486B-4EE0-A0A2-83869B774916}"/>
              </a:ext>
            </a:extLst>
          </p:cNvPr>
          <p:cNvSpPr>
            <a:spLocks xmlns:a="http://schemas.openxmlformats.org/drawingml/2006/main" noGrp="1"/>
          </p:cNvSpPr>
          <p:nvPr/>
        </p:nvSpPr>
        <p:spPr>
          <a:xfrm xmlns:a="http://schemas.openxmlformats.org/drawingml/2006/main">
            <a:off x="4648200" y="2971800"/>
            <a:ext cx="2752725"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4" name="text-914">
            <a:extLst xmlns:a="http://schemas.openxmlformats.org/drawingml/2006/main">
              <a:ext uri="{FF2B5EF4-FFF2-40B4-BE49-F238E27FC236}">
                <a16:creationId xmlns:a16="http://schemas.microsoft.com/office/drawing/2014/main" id="{D14D275A-5794-40FB-9F5A-32BD5A704C34}"/>
              </a:ext>
            </a:extLst>
          </p:cNvPr>
          <p:cNvSpPr>
            <a:spLocks xmlns:a="http://schemas.openxmlformats.org/drawingml/2006/main" noGrp="1"/>
          </p:cNvSpPr>
          <p:nvPr/>
        </p:nvSpPr>
        <p:spPr>
          <a:xfrm xmlns:a="http://schemas.openxmlformats.org/drawingml/2006/main">
            <a:off x="4724400" y="3028950"/>
            <a:ext cx="2600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最初の画素の色</a:t>
            </a:r>
          </a:p>
        </p:txBody>
      </p:sp>
      <p:sp>
        <p:nvSpPr>
          <p:cNvPr id="15" name="block-915">
            <a:extLst xmlns:a="http://schemas.openxmlformats.org/drawingml/2006/main">
              <a:ext uri="{FF2B5EF4-FFF2-40B4-BE49-F238E27FC236}">
                <a16:creationId xmlns:a16="http://schemas.microsoft.com/office/drawing/2014/main" id="{652F40C6-3A48-47DD-9604-198222C805C5}"/>
              </a:ext>
            </a:extLst>
          </p:cNvPr>
          <p:cNvSpPr>
            <a:spLocks xmlns:a="http://schemas.openxmlformats.org/drawingml/2006/main" noGrp="1"/>
          </p:cNvSpPr>
          <p:nvPr/>
        </p:nvSpPr>
        <p:spPr>
          <a:xfrm xmlns:a="http://schemas.openxmlformats.org/drawingml/2006/main">
            <a:off x="4648200" y="3524250"/>
            <a:ext cx="2752725"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16" name="text-916">
            <a:extLst xmlns:a="http://schemas.openxmlformats.org/drawingml/2006/main">
              <a:ext uri="{FF2B5EF4-FFF2-40B4-BE49-F238E27FC236}">
                <a16:creationId xmlns:a16="http://schemas.microsoft.com/office/drawing/2014/main" id="{2E0D6E48-C2EB-4A6F-BCE1-B5189ACDA049}"/>
              </a:ext>
            </a:extLst>
          </p:cNvPr>
          <p:cNvSpPr>
            <a:spLocks xmlns:a="http://schemas.openxmlformats.org/drawingml/2006/main" noGrp="1"/>
          </p:cNvSpPr>
          <p:nvPr/>
        </p:nvSpPr>
        <p:spPr>
          <a:xfrm xmlns:a="http://schemas.openxmlformats.org/drawingml/2006/main">
            <a:off x="4724400" y="3581400"/>
            <a:ext cx="2600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1">
                <a:solidFill>
                  <a:srgbClr val="231F20"/>
                </a:solidFill>
                <a:latin typeface="Yu Gothic"/>
                <a:ea typeface="Yu Gothic"/>
                <a:cs typeface="Yu Gothic"/>
              </a:defRPr>
            </a:defPPr>
            <a:lvl1pPr algn="ctr">
              <a:defRPr sz="1875" b="1">
                <a:solidFill>
                  <a:srgbClr val="231F20"/>
                </a:solidFill>
                <a:latin typeface="Yu Gothic"/>
                <a:ea typeface="Yu Gothic"/>
                <a:cs typeface="Yu Gothic"/>
              </a:defRPr>
            </a:lvl1pPr>
            <a:lvl2pPr algn="ctr">
              <a:defRPr sz="1875" b="1">
                <a:solidFill>
                  <a:srgbClr val="231F20"/>
                </a:solidFill>
                <a:latin typeface="Yu Gothic"/>
                <a:ea typeface="Yu Gothic"/>
                <a:cs typeface="Yu Gothic"/>
              </a:defRPr>
            </a:lvl2pPr>
            <a:lvl3pPr algn="ctr">
              <a:defRPr sz="1875" b="1">
                <a:solidFill>
                  <a:srgbClr val="231F20"/>
                </a:solidFill>
                <a:latin typeface="Yu Gothic"/>
                <a:ea typeface="Yu Gothic"/>
                <a:cs typeface="Yu Gothic"/>
              </a:defRPr>
            </a:lvl3pPr>
            <a:lvl4pPr algn="ctr">
              <a:defRPr sz="1875" b="1">
                <a:solidFill>
                  <a:srgbClr val="231F20"/>
                </a:solidFill>
                <a:latin typeface="Yu Gothic"/>
                <a:ea typeface="Yu Gothic"/>
                <a:cs typeface="Yu Gothic"/>
              </a:defRPr>
            </a:lvl4pPr>
            <a:lvl5pPr algn="ctr">
              <a:defRPr sz="1875" b="1">
                <a:solidFill>
                  <a:srgbClr val="231F20"/>
                </a:solidFill>
                <a:latin typeface="Yu Gothic"/>
                <a:ea typeface="Yu Gothic"/>
                <a:cs typeface="Yu Gothic"/>
              </a:defRPr>
            </a:lvl5pPr>
            <a:lvl6pPr algn="ctr">
              <a:defRPr sz="1875" b="1">
                <a:solidFill>
                  <a:srgbClr val="231F20"/>
                </a:solidFill>
                <a:latin typeface="Yu Gothic"/>
                <a:ea typeface="Yu Gothic"/>
                <a:cs typeface="Yu Gothic"/>
              </a:defRPr>
            </a:lvl6pPr>
            <a:lvl7pPr algn="ctr">
              <a:defRPr sz="1875" b="1">
                <a:solidFill>
                  <a:srgbClr val="231F20"/>
                </a:solidFill>
                <a:latin typeface="Yu Gothic"/>
                <a:ea typeface="Yu Gothic"/>
                <a:cs typeface="Yu Gothic"/>
              </a:defRPr>
            </a:lvl7pPr>
            <a:lvl8pPr algn="ctr">
              <a:defRPr sz="1875" b="1">
                <a:solidFill>
                  <a:srgbClr val="231F20"/>
                </a:solidFill>
                <a:latin typeface="Yu Gothic"/>
                <a:ea typeface="Yu Gothic"/>
                <a:cs typeface="Yu Gothic"/>
              </a:defRPr>
            </a:lvl8pPr>
            <a:lvl9pPr algn="ctr">
              <a:defRPr sz="1875" b="1">
                <a:solidFill>
                  <a:srgbClr val="231F20"/>
                </a:solidFill>
                <a:latin typeface="Yu Gothic"/>
                <a:ea typeface="Yu Gothic"/>
                <a:cs typeface="Yu Gothic"/>
              </a:defRPr>
            </a:lvl9pPr>
          </a:lstStyle>
          <a:p xmlns:a="http://schemas.openxmlformats.org/drawingml/2006/main">
            <a:pPr algn="ctr">
              <a:defRPr sz="1875" b="1">
                <a:solidFill>
                  <a:srgbClr val="231F20"/>
                </a:solidFill>
                <a:latin typeface="Yu Gothic"/>
                <a:ea typeface="Yu Gothic"/>
                <a:cs typeface="Yu Gothic"/>
              </a:defRPr>
            </a:pPr>
            <a:r>
              <a:rPr sz="1875" b="1">
                <a:solidFill>
                  <a:srgbClr val="231F20"/>
                </a:solidFill>
                <a:latin typeface="Yu Gothic"/>
                <a:ea typeface="Yu Gothic"/>
                <a:cs typeface="Yu Gothic"/>
              </a:rPr>
              <a:t>次の画素の色</a:t>
            </a:r>
          </a:p>
        </p:txBody>
      </p:sp>
      <p:sp>
        <p:nvSpPr>
          <p:cNvPr id="17" name="text-917">
            <a:extLst xmlns:a="http://schemas.openxmlformats.org/drawingml/2006/main">
              <a:ext uri="{FF2B5EF4-FFF2-40B4-BE49-F238E27FC236}">
                <a16:creationId xmlns:a16="http://schemas.microsoft.com/office/drawing/2014/main" id="{EDBFD852-89B6-4794-B3D4-4EE16A6381FC}"/>
              </a:ext>
            </a:extLst>
          </p:cNvPr>
          <p:cNvSpPr>
            <a:spLocks xmlns:a="http://schemas.openxmlformats.org/drawingml/2006/main" noGrp="1"/>
          </p:cNvSpPr>
          <p:nvPr/>
        </p:nvSpPr>
        <p:spPr>
          <a:xfrm xmlns:a="http://schemas.openxmlformats.org/drawingml/2006/main">
            <a:off x="4648200" y="4048125"/>
            <a:ext cx="2752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025" b="0">
                <a:solidFill>
                  <a:srgbClr val="231F20"/>
                </a:solidFill>
                <a:latin typeface="Yu Gothic"/>
                <a:ea typeface="Yu Gothic"/>
                <a:cs typeface="Yu Gothic"/>
              </a:defRPr>
            </a:defPPr>
            <a:lvl1pPr algn="ctr">
              <a:defRPr sz="2025" b="0">
                <a:solidFill>
                  <a:srgbClr val="231F20"/>
                </a:solidFill>
                <a:latin typeface="Yu Gothic"/>
                <a:ea typeface="Yu Gothic"/>
                <a:cs typeface="Yu Gothic"/>
              </a:defRPr>
            </a:lvl1pPr>
            <a:lvl2pPr algn="ctr">
              <a:defRPr sz="2025" b="0">
                <a:solidFill>
                  <a:srgbClr val="231F20"/>
                </a:solidFill>
                <a:latin typeface="Yu Gothic"/>
                <a:ea typeface="Yu Gothic"/>
                <a:cs typeface="Yu Gothic"/>
              </a:defRPr>
            </a:lvl2pPr>
            <a:lvl3pPr algn="ctr">
              <a:defRPr sz="2025" b="0">
                <a:solidFill>
                  <a:srgbClr val="231F20"/>
                </a:solidFill>
                <a:latin typeface="Yu Gothic"/>
                <a:ea typeface="Yu Gothic"/>
                <a:cs typeface="Yu Gothic"/>
              </a:defRPr>
            </a:lvl3pPr>
            <a:lvl4pPr algn="ctr">
              <a:defRPr sz="2025" b="0">
                <a:solidFill>
                  <a:srgbClr val="231F20"/>
                </a:solidFill>
                <a:latin typeface="Yu Gothic"/>
                <a:ea typeface="Yu Gothic"/>
                <a:cs typeface="Yu Gothic"/>
              </a:defRPr>
            </a:lvl4pPr>
            <a:lvl5pPr algn="ctr">
              <a:defRPr sz="2025" b="0">
                <a:solidFill>
                  <a:srgbClr val="231F20"/>
                </a:solidFill>
                <a:latin typeface="Yu Gothic"/>
                <a:ea typeface="Yu Gothic"/>
                <a:cs typeface="Yu Gothic"/>
              </a:defRPr>
            </a:lvl5pPr>
            <a:lvl6pPr algn="ctr">
              <a:defRPr sz="2025" b="0">
                <a:solidFill>
                  <a:srgbClr val="231F20"/>
                </a:solidFill>
                <a:latin typeface="Yu Gothic"/>
                <a:ea typeface="Yu Gothic"/>
                <a:cs typeface="Yu Gothic"/>
              </a:defRPr>
            </a:lvl6pPr>
            <a:lvl7pPr algn="ctr">
              <a:defRPr sz="2025" b="0">
                <a:solidFill>
                  <a:srgbClr val="231F20"/>
                </a:solidFill>
                <a:latin typeface="Yu Gothic"/>
                <a:ea typeface="Yu Gothic"/>
                <a:cs typeface="Yu Gothic"/>
              </a:defRPr>
            </a:lvl7pPr>
            <a:lvl8pPr algn="ctr">
              <a:defRPr sz="2025" b="0">
                <a:solidFill>
                  <a:srgbClr val="231F20"/>
                </a:solidFill>
                <a:latin typeface="Yu Gothic"/>
                <a:ea typeface="Yu Gothic"/>
                <a:cs typeface="Yu Gothic"/>
              </a:defRPr>
            </a:lvl8pPr>
            <a:lvl9pPr algn="ctr">
              <a:defRPr sz="2025" b="0">
                <a:solidFill>
                  <a:srgbClr val="231F20"/>
                </a:solidFill>
                <a:latin typeface="Yu Gothic"/>
                <a:ea typeface="Yu Gothic"/>
                <a:cs typeface="Yu Gothic"/>
              </a:defRPr>
            </a:lvl9pPr>
          </a:lstStyle>
          <a:p xmlns:a="http://schemas.openxmlformats.org/drawingml/2006/main">
            <a:pPr algn="ctr">
              <a:defRPr sz="2025" b="0">
                <a:solidFill>
                  <a:srgbClr val="231F20"/>
                </a:solidFill>
                <a:latin typeface="Yu Gothic"/>
                <a:ea typeface="Yu Gothic"/>
                <a:cs typeface="Yu Gothic"/>
              </a:defRPr>
            </a:pPr>
            <a:r>
              <a:rPr sz="2025" b="0">
                <a:solidFill>
                  <a:srgbClr val="231F20"/>
                </a:solidFill>
                <a:latin typeface="Yu Gothic"/>
                <a:ea typeface="Yu Gothic"/>
                <a:cs typeface="Yu Gothic"/>
              </a:rPr>
              <a:t>…</a:t>
            </a:r>
          </a:p>
        </p:txBody>
      </p:sp>
      <p:sp>
        <p:nvSpPr>
          <p:cNvPr id="18" name="text-918">
            <a:extLst xmlns:a="http://schemas.openxmlformats.org/drawingml/2006/main">
              <a:ext uri="{FF2B5EF4-FFF2-40B4-BE49-F238E27FC236}">
                <a16:creationId xmlns:a16="http://schemas.microsoft.com/office/drawing/2014/main" id="{B76A3815-7781-4EC6-9449-A9B0A9C0A0F3}"/>
              </a:ext>
            </a:extLst>
          </p:cNvPr>
          <p:cNvSpPr>
            <a:spLocks xmlns:a="http://schemas.openxmlformats.org/drawingml/2006/main" noGrp="1"/>
          </p:cNvSpPr>
          <p:nvPr/>
        </p:nvSpPr>
        <p:spPr>
          <a:xfrm xmlns:a="http://schemas.openxmlformats.org/drawingml/2006/main">
            <a:off x="4552950" y="44577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75" b="1">
                <a:solidFill>
                  <a:srgbClr val="231F20"/>
                </a:solidFill>
                <a:latin typeface="Yu Gothic"/>
                <a:ea typeface="Yu Gothic"/>
                <a:cs typeface="Yu Gothic"/>
              </a:defRPr>
            </a:defPPr>
            <a:lvl1pPr algn="ctr">
              <a:defRPr sz="2175" b="1">
                <a:solidFill>
                  <a:srgbClr val="231F20"/>
                </a:solidFill>
                <a:latin typeface="Yu Gothic"/>
                <a:ea typeface="Yu Gothic"/>
                <a:cs typeface="Yu Gothic"/>
              </a:defRPr>
            </a:lvl1pPr>
            <a:lvl2pPr algn="ctr">
              <a:defRPr sz="2175" b="1">
                <a:solidFill>
                  <a:srgbClr val="231F20"/>
                </a:solidFill>
                <a:latin typeface="Yu Gothic"/>
                <a:ea typeface="Yu Gothic"/>
                <a:cs typeface="Yu Gothic"/>
              </a:defRPr>
            </a:lvl2pPr>
            <a:lvl3pPr algn="ctr">
              <a:defRPr sz="2175" b="1">
                <a:solidFill>
                  <a:srgbClr val="231F20"/>
                </a:solidFill>
                <a:latin typeface="Yu Gothic"/>
                <a:ea typeface="Yu Gothic"/>
                <a:cs typeface="Yu Gothic"/>
              </a:defRPr>
            </a:lvl3pPr>
            <a:lvl4pPr algn="ctr">
              <a:defRPr sz="2175" b="1">
                <a:solidFill>
                  <a:srgbClr val="231F20"/>
                </a:solidFill>
                <a:latin typeface="Yu Gothic"/>
                <a:ea typeface="Yu Gothic"/>
                <a:cs typeface="Yu Gothic"/>
              </a:defRPr>
            </a:lvl4pPr>
            <a:lvl5pPr algn="ctr">
              <a:defRPr sz="2175" b="1">
                <a:solidFill>
                  <a:srgbClr val="231F20"/>
                </a:solidFill>
                <a:latin typeface="Yu Gothic"/>
                <a:ea typeface="Yu Gothic"/>
                <a:cs typeface="Yu Gothic"/>
              </a:defRPr>
            </a:lvl5pPr>
            <a:lvl6pPr algn="ctr">
              <a:defRPr sz="2175" b="1">
                <a:solidFill>
                  <a:srgbClr val="231F20"/>
                </a:solidFill>
                <a:latin typeface="Yu Gothic"/>
                <a:ea typeface="Yu Gothic"/>
                <a:cs typeface="Yu Gothic"/>
              </a:defRPr>
            </a:lvl6pPr>
            <a:lvl7pPr algn="ctr">
              <a:defRPr sz="2175" b="1">
                <a:solidFill>
                  <a:srgbClr val="231F20"/>
                </a:solidFill>
                <a:latin typeface="Yu Gothic"/>
                <a:ea typeface="Yu Gothic"/>
                <a:cs typeface="Yu Gothic"/>
              </a:defRPr>
            </a:lvl7pPr>
            <a:lvl8pPr algn="ctr">
              <a:defRPr sz="2175" b="1">
                <a:solidFill>
                  <a:srgbClr val="231F20"/>
                </a:solidFill>
                <a:latin typeface="Yu Gothic"/>
                <a:ea typeface="Yu Gothic"/>
                <a:cs typeface="Yu Gothic"/>
              </a:defRPr>
            </a:lvl8pPr>
            <a:lvl9pPr algn="ctr">
              <a:defRPr sz="2175" b="1">
                <a:solidFill>
                  <a:srgbClr val="231F20"/>
                </a:solidFill>
                <a:latin typeface="Yu Gothic"/>
                <a:ea typeface="Yu Gothic"/>
                <a:cs typeface="Yu Gothic"/>
              </a:defRPr>
            </a:lvl9pPr>
          </a:lstStyle>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画像として保存</a:t>
            </a:r>
          </a:p>
        </p:txBody>
      </p:sp>
      <p:sp>
        <p:nvSpPr>
          <p:cNvPr id="19" name="wire-919">
            <a:extLst xmlns:a="http://schemas.openxmlformats.org/drawingml/2006/main">
              <a:ext uri="{FF2B5EF4-FFF2-40B4-BE49-F238E27FC236}">
                <a16:creationId xmlns:a16="http://schemas.microsoft.com/office/drawing/2014/main" id="{A21A720A-6263-4B03-B333-ADD4FE747741}"/>
              </a:ext>
            </a:extLst>
          </p:cNvPr>
          <p:cNvSpPr>
            <a:spLocks xmlns:a="http://schemas.openxmlformats.org/drawingml/2006/main" noGrp="1"/>
          </p:cNvSpPr>
          <p:nvPr/>
        </p:nvSpPr>
        <p:spPr>
          <a:xfrm xmlns:a="http://schemas.openxmlformats.org/drawingml/2006/main">
            <a:off x="3095625" y="3448050"/>
            <a:ext cx="1238250" cy="9525"/>
          </a:xfrm>
          <a:custGeom xmlns:a="http://schemas.openxmlformats.org/drawingml/2006/main">
            <a:pathLst>
              <a:path w="1238250" h="9525">
                <a:moveTo>
                  <a:pt x="0" y="0"/>
                </a:moveTo>
                <a:lnTo>
                  <a:pt x="1238250" y="0"/>
                </a:lnTo>
              </a:path>
            </a:pathLst>
          </a:custGeom>
          <a:noFill xmlns:a="http://schemas.openxmlformats.org/drawingml/2006/main"/>
          <a:ln xmlns:a="http://schemas.openxmlformats.org/drawingml/2006/main" w="22860">
            <a:solidFill>
              <a:srgbClr val="231F20"/>
            </a:solidFill>
          </a:ln>
        </p:spPr>
      </p:sp>
      <p:sp>
        <p:nvSpPr>
          <p:cNvPr id="20" name="circuit-920">
            <a:extLst xmlns:a="http://schemas.openxmlformats.org/drawingml/2006/main">
              <a:ext uri="{FF2B5EF4-FFF2-40B4-BE49-F238E27FC236}">
                <a16:creationId xmlns:a16="http://schemas.microsoft.com/office/drawing/2014/main" id="{3582C52D-D19B-48A3-A1A1-5C88691D7CDB}"/>
              </a:ext>
            </a:extLst>
          </p:cNvPr>
          <p:cNvSpPr>
            <a:spLocks xmlns:a="http://schemas.openxmlformats.org/drawingml/2006/main" noGrp="1"/>
          </p:cNvSpPr>
          <p:nvPr/>
        </p:nvSpPr>
        <p:spPr>
          <a:xfrm xmlns:a="http://schemas.openxmlformats.org/drawingml/2006/main">
            <a:off x="4238625" y="34099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1" name="text-921">
            <a:extLst xmlns:a="http://schemas.openxmlformats.org/drawingml/2006/main">
              <a:ext uri="{FF2B5EF4-FFF2-40B4-BE49-F238E27FC236}">
                <a16:creationId xmlns:a16="http://schemas.microsoft.com/office/drawing/2014/main" id="{1E839301-A69F-48DE-AF08-5B9EE22DAAFA}"/>
              </a:ext>
            </a:extLst>
          </p:cNvPr>
          <p:cNvSpPr>
            <a:spLocks xmlns:a="http://schemas.openxmlformats.org/drawingml/2006/main" noGrp="1"/>
          </p:cNvSpPr>
          <p:nvPr/>
        </p:nvSpPr>
        <p:spPr>
          <a:xfrm xmlns:a="http://schemas.openxmlformats.org/drawingml/2006/main">
            <a:off x="3276600" y="2952750"/>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0">
                <a:solidFill>
                  <a:srgbClr val="231F20"/>
                </a:solidFill>
                <a:latin typeface="Yu Gothic"/>
                <a:ea typeface="Yu Gothic"/>
                <a:cs typeface="Yu Gothic"/>
              </a:defRPr>
            </a:defPPr>
            <a:lvl1pPr algn="ctr">
              <a:defRPr sz="1875" b="0">
                <a:solidFill>
                  <a:srgbClr val="231F20"/>
                </a:solidFill>
                <a:latin typeface="Yu Gothic"/>
                <a:ea typeface="Yu Gothic"/>
                <a:cs typeface="Yu Gothic"/>
              </a:defRPr>
            </a:lvl1pPr>
            <a:lvl2pPr algn="ctr">
              <a:defRPr sz="1875" b="0">
                <a:solidFill>
                  <a:srgbClr val="231F20"/>
                </a:solidFill>
                <a:latin typeface="Yu Gothic"/>
                <a:ea typeface="Yu Gothic"/>
                <a:cs typeface="Yu Gothic"/>
              </a:defRPr>
            </a:lvl2pPr>
            <a:lvl3pPr algn="ctr">
              <a:defRPr sz="1875" b="0">
                <a:solidFill>
                  <a:srgbClr val="231F20"/>
                </a:solidFill>
                <a:latin typeface="Yu Gothic"/>
                <a:ea typeface="Yu Gothic"/>
                <a:cs typeface="Yu Gothic"/>
              </a:defRPr>
            </a:lvl3pPr>
            <a:lvl4pPr algn="ctr">
              <a:defRPr sz="1875" b="0">
                <a:solidFill>
                  <a:srgbClr val="231F20"/>
                </a:solidFill>
                <a:latin typeface="Yu Gothic"/>
                <a:ea typeface="Yu Gothic"/>
                <a:cs typeface="Yu Gothic"/>
              </a:defRPr>
            </a:lvl4pPr>
            <a:lvl5pPr algn="ctr">
              <a:defRPr sz="1875" b="0">
                <a:solidFill>
                  <a:srgbClr val="231F20"/>
                </a:solidFill>
                <a:latin typeface="Yu Gothic"/>
                <a:ea typeface="Yu Gothic"/>
                <a:cs typeface="Yu Gothic"/>
              </a:defRPr>
            </a:lvl5pPr>
            <a:lvl6pPr algn="ctr">
              <a:defRPr sz="1875" b="0">
                <a:solidFill>
                  <a:srgbClr val="231F20"/>
                </a:solidFill>
                <a:latin typeface="Yu Gothic"/>
                <a:ea typeface="Yu Gothic"/>
                <a:cs typeface="Yu Gothic"/>
              </a:defRPr>
            </a:lvl6pPr>
            <a:lvl7pPr algn="ctr">
              <a:defRPr sz="1875" b="0">
                <a:solidFill>
                  <a:srgbClr val="231F20"/>
                </a:solidFill>
                <a:latin typeface="Yu Gothic"/>
                <a:ea typeface="Yu Gothic"/>
                <a:cs typeface="Yu Gothic"/>
              </a:defRPr>
            </a:lvl7pPr>
            <a:lvl8pPr algn="ctr">
              <a:defRPr sz="1875" b="0">
                <a:solidFill>
                  <a:srgbClr val="231F20"/>
                </a:solidFill>
                <a:latin typeface="Yu Gothic"/>
                <a:ea typeface="Yu Gothic"/>
                <a:cs typeface="Yu Gothic"/>
              </a:defRPr>
            </a:lvl8pPr>
            <a:lvl9pPr algn="ctr">
              <a:defRPr sz="1875" b="0">
                <a:solidFill>
                  <a:srgbClr val="231F20"/>
                </a:solidFill>
                <a:latin typeface="Yu Gothic"/>
                <a:ea typeface="Yu Gothic"/>
                <a:cs typeface="Yu Gothic"/>
              </a:defRPr>
            </a:lvl9pPr>
          </a:lstStyle>
          <a:p xmlns:a="http://schemas.openxmlformats.org/drawingml/2006/main">
            <a:pPr algn="ctr">
              <a:defRPr sz="1875" b="0">
                <a:solidFill>
                  <a:srgbClr val="231F20"/>
                </a:solidFill>
                <a:latin typeface="Yu Gothic"/>
                <a:ea typeface="Yu Gothic"/>
                <a:cs typeface="Yu Gothic"/>
              </a:defRPr>
            </a:pPr>
            <a:r>
              <a:rPr sz="1875" b="0">
                <a:solidFill>
                  <a:srgbClr val="231F20"/>
                </a:solidFill>
                <a:latin typeface="Yu Gothic"/>
                <a:ea typeface="Yu Gothic"/>
                <a:cs typeface="Yu Gothic"/>
              </a:rPr>
              <a:t>書く</a:t>
            </a:r>
          </a:p>
        </p:txBody>
      </p:sp>
      <p:sp>
        <p:nvSpPr>
          <p:cNvPr id="22" name="block-922">
            <a:extLst xmlns:a="http://schemas.openxmlformats.org/drawingml/2006/main">
              <a:ext uri="{FF2B5EF4-FFF2-40B4-BE49-F238E27FC236}">
                <a16:creationId xmlns:a16="http://schemas.microsoft.com/office/drawing/2014/main" id="{32A39E6A-802F-4756-A25C-9F7A1CF5C093}"/>
              </a:ext>
            </a:extLst>
          </p:cNvPr>
          <p:cNvSpPr>
            <a:spLocks xmlns:a="http://schemas.openxmlformats.org/drawingml/2006/main" noGrp="1"/>
          </p:cNvSpPr>
          <p:nvPr/>
        </p:nvSpPr>
        <p:spPr>
          <a:xfrm xmlns:a="http://schemas.openxmlformats.org/drawingml/2006/main">
            <a:off x="9134475" y="2924175"/>
            <a:ext cx="2447925" cy="10477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23" name="text-923">
            <a:extLst xmlns:a="http://schemas.openxmlformats.org/drawingml/2006/main">
              <a:ext uri="{FF2B5EF4-FFF2-40B4-BE49-F238E27FC236}">
                <a16:creationId xmlns:a16="http://schemas.microsoft.com/office/drawing/2014/main" id="{6AA2B53B-4052-4014-A7C2-7743E9796C0F}"/>
              </a:ext>
            </a:extLst>
          </p:cNvPr>
          <p:cNvSpPr>
            <a:spLocks xmlns:a="http://schemas.openxmlformats.org/drawingml/2006/main" noGrp="1"/>
          </p:cNvSpPr>
          <p:nvPr/>
        </p:nvSpPr>
        <p:spPr>
          <a:xfrm xmlns:a="http://schemas.openxmlformats.org/drawingml/2006/main">
            <a:off x="9210675" y="2981325"/>
            <a:ext cx="22955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75" b="1">
                <a:solidFill>
                  <a:srgbClr val="231F20"/>
                </a:solidFill>
                <a:latin typeface="Yu Gothic"/>
                <a:ea typeface="Yu Gothic"/>
                <a:cs typeface="Yu Gothic"/>
              </a:defRPr>
            </a:defPPr>
            <a:lvl1pPr algn="ctr">
              <a:defRPr sz="2175" b="1">
                <a:solidFill>
                  <a:srgbClr val="231F20"/>
                </a:solidFill>
                <a:latin typeface="Yu Gothic"/>
                <a:ea typeface="Yu Gothic"/>
                <a:cs typeface="Yu Gothic"/>
              </a:defRPr>
            </a:lvl1pPr>
            <a:lvl2pPr algn="ctr">
              <a:defRPr sz="2175" b="1">
                <a:solidFill>
                  <a:srgbClr val="231F20"/>
                </a:solidFill>
                <a:latin typeface="Yu Gothic"/>
                <a:ea typeface="Yu Gothic"/>
                <a:cs typeface="Yu Gothic"/>
              </a:defRPr>
            </a:lvl2pPr>
            <a:lvl3pPr algn="ctr">
              <a:defRPr sz="2175" b="1">
                <a:solidFill>
                  <a:srgbClr val="231F20"/>
                </a:solidFill>
                <a:latin typeface="Yu Gothic"/>
                <a:ea typeface="Yu Gothic"/>
                <a:cs typeface="Yu Gothic"/>
              </a:defRPr>
            </a:lvl3pPr>
            <a:lvl4pPr algn="ctr">
              <a:defRPr sz="2175" b="1">
                <a:solidFill>
                  <a:srgbClr val="231F20"/>
                </a:solidFill>
                <a:latin typeface="Yu Gothic"/>
                <a:ea typeface="Yu Gothic"/>
                <a:cs typeface="Yu Gothic"/>
              </a:defRPr>
            </a:lvl4pPr>
            <a:lvl5pPr algn="ctr">
              <a:defRPr sz="2175" b="1">
                <a:solidFill>
                  <a:srgbClr val="231F20"/>
                </a:solidFill>
                <a:latin typeface="Yu Gothic"/>
                <a:ea typeface="Yu Gothic"/>
                <a:cs typeface="Yu Gothic"/>
              </a:defRPr>
            </a:lvl5pPr>
            <a:lvl6pPr algn="ctr">
              <a:defRPr sz="2175" b="1">
                <a:solidFill>
                  <a:srgbClr val="231F20"/>
                </a:solidFill>
                <a:latin typeface="Yu Gothic"/>
                <a:ea typeface="Yu Gothic"/>
                <a:cs typeface="Yu Gothic"/>
              </a:defRPr>
            </a:lvl6pPr>
            <a:lvl7pPr algn="ctr">
              <a:defRPr sz="2175" b="1">
                <a:solidFill>
                  <a:srgbClr val="231F20"/>
                </a:solidFill>
                <a:latin typeface="Yu Gothic"/>
                <a:ea typeface="Yu Gothic"/>
                <a:cs typeface="Yu Gothic"/>
              </a:defRPr>
            </a:lvl7pPr>
            <a:lvl8pPr algn="ctr">
              <a:defRPr sz="2175" b="1">
                <a:solidFill>
                  <a:srgbClr val="231F20"/>
                </a:solidFill>
                <a:latin typeface="Yu Gothic"/>
                <a:ea typeface="Yu Gothic"/>
                <a:cs typeface="Yu Gothic"/>
              </a:defRPr>
            </a:lvl8pPr>
            <a:lvl9pPr algn="ctr">
              <a:defRPr sz="2175" b="1">
                <a:solidFill>
                  <a:srgbClr val="231F20"/>
                </a:solidFill>
                <a:latin typeface="Yu Gothic"/>
                <a:ea typeface="Yu Gothic"/>
                <a:cs typeface="Yu Gothic"/>
              </a:defRPr>
            </a:lvl9pPr>
          </a:lstStyle>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表示回路</a:t>
            </a:r>
          </a:p>
          <a:p xmlns:a="http://schemas.openxmlformats.org/drawingml/2006/main">
            <a:pPr algn="ctr">
              <a:defRPr sz="2175" b="1">
                <a:solidFill>
                  <a:srgbClr val="231F20"/>
                </a:solidFill>
                <a:latin typeface="Yu Gothic"/>
                <a:ea typeface="Yu Gothic"/>
                <a:cs typeface="Yu Gothic"/>
              </a:defRPr>
            </a:pPr>
            <a:r>
              <a:rPr sz="2175" b="1">
                <a:solidFill>
                  <a:srgbClr val="231F20"/>
                </a:solidFill>
                <a:latin typeface="Yu Gothic"/>
                <a:ea typeface="Yu Gothic"/>
                <a:cs typeface="Yu Gothic"/>
              </a:rPr>
              <a:t>画素を順に送る</a:t>
            </a:r>
          </a:p>
        </p:txBody>
      </p:sp>
      <p:sp>
        <p:nvSpPr>
          <p:cNvPr id="24" name="wire-924">
            <a:extLst xmlns:a="http://schemas.openxmlformats.org/drawingml/2006/main">
              <a:ext uri="{FF2B5EF4-FFF2-40B4-BE49-F238E27FC236}">
                <a16:creationId xmlns:a16="http://schemas.microsoft.com/office/drawing/2014/main" id="{374BD59F-5CD6-48BD-AFCE-3DA74BD9392A}"/>
              </a:ext>
            </a:extLst>
          </p:cNvPr>
          <p:cNvSpPr>
            <a:spLocks xmlns:a="http://schemas.openxmlformats.org/drawingml/2006/main" noGrp="1"/>
          </p:cNvSpPr>
          <p:nvPr/>
        </p:nvSpPr>
        <p:spPr>
          <a:xfrm xmlns:a="http://schemas.openxmlformats.org/drawingml/2006/main">
            <a:off x="7724775" y="3448050"/>
            <a:ext cx="1409700" cy="9525"/>
          </a:xfrm>
          <a:custGeom xmlns:a="http://schemas.openxmlformats.org/drawingml/2006/main">
            <a:pathLst>
              <a:path w="1409700" h="9525">
                <a:moveTo>
                  <a:pt x="0" y="0"/>
                </a:moveTo>
                <a:lnTo>
                  <a:pt x="1409700" y="0"/>
                </a:lnTo>
              </a:path>
            </a:pathLst>
          </a:custGeom>
          <a:noFill xmlns:a="http://schemas.openxmlformats.org/drawingml/2006/main"/>
          <a:ln xmlns:a="http://schemas.openxmlformats.org/drawingml/2006/main" w="22860">
            <a:solidFill>
              <a:srgbClr val="231F20"/>
            </a:solidFill>
          </a:ln>
        </p:spPr>
      </p:sp>
      <p:sp>
        <p:nvSpPr>
          <p:cNvPr id="25" name="circuit-925">
            <a:extLst xmlns:a="http://schemas.openxmlformats.org/drawingml/2006/main">
              <a:ext uri="{FF2B5EF4-FFF2-40B4-BE49-F238E27FC236}">
                <a16:creationId xmlns:a16="http://schemas.microsoft.com/office/drawing/2014/main" id="{7D7937CB-756E-4FA0-9EAF-6A11CB6FA6B9}"/>
              </a:ext>
            </a:extLst>
          </p:cNvPr>
          <p:cNvSpPr>
            <a:spLocks xmlns:a="http://schemas.openxmlformats.org/drawingml/2006/main" noGrp="1"/>
          </p:cNvSpPr>
          <p:nvPr/>
        </p:nvSpPr>
        <p:spPr>
          <a:xfrm xmlns:a="http://schemas.openxmlformats.org/drawingml/2006/main">
            <a:off x="9039225" y="3409950"/>
            <a:ext cx="95250" cy="76200"/>
          </a:xfrm>
          <a:custGeom xmlns:a="http://schemas.openxmlformats.org/drawingml/2006/main">
            <a:pathLst>
              <a:path w="95250" h="76200">
                <a:moveTo>
                  <a:pt x="95250" y="38100"/>
                </a:moveTo>
                <a:lnTo>
                  <a:pt x="0" y="0"/>
                </a:lnTo>
                <a:lnTo>
                  <a:pt x="0" y="76200"/>
                </a:lnTo>
                <a:close/>
              </a:path>
            </a:pathLst>
          </a:custGeom>
          <a:solidFill xmlns:a="http://schemas.openxmlformats.org/drawingml/2006/main">
            <a:srgbClr val="231F20"/>
          </a:solidFill>
          <a:ln xmlns:a="http://schemas.openxmlformats.org/drawingml/2006/main" w="9525">
            <a:solidFill>
              <a:srgbClr val="231F20"/>
            </a:solidFill>
          </a:ln>
        </p:spPr>
      </p:sp>
      <p:sp>
        <p:nvSpPr>
          <p:cNvPr id="26" name="text-926">
            <a:extLst xmlns:a="http://schemas.openxmlformats.org/drawingml/2006/main">
              <a:ext uri="{FF2B5EF4-FFF2-40B4-BE49-F238E27FC236}">
                <a16:creationId xmlns:a16="http://schemas.microsoft.com/office/drawing/2014/main" id="{9821EE45-E18E-4445-AB83-0050F91FF6CB}"/>
              </a:ext>
            </a:extLst>
          </p:cNvPr>
          <p:cNvSpPr>
            <a:spLocks xmlns:a="http://schemas.openxmlformats.org/drawingml/2006/main" noGrp="1"/>
          </p:cNvSpPr>
          <p:nvPr/>
        </p:nvSpPr>
        <p:spPr>
          <a:xfrm xmlns:a="http://schemas.openxmlformats.org/drawingml/2006/main">
            <a:off x="7981950" y="2952750"/>
            <a:ext cx="895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875" b="0">
                <a:solidFill>
                  <a:srgbClr val="231F20"/>
                </a:solidFill>
                <a:latin typeface="Yu Gothic"/>
                <a:ea typeface="Yu Gothic"/>
                <a:cs typeface="Yu Gothic"/>
              </a:defRPr>
            </a:defPPr>
            <a:lvl1pPr algn="ctr">
              <a:defRPr sz="1875" b="0">
                <a:solidFill>
                  <a:srgbClr val="231F20"/>
                </a:solidFill>
                <a:latin typeface="Yu Gothic"/>
                <a:ea typeface="Yu Gothic"/>
                <a:cs typeface="Yu Gothic"/>
              </a:defRPr>
            </a:lvl1pPr>
            <a:lvl2pPr algn="ctr">
              <a:defRPr sz="1875" b="0">
                <a:solidFill>
                  <a:srgbClr val="231F20"/>
                </a:solidFill>
                <a:latin typeface="Yu Gothic"/>
                <a:ea typeface="Yu Gothic"/>
                <a:cs typeface="Yu Gothic"/>
              </a:defRPr>
            </a:lvl2pPr>
            <a:lvl3pPr algn="ctr">
              <a:defRPr sz="1875" b="0">
                <a:solidFill>
                  <a:srgbClr val="231F20"/>
                </a:solidFill>
                <a:latin typeface="Yu Gothic"/>
                <a:ea typeface="Yu Gothic"/>
                <a:cs typeface="Yu Gothic"/>
              </a:defRPr>
            </a:lvl3pPr>
            <a:lvl4pPr algn="ctr">
              <a:defRPr sz="1875" b="0">
                <a:solidFill>
                  <a:srgbClr val="231F20"/>
                </a:solidFill>
                <a:latin typeface="Yu Gothic"/>
                <a:ea typeface="Yu Gothic"/>
                <a:cs typeface="Yu Gothic"/>
              </a:defRPr>
            </a:lvl4pPr>
            <a:lvl5pPr algn="ctr">
              <a:defRPr sz="1875" b="0">
                <a:solidFill>
                  <a:srgbClr val="231F20"/>
                </a:solidFill>
                <a:latin typeface="Yu Gothic"/>
                <a:ea typeface="Yu Gothic"/>
                <a:cs typeface="Yu Gothic"/>
              </a:defRPr>
            </a:lvl5pPr>
            <a:lvl6pPr algn="ctr">
              <a:defRPr sz="1875" b="0">
                <a:solidFill>
                  <a:srgbClr val="231F20"/>
                </a:solidFill>
                <a:latin typeface="Yu Gothic"/>
                <a:ea typeface="Yu Gothic"/>
                <a:cs typeface="Yu Gothic"/>
              </a:defRPr>
            </a:lvl6pPr>
            <a:lvl7pPr algn="ctr">
              <a:defRPr sz="1875" b="0">
                <a:solidFill>
                  <a:srgbClr val="231F20"/>
                </a:solidFill>
                <a:latin typeface="Yu Gothic"/>
                <a:ea typeface="Yu Gothic"/>
                <a:cs typeface="Yu Gothic"/>
              </a:defRPr>
            </a:lvl7pPr>
            <a:lvl8pPr algn="ctr">
              <a:defRPr sz="1875" b="0">
                <a:solidFill>
                  <a:srgbClr val="231F20"/>
                </a:solidFill>
                <a:latin typeface="Yu Gothic"/>
                <a:ea typeface="Yu Gothic"/>
                <a:cs typeface="Yu Gothic"/>
              </a:defRPr>
            </a:lvl8pPr>
            <a:lvl9pPr algn="ctr">
              <a:defRPr sz="1875" b="0">
                <a:solidFill>
                  <a:srgbClr val="231F20"/>
                </a:solidFill>
                <a:latin typeface="Yu Gothic"/>
                <a:ea typeface="Yu Gothic"/>
                <a:cs typeface="Yu Gothic"/>
              </a:defRPr>
            </a:lvl9pPr>
          </a:lstStyle>
          <a:p xmlns:a="http://schemas.openxmlformats.org/drawingml/2006/main">
            <a:pPr algn="ctr">
              <a:defRPr sz="1875" b="0">
                <a:solidFill>
                  <a:srgbClr val="231F20"/>
                </a:solidFill>
                <a:latin typeface="Yu Gothic"/>
                <a:ea typeface="Yu Gothic"/>
                <a:cs typeface="Yu Gothic"/>
              </a:defRPr>
            </a:pPr>
            <a:r>
              <a:rPr sz="1875" b="0">
                <a:solidFill>
                  <a:srgbClr val="231F20"/>
                </a:solidFill>
                <a:latin typeface="Yu Gothic"/>
                <a:ea typeface="Yu Gothic"/>
                <a:cs typeface="Yu Gothic"/>
              </a:rPr>
              <a:t>読む</a:t>
            </a:r>
          </a:p>
        </p:txBody>
      </p:sp>
      <p:sp>
        <p:nvSpPr>
          <p:cNvPr id="27" name="wire-927">
            <a:extLst xmlns:a="http://schemas.openxmlformats.org/drawingml/2006/main">
              <a:ext uri="{FF2B5EF4-FFF2-40B4-BE49-F238E27FC236}">
                <a16:creationId xmlns:a16="http://schemas.microsoft.com/office/drawing/2014/main" id="{11D05C6C-A4D5-491E-977F-C974A9056EB7}"/>
              </a:ext>
            </a:extLst>
          </p:cNvPr>
          <p:cNvSpPr>
            <a:spLocks xmlns:a="http://schemas.openxmlformats.org/drawingml/2006/main" noGrp="1"/>
          </p:cNvSpPr>
          <p:nvPr/>
        </p:nvSpPr>
        <p:spPr>
          <a:xfrm xmlns:a="http://schemas.openxmlformats.org/drawingml/2006/main">
            <a:off x="10353675" y="3971925"/>
            <a:ext cx="9525" cy="942975"/>
          </a:xfrm>
          <a:custGeom xmlns:a="http://schemas.openxmlformats.org/drawingml/2006/main">
            <a:pathLst>
              <a:path w="9525" h="942975">
                <a:moveTo>
                  <a:pt x="0" y="0"/>
                </a:moveTo>
                <a:lnTo>
                  <a:pt x="0" y="942975"/>
                </a:lnTo>
              </a:path>
            </a:pathLst>
          </a:custGeom>
          <a:noFill xmlns:a="http://schemas.openxmlformats.org/drawingml/2006/main"/>
          <a:ln xmlns:a="http://schemas.openxmlformats.org/drawingml/2006/main" w="22860">
            <a:solidFill>
              <a:srgbClr val="231F20"/>
            </a:solidFill>
          </a:ln>
        </p:spPr>
      </p:sp>
      <p:sp>
        <p:nvSpPr>
          <p:cNvPr id="28" name="circuit-928">
            <a:extLst xmlns:a="http://schemas.openxmlformats.org/drawingml/2006/main">
              <a:ext uri="{FF2B5EF4-FFF2-40B4-BE49-F238E27FC236}">
                <a16:creationId xmlns:a16="http://schemas.microsoft.com/office/drawing/2014/main" id="{008BAD45-6226-4148-84D7-4F27AD555A2C}"/>
              </a:ext>
            </a:extLst>
          </p:cNvPr>
          <p:cNvSpPr>
            <a:spLocks xmlns:a="http://schemas.openxmlformats.org/drawingml/2006/main" noGrp="1"/>
          </p:cNvSpPr>
          <p:nvPr/>
        </p:nvSpPr>
        <p:spPr>
          <a:xfrm xmlns:a="http://schemas.openxmlformats.org/drawingml/2006/main">
            <a:off x="10315575" y="4819650"/>
            <a:ext cx="76200" cy="95250"/>
          </a:xfrm>
          <a:custGeom xmlns:a="http://schemas.openxmlformats.org/drawingml/2006/main">
            <a:pathLst>
              <a:path w="76200" h="95250">
                <a:moveTo>
                  <a:pt x="38100" y="95250"/>
                </a:moveTo>
                <a:lnTo>
                  <a:pt x="76200" y="0"/>
                </a:lnTo>
                <a:lnTo>
                  <a:pt x="0" y="0"/>
                </a:lnTo>
                <a:close/>
              </a:path>
            </a:pathLst>
          </a:custGeom>
          <a:solidFill xmlns:a="http://schemas.openxmlformats.org/drawingml/2006/main">
            <a:srgbClr val="231F20"/>
          </a:solidFill>
          <a:ln xmlns:a="http://schemas.openxmlformats.org/drawingml/2006/main" w="9525">
            <a:solidFill>
              <a:srgbClr val="231F20"/>
            </a:solidFill>
          </a:ln>
        </p:spPr>
      </p:sp>
      <p:sp>
        <p:nvSpPr>
          <p:cNvPr id="29" name="block-929">
            <a:extLst xmlns:a="http://schemas.openxmlformats.org/drawingml/2006/main">
              <a:ext uri="{FF2B5EF4-FFF2-40B4-BE49-F238E27FC236}">
                <a16:creationId xmlns:a16="http://schemas.microsoft.com/office/drawing/2014/main" id="{8E9DE51F-BC7B-4C14-BFF0-ECB64099C2A7}"/>
              </a:ext>
            </a:extLst>
          </p:cNvPr>
          <p:cNvSpPr>
            <a:spLocks xmlns:a="http://schemas.openxmlformats.org/drawingml/2006/main" noGrp="1"/>
          </p:cNvSpPr>
          <p:nvPr/>
        </p:nvSpPr>
        <p:spPr>
          <a:xfrm xmlns:a="http://schemas.openxmlformats.org/drawingml/2006/main">
            <a:off x="9134475" y="4914900"/>
            <a:ext cx="2447925" cy="590550"/>
          </a:xfrm>
          <a:prstGeom xmlns:a="http://schemas.openxmlformats.org/drawingml/2006/main" prst="rect">
            <a:avLst/>
          </a:prstGeom>
          <a:solidFill xmlns:a="http://schemas.openxmlformats.org/drawingml/2006/main">
            <a:srgbClr val="FFFFFF"/>
          </a:solidFill>
          <a:ln xmlns:a="http://schemas.openxmlformats.org/drawingml/2006/main" w="16193">
            <a:solidFill>
              <a:srgbClr val="231F20"/>
            </a:solidFill>
          </a:ln>
        </p:spPr>
      </p:sp>
      <p:sp>
        <p:nvSpPr>
          <p:cNvPr id="30" name="text-930">
            <a:extLst xmlns:a="http://schemas.openxmlformats.org/drawingml/2006/main">
              <a:ext uri="{FF2B5EF4-FFF2-40B4-BE49-F238E27FC236}">
                <a16:creationId xmlns:a16="http://schemas.microsoft.com/office/drawing/2014/main" id="{6D70A0B5-03CE-46A4-B937-AD3327110647}"/>
              </a:ext>
            </a:extLst>
          </p:cNvPr>
          <p:cNvSpPr>
            <a:spLocks xmlns:a="http://schemas.openxmlformats.org/drawingml/2006/main" noGrp="1"/>
          </p:cNvSpPr>
          <p:nvPr/>
        </p:nvSpPr>
        <p:spPr>
          <a:xfrm xmlns:a="http://schemas.openxmlformats.org/drawingml/2006/main">
            <a:off x="9210675" y="4972050"/>
            <a:ext cx="2295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ctr">
              <a:defRPr sz="2100" b="1">
                <a:solidFill>
                  <a:srgbClr val="231F20"/>
                </a:solidFill>
                <a:latin typeface="Yu Gothic"/>
                <a:ea typeface="Yu Gothic"/>
                <a:cs typeface="Yu Gothic"/>
              </a:defRPr>
            </a:defPPr>
            <a:lvl1pPr algn="ctr">
              <a:defRPr sz="2100" b="1">
                <a:solidFill>
                  <a:srgbClr val="231F20"/>
                </a:solidFill>
                <a:latin typeface="Yu Gothic"/>
                <a:ea typeface="Yu Gothic"/>
                <a:cs typeface="Yu Gothic"/>
              </a:defRPr>
            </a:lvl1pPr>
            <a:lvl2pPr algn="ctr">
              <a:defRPr sz="2100" b="1">
                <a:solidFill>
                  <a:srgbClr val="231F20"/>
                </a:solidFill>
                <a:latin typeface="Yu Gothic"/>
                <a:ea typeface="Yu Gothic"/>
                <a:cs typeface="Yu Gothic"/>
              </a:defRPr>
            </a:lvl2pPr>
            <a:lvl3pPr algn="ctr">
              <a:defRPr sz="2100" b="1">
                <a:solidFill>
                  <a:srgbClr val="231F20"/>
                </a:solidFill>
                <a:latin typeface="Yu Gothic"/>
                <a:ea typeface="Yu Gothic"/>
                <a:cs typeface="Yu Gothic"/>
              </a:defRPr>
            </a:lvl3pPr>
            <a:lvl4pPr algn="ctr">
              <a:defRPr sz="2100" b="1">
                <a:solidFill>
                  <a:srgbClr val="231F20"/>
                </a:solidFill>
                <a:latin typeface="Yu Gothic"/>
                <a:ea typeface="Yu Gothic"/>
                <a:cs typeface="Yu Gothic"/>
              </a:defRPr>
            </a:lvl4pPr>
            <a:lvl5pPr algn="ctr">
              <a:defRPr sz="2100" b="1">
                <a:solidFill>
                  <a:srgbClr val="231F20"/>
                </a:solidFill>
                <a:latin typeface="Yu Gothic"/>
                <a:ea typeface="Yu Gothic"/>
                <a:cs typeface="Yu Gothic"/>
              </a:defRPr>
            </a:lvl5pPr>
            <a:lvl6pPr algn="ctr">
              <a:defRPr sz="2100" b="1">
                <a:solidFill>
                  <a:srgbClr val="231F20"/>
                </a:solidFill>
                <a:latin typeface="Yu Gothic"/>
                <a:ea typeface="Yu Gothic"/>
                <a:cs typeface="Yu Gothic"/>
              </a:defRPr>
            </a:lvl6pPr>
            <a:lvl7pPr algn="ctr">
              <a:defRPr sz="2100" b="1">
                <a:solidFill>
                  <a:srgbClr val="231F20"/>
                </a:solidFill>
                <a:latin typeface="Yu Gothic"/>
                <a:ea typeface="Yu Gothic"/>
                <a:cs typeface="Yu Gothic"/>
              </a:defRPr>
            </a:lvl7pPr>
            <a:lvl8pPr algn="ctr">
              <a:defRPr sz="2100" b="1">
                <a:solidFill>
                  <a:srgbClr val="231F20"/>
                </a:solidFill>
                <a:latin typeface="Yu Gothic"/>
                <a:ea typeface="Yu Gothic"/>
                <a:cs typeface="Yu Gothic"/>
              </a:defRPr>
            </a:lvl8pPr>
            <a:lvl9pPr algn="ctr">
              <a:defRPr sz="2100" b="1">
                <a:solidFill>
                  <a:srgbClr val="231F20"/>
                </a:solidFill>
                <a:latin typeface="Yu Gothic"/>
                <a:ea typeface="Yu Gothic"/>
                <a:cs typeface="Yu Gothic"/>
              </a:defRPr>
            </a:lvl9pPr>
          </a:lstStyle>
          <a:p xmlns:a="http://schemas.openxmlformats.org/drawingml/2006/main">
            <a:pPr algn="ctr">
              <a:defRPr sz="2100" b="1">
                <a:solidFill>
                  <a:srgbClr val="231F20"/>
                </a:solidFill>
                <a:latin typeface="Yu Gothic"/>
                <a:ea typeface="Yu Gothic"/>
                <a:cs typeface="Yu Gothic"/>
              </a:defRPr>
            </a:pPr>
            <a:r>
              <a:rPr sz="2100" b="1">
                <a:solidFill>
                  <a:srgbClr val="231F20"/>
                </a:solidFill>
                <a:latin typeface="Yu Gothic"/>
                <a:ea typeface="Yu Gothic"/>
                <a:cs typeface="Yu Gothic"/>
              </a:rPr>
              <a:t>HDMI端子</a:t>
            </a:r>
          </a:p>
        </p:txBody>
      </p:sp>
      <p:sp>
        <p:nvSpPr>
          <p:cNvPr id="31" name="text-931">
            <a:extLst xmlns:a="http://schemas.openxmlformats.org/drawingml/2006/main">
              <a:ext uri="{FF2B5EF4-FFF2-40B4-BE49-F238E27FC236}">
                <a16:creationId xmlns:a16="http://schemas.microsoft.com/office/drawing/2014/main" id="{CC8C8D6D-4FB3-4023-8393-C8285866FA65}"/>
              </a:ext>
            </a:extLst>
          </p:cNvPr>
          <p:cNvSpPr>
            <a:spLocks xmlns:a="http://schemas.openxmlformats.org/drawingml/2006/main" noGrp="1"/>
          </p:cNvSpPr>
          <p:nvPr/>
        </p:nvSpPr>
        <p:spPr>
          <a:xfrm xmlns:a="http://schemas.openxmlformats.org/drawingml/2006/main">
            <a:off x="609600" y="57054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1">
                <a:solidFill>
                  <a:srgbClr val="231F20"/>
                </a:solidFill>
                <a:latin typeface="Yu Gothic"/>
                <a:ea typeface="Yu Gothic"/>
                <a:cs typeface="Yu Gothic"/>
              </a:defRPr>
            </a:defPPr>
            <a:lvl1pPr algn="l">
              <a:defRPr sz="2175" b="1">
                <a:solidFill>
                  <a:srgbClr val="231F20"/>
                </a:solidFill>
                <a:latin typeface="Yu Gothic"/>
                <a:ea typeface="Yu Gothic"/>
                <a:cs typeface="Yu Gothic"/>
              </a:defRPr>
            </a:lvl1pPr>
            <a:lvl2pPr algn="l">
              <a:defRPr sz="2175" b="1">
                <a:solidFill>
                  <a:srgbClr val="231F20"/>
                </a:solidFill>
                <a:latin typeface="Yu Gothic"/>
                <a:ea typeface="Yu Gothic"/>
                <a:cs typeface="Yu Gothic"/>
              </a:defRPr>
            </a:lvl2pPr>
            <a:lvl3pPr algn="l">
              <a:defRPr sz="2175" b="1">
                <a:solidFill>
                  <a:srgbClr val="231F20"/>
                </a:solidFill>
                <a:latin typeface="Yu Gothic"/>
                <a:ea typeface="Yu Gothic"/>
                <a:cs typeface="Yu Gothic"/>
              </a:defRPr>
            </a:lvl3pPr>
            <a:lvl4pPr algn="l">
              <a:defRPr sz="2175" b="1">
                <a:solidFill>
                  <a:srgbClr val="231F20"/>
                </a:solidFill>
                <a:latin typeface="Yu Gothic"/>
                <a:ea typeface="Yu Gothic"/>
                <a:cs typeface="Yu Gothic"/>
              </a:defRPr>
            </a:lvl4pPr>
            <a:lvl5pPr algn="l">
              <a:defRPr sz="2175" b="1">
                <a:solidFill>
                  <a:srgbClr val="231F20"/>
                </a:solidFill>
                <a:latin typeface="Yu Gothic"/>
                <a:ea typeface="Yu Gothic"/>
                <a:cs typeface="Yu Gothic"/>
              </a:defRPr>
            </a:lvl5pPr>
            <a:lvl6pPr algn="l">
              <a:defRPr sz="2175" b="1">
                <a:solidFill>
                  <a:srgbClr val="231F20"/>
                </a:solidFill>
                <a:latin typeface="Yu Gothic"/>
                <a:ea typeface="Yu Gothic"/>
                <a:cs typeface="Yu Gothic"/>
              </a:defRPr>
            </a:lvl6pPr>
            <a:lvl7pPr algn="l">
              <a:defRPr sz="2175" b="1">
                <a:solidFill>
                  <a:srgbClr val="231F20"/>
                </a:solidFill>
                <a:latin typeface="Yu Gothic"/>
                <a:ea typeface="Yu Gothic"/>
                <a:cs typeface="Yu Gothic"/>
              </a:defRPr>
            </a:lvl7pPr>
            <a:lvl8pPr algn="l">
              <a:defRPr sz="2175" b="1">
                <a:solidFill>
                  <a:srgbClr val="231F20"/>
                </a:solidFill>
                <a:latin typeface="Yu Gothic"/>
                <a:ea typeface="Yu Gothic"/>
                <a:cs typeface="Yu Gothic"/>
              </a:defRPr>
            </a:lvl8pPr>
            <a:lvl9pPr algn="l">
              <a:defRPr sz="2175" b="1">
                <a:solidFill>
                  <a:srgbClr val="231F20"/>
                </a:solidFill>
                <a:latin typeface="Yu Gothic"/>
                <a:ea typeface="Yu Gothic"/>
                <a:cs typeface="Yu Gothic"/>
              </a:defRPr>
            </a:lvl9pPr>
          </a:lstStyle>
          <a:p xmlns:a="http://schemas.openxmlformats.org/drawingml/2006/main">
            <a:pPr algn="l">
              <a:defRPr sz="2175" b="1">
                <a:solidFill>
                  <a:srgbClr val="231F20"/>
                </a:solidFill>
                <a:latin typeface="Yu Gothic"/>
                <a:ea typeface="Yu Gothic"/>
                <a:cs typeface="Yu Gothic"/>
              </a:defRPr>
            </a:pPr>
            <a:r>
              <a:rPr sz="2175" b="1">
                <a:solidFill>
                  <a:srgbClr val="231F20"/>
                </a:solidFill>
                <a:latin typeface="Yu Gothic"/>
                <a:ea typeface="Yu Gothic"/>
                <a:cs typeface="Yu Gothic"/>
              </a:rPr>
              <a:t>FIFOへ語を渡せたことと、描画が終わったことは別</a:t>
            </a:r>
          </a:p>
        </p:txBody>
      </p:sp>
      <p:sp>
        <p:nvSpPr>
          <p:cNvPr id="32" name="text-932">
            <a:extLst xmlns:a="http://schemas.openxmlformats.org/drawingml/2006/main">
              <a:ext uri="{FF2B5EF4-FFF2-40B4-BE49-F238E27FC236}">
                <a16:creationId xmlns:a16="http://schemas.microsoft.com/office/drawing/2014/main" id="{48C37293-A0ED-4CD5-A8FF-65A5457113A9}"/>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10</a:t>
            </a:r>
          </a:p>
        </p:txBody>
      </p:sp>
      <p:sp>
        <p:nvSpPr>
          <p:cNvPr id="33" name="text-933">
            <a:extLst xmlns:a="http://schemas.openxmlformats.org/drawingml/2006/main">
              <a:ext uri="{FF2B5EF4-FFF2-40B4-BE49-F238E27FC236}">
                <a16:creationId xmlns:a16="http://schemas.microsoft.com/office/drawing/2014/main" id="{E54EAE72-0248-4046-9111-CBF0B00232B4}"/>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画素は画面を作る一つひとつの点。命令列の処理・メモリ共有・表示切替の内部は省略</a:t>
            </a:r>
          </a:p>
        </p:txBody>
      </p:sp>
    </p:spTree>
    <p:extLst>
      <p:ext uri="{BB962C8B-B14F-4D97-AF65-F5344CB8AC3E}">
        <p14:creationId xmlns:p14="http://schemas.microsoft.com/office/powerpoint/2010/main" val="17040875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934">
            <a:extLst xmlns:a="http://schemas.openxmlformats.org/drawingml/2006/main">
              <a:ext uri="{FF2B5EF4-FFF2-40B4-BE49-F238E27FC236}">
                <a16:creationId xmlns:a16="http://schemas.microsoft.com/office/drawing/2014/main" id="{E09D7557-277C-41E1-8D98-FB2467D9506F}"/>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11</a:t>
            </a:r>
          </a:p>
        </p:txBody>
      </p:sp>
      <p:sp>
        <p:nvSpPr>
          <p:cNvPr id="2" name="text-935">
            <a:extLst xmlns:a="http://schemas.openxmlformats.org/drawingml/2006/main">
              <a:ext uri="{FF2B5EF4-FFF2-40B4-BE49-F238E27FC236}">
                <a16:creationId xmlns:a16="http://schemas.microsoft.com/office/drawing/2014/main" id="{136FC6E3-8DF5-46EC-93FB-5DEF0279027D}"/>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接続した構成で、ブロック崩しを動かした</a:t>
            </a:r>
          </a:p>
        </p:txBody>
      </p:sp>
      <p:sp>
        <p:nvSpPr>
          <p:cNvPr id="3" name="text-936">
            <a:extLst xmlns:a="http://schemas.openxmlformats.org/drawingml/2006/main">
              <a:ext uri="{FF2B5EF4-FFF2-40B4-BE49-F238E27FC236}">
                <a16:creationId xmlns:a16="http://schemas.microsoft.com/office/drawing/2014/main" id="{D4ABFB81-BA95-4A35-9F5D-45E5FB3594DA}"/>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948B2053-7BD9-447A-A76A-4384359995CC}"/>
              </a:ext>
            </a:extLst>
          </p:cNvPr>
          <p:cNvPicPr>
            <a:picLocks xmlns:a="http://schemas.openxmlformats.org/drawingml/2006/main" noChangeAspect="1"/>
          </p:cNvPicPr>
          <p:nvPr/>
        </p:nvPicPr>
        <p:blipFill>
          <a:blip xmlns:r="http://schemas.openxmlformats.org/officeDocument/2006/relationships" xmlns:a="http://schemas.openxmlformats.org/drawingml/2006/main" r:embed="R13e8a6cc7e45469c"/>
          <a:stretch xmlns:a="http://schemas.openxmlformats.org/drawingml/2006/main"/>
        </p:blipFill>
        <p:spPr>
          <a:xfrm xmlns:a="http://schemas.openxmlformats.org/drawingml/2006/main">
            <a:off x="609600" y="1541859"/>
            <a:ext cx="6438900" cy="3621881"/>
          </a:xfrm>
          <a:prstGeom xmlns:a="http://schemas.openxmlformats.org/drawingml/2006/main" prst="rect">
            <a:avLst/>
          </a:prstGeom>
        </p:spPr>
      </p:pic>
      <p:sp>
        <p:nvSpPr>
          <p:cNvPr id="5" name="text-937">
            <a:extLst xmlns:a="http://schemas.openxmlformats.org/drawingml/2006/main">
              <a:ext uri="{FF2B5EF4-FFF2-40B4-BE49-F238E27FC236}">
                <a16:creationId xmlns:a16="http://schemas.microsoft.com/office/drawing/2014/main" id="{0F95F380-3E0C-4947-ADA0-6C8E53EB1DA8}"/>
              </a:ext>
            </a:extLst>
          </p:cNvPr>
          <p:cNvSpPr>
            <a:spLocks xmlns:a="http://schemas.openxmlformats.org/drawingml/2006/main" noGrp="1"/>
          </p:cNvSpPr>
          <p:nvPr/>
        </p:nvSpPr>
        <p:spPr>
          <a:xfrm xmlns:a="http://schemas.openxmlformats.org/drawingml/2006/main">
            <a:off x="7534275" y="1533525"/>
            <a:ext cx="4048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1">
                <a:solidFill>
                  <a:srgbClr val="231F20"/>
                </a:solidFill>
                <a:latin typeface="Yu Gothic"/>
                <a:ea typeface="Yu Gothic"/>
                <a:cs typeface="Yu Gothic"/>
              </a:defRPr>
            </a:defPPr>
            <a:lvl1pPr algn="l">
              <a:defRPr sz="2100" b="1">
                <a:solidFill>
                  <a:srgbClr val="231F20"/>
                </a:solidFill>
                <a:latin typeface="Yu Gothic"/>
                <a:ea typeface="Yu Gothic"/>
                <a:cs typeface="Yu Gothic"/>
              </a:defRPr>
            </a:lvl1pPr>
            <a:lvl2pPr algn="l">
              <a:defRPr sz="2100" b="1">
                <a:solidFill>
                  <a:srgbClr val="231F20"/>
                </a:solidFill>
                <a:latin typeface="Yu Gothic"/>
                <a:ea typeface="Yu Gothic"/>
                <a:cs typeface="Yu Gothic"/>
              </a:defRPr>
            </a:lvl2pPr>
            <a:lvl3pPr algn="l">
              <a:defRPr sz="2100" b="1">
                <a:solidFill>
                  <a:srgbClr val="231F20"/>
                </a:solidFill>
                <a:latin typeface="Yu Gothic"/>
                <a:ea typeface="Yu Gothic"/>
                <a:cs typeface="Yu Gothic"/>
              </a:defRPr>
            </a:lvl3pPr>
            <a:lvl4pPr algn="l">
              <a:defRPr sz="2100" b="1">
                <a:solidFill>
                  <a:srgbClr val="231F20"/>
                </a:solidFill>
                <a:latin typeface="Yu Gothic"/>
                <a:ea typeface="Yu Gothic"/>
                <a:cs typeface="Yu Gothic"/>
              </a:defRPr>
            </a:lvl4pPr>
            <a:lvl5pPr algn="l">
              <a:defRPr sz="2100" b="1">
                <a:solidFill>
                  <a:srgbClr val="231F20"/>
                </a:solidFill>
                <a:latin typeface="Yu Gothic"/>
                <a:ea typeface="Yu Gothic"/>
                <a:cs typeface="Yu Gothic"/>
              </a:defRPr>
            </a:lvl5pPr>
            <a:lvl6pPr algn="l">
              <a:defRPr sz="2100" b="1">
                <a:solidFill>
                  <a:srgbClr val="231F20"/>
                </a:solidFill>
                <a:latin typeface="Yu Gothic"/>
                <a:ea typeface="Yu Gothic"/>
                <a:cs typeface="Yu Gothic"/>
              </a:defRPr>
            </a:lvl6pPr>
            <a:lvl7pPr algn="l">
              <a:defRPr sz="2100" b="1">
                <a:solidFill>
                  <a:srgbClr val="231F20"/>
                </a:solidFill>
                <a:latin typeface="Yu Gothic"/>
                <a:ea typeface="Yu Gothic"/>
                <a:cs typeface="Yu Gothic"/>
              </a:defRPr>
            </a:lvl7pPr>
            <a:lvl8pPr algn="l">
              <a:defRPr sz="2100" b="1">
                <a:solidFill>
                  <a:srgbClr val="231F20"/>
                </a:solidFill>
                <a:latin typeface="Yu Gothic"/>
                <a:ea typeface="Yu Gothic"/>
                <a:cs typeface="Yu Gothic"/>
              </a:defRPr>
            </a:lvl8pPr>
            <a:lvl9pPr algn="l">
              <a:defRPr sz="2100" b="1">
                <a:solidFill>
                  <a:srgbClr val="231F20"/>
                </a:solidFill>
                <a:latin typeface="Yu Gothic"/>
                <a:ea typeface="Yu Gothic"/>
                <a:cs typeface="Yu Gothic"/>
              </a:defRPr>
            </a:lvl9pPr>
          </a:lstStyle>
          <a:p xmlns:a="http://schemas.openxmlformats.org/drawingml/2006/main">
            <a:pPr algn="l">
              <a:defRPr sz="2100" b="1">
                <a:solidFill>
                  <a:srgbClr val="231F20"/>
                </a:solidFill>
                <a:latin typeface="Yu Gothic"/>
                <a:ea typeface="Yu Gothic"/>
                <a:cs typeface="Yu Gothic"/>
              </a:defRPr>
            </a:pPr>
            <a:r>
              <a:rPr sz="2100" b="1">
                <a:solidFill>
                  <a:srgbClr val="231F20"/>
                </a:solidFill>
                <a:latin typeface="Yu Gothic"/>
                <a:ea typeface="Yu Gothic"/>
                <a:cs typeface="Yu Gothic"/>
              </a:rPr>
              <a:t>640 × 480 画素</a:t>
            </a:r>
          </a:p>
          <a:p xmlns:a="http://schemas.openxmlformats.org/drawingml/2006/main">
            <a:pPr algn="l">
              <a:defRPr sz="2100" b="1">
                <a:solidFill>
                  <a:srgbClr val="231F20"/>
                </a:solidFill>
                <a:latin typeface="Yu Gothic"/>
                <a:ea typeface="Yu Gothic"/>
                <a:cs typeface="Yu Gothic"/>
              </a:defRPr>
            </a:pPr>
            <a:r>
              <a:rPr sz="2100" b="1">
                <a:solidFill>
                  <a:srgbClr val="231F20"/>
                </a:solidFill>
                <a:latin typeface="Yu Gothic"/>
                <a:ea typeface="Yu Gothic"/>
                <a:cs typeface="Yu Gothic"/>
              </a:rPr>
              <a:t>4条件で期待画像と一致</a:t>
            </a:r>
          </a:p>
        </p:txBody>
      </p:sp>
      <p:sp>
        <p:nvSpPr>
          <p:cNvPr id="6" name="text-938">
            <a:extLst xmlns:a="http://schemas.openxmlformats.org/drawingml/2006/main">
              <a:ext uri="{FF2B5EF4-FFF2-40B4-BE49-F238E27FC236}">
                <a16:creationId xmlns:a16="http://schemas.microsoft.com/office/drawing/2014/main" id="{36BD8E1D-EF3C-496E-9836-D33900C76293}"/>
              </a:ext>
            </a:extLst>
          </p:cNvPr>
          <p:cNvSpPr>
            <a:spLocks xmlns:a="http://schemas.openxmlformats.org/drawingml/2006/main" noGrp="1"/>
          </p:cNvSpPr>
          <p:nvPr/>
        </p:nvSpPr>
        <p:spPr>
          <a:xfrm xmlns:a="http://schemas.openxmlformats.org/drawingml/2006/main">
            <a:off x="7534275" y="2914650"/>
            <a:ext cx="404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0">
                <a:solidFill>
                  <a:srgbClr val="231F20"/>
                </a:solidFill>
                <a:latin typeface="Yu Gothic"/>
                <a:ea typeface="Yu Gothic"/>
                <a:cs typeface="Yu Gothic"/>
              </a:defRPr>
            </a:defPPr>
            <a:lvl1pPr algn="l">
              <a:defRPr sz="2025" b="0">
                <a:solidFill>
                  <a:srgbClr val="231F20"/>
                </a:solidFill>
                <a:latin typeface="Yu Gothic"/>
                <a:ea typeface="Yu Gothic"/>
                <a:cs typeface="Yu Gothic"/>
              </a:defRPr>
            </a:lvl1pPr>
            <a:lvl2pPr algn="l">
              <a:defRPr sz="2025" b="0">
                <a:solidFill>
                  <a:srgbClr val="231F20"/>
                </a:solidFill>
                <a:latin typeface="Yu Gothic"/>
                <a:ea typeface="Yu Gothic"/>
                <a:cs typeface="Yu Gothic"/>
              </a:defRPr>
            </a:lvl2pPr>
            <a:lvl3pPr algn="l">
              <a:defRPr sz="2025" b="0">
                <a:solidFill>
                  <a:srgbClr val="231F20"/>
                </a:solidFill>
                <a:latin typeface="Yu Gothic"/>
                <a:ea typeface="Yu Gothic"/>
                <a:cs typeface="Yu Gothic"/>
              </a:defRPr>
            </a:lvl3pPr>
            <a:lvl4pPr algn="l">
              <a:defRPr sz="2025" b="0">
                <a:solidFill>
                  <a:srgbClr val="231F20"/>
                </a:solidFill>
                <a:latin typeface="Yu Gothic"/>
                <a:ea typeface="Yu Gothic"/>
                <a:cs typeface="Yu Gothic"/>
              </a:defRPr>
            </a:lvl4pPr>
            <a:lvl5pPr algn="l">
              <a:defRPr sz="2025" b="0">
                <a:solidFill>
                  <a:srgbClr val="231F20"/>
                </a:solidFill>
                <a:latin typeface="Yu Gothic"/>
                <a:ea typeface="Yu Gothic"/>
                <a:cs typeface="Yu Gothic"/>
              </a:defRPr>
            </a:lvl5pPr>
            <a:lvl6pPr algn="l">
              <a:defRPr sz="2025" b="0">
                <a:solidFill>
                  <a:srgbClr val="231F20"/>
                </a:solidFill>
                <a:latin typeface="Yu Gothic"/>
                <a:ea typeface="Yu Gothic"/>
                <a:cs typeface="Yu Gothic"/>
              </a:defRPr>
            </a:lvl6pPr>
            <a:lvl7pPr algn="l">
              <a:defRPr sz="2025" b="0">
                <a:solidFill>
                  <a:srgbClr val="231F20"/>
                </a:solidFill>
                <a:latin typeface="Yu Gothic"/>
                <a:ea typeface="Yu Gothic"/>
                <a:cs typeface="Yu Gothic"/>
              </a:defRPr>
            </a:lvl7pPr>
            <a:lvl8pPr algn="l">
              <a:defRPr sz="2025" b="0">
                <a:solidFill>
                  <a:srgbClr val="231F20"/>
                </a:solidFill>
                <a:latin typeface="Yu Gothic"/>
                <a:ea typeface="Yu Gothic"/>
                <a:cs typeface="Yu Gothic"/>
              </a:defRPr>
            </a:lvl8pPr>
            <a:lvl9pPr algn="l">
              <a:defRPr sz="2025" b="0">
                <a:solidFill>
                  <a:srgbClr val="231F20"/>
                </a:solidFill>
                <a:latin typeface="Yu Gothic"/>
                <a:ea typeface="Yu Gothic"/>
                <a:cs typeface="Yu Gothic"/>
              </a:defRPr>
            </a:lvl9pPr>
          </a:lstStyle>
          <a:p xmlns:a="http://schemas.openxmlformats.org/drawingml/2006/main">
            <a:pPr algn="l">
              <a:defRPr sz="2025" b="0">
                <a:solidFill>
                  <a:srgbClr val="231F20"/>
                </a:solidFill>
                <a:latin typeface="Yu Gothic"/>
                <a:ea typeface="Yu Gothic"/>
                <a:cs typeface="Yu Gothic"/>
              </a:defRPr>
            </a:pPr>
            <a:r>
              <a:rPr sz="2025" b="0">
                <a:solidFill>
                  <a:srgbClr val="231F20"/>
                </a:solidFill>
                <a:latin typeface="Yu Gothic"/>
                <a:ea typeface="Yu Gothic"/>
                <a:cs typeface="Yu Gothic"/>
              </a:rPr>
              <a:t>5分間の自動プレイ</a:t>
            </a:r>
          </a:p>
          <a:p xmlns:a="http://schemas.openxmlformats.org/drawingml/2006/main">
            <a:pPr algn="l">
              <a:defRPr sz="2025" b="0">
                <a:solidFill>
                  <a:srgbClr val="231F20"/>
                </a:solidFill>
                <a:latin typeface="Yu Gothic"/>
                <a:ea typeface="Yu Gothic"/>
                <a:cs typeface="Yu Gothic"/>
              </a:defRPr>
            </a:pPr>
            <a:r>
              <a:rPr sz="2025" b="0">
                <a:solidFill>
                  <a:srgbClr val="231F20"/>
                </a:solidFill>
                <a:latin typeface="Yu Gothic"/>
                <a:ea typeface="Yu Gothic"/>
                <a:cs typeface="Yu Gothic"/>
              </a:rPr>
              <a:t>別に30秒の映像を確認</a:t>
            </a:r>
          </a:p>
        </p:txBody>
      </p:sp>
      <p:sp>
        <p:nvSpPr>
          <p:cNvPr id="7" name="text-939">
            <a:extLst xmlns:a="http://schemas.openxmlformats.org/drawingml/2006/main">
              <a:ext uri="{FF2B5EF4-FFF2-40B4-BE49-F238E27FC236}">
                <a16:creationId xmlns:a16="http://schemas.microsoft.com/office/drawing/2014/main" id="{69E37694-D1A5-48EC-B2CD-A68A9873A69E}"/>
              </a:ext>
            </a:extLst>
          </p:cNvPr>
          <p:cNvSpPr>
            <a:spLocks xmlns:a="http://schemas.openxmlformats.org/drawingml/2006/main" noGrp="1"/>
          </p:cNvSpPr>
          <p:nvPr/>
        </p:nvSpPr>
        <p:spPr>
          <a:xfrm xmlns:a="http://schemas.openxmlformats.org/drawingml/2006/main">
            <a:off x="7534275" y="430530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0">
                <a:solidFill>
                  <a:srgbClr val="231F20"/>
                </a:solidFill>
                <a:latin typeface="Yu Gothic"/>
                <a:ea typeface="Yu Gothic"/>
                <a:cs typeface="Yu Gothic"/>
              </a:defRPr>
            </a:defPPr>
            <a:lvl1pPr algn="l">
              <a:defRPr sz="1950" b="0">
                <a:solidFill>
                  <a:srgbClr val="231F20"/>
                </a:solidFill>
                <a:latin typeface="Yu Gothic"/>
                <a:ea typeface="Yu Gothic"/>
                <a:cs typeface="Yu Gothic"/>
              </a:defRPr>
            </a:lvl1pPr>
            <a:lvl2pPr algn="l">
              <a:defRPr sz="1950" b="0">
                <a:solidFill>
                  <a:srgbClr val="231F20"/>
                </a:solidFill>
                <a:latin typeface="Yu Gothic"/>
                <a:ea typeface="Yu Gothic"/>
                <a:cs typeface="Yu Gothic"/>
              </a:defRPr>
            </a:lvl2pPr>
            <a:lvl3pPr algn="l">
              <a:defRPr sz="1950" b="0">
                <a:solidFill>
                  <a:srgbClr val="231F20"/>
                </a:solidFill>
                <a:latin typeface="Yu Gothic"/>
                <a:ea typeface="Yu Gothic"/>
                <a:cs typeface="Yu Gothic"/>
              </a:defRPr>
            </a:lvl3pPr>
            <a:lvl4pPr algn="l">
              <a:defRPr sz="1950" b="0">
                <a:solidFill>
                  <a:srgbClr val="231F20"/>
                </a:solidFill>
                <a:latin typeface="Yu Gothic"/>
                <a:ea typeface="Yu Gothic"/>
                <a:cs typeface="Yu Gothic"/>
              </a:defRPr>
            </a:lvl4pPr>
            <a:lvl5pPr algn="l">
              <a:defRPr sz="1950" b="0">
                <a:solidFill>
                  <a:srgbClr val="231F20"/>
                </a:solidFill>
                <a:latin typeface="Yu Gothic"/>
                <a:ea typeface="Yu Gothic"/>
                <a:cs typeface="Yu Gothic"/>
              </a:defRPr>
            </a:lvl5pPr>
            <a:lvl6pPr algn="l">
              <a:defRPr sz="1950" b="0">
                <a:solidFill>
                  <a:srgbClr val="231F20"/>
                </a:solidFill>
                <a:latin typeface="Yu Gothic"/>
                <a:ea typeface="Yu Gothic"/>
                <a:cs typeface="Yu Gothic"/>
              </a:defRPr>
            </a:lvl6pPr>
            <a:lvl7pPr algn="l">
              <a:defRPr sz="1950" b="0">
                <a:solidFill>
                  <a:srgbClr val="231F20"/>
                </a:solidFill>
                <a:latin typeface="Yu Gothic"/>
                <a:ea typeface="Yu Gothic"/>
                <a:cs typeface="Yu Gothic"/>
              </a:defRPr>
            </a:lvl7pPr>
            <a:lvl8pPr algn="l">
              <a:defRPr sz="1950" b="0">
                <a:solidFill>
                  <a:srgbClr val="231F20"/>
                </a:solidFill>
                <a:latin typeface="Yu Gothic"/>
                <a:ea typeface="Yu Gothic"/>
                <a:cs typeface="Yu Gothic"/>
              </a:defRPr>
            </a:lvl8pPr>
            <a:lvl9pPr algn="l">
              <a:defRPr sz="1950" b="0">
                <a:solidFill>
                  <a:srgbClr val="231F20"/>
                </a:solidFill>
                <a:latin typeface="Yu Gothic"/>
                <a:ea typeface="Yu Gothic"/>
                <a:cs typeface="Yu Gothic"/>
              </a:defRPr>
            </a:lvl9pPr>
          </a:lstStyle>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現在は自動操作</a:t>
            </a:r>
          </a:p>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画像・継続実行・映像を確認</a:t>
            </a:r>
          </a:p>
        </p:txBody>
      </p:sp>
      <p:sp>
        <p:nvSpPr>
          <p:cNvPr id="8" name="text-940">
            <a:extLst xmlns:a="http://schemas.openxmlformats.org/drawingml/2006/main">
              <a:ext uri="{FF2B5EF4-FFF2-40B4-BE49-F238E27FC236}">
                <a16:creationId xmlns:a16="http://schemas.microsoft.com/office/drawing/2014/main" id="{A325D514-CCFE-4965-A87C-181AA9357548}"/>
              </a:ext>
            </a:extLst>
          </p:cNvPr>
          <p:cNvSpPr>
            <a:spLocks xmlns:a="http://schemas.openxmlformats.org/drawingml/2006/main" noGrp="1"/>
          </p:cNvSpPr>
          <p:nvPr/>
        </p:nvSpPr>
        <p:spPr>
          <a:xfrm xmlns:a="http://schemas.openxmlformats.org/drawingml/2006/main">
            <a:off x="609600" y="54102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250" b="1">
                <a:solidFill>
                  <a:srgbClr val="231F20"/>
                </a:solidFill>
                <a:latin typeface="Yu Gothic"/>
                <a:ea typeface="Yu Gothic"/>
                <a:cs typeface="Yu Gothic"/>
              </a:defRPr>
            </a:defPPr>
            <a:lvl1pPr algn="l">
              <a:defRPr sz="2250" b="1">
                <a:solidFill>
                  <a:srgbClr val="231F20"/>
                </a:solidFill>
                <a:latin typeface="Yu Gothic"/>
                <a:ea typeface="Yu Gothic"/>
                <a:cs typeface="Yu Gothic"/>
              </a:defRPr>
            </a:lvl1pPr>
            <a:lvl2pPr algn="l">
              <a:defRPr sz="2250" b="1">
                <a:solidFill>
                  <a:srgbClr val="231F20"/>
                </a:solidFill>
                <a:latin typeface="Yu Gothic"/>
                <a:ea typeface="Yu Gothic"/>
                <a:cs typeface="Yu Gothic"/>
              </a:defRPr>
            </a:lvl2pPr>
            <a:lvl3pPr algn="l">
              <a:defRPr sz="2250" b="1">
                <a:solidFill>
                  <a:srgbClr val="231F20"/>
                </a:solidFill>
                <a:latin typeface="Yu Gothic"/>
                <a:ea typeface="Yu Gothic"/>
                <a:cs typeface="Yu Gothic"/>
              </a:defRPr>
            </a:lvl3pPr>
            <a:lvl4pPr algn="l">
              <a:defRPr sz="2250" b="1">
                <a:solidFill>
                  <a:srgbClr val="231F20"/>
                </a:solidFill>
                <a:latin typeface="Yu Gothic"/>
                <a:ea typeface="Yu Gothic"/>
                <a:cs typeface="Yu Gothic"/>
              </a:defRPr>
            </a:lvl4pPr>
            <a:lvl5pPr algn="l">
              <a:defRPr sz="2250" b="1">
                <a:solidFill>
                  <a:srgbClr val="231F20"/>
                </a:solidFill>
                <a:latin typeface="Yu Gothic"/>
                <a:ea typeface="Yu Gothic"/>
                <a:cs typeface="Yu Gothic"/>
              </a:defRPr>
            </a:lvl5pPr>
            <a:lvl6pPr algn="l">
              <a:defRPr sz="2250" b="1">
                <a:solidFill>
                  <a:srgbClr val="231F20"/>
                </a:solidFill>
                <a:latin typeface="Yu Gothic"/>
                <a:ea typeface="Yu Gothic"/>
                <a:cs typeface="Yu Gothic"/>
              </a:defRPr>
            </a:lvl6pPr>
            <a:lvl7pPr algn="l">
              <a:defRPr sz="2250" b="1">
                <a:solidFill>
                  <a:srgbClr val="231F20"/>
                </a:solidFill>
                <a:latin typeface="Yu Gothic"/>
                <a:ea typeface="Yu Gothic"/>
                <a:cs typeface="Yu Gothic"/>
              </a:defRPr>
            </a:lvl7pPr>
            <a:lvl8pPr algn="l">
              <a:defRPr sz="2250" b="1">
                <a:solidFill>
                  <a:srgbClr val="231F20"/>
                </a:solidFill>
                <a:latin typeface="Yu Gothic"/>
                <a:ea typeface="Yu Gothic"/>
                <a:cs typeface="Yu Gothic"/>
              </a:defRPr>
            </a:lvl8pPr>
            <a:lvl9pPr algn="l">
              <a:defRPr sz="2250" b="1">
                <a:solidFill>
                  <a:srgbClr val="231F20"/>
                </a:solidFill>
                <a:latin typeface="Yu Gothic"/>
                <a:ea typeface="Yu Gothic"/>
                <a:cs typeface="Yu Gothic"/>
              </a:defRPr>
            </a:lvl9pPr>
          </a:lstStyle>
          <a:p xmlns:a="http://schemas.openxmlformats.org/drawingml/2006/main">
            <a:pPr algn="l">
              <a:defRPr sz="2250" b="1">
                <a:solidFill>
                  <a:srgbClr val="231F20"/>
                </a:solidFill>
                <a:latin typeface="Yu Gothic"/>
                <a:ea typeface="Yu Gothic"/>
                <a:cs typeface="Yu Gothic"/>
              </a:defRPr>
            </a:pPr>
            <a:r>
              <a:rPr sz="2250" b="1">
                <a:solidFill>
                  <a:srgbClr val="231F20"/>
                </a:solidFill>
                <a:latin typeface="Yu Gothic"/>
                <a:ea typeface="Yu Gothic"/>
                <a:cs typeface="Yu Gothic"/>
              </a:rPr>
              <a:t>CPU・描画・メモリ・表示をつなぎ、ゲーム画面を生成</a:t>
            </a:r>
          </a:p>
        </p:txBody>
      </p:sp>
      <p:sp>
        <p:nvSpPr>
          <p:cNvPr id="9" name="text-941">
            <a:extLst xmlns:a="http://schemas.openxmlformats.org/drawingml/2006/main">
              <a:ext uri="{FF2B5EF4-FFF2-40B4-BE49-F238E27FC236}">
                <a16:creationId xmlns:a16="http://schemas.microsoft.com/office/drawing/2014/main" id="{7ACD8BE0-A436-4EB1-927D-52AAE5CD2520}"/>
              </a:ext>
            </a:extLst>
          </p:cNvPr>
          <p:cNvSpPr>
            <a:spLocks xmlns:a="http://schemas.openxmlformats.org/drawingml/2006/main" noGrp="1"/>
          </p:cNvSpPr>
          <p:nvPr/>
        </p:nvSpPr>
        <p:spPr>
          <a:xfrm xmlns:a="http://schemas.openxmlformats.org/drawingml/2006/main">
            <a:off x="609600" y="59626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00" b="0">
                <a:solidFill>
                  <a:srgbClr val="231F20"/>
                </a:solidFill>
                <a:latin typeface="Yu Gothic"/>
                <a:ea typeface="Yu Gothic"/>
                <a:cs typeface="Yu Gothic"/>
              </a:defRPr>
            </a:defPPr>
            <a:lvl1pPr algn="l">
              <a:defRPr sz="1800" b="0">
                <a:solidFill>
                  <a:srgbClr val="231F20"/>
                </a:solidFill>
                <a:latin typeface="Yu Gothic"/>
                <a:ea typeface="Yu Gothic"/>
                <a:cs typeface="Yu Gothic"/>
              </a:defRPr>
            </a:lvl1pPr>
            <a:lvl2pPr algn="l">
              <a:defRPr sz="1800" b="0">
                <a:solidFill>
                  <a:srgbClr val="231F20"/>
                </a:solidFill>
                <a:latin typeface="Yu Gothic"/>
                <a:ea typeface="Yu Gothic"/>
                <a:cs typeface="Yu Gothic"/>
              </a:defRPr>
            </a:lvl2pPr>
            <a:lvl3pPr algn="l">
              <a:defRPr sz="1800" b="0">
                <a:solidFill>
                  <a:srgbClr val="231F20"/>
                </a:solidFill>
                <a:latin typeface="Yu Gothic"/>
                <a:ea typeface="Yu Gothic"/>
                <a:cs typeface="Yu Gothic"/>
              </a:defRPr>
            </a:lvl3pPr>
            <a:lvl4pPr algn="l">
              <a:defRPr sz="1800" b="0">
                <a:solidFill>
                  <a:srgbClr val="231F20"/>
                </a:solidFill>
                <a:latin typeface="Yu Gothic"/>
                <a:ea typeface="Yu Gothic"/>
                <a:cs typeface="Yu Gothic"/>
              </a:defRPr>
            </a:lvl4pPr>
            <a:lvl5pPr algn="l">
              <a:defRPr sz="1800" b="0">
                <a:solidFill>
                  <a:srgbClr val="231F20"/>
                </a:solidFill>
                <a:latin typeface="Yu Gothic"/>
                <a:ea typeface="Yu Gothic"/>
                <a:cs typeface="Yu Gothic"/>
              </a:defRPr>
            </a:lvl5pPr>
            <a:lvl6pPr algn="l">
              <a:defRPr sz="1800" b="0">
                <a:solidFill>
                  <a:srgbClr val="231F20"/>
                </a:solidFill>
                <a:latin typeface="Yu Gothic"/>
                <a:ea typeface="Yu Gothic"/>
                <a:cs typeface="Yu Gothic"/>
              </a:defRPr>
            </a:lvl6pPr>
            <a:lvl7pPr algn="l">
              <a:defRPr sz="1800" b="0">
                <a:solidFill>
                  <a:srgbClr val="231F20"/>
                </a:solidFill>
                <a:latin typeface="Yu Gothic"/>
                <a:ea typeface="Yu Gothic"/>
                <a:cs typeface="Yu Gothic"/>
              </a:defRPr>
            </a:lvl7pPr>
            <a:lvl8pPr algn="l">
              <a:defRPr sz="1800" b="0">
                <a:solidFill>
                  <a:srgbClr val="231F20"/>
                </a:solidFill>
                <a:latin typeface="Yu Gothic"/>
                <a:ea typeface="Yu Gothic"/>
                <a:cs typeface="Yu Gothic"/>
              </a:defRPr>
            </a:lvl8pPr>
            <a:lvl9pPr algn="l">
              <a:defRPr sz="1800" b="0">
                <a:solidFill>
                  <a:srgbClr val="231F20"/>
                </a:solidFill>
                <a:latin typeface="Yu Gothic"/>
                <a:ea typeface="Yu Gothic"/>
                <a:cs typeface="Yu Gothic"/>
              </a:defRPr>
            </a:lvl9pPr>
          </a:lstStyle>
          <a:p xmlns:a="http://schemas.openxmlformats.org/drawingml/2006/main">
            <a:pPr algn="l">
              <a:defRPr sz="1800" b="0">
                <a:solidFill>
                  <a:srgbClr val="231F20"/>
                </a:solidFill>
                <a:latin typeface="Yu Gothic"/>
                <a:ea typeface="Yu Gothic"/>
                <a:cs typeface="Yu Gothic"/>
              </a:defRPr>
            </a:pPr>
            <a:r>
              <a:rPr sz="1800" b="0">
                <a:solidFill>
                  <a:srgbClr val="231F20"/>
                </a:solidFill>
                <a:latin typeface="Yu Gothic"/>
                <a:ea typeface="Yu Gothic"/>
                <a:cs typeface="Yu Gothic"/>
              </a:rPr>
              <a:t>残る課題：映像を受信できない場合の条件の特定</a:t>
            </a:r>
          </a:p>
        </p:txBody>
      </p:sp>
      <p:sp>
        <p:nvSpPr>
          <p:cNvPr id="10" name="text-942">
            <a:extLst xmlns:a="http://schemas.openxmlformats.org/drawingml/2006/main">
              <a:ext uri="{FF2B5EF4-FFF2-40B4-BE49-F238E27FC236}">
                <a16:creationId xmlns:a16="http://schemas.microsoft.com/office/drawing/2014/main" id="{A75FB682-3E4D-4E0A-A147-022747E85246}"/>
              </a:ext>
            </a:extLst>
          </p:cNvPr>
          <p:cNvSpPr>
            <a:spLocks xmlns:a="http://schemas.openxmlformats.org/drawingml/2006/main" noGrp="1"/>
          </p:cNvSpPr>
          <p:nvPr/>
        </p:nvSpPr>
        <p:spPr>
          <a:xfrm xmlns:a="http://schemas.openxmlformats.org/drawingml/2006/main">
            <a:off x="609600" y="6334125"/>
            <a:ext cx="600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1">
                <a:solidFill>
                  <a:srgbClr val="0078BA"/>
                </a:solidFill>
                <a:latin typeface="Yu Gothic"/>
                <a:ea typeface="Yu Gothic"/>
                <a:cs typeface="Yu Gothic"/>
              </a:defRPr>
            </a:defPPr>
            <a:lvl1pPr algn="l">
              <a:defRPr sz="1275" b="1">
                <a:solidFill>
                  <a:srgbClr val="0078BA"/>
                </a:solidFill>
                <a:latin typeface="Yu Gothic"/>
                <a:ea typeface="Yu Gothic"/>
                <a:cs typeface="Yu Gothic"/>
              </a:defRPr>
            </a:lvl1pPr>
            <a:lvl2pPr algn="l">
              <a:defRPr sz="1275" b="1">
                <a:solidFill>
                  <a:srgbClr val="0078BA"/>
                </a:solidFill>
                <a:latin typeface="Yu Gothic"/>
                <a:ea typeface="Yu Gothic"/>
                <a:cs typeface="Yu Gothic"/>
              </a:defRPr>
            </a:lvl2pPr>
            <a:lvl3pPr algn="l">
              <a:defRPr sz="1275" b="1">
                <a:solidFill>
                  <a:srgbClr val="0078BA"/>
                </a:solidFill>
                <a:latin typeface="Yu Gothic"/>
                <a:ea typeface="Yu Gothic"/>
                <a:cs typeface="Yu Gothic"/>
              </a:defRPr>
            </a:lvl3pPr>
            <a:lvl4pPr algn="l">
              <a:defRPr sz="1275" b="1">
                <a:solidFill>
                  <a:srgbClr val="0078BA"/>
                </a:solidFill>
                <a:latin typeface="Yu Gothic"/>
                <a:ea typeface="Yu Gothic"/>
                <a:cs typeface="Yu Gothic"/>
              </a:defRPr>
            </a:lvl4pPr>
            <a:lvl5pPr algn="l">
              <a:defRPr sz="1275" b="1">
                <a:solidFill>
                  <a:srgbClr val="0078BA"/>
                </a:solidFill>
                <a:latin typeface="Yu Gothic"/>
                <a:ea typeface="Yu Gothic"/>
                <a:cs typeface="Yu Gothic"/>
              </a:defRPr>
            </a:lvl5pPr>
            <a:lvl6pPr algn="l">
              <a:defRPr sz="1275" b="1">
                <a:solidFill>
                  <a:srgbClr val="0078BA"/>
                </a:solidFill>
                <a:latin typeface="Yu Gothic"/>
                <a:ea typeface="Yu Gothic"/>
                <a:cs typeface="Yu Gothic"/>
              </a:defRPr>
            </a:lvl6pPr>
            <a:lvl7pPr algn="l">
              <a:defRPr sz="1275" b="1">
                <a:solidFill>
                  <a:srgbClr val="0078BA"/>
                </a:solidFill>
                <a:latin typeface="Yu Gothic"/>
                <a:ea typeface="Yu Gothic"/>
                <a:cs typeface="Yu Gothic"/>
              </a:defRPr>
            </a:lvl7pPr>
            <a:lvl8pPr algn="l">
              <a:defRPr sz="1275" b="1">
                <a:solidFill>
                  <a:srgbClr val="0078BA"/>
                </a:solidFill>
                <a:latin typeface="Yu Gothic"/>
                <a:ea typeface="Yu Gothic"/>
                <a:cs typeface="Yu Gothic"/>
              </a:defRPr>
            </a:lvl8pPr>
            <a:lvl9pPr algn="l">
              <a:defRPr sz="1275" b="1">
                <a:solidFill>
                  <a:srgbClr val="0078BA"/>
                </a:solidFill>
                <a:latin typeface="Yu Gothic"/>
                <a:ea typeface="Yu Gothic"/>
                <a:cs typeface="Yu Gothic"/>
              </a:defRPr>
            </a:lvl9pPr>
          </a:lstStyle>
          <a:p xmlns:a="http://schemas.openxmlformats.org/drawingml/2006/main">
            <a:pPr algn="l">
              <a:defRPr sz="1275" b="1">
                <a:solidFill>
                  <a:srgbClr val="0078BA"/>
                </a:solidFill>
                <a:latin typeface="Yu Gothic"/>
                <a:ea typeface="Yu Gothic"/>
                <a:cs typeface="Yu Gothic"/>
              </a:defRPr>
            </a:pPr>
            <a:r>
              <a:rPr sz="1275" b="1">
                <a:solidFill>
                  <a:srgbClr val="0078BA"/>
                </a:solidFill>
                <a:latin typeface="Yu Gothic"/>
                <a:ea typeface="Yu Gothic"/>
                <a:cs typeface="Yu Gothic"/>
              </a:rPr>
              <a:t>図 11</a:t>
            </a:r>
          </a:p>
        </p:txBody>
      </p:sp>
      <p:sp>
        <p:nvSpPr>
          <p:cNvPr id="11" name="text-943">
            <a:extLst xmlns:a="http://schemas.openxmlformats.org/drawingml/2006/main">
              <a:ext uri="{FF2B5EF4-FFF2-40B4-BE49-F238E27FC236}">
                <a16:creationId xmlns:a16="http://schemas.microsoft.com/office/drawing/2014/main" id="{DE668C0B-80BE-4F40-8216-7ABEDB9DC572}"/>
              </a:ext>
            </a:extLst>
          </p:cNvPr>
          <p:cNvSpPr>
            <a:spLocks xmlns:a="http://schemas.openxmlformats.org/drawingml/2006/main" noGrp="1"/>
          </p:cNvSpPr>
          <p:nvPr/>
        </p:nvSpPr>
        <p:spPr>
          <a:xfrm xmlns:a="http://schemas.openxmlformats.org/drawingml/2006/main">
            <a:off x="1247775" y="6334125"/>
            <a:ext cx="979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231F20"/>
                </a:solidFill>
                <a:latin typeface="Yu Gothic"/>
                <a:ea typeface="Yu Gothic"/>
                <a:cs typeface="Yu Gothic"/>
              </a:defRPr>
            </a:defPPr>
            <a:lvl1pPr algn="l">
              <a:defRPr sz="1200" b="0">
                <a:solidFill>
                  <a:srgbClr val="231F20"/>
                </a:solidFill>
                <a:latin typeface="Yu Gothic"/>
                <a:ea typeface="Yu Gothic"/>
                <a:cs typeface="Yu Gothic"/>
              </a:defRPr>
            </a:lvl1pPr>
            <a:lvl2pPr algn="l">
              <a:defRPr sz="1200" b="0">
                <a:solidFill>
                  <a:srgbClr val="231F20"/>
                </a:solidFill>
                <a:latin typeface="Yu Gothic"/>
                <a:ea typeface="Yu Gothic"/>
                <a:cs typeface="Yu Gothic"/>
              </a:defRPr>
            </a:lvl2pPr>
            <a:lvl3pPr algn="l">
              <a:defRPr sz="1200" b="0">
                <a:solidFill>
                  <a:srgbClr val="231F20"/>
                </a:solidFill>
                <a:latin typeface="Yu Gothic"/>
                <a:ea typeface="Yu Gothic"/>
                <a:cs typeface="Yu Gothic"/>
              </a:defRPr>
            </a:lvl3pPr>
            <a:lvl4pPr algn="l">
              <a:defRPr sz="1200" b="0">
                <a:solidFill>
                  <a:srgbClr val="231F20"/>
                </a:solidFill>
                <a:latin typeface="Yu Gothic"/>
                <a:ea typeface="Yu Gothic"/>
                <a:cs typeface="Yu Gothic"/>
              </a:defRPr>
            </a:lvl4pPr>
            <a:lvl5pPr algn="l">
              <a:defRPr sz="1200" b="0">
                <a:solidFill>
                  <a:srgbClr val="231F20"/>
                </a:solidFill>
                <a:latin typeface="Yu Gothic"/>
                <a:ea typeface="Yu Gothic"/>
                <a:cs typeface="Yu Gothic"/>
              </a:defRPr>
            </a:lvl5pPr>
            <a:lvl6pPr algn="l">
              <a:defRPr sz="1200" b="0">
                <a:solidFill>
                  <a:srgbClr val="231F20"/>
                </a:solidFill>
                <a:latin typeface="Yu Gothic"/>
                <a:ea typeface="Yu Gothic"/>
                <a:cs typeface="Yu Gothic"/>
              </a:defRPr>
            </a:lvl6pPr>
            <a:lvl7pPr algn="l">
              <a:defRPr sz="1200" b="0">
                <a:solidFill>
                  <a:srgbClr val="231F20"/>
                </a:solidFill>
                <a:latin typeface="Yu Gothic"/>
                <a:ea typeface="Yu Gothic"/>
                <a:cs typeface="Yu Gothic"/>
              </a:defRPr>
            </a:lvl7pPr>
            <a:lvl8pPr algn="l">
              <a:defRPr sz="1200" b="0">
                <a:solidFill>
                  <a:srgbClr val="231F20"/>
                </a:solidFill>
                <a:latin typeface="Yu Gothic"/>
                <a:ea typeface="Yu Gothic"/>
                <a:cs typeface="Yu Gothic"/>
              </a:defRPr>
            </a:lvl8pPr>
            <a:lvl9pPr algn="l">
              <a:defRPr sz="1200" b="0">
                <a:solidFill>
                  <a:srgbClr val="231F20"/>
                </a:solidFill>
                <a:latin typeface="Yu Gothic"/>
                <a:ea typeface="Yu Gothic"/>
                <a:cs typeface="Yu Gothic"/>
              </a:defRPr>
            </a:lvl9pPr>
          </a:lstStyle>
          <a:p xmlns:a="http://schemas.openxmlformats.org/drawingml/2006/main">
            <a:pPr algn="l">
              <a:defRPr sz="1200" b="0">
                <a:solidFill>
                  <a:srgbClr val="231F20"/>
                </a:solidFill>
                <a:latin typeface="Yu Gothic"/>
                <a:ea typeface="Yu Gothic"/>
                <a:cs typeface="Yu Gothic"/>
              </a:defRPr>
            </a:pPr>
            <a:r>
              <a:rPr sz="1200" b="0">
                <a:solidFill>
                  <a:srgbClr val="231F20"/>
                </a:solidFill>
                <a:latin typeface="Yu Gothic"/>
                <a:ea typeface="Yu Gothic"/>
                <a:cs typeface="Yu Gothic"/>
              </a:rPr>
              <a:t>実験記録 E6。継続実行・画像比較・映像取得は別々の記録。現在は自動操作</a:t>
            </a:r>
          </a:p>
        </p:txBody>
      </p:sp>
    </p:spTree>
    <p:extLst>
      <p:ext uri="{BB962C8B-B14F-4D97-AF65-F5344CB8AC3E}">
        <p14:creationId xmlns:p14="http://schemas.microsoft.com/office/powerpoint/2010/main" val="4641140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944">
            <a:extLst xmlns:a="http://schemas.openxmlformats.org/drawingml/2006/main">
              <a:ext uri="{FF2B5EF4-FFF2-40B4-BE49-F238E27FC236}">
                <a16:creationId xmlns:a16="http://schemas.microsoft.com/office/drawing/2014/main" id="{2D65FB09-390D-4086-8F86-646BD068D84D}"/>
              </a:ext>
            </a:extLst>
          </p:cNvPr>
          <p:cNvSpPr>
            <a:spLocks xmlns:a="http://schemas.openxmlformats.org/drawingml/2006/main" noGrp="1"/>
          </p:cNvSpPr>
          <p:nvPr/>
        </p:nvSpPr>
        <p:spPr>
          <a:xfrm xmlns:a="http://schemas.openxmlformats.org/drawingml/2006/main">
            <a:off x="609600" y="314325"/>
            <a:ext cx="561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231F20"/>
                </a:solidFill>
                <a:latin typeface="Arial"/>
                <a:ea typeface="Arial"/>
                <a:cs typeface="Arial"/>
              </a:defRPr>
            </a:defPPr>
            <a:lvl1pPr algn="l">
              <a:defRPr sz="2850" b="1">
                <a:solidFill>
                  <a:srgbClr val="231F20"/>
                </a:solidFill>
                <a:latin typeface="Arial"/>
                <a:ea typeface="Arial"/>
                <a:cs typeface="Arial"/>
              </a:defRPr>
            </a:lvl1pPr>
            <a:lvl2pPr algn="l">
              <a:defRPr sz="2850" b="1">
                <a:solidFill>
                  <a:srgbClr val="231F20"/>
                </a:solidFill>
                <a:latin typeface="Arial"/>
                <a:ea typeface="Arial"/>
                <a:cs typeface="Arial"/>
              </a:defRPr>
            </a:lvl2pPr>
            <a:lvl3pPr algn="l">
              <a:defRPr sz="2850" b="1">
                <a:solidFill>
                  <a:srgbClr val="231F20"/>
                </a:solidFill>
                <a:latin typeface="Arial"/>
                <a:ea typeface="Arial"/>
                <a:cs typeface="Arial"/>
              </a:defRPr>
            </a:lvl3pPr>
            <a:lvl4pPr algn="l">
              <a:defRPr sz="2850" b="1">
                <a:solidFill>
                  <a:srgbClr val="231F20"/>
                </a:solidFill>
                <a:latin typeface="Arial"/>
                <a:ea typeface="Arial"/>
                <a:cs typeface="Arial"/>
              </a:defRPr>
            </a:lvl4pPr>
            <a:lvl5pPr algn="l">
              <a:defRPr sz="2850" b="1">
                <a:solidFill>
                  <a:srgbClr val="231F20"/>
                </a:solidFill>
                <a:latin typeface="Arial"/>
                <a:ea typeface="Arial"/>
                <a:cs typeface="Arial"/>
              </a:defRPr>
            </a:lvl5pPr>
            <a:lvl6pPr algn="l">
              <a:defRPr sz="2850" b="1">
                <a:solidFill>
                  <a:srgbClr val="231F20"/>
                </a:solidFill>
                <a:latin typeface="Arial"/>
                <a:ea typeface="Arial"/>
                <a:cs typeface="Arial"/>
              </a:defRPr>
            </a:lvl6pPr>
            <a:lvl7pPr algn="l">
              <a:defRPr sz="2850" b="1">
                <a:solidFill>
                  <a:srgbClr val="231F20"/>
                </a:solidFill>
                <a:latin typeface="Arial"/>
                <a:ea typeface="Arial"/>
                <a:cs typeface="Arial"/>
              </a:defRPr>
            </a:lvl7pPr>
            <a:lvl8pPr algn="l">
              <a:defRPr sz="2850" b="1">
                <a:solidFill>
                  <a:srgbClr val="231F20"/>
                </a:solidFill>
                <a:latin typeface="Arial"/>
                <a:ea typeface="Arial"/>
                <a:cs typeface="Arial"/>
              </a:defRPr>
            </a:lvl8pPr>
            <a:lvl9pPr algn="l">
              <a:defRPr sz="2850" b="1">
                <a:solidFill>
                  <a:srgbClr val="231F20"/>
                </a:solidFill>
                <a:latin typeface="Arial"/>
                <a:ea typeface="Arial"/>
                <a:cs typeface="Arial"/>
              </a:defRPr>
            </a:lvl9pPr>
          </a:lstStyle>
          <a:p xmlns:a="http://schemas.openxmlformats.org/drawingml/2006/main">
            <a:pPr algn="l">
              <a:defRPr sz="2850" b="1">
                <a:solidFill>
                  <a:srgbClr val="231F20"/>
                </a:solidFill>
                <a:latin typeface="Arial"/>
                <a:ea typeface="Arial"/>
                <a:cs typeface="Arial"/>
              </a:defRPr>
            </a:pPr>
            <a:r>
              <a:rPr sz="2850" b="1">
                <a:solidFill>
                  <a:srgbClr val="231F20"/>
                </a:solidFill>
                <a:latin typeface="Arial"/>
                <a:ea typeface="Arial"/>
                <a:cs typeface="Arial"/>
              </a:rPr>
              <a:t>12</a:t>
            </a:r>
          </a:p>
        </p:txBody>
      </p:sp>
      <p:sp>
        <p:nvSpPr>
          <p:cNvPr id="2" name="text-945">
            <a:extLst xmlns:a="http://schemas.openxmlformats.org/drawingml/2006/main">
              <a:ext uri="{FF2B5EF4-FFF2-40B4-BE49-F238E27FC236}">
                <a16:creationId xmlns:a16="http://schemas.microsoft.com/office/drawing/2014/main" id="{A003DDFD-1C78-48E8-B3E3-637718DFDC21}"/>
              </a:ext>
            </a:extLst>
          </p:cNvPr>
          <p:cNvSpPr>
            <a:spLocks xmlns:a="http://schemas.openxmlformats.org/drawingml/2006/main" noGrp="1"/>
          </p:cNvSpPr>
          <p:nvPr/>
        </p:nvSpPr>
        <p:spPr>
          <a:xfrm xmlns:a="http://schemas.openxmlformats.org/drawingml/2006/main">
            <a:off x="1257300" y="314325"/>
            <a:ext cx="10325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850" b="1">
                <a:solidFill>
                  <a:srgbClr val="0078BA"/>
                </a:solidFill>
                <a:latin typeface="Yu Gothic"/>
                <a:ea typeface="Yu Gothic"/>
                <a:cs typeface="Yu Gothic"/>
              </a:defRPr>
            </a:defPPr>
            <a:lvl1pPr algn="l">
              <a:defRPr sz="2850" b="1">
                <a:solidFill>
                  <a:srgbClr val="0078BA"/>
                </a:solidFill>
                <a:latin typeface="Yu Gothic"/>
                <a:ea typeface="Yu Gothic"/>
                <a:cs typeface="Yu Gothic"/>
              </a:defRPr>
            </a:lvl1pPr>
            <a:lvl2pPr algn="l">
              <a:defRPr sz="2850" b="1">
                <a:solidFill>
                  <a:srgbClr val="0078BA"/>
                </a:solidFill>
                <a:latin typeface="Yu Gothic"/>
                <a:ea typeface="Yu Gothic"/>
                <a:cs typeface="Yu Gothic"/>
              </a:defRPr>
            </a:lvl2pPr>
            <a:lvl3pPr algn="l">
              <a:defRPr sz="2850" b="1">
                <a:solidFill>
                  <a:srgbClr val="0078BA"/>
                </a:solidFill>
                <a:latin typeface="Yu Gothic"/>
                <a:ea typeface="Yu Gothic"/>
                <a:cs typeface="Yu Gothic"/>
              </a:defRPr>
            </a:lvl3pPr>
            <a:lvl4pPr algn="l">
              <a:defRPr sz="2850" b="1">
                <a:solidFill>
                  <a:srgbClr val="0078BA"/>
                </a:solidFill>
                <a:latin typeface="Yu Gothic"/>
                <a:ea typeface="Yu Gothic"/>
                <a:cs typeface="Yu Gothic"/>
              </a:defRPr>
            </a:lvl4pPr>
            <a:lvl5pPr algn="l">
              <a:defRPr sz="2850" b="1">
                <a:solidFill>
                  <a:srgbClr val="0078BA"/>
                </a:solidFill>
                <a:latin typeface="Yu Gothic"/>
                <a:ea typeface="Yu Gothic"/>
                <a:cs typeface="Yu Gothic"/>
              </a:defRPr>
            </a:lvl5pPr>
            <a:lvl6pPr algn="l">
              <a:defRPr sz="2850" b="1">
                <a:solidFill>
                  <a:srgbClr val="0078BA"/>
                </a:solidFill>
                <a:latin typeface="Yu Gothic"/>
                <a:ea typeface="Yu Gothic"/>
                <a:cs typeface="Yu Gothic"/>
              </a:defRPr>
            </a:lvl6pPr>
            <a:lvl7pPr algn="l">
              <a:defRPr sz="2850" b="1">
                <a:solidFill>
                  <a:srgbClr val="0078BA"/>
                </a:solidFill>
                <a:latin typeface="Yu Gothic"/>
                <a:ea typeface="Yu Gothic"/>
                <a:cs typeface="Yu Gothic"/>
              </a:defRPr>
            </a:lvl7pPr>
            <a:lvl8pPr algn="l">
              <a:defRPr sz="2850" b="1">
                <a:solidFill>
                  <a:srgbClr val="0078BA"/>
                </a:solidFill>
                <a:latin typeface="Yu Gothic"/>
                <a:ea typeface="Yu Gothic"/>
                <a:cs typeface="Yu Gothic"/>
              </a:defRPr>
            </a:lvl8pPr>
            <a:lvl9pPr algn="l">
              <a:defRPr sz="2850" b="1">
                <a:solidFill>
                  <a:srgbClr val="0078BA"/>
                </a:solidFill>
                <a:latin typeface="Yu Gothic"/>
                <a:ea typeface="Yu Gothic"/>
                <a:cs typeface="Yu Gothic"/>
              </a:defRPr>
            </a:lvl9pPr>
          </a:lstStyle>
          <a:p xmlns:a="http://schemas.openxmlformats.org/drawingml/2006/main">
            <a:pPr algn="l">
              <a:defRPr sz="2850" b="1">
                <a:solidFill>
                  <a:srgbClr val="0078BA"/>
                </a:solidFill>
                <a:latin typeface="Yu Gothic"/>
                <a:ea typeface="Yu Gothic"/>
                <a:cs typeface="Yu Gothic"/>
              </a:defRPr>
            </a:pPr>
            <a:r>
              <a:rPr sz="2850" b="1">
                <a:solidFill>
                  <a:srgbClr val="0078BA"/>
                </a:solidFill>
                <a:latin typeface="Yu Gothic"/>
                <a:ea typeface="Yu Gothic"/>
                <a:cs typeface="Yu Gothic"/>
              </a:rPr>
              <a:t>Wallyをゲーム機へ拡張する設計例を示した</a:t>
            </a:r>
          </a:p>
        </p:txBody>
      </p:sp>
      <p:sp>
        <p:nvSpPr>
          <p:cNvPr id="3" name="text-946">
            <a:extLst xmlns:a="http://schemas.openxmlformats.org/drawingml/2006/main">
              <a:ext uri="{FF2B5EF4-FFF2-40B4-BE49-F238E27FC236}">
                <a16:creationId xmlns:a16="http://schemas.microsoft.com/office/drawing/2014/main" id="{3C3CE03A-41C9-4C1A-8A6F-73B6D62CB0B3}"/>
              </a:ext>
            </a:extLst>
          </p:cNvPr>
          <p:cNvSpPr>
            <a:spLocks xmlns:a="http://schemas.openxmlformats.org/drawingml/2006/main" noGrp="1"/>
          </p:cNvSpPr>
          <p:nvPr/>
        </p:nvSpPr>
        <p:spPr>
          <a:xfrm xmlns:a="http://schemas.openxmlformats.org/drawingml/2006/main">
            <a:off x="11277600" y="63341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350" b="0">
                <a:solidFill>
                  <a:srgbClr val="777777"/>
                </a:solidFill>
                <a:latin typeface="Arial"/>
                <a:ea typeface="Arial"/>
                <a:cs typeface="Arial"/>
              </a:defRPr>
            </a:defPPr>
            <a:lvl1pPr algn="r">
              <a:defRPr sz="1350" b="0">
                <a:solidFill>
                  <a:srgbClr val="777777"/>
                </a:solidFill>
                <a:latin typeface="Arial"/>
                <a:ea typeface="Arial"/>
                <a:cs typeface="Arial"/>
              </a:defRPr>
            </a:lvl1pPr>
            <a:lvl2pPr algn="r">
              <a:defRPr sz="1350" b="0">
                <a:solidFill>
                  <a:srgbClr val="777777"/>
                </a:solidFill>
                <a:latin typeface="Arial"/>
                <a:ea typeface="Arial"/>
                <a:cs typeface="Arial"/>
              </a:defRPr>
            </a:lvl2pPr>
            <a:lvl3pPr algn="r">
              <a:defRPr sz="1350" b="0">
                <a:solidFill>
                  <a:srgbClr val="777777"/>
                </a:solidFill>
                <a:latin typeface="Arial"/>
                <a:ea typeface="Arial"/>
                <a:cs typeface="Arial"/>
              </a:defRPr>
            </a:lvl3pPr>
            <a:lvl4pPr algn="r">
              <a:defRPr sz="1350" b="0">
                <a:solidFill>
                  <a:srgbClr val="777777"/>
                </a:solidFill>
                <a:latin typeface="Arial"/>
                <a:ea typeface="Arial"/>
                <a:cs typeface="Arial"/>
              </a:defRPr>
            </a:lvl4pPr>
            <a:lvl5pPr algn="r">
              <a:defRPr sz="1350" b="0">
                <a:solidFill>
                  <a:srgbClr val="777777"/>
                </a:solidFill>
                <a:latin typeface="Arial"/>
                <a:ea typeface="Arial"/>
                <a:cs typeface="Arial"/>
              </a:defRPr>
            </a:lvl5pPr>
            <a:lvl6pPr algn="r">
              <a:defRPr sz="1350" b="0">
                <a:solidFill>
                  <a:srgbClr val="777777"/>
                </a:solidFill>
                <a:latin typeface="Arial"/>
                <a:ea typeface="Arial"/>
                <a:cs typeface="Arial"/>
              </a:defRPr>
            </a:lvl6pPr>
            <a:lvl7pPr algn="r">
              <a:defRPr sz="1350" b="0">
                <a:solidFill>
                  <a:srgbClr val="777777"/>
                </a:solidFill>
                <a:latin typeface="Arial"/>
                <a:ea typeface="Arial"/>
                <a:cs typeface="Arial"/>
              </a:defRPr>
            </a:lvl7pPr>
            <a:lvl8pPr algn="r">
              <a:defRPr sz="1350" b="0">
                <a:solidFill>
                  <a:srgbClr val="777777"/>
                </a:solidFill>
                <a:latin typeface="Arial"/>
                <a:ea typeface="Arial"/>
                <a:cs typeface="Arial"/>
              </a:defRPr>
            </a:lvl8pPr>
            <a:lvl9pPr algn="r">
              <a:defRPr sz="1350" b="0">
                <a:solidFill>
                  <a:srgbClr val="777777"/>
                </a:solidFill>
                <a:latin typeface="Arial"/>
                <a:ea typeface="Arial"/>
                <a:cs typeface="Arial"/>
              </a:defRPr>
            </a:lvl9pPr>
          </a:lstStyle>
          <a:p xmlns:a="http://schemas.openxmlformats.org/drawingml/2006/main">
            <a:pPr algn="r">
              <a:defRPr sz="1350" b="0">
                <a:solidFill>
                  <a:srgbClr val="777777"/>
                </a:solidFill>
                <a:latin typeface="Arial"/>
                <a:ea typeface="Arial"/>
                <a:cs typeface="Arial"/>
              </a:defRPr>
            </a:pPr>
            <a:r>
              <a:rPr sz="1350" b="0">
                <a:solidFill>
                  <a:srgbClr val="777777"/>
                </a:solidFill>
                <a:latin typeface="Arial"/>
                <a:ea typeface="Arial"/>
                <a:cs typeface="Arial"/>
              </a:rPr>
              <a:t>12</a:t>
            </a:r>
          </a:p>
        </p:txBody>
      </p:sp>
      <p:sp>
        <p:nvSpPr>
          <p:cNvPr id="4" name="text-947">
            <a:extLst xmlns:a="http://schemas.openxmlformats.org/drawingml/2006/main">
              <a:ext uri="{FF2B5EF4-FFF2-40B4-BE49-F238E27FC236}">
                <a16:creationId xmlns:a16="http://schemas.microsoft.com/office/drawing/2014/main" id="{9B29D9E3-D5C2-4093-B545-16BF127C9328}"/>
              </a:ext>
            </a:extLst>
          </p:cNvPr>
          <p:cNvSpPr>
            <a:spLocks xmlns:a="http://schemas.openxmlformats.org/drawingml/2006/main" noGrp="1"/>
          </p:cNvSpPr>
          <p:nvPr/>
        </p:nvSpPr>
        <p:spPr>
          <a:xfrm xmlns:a="http://schemas.openxmlformats.org/drawingml/2006/main">
            <a:off x="609600" y="14859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231F20"/>
                </a:solidFill>
                <a:latin typeface="Yu Gothic"/>
                <a:ea typeface="Yu Gothic"/>
                <a:cs typeface="Yu Gothic"/>
              </a:defRPr>
            </a:defPPr>
            <a:lvl1pPr algn="l">
              <a:defRPr sz="2475" b="1">
                <a:solidFill>
                  <a:srgbClr val="231F20"/>
                </a:solidFill>
                <a:latin typeface="Yu Gothic"/>
                <a:ea typeface="Yu Gothic"/>
                <a:cs typeface="Yu Gothic"/>
              </a:defRPr>
            </a:lvl1pPr>
            <a:lvl2pPr algn="l">
              <a:defRPr sz="2475" b="1">
                <a:solidFill>
                  <a:srgbClr val="231F20"/>
                </a:solidFill>
                <a:latin typeface="Yu Gothic"/>
                <a:ea typeface="Yu Gothic"/>
                <a:cs typeface="Yu Gothic"/>
              </a:defRPr>
            </a:lvl2pPr>
            <a:lvl3pPr algn="l">
              <a:defRPr sz="2475" b="1">
                <a:solidFill>
                  <a:srgbClr val="231F20"/>
                </a:solidFill>
                <a:latin typeface="Yu Gothic"/>
                <a:ea typeface="Yu Gothic"/>
                <a:cs typeface="Yu Gothic"/>
              </a:defRPr>
            </a:lvl3pPr>
            <a:lvl4pPr algn="l">
              <a:defRPr sz="2475" b="1">
                <a:solidFill>
                  <a:srgbClr val="231F20"/>
                </a:solidFill>
                <a:latin typeface="Yu Gothic"/>
                <a:ea typeface="Yu Gothic"/>
                <a:cs typeface="Yu Gothic"/>
              </a:defRPr>
            </a:lvl4pPr>
            <a:lvl5pPr algn="l">
              <a:defRPr sz="2475" b="1">
                <a:solidFill>
                  <a:srgbClr val="231F20"/>
                </a:solidFill>
                <a:latin typeface="Yu Gothic"/>
                <a:ea typeface="Yu Gothic"/>
                <a:cs typeface="Yu Gothic"/>
              </a:defRPr>
            </a:lvl5pPr>
            <a:lvl6pPr algn="l">
              <a:defRPr sz="2475" b="1">
                <a:solidFill>
                  <a:srgbClr val="231F20"/>
                </a:solidFill>
                <a:latin typeface="Yu Gothic"/>
                <a:ea typeface="Yu Gothic"/>
                <a:cs typeface="Yu Gothic"/>
              </a:defRPr>
            </a:lvl6pPr>
            <a:lvl7pPr algn="l">
              <a:defRPr sz="2475" b="1">
                <a:solidFill>
                  <a:srgbClr val="231F20"/>
                </a:solidFill>
                <a:latin typeface="Yu Gothic"/>
                <a:ea typeface="Yu Gothic"/>
                <a:cs typeface="Yu Gothic"/>
              </a:defRPr>
            </a:lvl7pPr>
            <a:lvl8pPr algn="l">
              <a:defRPr sz="2475" b="1">
                <a:solidFill>
                  <a:srgbClr val="231F20"/>
                </a:solidFill>
                <a:latin typeface="Yu Gothic"/>
                <a:ea typeface="Yu Gothic"/>
                <a:cs typeface="Yu Gothic"/>
              </a:defRPr>
            </a:lvl8pPr>
            <a:lvl9pPr algn="l">
              <a:defRPr sz="2475" b="1">
                <a:solidFill>
                  <a:srgbClr val="231F20"/>
                </a:solidFill>
                <a:latin typeface="Yu Gothic"/>
                <a:ea typeface="Yu Gothic"/>
                <a:cs typeface="Yu Gothic"/>
              </a:defRPr>
            </a:lvl9pPr>
          </a:lstStyle>
          <a:p xmlns:a="http://schemas.openxmlformats.org/drawingml/2006/main">
            <a:pPr algn="l">
              <a:defRPr sz="2475" b="1">
                <a:solidFill>
                  <a:srgbClr val="231F20"/>
                </a:solidFill>
                <a:latin typeface="Yu Gothic"/>
                <a:ea typeface="Yu Gothic"/>
                <a:cs typeface="Yu Gothic"/>
              </a:defRPr>
            </a:pPr>
            <a:r>
              <a:rPr sz="2475" b="1">
                <a:solidFill>
                  <a:srgbClr val="231F20"/>
                </a:solidFill>
                <a:latin typeface="Yu Gothic"/>
                <a:ea typeface="Yu Gothic"/>
                <a:cs typeface="Yu Gothic"/>
              </a:rPr>
              <a:t>本研究で設計・確認した接続</a:t>
            </a:r>
          </a:p>
        </p:txBody>
      </p:sp>
      <p:sp>
        <p:nvSpPr>
          <p:cNvPr id="5" name="text-948">
            <a:extLst xmlns:a="http://schemas.openxmlformats.org/drawingml/2006/main">
              <a:ext uri="{FF2B5EF4-FFF2-40B4-BE49-F238E27FC236}">
                <a16:creationId xmlns:a16="http://schemas.microsoft.com/office/drawing/2014/main" id="{D53A3E2A-37A9-40C4-8B08-9431195090E2}"/>
              </a:ext>
            </a:extLst>
          </p:cNvPr>
          <p:cNvSpPr>
            <a:spLocks xmlns:a="http://schemas.openxmlformats.org/drawingml/2006/main" noGrp="1"/>
          </p:cNvSpPr>
          <p:nvPr/>
        </p:nvSpPr>
        <p:spPr>
          <a:xfrm xmlns:a="http://schemas.openxmlformats.org/drawingml/2006/main">
            <a:off x="666750" y="22479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1">
                <a:solidFill>
                  <a:srgbClr val="0078BA"/>
                </a:solidFill>
                <a:latin typeface="Yu Gothic"/>
                <a:ea typeface="Yu Gothic"/>
                <a:cs typeface="Yu Gothic"/>
              </a:defRPr>
            </a:defPPr>
            <a:lvl1pPr algn="l">
              <a:defRPr sz="2025" b="1">
                <a:solidFill>
                  <a:srgbClr val="0078BA"/>
                </a:solidFill>
                <a:latin typeface="Yu Gothic"/>
                <a:ea typeface="Yu Gothic"/>
                <a:cs typeface="Yu Gothic"/>
              </a:defRPr>
            </a:lvl1pPr>
            <a:lvl2pPr algn="l">
              <a:defRPr sz="2025" b="1">
                <a:solidFill>
                  <a:srgbClr val="0078BA"/>
                </a:solidFill>
                <a:latin typeface="Yu Gothic"/>
                <a:ea typeface="Yu Gothic"/>
                <a:cs typeface="Yu Gothic"/>
              </a:defRPr>
            </a:lvl2pPr>
            <a:lvl3pPr algn="l">
              <a:defRPr sz="2025" b="1">
                <a:solidFill>
                  <a:srgbClr val="0078BA"/>
                </a:solidFill>
                <a:latin typeface="Yu Gothic"/>
                <a:ea typeface="Yu Gothic"/>
                <a:cs typeface="Yu Gothic"/>
              </a:defRPr>
            </a:lvl3pPr>
            <a:lvl4pPr algn="l">
              <a:defRPr sz="2025" b="1">
                <a:solidFill>
                  <a:srgbClr val="0078BA"/>
                </a:solidFill>
                <a:latin typeface="Yu Gothic"/>
                <a:ea typeface="Yu Gothic"/>
                <a:cs typeface="Yu Gothic"/>
              </a:defRPr>
            </a:lvl4pPr>
            <a:lvl5pPr algn="l">
              <a:defRPr sz="2025" b="1">
                <a:solidFill>
                  <a:srgbClr val="0078BA"/>
                </a:solidFill>
                <a:latin typeface="Yu Gothic"/>
                <a:ea typeface="Yu Gothic"/>
                <a:cs typeface="Yu Gothic"/>
              </a:defRPr>
            </a:lvl5pPr>
            <a:lvl6pPr algn="l">
              <a:defRPr sz="2025" b="1">
                <a:solidFill>
                  <a:srgbClr val="0078BA"/>
                </a:solidFill>
                <a:latin typeface="Yu Gothic"/>
                <a:ea typeface="Yu Gothic"/>
                <a:cs typeface="Yu Gothic"/>
              </a:defRPr>
            </a:lvl6pPr>
            <a:lvl7pPr algn="l">
              <a:defRPr sz="2025" b="1">
                <a:solidFill>
                  <a:srgbClr val="0078BA"/>
                </a:solidFill>
                <a:latin typeface="Yu Gothic"/>
                <a:ea typeface="Yu Gothic"/>
                <a:cs typeface="Yu Gothic"/>
              </a:defRPr>
            </a:lvl7pPr>
            <a:lvl8pPr algn="l">
              <a:defRPr sz="2025" b="1">
                <a:solidFill>
                  <a:srgbClr val="0078BA"/>
                </a:solidFill>
                <a:latin typeface="Yu Gothic"/>
                <a:ea typeface="Yu Gothic"/>
                <a:cs typeface="Yu Gothic"/>
              </a:defRPr>
            </a:lvl8pPr>
            <a:lvl9pPr algn="l">
              <a:defRPr sz="2025" b="1">
                <a:solidFill>
                  <a:srgbClr val="0078BA"/>
                </a:solidFill>
                <a:latin typeface="Yu Gothic"/>
                <a:ea typeface="Yu Gothic"/>
                <a:cs typeface="Yu Gothic"/>
              </a:defRPr>
            </a:lvl9pPr>
          </a:lstStyle>
          <a:p xmlns:a="http://schemas.openxmlformats.org/drawingml/2006/main">
            <a:pPr algn="l">
              <a:defRPr sz="2025" b="1">
                <a:solidFill>
                  <a:srgbClr val="0078BA"/>
                </a:solidFill>
                <a:latin typeface="Yu Gothic"/>
                <a:ea typeface="Yu Gothic"/>
                <a:cs typeface="Yu Gothic"/>
              </a:defRPr>
            </a:pPr>
            <a:r>
              <a:rPr sz="2025" b="1">
                <a:solidFill>
                  <a:srgbClr val="0078BA"/>
                </a:solidFill>
                <a:latin typeface="Yu Gothic"/>
                <a:ea typeface="Yu Gothic"/>
                <a:cs typeface="Yu Gothic"/>
              </a:rPr>
              <a:t>▸</a:t>
            </a:r>
          </a:p>
        </p:txBody>
      </p:sp>
      <p:sp>
        <p:nvSpPr>
          <p:cNvPr id="6" name="text-949">
            <a:extLst xmlns:a="http://schemas.openxmlformats.org/drawingml/2006/main">
              <a:ext uri="{FF2B5EF4-FFF2-40B4-BE49-F238E27FC236}">
                <a16:creationId xmlns:a16="http://schemas.microsoft.com/office/drawing/2014/main" id="{8C5C4EB9-3246-4F67-BA29-41040200CADF}"/>
              </a:ext>
            </a:extLst>
          </p:cNvPr>
          <p:cNvSpPr>
            <a:spLocks xmlns:a="http://schemas.openxmlformats.org/drawingml/2006/main" noGrp="1"/>
          </p:cNvSpPr>
          <p:nvPr/>
        </p:nvSpPr>
        <p:spPr>
          <a:xfrm xmlns:a="http://schemas.openxmlformats.org/drawingml/2006/main">
            <a:off x="1047750" y="2247900"/>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1">
                <a:solidFill>
                  <a:srgbClr val="231F20"/>
                </a:solidFill>
                <a:latin typeface="Yu Gothic"/>
                <a:ea typeface="Yu Gothic"/>
                <a:cs typeface="Yu Gothic"/>
              </a:defRPr>
            </a:defPPr>
            <a:lvl1pPr algn="l">
              <a:defRPr sz="2100" b="1">
                <a:solidFill>
                  <a:srgbClr val="231F20"/>
                </a:solidFill>
                <a:latin typeface="Yu Gothic"/>
                <a:ea typeface="Yu Gothic"/>
                <a:cs typeface="Yu Gothic"/>
              </a:defRPr>
            </a:lvl1pPr>
            <a:lvl2pPr algn="l">
              <a:defRPr sz="2100" b="1">
                <a:solidFill>
                  <a:srgbClr val="231F20"/>
                </a:solidFill>
                <a:latin typeface="Yu Gothic"/>
                <a:ea typeface="Yu Gothic"/>
                <a:cs typeface="Yu Gothic"/>
              </a:defRPr>
            </a:lvl2pPr>
            <a:lvl3pPr algn="l">
              <a:defRPr sz="2100" b="1">
                <a:solidFill>
                  <a:srgbClr val="231F20"/>
                </a:solidFill>
                <a:latin typeface="Yu Gothic"/>
                <a:ea typeface="Yu Gothic"/>
                <a:cs typeface="Yu Gothic"/>
              </a:defRPr>
            </a:lvl3pPr>
            <a:lvl4pPr algn="l">
              <a:defRPr sz="2100" b="1">
                <a:solidFill>
                  <a:srgbClr val="231F20"/>
                </a:solidFill>
                <a:latin typeface="Yu Gothic"/>
                <a:ea typeface="Yu Gothic"/>
                <a:cs typeface="Yu Gothic"/>
              </a:defRPr>
            </a:lvl4pPr>
            <a:lvl5pPr algn="l">
              <a:defRPr sz="2100" b="1">
                <a:solidFill>
                  <a:srgbClr val="231F20"/>
                </a:solidFill>
                <a:latin typeface="Yu Gothic"/>
                <a:ea typeface="Yu Gothic"/>
                <a:cs typeface="Yu Gothic"/>
              </a:defRPr>
            </a:lvl5pPr>
            <a:lvl6pPr algn="l">
              <a:defRPr sz="2100" b="1">
                <a:solidFill>
                  <a:srgbClr val="231F20"/>
                </a:solidFill>
                <a:latin typeface="Yu Gothic"/>
                <a:ea typeface="Yu Gothic"/>
                <a:cs typeface="Yu Gothic"/>
              </a:defRPr>
            </a:lvl6pPr>
            <a:lvl7pPr algn="l">
              <a:defRPr sz="2100" b="1">
                <a:solidFill>
                  <a:srgbClr val="231F20"/>
                </a:solidFill>
                <a:latin typeface="Yu Gothic"/>
                <a:ea typeface="Yu Gothic"/>
                <a:cs typeface="Yu Gothic"/>
              </a:defRPr>
            </a:lvl7pPr>
            <a:lvl8pPr algn="l">
              <a:defRPr sz="2100" b="1">
                <a:solidFill>
                  <a:srgbClr val="231F20"/>
                </a:solidFill>
                <a:latin typeface="Yu Gothic"/>
                <a:ea typeface="Yu Gothic"/>
                <a:cs typeface="Yu Gothic"/>
              </a:defRPr>
            </a:lvl8pPr>
            <a:lvl9pPr algn="l">
              <a:defRPr sz="2100" b="1">
                <a:solidFill>
                  <a:srgbClr val="231F20"/>
                </a:solidFill>
                <a:latin typeface="Yu Gothic"/>
                <a:ea typeface="Yu Gothic"/>
                <a:cs typeface="Yu Gothic"/>
              </a:defRPr>
            </a:lvl9pPr>
          </a:lstStyle>
          <a:p xmlns:a="http://schemas.openxmlformats.org/drawingml/2006/main">
            <a:pPr algn="l">
              <a:defRPr sz="2100" b="1">
                <a:solidFill>
                  <a:srgbClr val="231F20"/>
                </a:solidFill>
                <a:latin typeface="Yu Gothic"/>
                <a:ea typeface="Yu Gothic"/>
                <a:cs typeface="Yu Gothic"/>
              </a:defRPr>
            </a:pPr>
            <a:r>
              <a:rPr sz="2100" b="1">
                <a:solidFill>
                  <a:srgbClr val="231F20"/>
                </a:solidFill>
                <a:latin typeface="Yu Gothic"/>
                <a:ea typeface="Yu Gothic"/>
                <a:cs typeface="Yu Gothic"/>
              </a:rPr>
              <a:t>番地の割当て</a:t>
            </a:r>
          </a:p>
        </p:txBody>
      </p:sp>
      <p:sp>
        <p:nvSpPr>
          <p:cNvPr id="7" name="text-950">
            <a:extLst xmlns:a="http://schemas.openxmlformats.org/drawingml/2006/main">
              <a:ext uri="{FF2B5EF4-FFF2-40B4-BE49-F238E27FC236}">
                <a16:creationId xmlns:a16="http://schemas.microsoft.com/office/drawing/2014/main" id="{8512C177-3504-4FE8-A953-8400691F3C18}"/>
              </a:ext>
            </a:extLst>
          </p:cNvPr>
          <p:cNvSpPr>
            <a:spLocks xmlns:a="http://schemas.openxmlformats.org/drawingml/2006/main" noGrp="1"/>
          </p:cNvSpPr>
          <p:nvPr/>
        </p:nvSpPr>
        <p:spPr>
          <a:xfrm xmlns:a="http://schemas.openxmlformats.org/drawingml/2006/main">
            <a:off x="3905250" y="2247900"/>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0">
                <a:solidFill>
                  <a:srgbClr val="231F20"/>
                </a:solidFill>
                <a:latin typeface="Yu Gothic"/>
                <a:ea typeface="Yu Gothic"/>
                <a:cs typeface="Yu Gothic"/>
              </a:defRPr>
            </a:defPPr>
            <a:lvl1pPr algn="l">
              <a:defRPr sz="1950" b="0">
                <a:solidFill>
                  <a:srgbClr val="231F20"/>
                </a:solidFill>
                <a:latin typeface="Yu Gothic"/>
                <a:ea typeface="Yu Gothic"/>
                <a:cs typeface="Yu Gothic"/>
              </a:defRPr>
            </a:lvl1pPr>
            <a:lvl2pPr algn="l">
              <a:defRPr sz="1950" b="0">
                <a:solidFill>
                  <a:srgbClr val="231F20"/>
                </a:solidFill>
                <a:latin typeface="Yu Gothic"/>
                <a:ea typeface="Yu Gothic"/>
                <a:cs typeface="Yu Gothic"/>
              </a:defRPr>
            </a:lvl2pPr>
            <a:lvl3pPr algn="l">
              <a:defRPr sz="1950" b="0">
                <a:solidFill>
                  <a:srgbClr val="231F20"/>
                </a:solidFill>
                <a:latin typeface="Yu Gothic"/>
                <a:ea typeface="Yu Gothic"/>
                <a:cs typeface="Yu Gothic"/>
              </a:defRPr>
            </a:lvl3pPr>
            <a:lvl4pPr algn="l">
              <a:defRPr sz="1950" b="0">
                <a:solidFill>
                  <a:srgbClr val="231F20"/>
                </a:solidFill>
                <a:latin typeface="Yu Gothic"/>
                <a:ea typeface="Yu Gothic"/>
                <a:cs typeface="Yu Gothic"/>
              </a:defRPr>
            </a:lvl4pPr>
            <a:lvl5pPr algn="l">
              <a:defRPr sz="1950" b="0">
                <a:solidFill>
                  <a:srgbClr val="231F20"/>
                </a:solidFill>
                <a:latin typeface="Yu Gothic"/>
                <a:ea typeface="Yu Gothic"/>
                <a:cs typeface="Yu Gothic"/>
              </a:defRPr>
            </a:lvl5pPr>
            <a:lvl6pPr algn="l">
              <a:defRPr sz="1950" b="0">
                <a:solidFill>
                  <a:srgbClr val="231F20"/>
                </a:solidFill>
                <a:latin typeface="Yu Gothic"/>
                <a:ea typeface="Yu Gothic"/>
                <a:cs typeface="Yu Gothic"/>
              </a:defRPr>
            </a:lvl6pPr>
            <a:lvl7pPr algn="l">
              <a:defRPr sz="1950" b="0">
                <a:solidFill>
                  <a:srgbClr val="231F20"/>
                </a:solidFill>
                <a:latin typeface="Yu Gothic"/>
                <a:ea typeface="Yu Gothic"/>
                <a:cs typeface="Yu Gothic"/>
              </a:defRPr>
            </a:lvl7pPr>
            <a:lvl8pPr algn="l">
              <a:defRPr sz="1950" b="0">
                <a:solidFill>
                  <a:srgbClr val="231F20"/>
                </a:solidFill>
                <a:latin typeface="Yu Gothic"/>
                <a:ea typeface="Yu Gothic"/>
                <a:cs typeface="Yu Gothic"/>
              </a:defRPr>
            </a:lvl8pPr>
            <a:lvl9pPr algn="l">
              <a:defRPr sz="1950" b="0">
                <a:solidFill>
                  <a:srgbClr val="231F20"/>
                </a:solidFill>
                <a:latin typeface="Yu Gothic"/>
                <a:ea typeface="Yu Gothic"/>
                <a:cs typeface="Yu Gothic"/>
              </a:defRPr>
            </a:lvl9pPr>
          </a:lstStyle>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番地の比較で描画用の窓口を選ぶ</a:t>
            </a:r>
          </a:p>
        </p:txBody>
      </p:sp>
      <p:sp>
        <p:nvSpPr>
          <p:cNvPr id="8" name="text-951">
            <a:extLst xmlns:a="http://schemas.openxmlformats.org/drawingml/2006/main">
              <a:ext uri="{FF2B5EF4-FFF2-40B4-BE49-F238E27FC236}">
                <a16:creationId xmlns:a16="http://schemas.microsoft.com/office/drawing/2014/main" id="{270871E1-4227-41D4-AFDE-1B3BB7EF8B0B}"/>
              </a:ext>
            </a:extLst>
          </p:cNvPr>
          <p:cNvSpPr>
            <a:spLocks xmlns:a="http://schemas.openxmlformats.org/drawingml/2006/main" noGrp="1"/>
          </p:cNvSpPr>
          <p:nvPr/>
        </p:nvSpPr>
        <p:spPr>
          <a:xfrm xmlns:a="http://schemas.openxmlformats.org/drawingml/2006/main">
            <a:off x="666750" y="28575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1">
                <a:solidFill>
                  <a:srgbClr val="0078BA"/>
                </a:solidFill>
                <a:latin typeface="Yu Gothic"/>
                <a:ea typeface="Yu Gothic"/>
                <a:cs typeface="Yu Gothic"/>
              </a:defRPr>
            </a:defPPr>
            <a:lvl1pPr algn="l">
              <a:defRPr sz="2025" b="1">
                <a:solidFill>
                  <a:srgbClr val="0078BA"/>
                </a:solidFill>
                <a:latin typeface="Yu Gothic"/>
                <a:ea typeface="Yu Gothic"/>
                <a:cs typeface="Yu Gothic"/>
              </a:defRPr>
            </a:lvl1pPr>
            <a:lvl2pPr algn="l">
              <a:defRPr sz="2025" b="1">
                <a:solidFill>
                  <a:srgbClr val="0078BA"/>
                </a:solidFill>
                <a:latin typeface="Yu Gothic"/>
                <a:ea typeface="Yu Gothic"/>
                <a:cs typeface="Yu Gothic"/>
              </a:defRPr>
            </a:lvl2pPr>
            <a:lvl3pPr algn="l">
              <a:defRPr sz="2025" b="1">
                <a:solidFill>
                  <a:srgbClr val="0078BA"/>
                </a:solidFill>
                <a:latin typeface="Yu Gothic"/>
                <a:ea typeface="Yu Gothic"/>
                <a:cs typeface="Yu Gothic"/>
              </a:defRPr>
            </a:lvl3pPr>
            <a:lvl4pPr algn="l">
              <a:defRPr sz="2025" b="1">
                <a:solidFill>
                  <a:srgbClr val="0078BA"/>
                </a:solidFill>
                <a:latin typeface="Yu Gothic"/>
                <a:ea typeface="Yu Gothic"/>
                <a:cs typeface="Yu Gothic"/>
              </a:defRPr>
            </a:lvl4pPr>
            <a:lvl5pPr algn="l">
              <a:defRPr sz="2025" b="1">
                <a:solidFill>
                  <a:srgbClr val="0078BA"/>
                </a:solidFill>
                <a:latin typeface="Yu Gothic"/>
                <a:ea typeface="Yu Gothic"/>
                <a:cs typeface="Yu Gothic"/>
              </a:defRPr>
            </a:lvl5pPr>
            <a:lvl6pPr algn="l">
              <a:defRPr sz="2025" b="1">
                <a:solidFill>
                  <a:srgbClr val="0078BA"/>
                </a:solidFill>
                <a:latin typeface="Yu Gothic"/>
                <a:ea typeface="Yu Gothic"/>
                <a:cs typeface="Yu Gothic"/>
              </a:defRPr>
            </a:lvl6pPr>
            <a:lvl7pPr algn="l">
              <a:defRPr sz="2025" b="1">
                <a:solidFill>
                  <a:srgbClr val="0078BA"/>
                </a:solidFill>
                <a:latin typeface="Yu Gothic"/>
                <a:ea typeface="Yu Gothic"/>
                <a:cs typeface="Yu Gothic"/>
              </a:defRPr>
            </a:lvl7pPr>
            <a:lvl8pPr algn="l">
              <a:defRPr sz="2025" b="1">
                <a:solidFill>
                  <a:srgbClr val="0078BA"/>
                </a:solidFill>
                <a:latin typeface="Yu Gothic"/>
                <a:ea typeface="Yu Gothic"/>
                <a:cs typeface="Yu Gothic"/>
              </a:defRPr>
            </a:lvl8pPr>
            <a:lvl9pPr algn="l">
              <a:defRPr sz="2025" b="1">
                <a:solidFill>
                  <a:srgbClr val="0078BA"/>
                </a:solidFill>
                <a:latin typeface="Yu Gothic"/>
                <a:ea typeface="Yu Gothic"/>
                <a:cs typeface="Yu Gothic"/>
              </a:defRPr>
            </a:lvl9pPr>
          </a:lstStyle>
          <a:p xmlns:a="http://schemas.openxmlformats.org/drawingml/2006/main">
            <a:pPr algn="l">
              <a:defRPr sz="2025" b="1">
                <a:solidFill>
                  <a:srgbClr val="0078BA"/>
                </a:solidFill>
                <a:latin typeface="Yu Gothic"/>
                <a:ea typeface="Yu Gothic"/>
                <a:cs typeface="Yu Gothic"/>
              </a:defRPr>
            </a:pPr>
            <a:r>
              <a:rPr sz="2025" b="1">
                <a:solidFill>
                  <a:srgbClr val="0078BA"/>
                </a:solidFill>
                <a:latin typeface="Yu Gothic"/>
                <a:ea typeface="Yu Gothic"/>
                <a:cs typeface="Yu Gothic"/>
              </a:rPr>
              <a:t>▸</a:t>
            </a:r>
          </a:p>
        </p:txBody>
      </p:sp>
      <p:sp>
        <p:nvSpPr>
          <p:cNvPr id="9" name="text-952">
            <a:extLst xmlns:a="http://schemas.openxmlformats.org/drawingml/2006/main">
              <a:ext uri="{FF2B5EF4-FFF2-40B4-BE49-F238E27FC236}">
                <a16:creationId xmlns:a16="http://schemas.microsoft.com/office/drawing/2014/main" id="{653B568A-A459-46B6-9509-99996B3E22A1}"/>
              </a:ext>
            </a:extLst>
          </p:cNvPr>
          <p:cNvSpPr>
            <a:spLocks xmlns:a="http://schemas.openxmlformats.org/drawingml/2006/main" noGrp="1"/>
          </p:cNvSpPr>
          <p:nvPr/>
        </p:nvSpPr>
        <p:spPr>
          <a:xfrm xmlns:a="http://schemas.openxmlformats.org/drawingml/2006/main">
            <a:off x="1047750" y="2857500"/>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1">
                <a:solidFill>
                  <a:srgbClr val="231F20"/>
                </a:solidFill>
                <a:latin typeface="Yu Gothic"/>
                <a:ea typeface="Yu Gothic"/>
                <a:cs typeface="Yu Gothic"/>
              </a:defRPr>
            </a:defPPr>
            <a:lvl1pPr algn="l">
              <a:defRPr sz="2100" b="1">
                <a:solidFill>
                  <a:srgbClr val="231F20"/>
                </a:solidFill>
                <a:latin typeface="Yu Gothic"/>
                <a:ea typeface="Yu Gothic"/>
                <a:cs typeface="Yu Gothic"/>
              </a:defRPr>
            </a:lvl1pPr>
            <a:lvl2pPr algn="l">
              <a:defRPr sz="2100" b="1">
                <a:solidFill>
                  <a:srgbClr val="231F20"/>
                </a:solidFill>
                <a:latin typeface="Yu Gothic"/>
                <a:ea typeface="Yu Gothic"/>
                <a:cs typeface="Yu Gothic"/>
              </a:defRPr>
            </a:lvl2pPr>
            <a:lvl3pPr algn="l">
              <a:defRPr sz="2100" b="1">
                <a:solidFill>
                  <a:srgbClr val="231F20"/>
                </a:solidFill>
                <a:latin typeface="Yu Gothic"/>
                <a:ea typeface="Yu Gothic"/>
                <a:cs typeface="Yu Gothic"/>
              </a:defRPr>
            </a:lvl3pPr>
            <a:lvl4pPr algn="l">
              <a:defRPr sz="2100" b="1">
                <a:solidFill>
                  <a:srgbClr val="231F20"/>
                </a:solidFill>
                <a:latin typeface="Yu Gothic"/>
                <a:ea typeface="Yu Gothic"/>
                <a:cs typeface="Yu Gothic"/>
              </a:defRPr>
            </a:lvl4pPr>
            <a:lvl5pPr algn="l">
              <a:defRPr sz="2100" b="1">
                <a:solidFill>
                  <a:srgbClr val="231F20"/>
                </a:solidFill>
                <a:latin typeface="Yu Gothic"/>
                <a:ea typeface="Yu Gothic"/>
                <a:cs typeface="Yu Gothic"/>
              </a:defRPr>
            </a:lvl5pPr>
            <a:lvl6pPr algn="l">
              <a:defRPr sz="2100" b="1">
                <a:solidFill>
                  <a:srgbClr val="231F20"/>
                </a:solidFill>
                <a:latin typeface="Yu Gothic"/>
                <a:ea typeface="Yu Gothic"/>
                <a:cs typeface="Yu Gothic"/>
              </a:defRPr>
            </a:lvl6pPr>
            <a:lvl7pPr algn="l">
              <a:defRPr sz="2100" b="1">
                <a:solidFill>
                  <a:srgbClr val="231F20"/>
                </a:solidFill>
                <a:latin typeface="Yu Gothic"/>
                <a:ea typeface="Yu Gothic"/>
                <a:cs typeface="Yu Gothic"/>
              </a:defRPr>
            </a:lvl7pPr>
            <a:lvl8pPr algn="l">
              <a:defRPr sz="2100" b="1">
                <a:solidFill>
                  <a:srgbClr val="231F20"/>
                </a:solidFill>
                <a:latin typeface="Yu Gothic"/>
                <a:ea typeface="Yu Gothic"/>
                <a:cs typeface="Yu Gothic"/>
              </a:defRPr>
            </a:lvl8pPr>
            <a:lvl9pPr algn="l">
              <a:defRPr sz="2100" b="1">
                <a:solidFill>
                  <a:srgbClr val="231F20"/>
                </a:solidFill>
                <a:latin typeface="Yu Gothic"/>
                <a:ea typeface="Yu Gothic"/>
                <a:cs typeface="Yu Gothic"/>
              </a:defRPr>
            </a:lvl9pPr>
          </a:lstStyle>
          <a:p xmlns:a="http://schemas.openxmlformats.org/drawingml/2006/main">
            <a:pPr algn="l">
              <a:defRPr sz="2100" b="1">
                <a:solidFill>
                  <a:srgbClr val="231F20"/>
                </a:solidFill>
                <a:latin typeface="Yu Gothic"/>
                <a:ea typeface="Yu Gothic"/>
                <a:cs typeface="Yu Gothic"/>
              </a:defRPr>
            </a:pPr>
            <a:r>
              <a:rPr sz="2100" b="1">
                <a:solidFill>
                  <a:srgbClr val="231F20"/>
                </a:solidFill>
                <a:latin typeface="Yu Gothic"/>
                <a:ea typeface="Yu Gothic"/>
                <a:cs typeface="Yu Gothic"/>
              </a:rPr>
              <a:t>受渡しの条件</a:t>
            </a:r>
          </a:p>
        </p:txBody>
      </p:sp>
      <p:sp>
        <p:nvSpPr>
          <p:cNvPr id="10" name="text-953">
            <a:extLst xmlns:a="http://schemas.openxmlformats.org/drawingml/2006/main">
              <a:ext uri="{FF2B5EF4-FFF2-40B4-BE49-F238E27FC236}">
                <a16:creationId xmlns:a16="http://schemas.microsoft.com/office/drawing/2014/main" id="{9ADB1204-C568-4662-8BB7-8042FB610740}"/>
              </a:ext>
            </a:extLst>
          </p:cNvPr>
          <p:cNvSpPr>
            <a:spLocks xmlns:a="http://schemas.openxmlformats.org/drawingml/2006/main" noGrp="1"/>
          </p:cNvSpPr>
          <p:nvPr/>
        </p:nvSpPr>
        <p:spPr>
          <a:xfrm xmlns:a="http://schemas.openxmlformats.org/drawingml/2006/main">
            <a:off x="3905250" y="2857500"/>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0">
                <a:solidFill>
                  <a:srgbClr val="231F20"/>
                </a:solidFill>
                <a:latin typeface="Yu Gothic"/>
                <a:ea typeface="Yu Gothic"/>
                <a:cs typeface="Yu Gothic"/>
              </a:defRPr>
            </a:defPPr>
            <a:lvl1pPr algn="l">
              <a:defRPr sz="1950" b="0">
                <a:solidFill>
                  <a:srgbClr val="231F20"/>
                </a:solidFill>
                <a:latin typeface="Yu Gothic"/>
                <a:ea typeface="Yu Gothic"/>
                <a:cs typeface="Yu Gothic"/>
              </a:defRPr>
            </a:lvl1pPr>
            <a:lvl2pPr algn="l">
              <a:defRPr sz="1950" b="0">
                <a:solidFill>
                  <a:srgbClr val="231F20"/>
                </a:solidFill>
                <a:latin typeface="Yu Gothic"/>
                <a:ea typeface="Yu Gothic"/>
                <a:cs typeface="Yu Gothic"/>
              </a:defRPr>
            </a:lvl2pPr>
            <a:lvl3pPr algn="l">
              <a:defRPr sz="1950" b="0">
                <a:solidFill>
                  <a:srgbClr val="231F20"/>
                </a:solidFill>
                <a:latin typeface="Yu Gothic"/>
                <a:ea typeface="Yu Gothic"/>
                <a:cs typeface="Yu Gothic"/>
              </a:defRPr>
            </a:lvl3pPr>
            <a:lvl4pPr algn="l">
              <a:defRPr sz="1950" b="0">
                <a:solidFill>
                  <a:srgbClr val="231F20"/>
                </a:solidFill>
                <a:latin typeface="Yu Gothic"/>
                <a:ea typeface="Yu Gothic"/>
                <a:cs typeface="Yu Gothic"/>
              </a:defRPr>
            </a:lvl4pPr>
            <a:lvl5pPr algn="l">
              <a:defRPr sz="1950" b="0">
                <a:solidFill>
                  <a:srgbClr val="231F20"/>
                </a:solidFill>
                <a:latin typeface="Yu Gothic"/>
                <a:ea typeface="Yu Gothic"/>
                <a:cs typeface="Yu Gothic"/>
              </a:defRPr>
            </a:lvl5pPr>
            <a:lvl6pPr algn="l">
              <a:defRPr sz="1950" b="0">
                <a:solidFill>
                  <a:srgbClr val="231F20"/>
                </a:solidFill>
                <a:latin typeface="Yu Gothic"/>
                <a:ea typeface="Yu Gothic"/>
                <a:cs typeface="Yu Gothic"/>
              </a:defRPr>
            </a:lvl6pPr>
            <a:lvl7pPr algn="l">
              <a:defRPr sz="1950" b="0">
                <a:solidFill>
                  <a:srgbClr val="231F20"/>
                </a:solidFill>
                <a:latin typeface="Yu Gothic"/>
                <a:ea typeface="Yu Gothic"/>
                <a:cs typeface="Yu Gothic"/>
              </a:defRPr>
            </a:lvl7pPr>
            <a:lvl8pPr algn="l">
              <a:defRPr sz="1950" b="0">
                <a:solidFill>
                  <a:srgbClr val="231F20"/>
                </a:solidFill>
                <a:latin typeface="Yu Gothic"/>
                <a:ea typeface="Yu Gothic"/>
                <a:cs typeface="Yu Gothic"/>
              </a:defRPr>
            </a:lvl8pPr>
            <a:lvl9pPr algn="l">
              <a:defRPr sz="1950" b="0">
                <a:solidFill>
                  <a:srgbClr val="231F20"/>
                </a:solidFill>
                <a:latin typeface="Yu Gothic"/>
                <a:ea typeface="Yu Gothic"/>
                <a:cs typeface="Yu Gothic"/>
              </a:defRPr>
            </a:lvl9pPr>
          </a:lstStyle>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書込みをFIFOのデータ・有効へ変換</a:t>
            </a:r>
          </a:p>
        </p:txBody>
      </p:sp>
      <p:sp>
        <p:nvSpPr>
          <p:cNvPr id="11" name="text-954">
            <a:extLst xmlns:a="http://schemas.openxmlformats.org/drawingml/2006/main">
              <a:ext uri="{FF2B5EF4-FFF2-40B4-BE49-F238E27FC236}">
                <a16:creationId xmlns:a16="http://schemas.microsoft.com/office/drawing/2014/main" id="{D6886494-E559-4877-AC0F-73DC939A9C50}"/>
              </a:ext>
            </a:extLst>
          </p:cNvPr>
          <p:cNvSpPr>
            <a:spLocks xmlns:a="http://schemas.openxmlformats.org/drawingml/2006/main" noGrp="1"/>
          </p:cNvSpPr>
          <p:nvPr/>
        </p:nvSpPr>
        <p:spPr>
          <a:xfrm xmlns:a="http://schemas.openxmlformats.org/drawingml/2006/main">
            <a:off x="666750" y="34671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025" b="1">
                <a:solidFill>
                  <a:srgbClr val="0078BA"/>
                </a:solidFill>
                <a:latin typeface="Yu Gothic"/>
                <a:ea typeface="Yu Gothic"/>
                <a:cs typeface="Yu Gothic"/>
              </a:defRPr>
            </a:defPPr>
            <a:lvl1pPr algn="l">
              <a:defRPr sz="2025" b="1">
                <a:solidFill>
                  <a:srgbClr val="0078BA"/>
                </a:solidFill>
                <a:latin typeface="Yu Gothic"/>
                <a:ea typeface="Yu Gothic"/>
                <a:cs typeface="Yu Gothic"/>
              </a:defRPr>
            </a:lvl1pPr>
            <a:lvl2pPr algn="l">
              <a:defRPr sz="2025" b="1">
                <a:solidFill>
                  <a:srgbClr val="0078BA"/>
                </a:solidFill>
                <a:latin typeface="Yu Gothic"/>
                <a:ea typeface="Yu Gothic"/>
                <a:cs typeface="Yu Gothic"/>
              </a:defRPr>
            </a:lvl2pPr>
            <a:lvl3pPr algn="l">
              <a:defRPr sz="2025" b="1">
                <a:solidFill>
                  <a:srgbClr val="0078BA"/>
                </a:solidFill>
                <a:latin typeface="Yu Gothic"/>
                <a:ea typeface="Yu Gothic"/>
                <a:cs typeface="Yu Gothic"/>
              </a:defRPr>
            </a:lvl3pPr>
            <a:lvl4pPr algn="l">
              <a:defRPr sz="2025" b="1">
                <a:solidFill>
                  <a:srgbClr val="0078BA"/>
                </a:solidFill>
                <a:latin typeface="Yu Gothic"/>
                <a:ea typeface="Yu Gothic"/>
                <a:cs typeface="Yu Gothic"/>
              </a:defRPr>
            </a:lvl4pPr>
            <a:lvl5pPr algn="l">
              <a:defRPr sz="2025" b="1">
                <a:solidFill>
                  <a:srgbClr val="0078BA"/>
                </a:solidFill>
                <a:latin typeface="Yu Gothic"/>
                <a:ea typeface="Yu Gothic"/>
                <a:cs typeface="Yu Gothic"/>
              </a:defRPr>
            </a:lvl5pPr>
            <a:lvl6pPr algn="l">
              <a:defRPr sz="2025" b="1">
                <a:solidFill>
                  <a:srgbClr val="0078BA"/>
                </a:solidFill>
                <a:latin typeface="Yu Gothic"/>
                <a:ea typeface="Yu Gothic"/>
                <a:cs typeface="Yu Gothic"/>
              </a:defRPr>
            </a:lvl6pPr>
            <a:lvl7pPr algn="l">
              <a:defRPr sz="2025" b="1">
                <a:solidFill>
                  <a:srgbClr val="0078BA"/>
                </a:solidFill>
                <a:latin typeface="Yu Gothic"/>
                <a:ea typeface="Yu Gothic"/>
                <a:cs typeface="Yu Gothic"/>
              </a:defRPr>
            </a:lvl7pPr>
            <a:lvl8pPr algn="l">
              <a:defRPr sz="2025" b="1">
                <a:solidFill>
                  <a:srgbClr val="0078BA"/>
                </a:solidFill>
                <a:latin typeface="Yu Gothic"/>
                <a:ea typeface="Yu Gothic"/>
                <a:cs typeface="Yu Gothic"/>
              </a:defRPr>
            </a:lvl8pPr>
            <a:lvl9pPr algn="l">
              <a:defRPr sz="2025" b="1">
                <a:solidFill>
                  <a:srgbClr val="0078BA"/>
                </a:solidFill>
                <a:latin typeface="Yu Gothic"/>
                <a:ea typeface="Yu Gothic"/>
                <a:cs typeface="Yu Gothic"/>
              </a:defRPr>
            </a:lvl9pPr>
          </a:lstStyle>
          <a:p xmlns:a="http://schemas.openxmlformats.org/drawingml/2006/main">
            <a:pPr algn="l">
              <a:defRPr sz="2025" b="1">
                <a:solidFill>
                  <a:srgbClr val="0078BA"/>
                </a:solidFill>
                <a:latin typeface="Yu Gothic"/>
                <a:ea typeface="Yu Gothic"/>
                <a:cs typeface="Yu Gothic"/>
              </a:defRPr>
            </a:pPr>
            <a:r>
              <a:rPr sz="2025" b="1">
                <a:solidFill>
                  <a:srgbClr val="0078BA"/>
                </a:solidFill>
                <a:latin typeface="Yu Gothic"/>
                <a:ea typeface="Yu Gothic"/>
                <a:cs typeface="Yu Gothic"/>
              </a:rPr>
              <a:t>▸</a:t>
            </a:r>
          </a:p>
        </p:txBody>
      </p:sp>
      <p:sp>
        <p:nvSpPr>
          <p:cNvPr id="12" name="text-955">
            <a:extLst xmlns:a="http://schemas.openxmlformats.org/drawingml/2006/main">
              <a:ext uri="{FF2B5EF4-FFF2-40B4-BE49-F238E27FC236}">
                <a16:creationId xmlns:a16="http://schemas.microsoft.com/office/drawing/2014/main" id="{1CB13A12-9B34-4CC1-AE17-79C639DE818B}"/>
              </a:ext>
            </a:extLst>
          </p:cNvPr>
          <p:cNvSpPr>
            <a:spLocks xmlns:a="http://schemas.openxmlformats.org/drawingml/2006/main" noGrp="1"/>
          </p:cNvSpPr>
          <p:nvPr/>
        </p:nvSpPr>
        <p:spPr>
          <a:xfrm xmlns:a="http://schemas.openxmlformats.org/drawingml/2006/main">
            <a:off x="1047750" y="3467100"/>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00" b="1">
                <a:solidFill>
                  <a:srgbClr val="231F20"/>
                </a:solidFill>
                <a:latin typeface="Yu Gothic"/>
                <a:ea typeface="Yu Gothic"/>
                <a:cs typeface="Yu Gothic"/>
              </a:defRPr>
            </a:defPPr>
            <a:lvl1pPr algn="l">
              <a:defRPr sz="2100" b="1">
                <a:solidFill>
                  <a:srgbClr val="231F20"/>
                </a:solidFill>
                <a:latin typeface="Yu Gothic"/>
                <a:ea typeface="Yu Gothic"/>
                <a:cs typeface="Yu Gothic"/>
              </a:defRPr>
            </a:lvl1pPr>
            <a:lvl2pPr algn="l">
              <a:defRPr sz="2100" b="1">
                <a:solidFill>
                  <a:srgbClr val="231F20"/>
                </a:solidFill>
                <a:latin typeface="Yu Gothic"/>
                <a:ea typeface="Yu Gothic"/>
                <a:cs typeface="Yu Gothic"/>
              </a:defRPr>
            </a:lvl2pPr>
            <a:lvl3pPr algn="l">
              <a:defRPr sz="2100" b="1">
                <a:solidFill>
                  <a:srgbClr val="231F20"/>
                </a:solidFill>
                <a:latin typeface="Yu Gothic"/>
                <a:ea typeface="Yu Gothic"/>
                <a:cs typeface="Yu Gothic"/>
              </a:defRPr>
            </a:lvl3pPr>
            <a:lvl4pPr algn="l">
              <a:defRPr sz="2100" b="1">
                <a:solidFill>
                  <a:srgbClr val="231F20"/>
                </a:solidFill>
                <a:latin typeface="Yu Gothic"/>
                <a:ea typeface="Yu Gothic"/>
                <a:cs typeface="Yu Gothic"/>
              </a:defRPr>
            </a:lvl4pPr>
            <a:lvl5pPr algn="l">
              <a:defRPr sz="2100" b="1">
                <a:solidFill>
                  <a:srgbClr val="231F20"/>
                </a:solidFill>
                <a:latin typeface="Yu Gothic"/>
                <a:ea typeface="Yu Gothic"/>
                <a:cs typeface="Yu Gothic"/>
              </a:defRPr>
            </a:lvl5pPr>
            <a:lvl6pPr algn="l">
              <a:defRPr sz="2100" b="1">
                <a:solidFill>
                  <a:srgbClr val="231F20"/>
                </a:solidFill>
                <a:latin typeface="Yu Gothic"/>
                <a:ea typeface="Yu Gothic"/>
                <a:cs typeface="Yu Gothic"/>
              </a:defRPr>
            </a:lvl6pPr>
            <a:lvl7pPr algn="l">
              <a:defRPr sz="2100" b="1">
                <a:solidFill>
                  <a:srgbClr val="231F20"/>
                </a:solidFill>
                <a:latin typeface="Yu Gothic"/>
                <a:ea typeface="Yu Gothic"/>
                <a:cs typeface="Yu Gothic"/>
              </a:defRPr>
            </a:lvl7pPr>
            <a:lvl8pPr algn="l">
              <a:defRPr sz="2100" b="1">
                <a:solidFill>
                  <a:srgbClr val="231F20"/>
                </a:solidFill>
                <a:latin typeface="Yu Gothic"/>
                <a:ea typeface="Yu Gothic"/>
                <a:cs typeface="Yu Gothic"/>
              </a:defRPr>
            </a:lvl8pPr>
            <a:lvl9pPr algn="l">
              <a:defRPr sz="2100" b="1">
                <a:solidFill>
                  <a:srgbClr val="231F20"/>
                </a:solidFill>
                <a:latin typeface="Yu Gothic"/>
                <a:ea typeface="Yu Gothic"/>
                <a:cs typeface="Yu Gothic"/>
              </a:defRPr>
            </a:lvl9pPr>
          </a:lstStyle>
          <a:p xmlns:a="http://schemas.openxmlformats.org/drawingml/2006/main">
            <a:pPr algn="l">
              <a:defRPr sz="2100" b="1">
                <a:solidFill>
                  <a:srgbClr val="231F20"/>
                </a:solidFill>
                <a:latin typeface="Yu Gothic"/>
                <a:ea typeface="Yu Gothic"/>
                <a:cs typeface="Yu Gothic"/>
              </a:defRPr>
            </a:pPr>
            <a:r>
              <a:rPr sz="2100" b="1">
                <a:solidFill>
                  <a:srgbClr val="231F20"/>
                </a:solidFill>
                <a:latin typeface="Yu Gothic"/>
                <a:ea typeface="Yu Gothic"/>
                <a:cs typeface="Yu Gothic"/>
              </a:rPr>
              <a:t>実機での確認</a:t>
            </a:r>
          </a:p>
        </p:txBody>
      </p:sp>
      <p:sp>
        <p:nvSpPr>
          <p:cNvPr id="13" name="text-956">
            <a:extLst xmlns:a="http://schemas.openxmlformats.org/drawingml/2006/main">
              <a:ext uri="{FF2B5EF4-FFF2-40B4-BE49-F238E27FC236}">
                <a16:creationId xmlns:a16="http://schemas.microsoft.com/office/drawing/2014/main" id="{331D0790-9BBB-447B-961F-79722C5B59AA}"/>
              </a:ext>
            </a:extLst>
          </p:cNvPr>
          <p:cNvSpPr>
            <a:spLocks xmlns:a="http://schemas.openxmlformats.org/drawingml/2006/main" noGrp="1"/>
          </p:cNvSpPr>
          <p:nvPr/>
        </p:nvSpPr>
        <p:spPr>
          <a:xfrm xmlns:a="http://schemas.openxmlformats.org/drawingml/2006/main">
            <a:off x="3905250" y="3467100"/>
            <a:ext cx="757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950" b="0">
                <a:solidFill>
                  <a:srgbClr val="231F20"/>
                </a:solidFill>
                <a:latin typeface="Yu Gothic"/>
                <a:ea typeface="Yu Gothic"/>
                <a:cs typeface="Yu Gothic"/>
              </a:defRPr>
            </a:defPPr>
            <a:lvl1pPr algn="l">
              <a:defRPr sz="1950" b="0">
                <a:solidFill>
                  <a:srgbClr val="231F20"/>
                </a:solidFill>
                <a:latin typeface="Yu Gothic"/>
                <a:ea typeface="Yu Gothic"/>
                <a:cs typeface="Yu Gothic"/>
              </a:defRPr>
            </a:lvl1pPr>
            <a:lvl2pPr algn="l">
              <a:defRPr sz="1950" b="0">
                <a:solidFill>
                  <a:srgbClr val="231F20"/>
                </a:solidFill>
                <a:latin typeface="Yu Gothic"/>
                <a:ea typeface="Yu Gothic"/>
                <a:cs typeface="Yu Gothic"/>
              </a:defRPr>
            </a:lvl2pPr>
            <a:lvl3pPr algn="l">
              <a:defRPr sz="1950" b="0">
                <a:solidFill>
                  <a:srgbClr val="231F20"/>
                </a:solidFill>
                <a:latin typeface="Yu Gothic"/>
                <a:ea typeface="Yu Gothic"/>
                <a:cs typeface="Yu Gothic"/>
              </a:defRPr>
            </a:lvl3pPr>
            <a:lvl4pPr algn="l">
              <a:defRPr sz="1950" b="0">
                <a:solidFill>
                  <a:srgbClr val="231F20"/>
                </a:solidFill>
                <a:latin typeface="Yu Gothic"/>
                <a:ea typeface="Yu Gothic"/>
                <a:cs typeface="Yu Gothic"/>
              </a:defRPr>
            </a:lvl4pPr>
            <a:lvl5pPr algn="l">
              <a:defRPr sz="1950" b="0">
                <a:solidFill>
                  <a:srgbClr val="231F20"/>
                </a:solidFill>
                <a:latin typeface="Yu Gothic"/>
                <a:ea typeface="Yu Gothic"/>
                <a:cs typeface="Yu Gothic"/>
              </a:defRPr>
            </a:lvl5pPr>
            <a:lvl6pPr algn="l">
              <a:defRPr sz="1950" b="0">
                <a:solidFill>
                  <a:srgbClr val="231F20"/>
                </a:solidFill>
                <a:latin typeface="Yu Gothic"/>
                <a:ea typeface="Yu Gothic"/>
                <a:cs typeface="Yu Gothic"/>
              </a:defRPr>
            </a:lvl6pPr>
            <a:lvl7pPr algn="l">
              <a:defRPr sz="1950" b="0">
                <a:solidFill>
                  <a:srgbClr val="231F20"/>
                </a:solidFill>
                <a:latin typeface="Yu Gothic"/>
                <a:ea typeface="Yu Gothic"/>
                <a:cs typeface="Yu Gothic"/>
              </a:defRPr>
            </a:lvl7pPr>
            <a:lvl8pPr algn="l">
              <a:defRPr sz="1950" b="0">
                <a:solidFill>
                  <a:srgbClr val="231F20"/>
                </a:solidFill>
                <a:latin typeface="Yu Gothic"/>
                <a:ea typeface="Yu Gothic"/>
                <a:cs typeface="Yu Gothic"/>
              </a:defRPr>
            </a:lvl8pPr>
            <a:lvl9pPr algn="l">
              <a:defRPr sz="1950" b="0">
                <a:solidFill>
                  <a:srgbClr val="231F20"/>
                </a:solidFill>
                <a:latin typeface="Yu Gothic"/>
                <a:ea typeface="Yu Gothic"/>
                <a:cs typeface="Yu Gothic"/>
              </a:defRPr>
            </a:lvl9pPr>
          </a:lstStyle>
          <a:p xmlns:a="http://schemas.openxmlformats.org/drawingml/2006/main">
            <a:pPr algn="l">
              <a:defRPr sz="1950" b="0">
                <a:solidFill>
                  <a:srgbClr val="231F20"/>
                </a:solidFill>
                <a:latin typeface="Yu Gothic"/>
                <a:ea typeface="Yu Gothic"/>
                <a:cs typeface="Yu Gothic"/>
              </a:defRPr>
            </a:pPr>
            <a:r>
              <a:rPr sz="1950" b="0">
                <a:solidFill>
                  <a:srgbClr val="231F20"/>
                </a:solidFill>
                <a:latin typeface="Yu Gothic"/>
                <a:ea typeface="Yu Gothic"/>
                <a:cs typeface="Yu Gothic"/>
              </a:rPr>
              <a:t>ゲーム画面の生成と継続動作を確認</a:t>
            </a:r>
          </a:p>
        </p:txBody>
      </p:sp>
      <p:sp>
        <p:nvSpPr>
          <p:cNvPr id="14" name="text-957">
            <a:extLst xmlns:a="http://schemas.openxmlformats.org/drawingml/2006/main">
              <a:ext uri="{FF2B5EF4-FFF2-40B4-BE49-F238E27FC236}">
                <a16:creationId xmlns:a16="http://schemas.microsoft.com/office/drawing/2014/main" id="{DC6BC1AB-EA1F-44FF-BFC6-3151D3CEAB74}"/>
              </a:ext>
            </a:extLst>
          </p:cNvPr>
          <p:cNvSpPr>
            <a:spLocks xmlns:a="http://schemas.openxmlformats.org/drawingml/2006/main" noGrp="1"/>
          </p:cNvSpPr>
          <p:nvPr/>
        </p:nvSpPr>
        <p:spPr>
          <a:xfrm xmlns:a="http://schemas.openxmlformats.org/drawingml/2006/main">
            <a:off x="609600" y="44291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475" b="1">
                <a:solidFill>
                  <a:srgbClr val="231F20"/>
                </a:solidFill>
                <a:latin typeface="Yu Gothic"/>
                <a:ea typeface="Yu Gothic"/>
                <a:cs typeface="Yu Gothic"/>
              </a:defRPr>
            </a:defPPr>
            <a:lvl1pPr algn="l">
              <a:defRPr sz="2475" b="1">
                <a:solidFill>
                  <a:srgbClr val="231F20"/>
                </a:solidFill>
                <a:latin typeface="Yu Gothic"/>
                <a:ea typeface="Yu Gothic"/>
                <a:cs typeface="Yu Gothic"/>
              </a:defRPr>
            </a:lvl1pPr>
            <a:lvl2pPr algn="l">
              <a:defRPr sz="2475" b="1">
                <a:solidFill>
                  <a:srgbClr val="231F20"/>
                </a:solidFill>
                <a:latin typeface="Yu Gothic"/>
                <a:ea typeface="Yu Gothic"/>
                <a:cs typeface="Yu Gothic"/>
              </a:defRPr>
            </a:lvl2pPr>
            <a:lvl3pPr algn="l">
              <a:defRPr sz="2475" b="1">
                <a:solidFill>
                  <a:srgbClr val="231F20"/>
                </a:solidFill>
                <a:latin typeface="Yu Gothic"/>
                <a:ea typeface="Yu Gothic"/>
                <a:cs typeface="Yu Gothic"/>
              </a:defRPr>
            </a:lvl3pPr>
            <a:lvl4pPr algn="l">
              <a:defRPr sz="2475" b="1">
                <a:solidFill>
                  <a:srgbClr val="231F20"/>
                </a:solidFill>
                <a:latin typeface="Yu Gothic"/>
                <a:ea typeface="Yu Gothic"/>
                <a:cs typeface="Yu Gothic"/>
              </a:defRPr>
            </a:lvl4pPr>
            <a:lvl5pPr algn="l">
              <a:defRPr sz="2475" b="1">
                <a:solidFill>
                  <a:srgbClr val="231F20"/>
                </a:solidFill>
                <a:latin typeface="Yu Gothic"/>
                <a:ea typeface="Yu Gothic"/>
                <a:cs typeface="Yu Gothic"/>
              </a:defRPr>
            </a:lvl5pPr>
            <a:lvl6pPr algn="l">
              <a:defRPr sz="2475" b="1">
                <a:solidFill>
                  <a:srgbClr val="231F20"/>
                </a:solidFill>
                <a:latin typeface="Yu Gothic"/>
                <a:ea typeface="Yu Gothic"/>
                <a:cs typeface="Yu Gothic"/>
              </a:defRPr>
            </a:lvl6pPr>
            <a:lvl7pPr algn="l">
              <a:defRPr sz="2475" b="1">
                <a:solidFill>
                  <a:srgbClr val="231F20"/>
                </a:solidFill>
                <a:latin typeface="Yu Gothic"/>
                <a:ea typeface="Yu Gothic"/>
                <a:cs typeface="Yu Gothic"/>
              </a:defRPr>
            </a:lvl7pPr>
            <a:lvl8pPr algn="l">
              <a:defRPr sz="2475" b="1">
                <a:solidFill>
                  <a:srgbClr val="231F20"/>
                </a:solidFill>
                <a:latin typeface="Yu Gothic"/>
                <a:ea typeface="Yu Gothic"/>
                <a:cs typeface="Yu Gothic"/>
              </a:defRPr>
            </a:lvl8pPr>
            <a:lvl9pPr algn="l">
              <a:defRPr sz="2475" b="1">
                <a:solidFill>
                  <a:srgbClr val="231F20"/>
                </a:solidFill>
                <a:latin typeface="Yu Gothic"/>
                <a:ea typeface="Yu Gothic"/>
                <a:cs typeface="Yu Gothic"/>
              </a:defRPr>
            </a:lvl9pPr>
          </a:lstStyle>
          <a:p xmlns:a="http://schemas.openxmlformats.org/drawingml/2006/main">
            <a:pPr algn="l">
              <a:defRPr sz="2475" b="1">
                <a:solidFill>
                  <a:srgbClr val="231F20"/>
                </a:solidFill>
                <a:latin typeface="Yu Gothic"/>
                <a:ea typeface="Yu Gothic"/>
                <a:cs typeface="Yu Gothic"/>
              </a:defRPr>
            </a:pPr>
            <a:r>
              <a:rPr sz="2475" b="1">
                <a:solidFill>
                  <a:srgbClr val="231F20"/>
                </a:solidFill>
                <a:latin typeface="Yu Gothic"/>
                <a:ea typeface="Yu Gothic"/>
                <a:cs typeface="Yu Gothic"/>
              </a:rPr>
              <a:t>Wallyの拡張を学ぶ人が参照できる、</a:t>
            </a:r>
          </a:p>
          <a:p xmlns:a="http://schemas.openxmlformats.org/drawingml/2006/main">
            <a:pPr algn="l">
              <a:defRPr sz="2475" b="1">
                <a:solidFill>
                  <a:srgbClr val="231F20"/>
                </a:solidFill>
                <a:latin typeface="Yu Gothic"/>
                <a:ea typeface="Yu Gothic"/>
                <a:cs typeface="Yu Gothic"/>
              </a:defRPr>
            </a:pPr>
            <a:r>
              <a:rPr sz="2475" b="1">
                <a:solidFill>
                  <a:srgbClr val="231F20"/>
                </a:solidFill>
                <a:latin typeface="Yu Gothic"/>
                <a:ea typeface="Yu Gothic"/>
                <a:cs typeface="Yu Gothic"/>
              </a:rPr>
              <a:t>接続設計と実機での動作確認の例</a:t>
            </a:r>
          </a:p>
        </p:txBody>
      </p:sp>
      <p:sp>
        <p:nvSpPr>
          <p:cNvPr id="15" name="text-958">
            <a:extLst xmlns:a="http://schemas.openxmlformats.org/drawingml/2006/main">
              <a:ext uri="{FF2B5EF4-FFF2-40B4-BE49-F238E27FC236}">
                <a16:creationId xmlns:a16="http://schemas.microsoft.com/office/drawing/2014/main" id="{A0CD3AE9-1165-4749-BB78-C72123B79BF1}"/>
              </a:ext>
            </a:extLst>
          </p:cNvPr>
          <p:cNvSpPr>
            <a:spLocks xmlns:a="http://schemas.openxmlformats.org/drawingml/2006/main" noGrp="1"/>
          </p:cNvSpPr>
          <p:nvPr/>
        </p:nvSpPr>
        <p:spPr>
          <a:xfrm xmlns:a="http://schemas.openxmlformats.org/drawingml/2006/main">
            <a:off x="609600" y="5667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175" b="0">
                <a:solidFill>
                  <a:srgbClr val="231F20"/>
                </a:solidFill>
                <a:latin typeface="Yu Gothic"/>
                <a:ea typeface="Yu Gothic"/>
                <a:cs typeface="Yu Gothic"/>
              </a:defRPr>
            </a:defPPr>
            <a:lvl1pPr algn="l">
              <a:defRPr sz="2175" b="0">
                <a:solidFill>
                  <a:srgbClr val="231F20"/>
                </a:solidFill>
                <a:latin typeface="Yu Gothic"/>
                <a:ea typeface="Yu Gothic"/>
                <a:cs typeface="Yu Gothic"/>
              </a:defRPr>
            </a:lvl1pPr>
            <a:lvl2pPr algn="l">
              <a:defRPr sz="2175" b="0">
                <a:solidFill>
                  <a:srgbClr val="231F20"/>
                </a:solidFill>
                <a:latin typeface="Yu Gothic"/>
                <a:ea typeface="Yu Gothic"/>
                <a:cs typeface="Yu Gothic"/>
              </a:defRPr>
            </a:lvl2pPr>
            <a:lvl3pPr algn="l">
              <a:defRPr sz="2175" b="0">
                <a:solidFill>
                  <a:srgbClr val="231F20"/>
                </a:solidFill>
                <a:latin typeface="Yu Gothic"/>
                <a:ea typeface="Yu Gothic"/>
                <a:cs typeface="Yu Gothic"/>
              </a:defRPr>
            </a:lvl3pPr>
            <a:lvl4pPr algn="l">
              <a:defRPr sz="2175" b="0">
                <a:solidFill>
                  <a:srgbClr val="231F20"/>
                </a:solidFill>
                <a:latin typeface="Yu Gothic"/>
                <a:ea typeface="Yu Gothic"/>
                <a:cs typeface="Yu Gothic"/>
              </a:defRPr>
            </a:lvl4pPr>
            <a:lvl5pPr algn="l">
              <a:defRPr sz="2175" b="0">
                <a:solidFill>
                  <a:srgbClr val="231F20"/>
                </a:solidFill>
                <a:latin typeface="Yu Gothic"/>
                <a:ea typeface="Yu Gothic"/>
                <a:cs typeface="Yu Gothic"/>
              </a:defRPr>
            </a:lvl5pPr>
            <a:lvl6pPr algn="l">
              <a:defRPr sz="2175" b="0">
                <a:solidFill>
                  <a:srgbClr val="231F20"/>
                </a:solidFill>
                <a:latin typeface="Yu Gothic"/>
                <a:ea typeface="Yu Gothic"/>
                <a:cs typeface="Yu Gothic"/>
              </a:defRPr>
            </a:lvl6pPr>
            <a:lvl7pPr algn="l">
              <a:defRPr sz="2175" b="0">
                <a:solidFill>
                  <a:srgbClr val="231F20"/>
                </a:solidFill>
                <a:latin typeface="Yu Gothic"/>
                <a:ea typeface="Yu Gothic"/>
                <a:cs typeface="Yu Gothic"/>
              </a:defRPr>
            </a:lvl7pPr>
            <a:lvl8pPr algn="l">
              <a:defRPr sz="2175" b="0">
                <a:solidFill>
                  <a:srgbClr val="231F20"/>
                </a:solidFill>
                <a:latin typeface="Yu Gothic"/>
                <a:ea typeface="Yu Gothic"/>
                <a:cs typeface="Yu Gothic"/>
              </a:defRPr>
            </a:lvl8pPr>
            <a:lvl9pPr algn="l">
              <a:defRPr sz="2175" b="0">
                <a:solidFill>
                  <a:srgbClr val="231F20"/>
                </a:solidFill>
                <a:latin typeface="Yu Gothic"/>
                <a:ea typeface="Yu Gothic"/>
                <a:cs typeface="Yu Gothic"/>
              </a:defRPr>
            </a:lvl9pPr>
          </a:lstStyle>
          <a:p xmlns:a="http://schemas.openxmlformats.org/drawingml/2006/main">
            <a:pPr algn="l">
              <a:defRPr sz="2175" b="0">
                <a:solidFill>
                  <a:srgbClr val="231F20"/>
                </a:solidFill>
                <a:latin typeface="Yu Gothic"/>
                <a:ea typeface="Yu Gothic"/>
                <a:cs typeface="Yu Gothic"/>
              </a:defRPr>
            </a:pPr>
            <a:r>
              <a:rPr sz="2175" b="0">
                <a:solidFill>
                  <a:srgbClr val="231F20"/>
                </a:solidFill>
                <a:latin typeface="Yu Gothic"/>
                <a:ea typeface="Yu Gothic"/>
                <a:cs typeface="Yu Gothic"/>
              </a:rPr>
              <a:t>次の段階：コントローラーを加え、手で操作する</a:t>
            </a:r>
          </a:p>
        </p:txBody>
      </p:sp>
      <p:sp>
        <p:nvSpPr>
          <p:cNvPr id="16" name="text-959">
            <a:extLst xmlns:a="http://schemas.openxmlformats.org/drawingml/2006/main">
              <a:ext uri="{FF2B5EF4-FFF2-40B4-BE49-F238E27FC236}">
                <a16:creationId xmlns:a16="http://schemas.microsoft.com/office/drawing/2014/main" id="{E3D58FE3-2A4E-4C67-ADEB-BBE9984D2A06}"/>
              </a:ext>
            </a:extLst>
          </p:cNvPr>
          <p:cNvSpPr>
            <a:spLocks xmlns:a="http://schemas.openxmlformats.org/drawingml/2006/main" noGrp="1"/>
          </p:cNvSpPr>
          <p:nvPr/>
        </p:nvSpPr>
        <p:spPr>
          <a:xfrm xmlns:a="http://schemas.openxmlformats.org/drawingml/2006/main">
            <a:off x="609600" y="6334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00" b="0">
                <a:solidFill>
                  <a:srgbClr val="777777"/>
                </a:solidFill>
                <a:latin typeface="Yu Gothic"/>
                <a:ea typeface="Yu Gothic"/>
                <a:cs typeface="Yu Gothic"/>
              </a:defRPr>
            </a:defPPr>
            <a:lvl1pPr algn="l">
              <a:defRPr sz="1200" b="0">
                <a:solidFill>
                  <a:srgbClr val="777777"/>
                </a:solidFill>
                <a:latin typeface="Yu Gothic"/>
                <a:ea typeface="Yu Gothic"/>
                <a:cs typeface="Yu Gothic"/>
              </a:defRPr>
            </a:lvl1pPr>
            <a:lvl2pPr algn="l">
              <a:defRPr sz="1200" b="0">
                <a:solidFill>
                  <a:srgbClr val="777777"/>
                </a:solidFill>
                <a:latin typeface="Yu Gothic"/>
                <a:ea typeface="Yu Gothic"/>
                <a:cs typeface="Yu Gothic"/>
              </a:defRPr>
            </a:lvl2pPr>
            <a:lvl3pPr algn="l">
              <a:defRPr sz="1200" b="0">
                <a:solidFill>
                  <a:srgbClr val="777777"/>
                </a:solidFill>
                <a:latin typeface="Yu Gothic"/>
                <a:ea typeface="Yu Gothic"/>
                <a:cs typeface="Yu Gothic"/>
              </a:defRPr>
            </a:lvl3pPr>
            <a:lvl4pPr algn="l">
              <a:defRPr sz="1200" b="0">
                <a:solidFill>
                  <a:srgbClr val="777777"/>
                </a:solidFill>
                <a:latin typeface="Yu Gothic"/>
                <a:ea typeface="Yu Gothic"/>
                <a:cs typeface="Yu Gothic"/>
              </a:defRPr>
            </a:lvl4pPr>
            <a:lvl5pPr algn="l">
              <a:defRPr sz="1200" b="0">
                <a:solidFill>
                  <a:srgbClr val="777777"/>
                </a:solidFill>
                <a:latin typeface="Yu Gothic"/>
                <a:ea typeface="Yu Gothic"/>
                <a:cs typeface="Yu Gothic"/>
              </a:defRPr>
            </a:lvl5pPr>
            <a:lvl6pPr algn="l">
              <a:defRPr sz="1200" b="0">
                <a:solidFill>
                  <a:srgbClr val="777777"/>
                </a:solidFill>
                <a:latin typeface="Yu Gothic"/>
                <a:ea typeface="Yu Gothic"/>
                <a:cs typeface="Yu Gothic"/>
              </a:defRPr>
            </a:lvl6pPr>
            <a:lvl7pPr algn="l">
              <a:defRPr sz="1200" b="0">
                <a:solidFill>
                  <a:srgbClr val="777777"/>
                </a:solidFill>
                <a:latin typeface="Yu Gothic"/>
                <a:ea typeface="Yu Gothic"/>
                <a:cs typeface="Yu Gothic"/>
              </a:defRPr>
            </a:lvl7pPr>
            <a:lvl8pPr algn="l">
              <a:defRPr sz="1200" b="0">
                <a:solidFill>
                  <a:srgbClr val="777777"/>
                </a:solidFill>
                <a:latin typeface="Yu Gothic"/>
                <a:ea typeface="Yu Gothic"/>
                <a:cs typeface="Yu Gothic"/>
              </a:defRPr>
            </a:lvl8pPr>
            <a:lvl9pPr algn="l">
              <a:defRPr sz="1200" b="0">
                <a:solidFill>
                  <a:srgbClr val="777777"/>
                </a:solidFill>
                <a:latin typeface="Yu Gothic"/>
                <a:ea typeface="Yu Gothic"/>
                <a:cs typeface="Yu Gothic"/>
              </a:defRPr>
            </a:lvl9pPr>
          </a:lstStyle>
          <a:p xmlns:a="http://schemas.openxmlformats.org/drawingml/2006/main">
            <a:pPr algn="l">
              <a:defRPr sz="1200" b="0">
                <a:solidFill>
                  <a:srgbClr val="777777"/>
                </a:solidFill>
                <a:latin typeface="Yu Gothic"/>
                <a:ea typeface="Yu Gothic"/>
                <a:cs typeface="Yu Gothic"/>
              </a:defRPr>
            </a:pPr>
            <a:r>
              <a:rPr sz="1200" b="0">
                <a:solidFill>
                  <a:srgbClr val="777777"/>
                </a:solidFill>
                <a:latin typeface="Yu Gothic"/>
                <a:ea typeface="Yu Gothic"/>
                <a:cs typeface="Yu Gothic"/>
              </a:rPr>
              <a:t>CPU・RasterIXは既存回路を利用。学習効果そのものを実験したという主張ではない</a:t>
            </a:r>
          </a:p>
        </p:txBody>
      </p:sp>
    </p:spTree>
    <p:extLst>
      <p:ext uri="{BB962C8B-B14F-4D97-AF65-F5344CB8AC3E}">
        <p14:creationId xmlns:p14="http://schemas.microsoft.com/office/powerpoint/2010/main" val="225617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title>Presentation</dc:title>
  <dcterms:created xsi:type="dcterms:W3CDTF">2026-10-19T01:51:16.1900000Z</dcterms:created>
  <dcterms:modified xsi:type="dcterms:W3CDTF">2026-10-19T01:51:16.1900000Z</dcterms:modified>
</coreProperties>
</file>