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a66ca3ecf5da40f9"/><Relationship Type="http://schemas.openxmlformats.org/officeDocument/2006/relationships/extended-properties" Target="/docProps/app.xml" Id="R3db4a0237a1f476b"/><Relationship Type="http://schemas.openxmlformats.org/officeDocument/2006/relationships/officeDocument" Target="/ppt/presentation.xml" Id="Rced356d5a8dd46ac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1ff5a8e140420c"/>
  </p:sldMasterIdLst>
  <p:notesMasterIdLst>
    <p:notesMasterId xmlns:r="http://schemas.openxmlformats.org/officeDocument/2006/relationships" r:id="R29f43ce3754c4ffe"/>
  </p:notesMasterIdLst>
  <p:sldIdLst>
    <p:sldId xmlns:r="http://schemas.openxmlformats.org/officeDocument/2006/relationships" id="256" r:id="Rc903f48301a24313"/>
    <p:sldId xmlns:r="http://schemas.openxmlformats.org/officeDocument/2006/relationships" id="257" r:id="Ra38c30779bf44e72"/>
    <p:sldId xmlns:r="http://schemas.openxmlformats.org/officeDocument/2006/relationships" id="258" r:id="R654384dbc9724d16"/>
    <p:sldId xmlns:r="http://schemas.openxmlformats.org/officeDocument/2006/relationships" id="259" r:id="Rcde84556547b4d57"/>
    <p:sldId xmlns:r="http://schemas.openxmlformats.org/officeDocument/2006/relationships" id="260" r:id="R4e8c35f5448c4f30"/>
    <p:sldId xmlns:r="http://schemas.openxmlformats.org/officeDocument/2006/relationships" id="261" r:id="R37272b973b004085"/>
    <p:sldId xmlns:r="http://schemas.openxmlformats.org/officeDocument/2006/relationships" id="262" r:id="Reb4392cf1e794cd9"/>
    <p:sldId xmlns:r="http://schemas.openxmlformats.org/officeDocument/2006/relationships" id="263" r:id="Re3eafaf9829e4687"/>
    <p:sldId xmlns:r="http://schemas.openxmlformats.org/officeDocument/2006/relationships" id="264" r:id="Rbaf440732266428e"/>
    <p:sldId xmlns:r="http://schemas.openxmlformats.org/officeDocument/2006/relationships" id="265" r:id="R9ee23586deea427b"/>
    <p:sldId xmlns:r="http://schemas.openxmlformats.org/officeDocument/2006/relationships" id="266" r:id="R17d9dba7ed844d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d3c95d9eb1bc4880"/><Relationship Type="http://schemas.openxmlformats.org/officeDocument/2006/relationships/slideMaster" Target="/ppt/slideMasters/slideMaster1.xml" Id="R641ff5a8e140420c"/><Relationship Type="http://schemas.openxmlformats.org/officeDocument/2006/relationships/notesMaster" Target="/ppt/notesMasters/notesMaster1.xml" Id="R29f43ce3754c4ffe"/><Relationship Type="http://schemas.openxmlformats.org/officeDocument/2006/relationships/presProps" Target="/ppt/presProps.xml" Id="R93defeb160e24ab6"/><Relationship Type="http://schemas.openxmlformats.org/officeDocument/2006/relationships/tableStyles" Target="/ppt/tableStyles.xml" Id="R9b78916a82514108"/><Relationship Type="http://schemas.openxmlformats.org/officeDocument/2006/relationships/slide" Target="/ppt/slides/slide1.xml" Id="Rc903f48301a24313"/><Relationship Type="http://schemas.openxmlformats.org/officeDocument/2006/relationships/slide" Target="/ppt/slides/slide2.xml" Id="Ra38c30779bf44e72"/><Relationship Type="http://schemas.openxmlformats.org/officeDocument/2006/relationships/slide" Target="/ppt/slides/slide3.xml" Id="R654384dbc9724d16"/><Relationship Type="http://schemas.openxmlformats.org/officeDocument/2006/relationships/slide" Target="/ppt/slides/slide4.xml" Id="Rcde84556547b4d57"/><Relationship Type="http://schemas.openxmlformats.org/officeDocument/2006/relationships/slide" Target="/ppt/slides/slide5.xml" Id="R4e8c35f5448c4f30"/><Relationship Type="http://schemas.openxmlformats.org/officeDocument/2006/relationships/slide" Target="/ppt/slides/slide6.xml" Id="R37272b973b004085"/><Relationship Type="http://schemas.openxmlformats.org/officeDocument/2006/relationships/slide" Target="/ppt/slides/slide7.xml" Id="Reb4392cf1e794cd9"/><Relationship Type="http://schemas.openxmlformats.org/officeDocument/2006/relationships/slide" Target="/ppt/slides/slide8.xml" Id="Re3eafaf9829e4687"/><Relationship Type="http://schemas.openxmlformats.org/officeDocument/2006/relationships/slide" Target="/ppt/slides/slide9.xml" Id="Rbaf440732266428e"/><Relationship Type="http://schemas.openxmlformats.org/officeDocument/2006/relationships/slide" Target="/ppt/slides/slide10.xml" Id="R9ee23586deea427b"/><Relationship Type="http://schemas.openxmlformats.org/officeDocument/2006/relationships/slide" Target="/ppt/slides/slide11.xml" Id="R17d9dba7ed844d86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4580db24f7574327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132cb7a39f6f41fc"/><Relationship Type="http://schemas.openxmlformats.org/officeDocument/2006/relationships/notesMaster" Target="/ppt/notesMasters/notesMaster1.xml" Id="Rc99729cc15964a90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5a5811cb81164816"/><Relationship Type="http://schemas.openxmlformats.org/officeDocument/2006/relationships/notesMaster" Target="/ppt/notesMasters/notesMaster1.xml" Id="R439cf91085ce4db7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8bd42a796d024774"/><Relationship Type="http://schemas.openxmlformats.org/officeDocument/2006/relationships/notesMaster" Target="/ppt/notesMasters/notesMaster1.xml" Id="Rfb2fa0c923654e60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ebee8ef9036f403c"/><Relationship Type="http://schemas.openxmlformats.org/officeDocument/2006/relationships/notesMaster" Target="/ppt/notesMasters/notesMaster1.xml" Id="R95be5e4af1b14c34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c8edbabf14bd4315"/><Relationship Type="http://schemas.openxmlformats.org/officeDocument/2006/relationships/notesMaster" Target="/ppt/notesMasters/notesMaster1.xml" Id="R7e07e3484d3f4d7b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228dbabd5ebc4573"/><Relationship Type="http://schemas.openxmlformats.org/officeDocument/2006/relationships/notesMaster" Target="/ppt/notesMasters/notesMaster1.xml" Id="Re62ccfae4ce94b58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8b2c9b71c9774e10"/><Relationship Type="http://schemas.openxmlformats.org/officeDocument/2006/relationships/notesMaster" Target="/ppt/notesMasters/notesMaster1.xml" Id="Rf37fb69fc84a49a2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fde4d3fb28bb4d60"/><Relationship Type="http://schemas.openxmlformats.org/officeDocument/2006/relationships/notesMaster" Target="/ppt/notesMasters/notesMaster1.xml" Id="R3fb9f02aff0f4b58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cade926884cc4889"/><Relationship Type="http://schemas.openxmlformats.org/officeDocument/2006/relationships/notesMaster" Target="/ppt/notesMasters/notesMaster1.xml" Id="R3427cd9c22d9413e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c47de19f98f34a53"/><Relationship Type="http://schemas.openxmlformats.org/officeDocument/2006/relationships/notesMaster" Target="/ppt/notesMasters/notesMaster1.xml" Id="R14606fa26b4f407e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e45433a1ad9144b3"/><Relationship Type="http://schemas.openxmlformats.org/officeDocument/2006/relationships/notesMaster" Target="/ppt/notesMasters/notesMaster1.xml" Id="Rf55de38950f34706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この題目で発表します。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補足説明：表紙は題目と発表者・指導教員の情報のみを示す。公開版は個人情報を伏せる。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説明時間の目安：60秒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PCから現在の命令の番地が出ます。ここでは0なので、命令メモリは0番地のlw x1, 8(x0)を出します。これは、常に0であるx0の値に8を足し、その番地の値をx1へ読む命令です。実際の命令は上の32ビットです。19から15ビットの00000がA1に入り、レジスタ群はx0の値0を出します。31から20ビットの000000001000は8で、これもALUへ入ります。ALUは0足す8で番地8を作ります。そこに3があれば、メモリから3が戻ります。11から7ビットの00001は書込み先x1を選び、3を保存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出典：Harris, S. L. and Harris, D., Digital Design and Computer Architecture: RISC-V Edition (2021), Chapter 7. Official figure source: https://pages.hmc.edu/harris/ddca/ddcarv.html (DDCArv_Figures.zip). Chapter 7, single-cycle load datapath. RISC-V unprivileged ISA, RV32I load instruction format.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補足説明：説明用の単純なCPUであり、現在のWallyの全回路を示す図ではない。命令メモリの0番地には32ビット命令lw x1,8(x0)があり、データメモリの8番地には32ビット値3があるとする。命令の格納先0とデータの読出し先8を区別する。命令の機械語は0x00802083。I形式の[31:20]=000000001000（即値8）、[19:15]=00000（rs1=x0）、[14:12]=010、[11:7]=00001（rd=x1）、[6:0]=0000011。A1は読出しレジスタ番号、RD1はそのレジスタの値であり、番号0と値0は役割が異なる。x0は読出すと常に0になる。A3は書込み先番号、WD3は書く値、WE3は書込許可を表す。lwではメモリへの書込みは行わず、読んだ値をレジスタへ書く。今回は正の即値8だけを使うため、即値の幅を広げる回路、命令を解読して許可信号を作る回路、PCの次の値を作る回路は図示しない。線が交差しても接続点として示していない場所ではつながらない。灰色の経路はこの命令で使用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説明時間の目安：45秒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同じ図に、PCへ4を足して戻す回路を加えます。前の命令の終了時に、PCは0から4へ進みます。次に読むのは4番地のsw x1, 12(x0)です。命令から取り出した番号0がA1に、番号1がA2に入り、x0の0とx1の3が出ます。ALUには0と命令中の12を入れ、書く番地12を作ります。一方、保存する3は、x1からALUを通らない別の線でメモリへ送ります。書込みを許可すると12番地に3が保存されます。このように、番地を作る処理と、書く値を送る処理があ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出典：Harris, S. L. and Harris, D., Digital Design and Computer Architecture: RISC-V Edition (2021), Chapter 7. Official figure source: https://pages.hmc.edu/harris/ddca/ddcarv.html (DDCArv_Figures.zip). Chapter 7, sequential PC update and store datapath.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図はPC=4でswを実行している状態であり、加算器が用意する次の番地は4+4=8である。32ビットで分岐しない命令だけを例にする。図の上部は命令から取り出す内容を整理した表示で、実際の32ビット内の配置を示すものではない。即値12を一つの数として示し、ビット位置や取り出し方は展開しない。A1は基準値を読むレジスタ番号、A2は書く値を読むレジスタ番号である。swではレジスタへの書込みを許可せず、メモリへの書込みを許可する。PC、命令メモリ、レジスタ群、ALU、データメモリは前の図と同じ位置に置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説明時間の目安：45秒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を読む側も、データを読み書きする側も、バスへつなぎます。右のDDR3には、プログラムの命令と、その処理に使うデータを置きます。まずPCの番地を命令側の接続回路へ渡し、バスを通してDDR3から命令を読みます。戻った命令からレジスタ番号や即値を取り出し、先ほどと同じレジスタ群とALUで処理します。lwならALUが作った番地の値をバス経由で読み、レジスタへ戻します。swならレジスタの値をバス経由で書きます。PCを更新すると、次の命令でもこの流れを繰り返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 et al., RISC-V System-on-Chip Design, Chapters 7–13, 20, 22–23. Official figure source: https://pages.hmc.edu/harris/ddca/rvsocd.html (RVSoCD_figs.zip). Chapters 9 and 23. Product revision 261832d48832dd6e26c4971ab8893ce61200688b. console/fpga/src/fpgaTopNexysVideo.sv; console/fpga/src/rasterix.sv; console/fpga/src/rasterix_apb.sv; console/fpga/generator/axiscdc.tcl.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左の独立した命令メモリを、同じ場所の命令側接続回路に置き換える。命令の要求と戻りを別々の線でバスにつなぎ、右のDDR3を命令とデータの保存場所として示す。図は機能を追うための簡略図で、CPUの全回路や毎サイクルの動作を表さない。実機の構成はIROM_SUPPORTED=0、DTIM_SUPPORTED=0、ICACHE_SUPPORTED=1、DCACHE_SUPPORTED=1であり、すべての命令を毎回DDR3へ取りに行くという意味ではない。命令とデータの経路の仲裁、保存した内容の再利用、番地変換、応答待ちなどの内部は展開しない。0・4・8・12は前の説明用の番地であり、実機のDDR3領域は0x80000000から始まる。バスの線は複数の信号をまとめたもので、各信号を短絡する意味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説明時間の目安：55秒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バスへSDカードの制御回路を加えます。電源を切っても残したいゲームプログラムはSDカードに保存しておきます。実行前に、CPUが読込み用のプログラムを動かします。まずSD制御回路の決められた番地へ書き込み、カードからの読み出しを指示します。制御回路がカードと通信し、データを受け取ります。次にCPUが受取り用の番地を読むと、そのデータがバスを通ってCPUのレジスタへ戻ります。続いて、その値をDDR3の番地へ書きます。これを繰り返すと、プログラムがDDR3へコピーされます。準備ができたら、実行する命令の番地をPCに入れます。以後は前のスライドの経路で、DDR3上の命令を読んで実行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 et al., RISC-V System-on-Chip Design, Chapters 7–13, 20, 22–23. Official figure source: https://pages.hmc.edu/harris/ddca/rvsocd.html (RVSoCD_figs.zip). Chapters 20 and 23. Product revision 261832d48832dd6e26c4971ab8893ce61200688b. console/fpga/src/fpgaTopNexysVideo.sv; console/fpga/src/rasterix.sv; console/fpga/src/rasterix_apb.sv; console/fpga/generator/axiscdc.tcl. console/src/uncore/spi_apb.sv; console/fpga/zsbl.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読み出しを指示する書込み、受信した値の読出し、DDR3への保存をCPUの仕事として説明する。SDカードからDDR3へ直接転送する専用回路を新たに設けたという図ではない。製品のSPI制御回路では受信データの読出しレジスタを介してCPUが値を受け取る。カードとの通信、ブロック単位の処理、ファイルの解釈、バッファ間のコピーなどの詳細は省略する。受信した1バイトに対して実際に必ずlwを1回、swを1回使うという実装の断定ではなく、CPUの読出しと書込みによる移動をまとめている。最初の読込みを始める処理は起動用のプログラムが担い、CPUが空のDDR3からゲームを読み始めるという説明ではない。ゲームの開始番地へ制御を移す細部は省略し、準備とゲームの実行を分けて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説明時間の目安：40秒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ここへ、本研究で描画用の接続回路とRasterIXを加えました。描画用の窓口にも番地を割り当てるので、先ほどのswで操作できます。例えばx2に窓口の番地B、x1に送りたい数値Dを用意します。sw x1, 0(x2)では、ALUがB足す0で番地Bを作り、x1のDを別の線で送ります。番地Bの相手はDDR3ではなく描画用の窓口なので、DをRasterIXへ渡します。描画用ソフトウェアが用意した数値列をこのように送ります。CPUが実行するsw命令と、データとして送る描画命令は別のもの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出典：Product revision 261832d48832dd6e26c4971ab8893ce61200688b. console/fpga/src/fpgaTopNexysVideo.sv; console/fpga/src/rasterix.sv; console/fpga/src/rasterix_apb.sv; console/fpga/generator/axiscdc.tcl. console/examples/rasterix/WallyBusConnector.hpp; console/fpga/src/rasterix_apb.sv.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既存CPUと公式RasterIXを利用し、その間の接続を設計した。上部には即値0、基準値を読む番号2、書く値を読む番号1を、取り出した内容として並べる。実際の機械語のビット配置は示さない。x2とx1への値の準備は省略し、レジスタ割当ては説明用とする。BはCPUから見た窓口の番地で、物理アドレスと必ず同じ値とは限らない。Dは描画命令の数値列の一語であり、RISC-V命令のswの機械語ではない。OpenGLの1回の呼出しがそのまま1回のswに対応するという意味でもない。接続回路の内部の規約や時刻合わせは一つの箱にまとめる。RasterIXによる画像の保存と表示の経路は次の図で追加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説明時間の目安：30秒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sterIXは描画命令に従って、画面の各点の色を求めます。この一つひとつの点が画素です。作った画像は、DDR3の中でプログラムとは別に用意した領域へ保存します。表示回路はその画素の色を順に読み、画面に表示するためのタイミングに合わせてHDMI端子へ出します。CPUはゲームの処理と描画命令の送信、RasterIXは画像の作成、表示回路は画像の出力を担当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出典：Product revision 261832d48832dd6e26c4971ab8893ce61200688b. console/fpga/src/fpgaTopNexysVideo.sv; console/fpga/src/rasterix.sv; console/fpga/src/rasterix_apb.sv; console/fpga/generator/axiscdc.tcl. console/fpga/src/rasterixdisplay.sv; console/fpga/generator/rasterixmem.tcl; console/addins/rasterix/rtl/RasterIX/RasterIX_IF.v.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RasterIXのメモリへの書込み経路と、表示回路による読出し経路を同じ図へ加える。RasterIX_IFは内部の作業領域で描画し、結果を外部メモリへ転送する。内部作業領域、テクスチャ読出し、表示画像の切替、メモリ仲裁や映像符号化の内部は省略する。画像用とプログラム用にはDDR3内の別の範囲を確保する。右側の線はメモリ制御を含めた接続で、DDR3チップへの直接の電気配線を意味しない。表示回路は表示タイミングに従って読み出す。CPUの書込み1回ごとに画面全体を一回表示するもの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説明時間の目安：25秒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こまでの回路の接続を、HDLという言語で記述します。例えばPCは、クロックの立上りで次の番地を取り込むレジスタとして書けます。設計ツールがこの記述からFPGA用の構成データを作ります。それを写真のFPGAチップへ設定すると、CPUや接続回路、描画回路が動きます。DDR3やSDカードはチップの外にあり、チップ内の回路からつながっ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出典：Harris, S. L. and Harris, D., Digital Design and Computer Architecture: RISC-V Edition (2021), Chapter 7. Official figure source: https://pages.hmc.edu/harris/ddca/ddcarv.html (DDCArv_Figures.zip). Harris et al., RISC-V System-on-Chip Design, Chapters 7–13, 20, 22–23. Official figure source: https://pages.hmc.edu/harris/ddca/rvsocd.html (RVSoCD_figs.zip). Chapter 23. Product revision 261832d48832dd6e26c4971ab8893ce61200688b. console/fpga/src/fpgaTopNexysVideo.sv; console/fpga/src/rasterix.sv; console/fpga/src/rasterix_apb.sv; console/fpga/generator/axiscdc.tcl. Digilent, Nexys Video product photograph: https://digilent.com/shop/nexys-video-amd-artix-7-fpga-trainer-board-for-multimedia-applications/ . Board identification: Nexys Video Reference Manual (2020), pp.3-4. Image copyright Digilent.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本編と同じ簡略図を一様に縮小して配置し、詳細なWally図への置換は行わない。回路図とHDLは接続や動作を表現する方法であり、図からHDLを自動生成した実験ではない。右のalways_ffはPCの動作を示す説明用の断片で、製品ソース全体ではない。初期化や分岐時の選択は省略する。HDLを合成・配置配線して、FPGA内部の論理と配線を設定する構成データを生成する。これはSDカードに保存したゲームプログラムをCPUが実行する経路とは異なる。図のDDR3、SDカード、HDMI端子はチップ外の機器や端子であり、図全体を一つのチップ内へ保存するという意味ではない。写真の中央の放熱器の下にArtix-7 FPGAがある。写真はDigilentの製品写真である。詳細なWallyの回路図は最後の質問用スライドに分ける。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説明時間の目安：20秒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この構成で640掛ける480画素のブロック崩しが動きました。四つの条件で期待画像との一致を確認しました。さらに5分間の自動プレイを記録し、別の試行では30秒の映像を確認しました。現在は自動操作で、専用コントローラーの接続はこれから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出典：docs/thesis/再現資料/実験記録/E6/fresh-product/qualification/qualification.json; docs/thesis/再現資料/実験記録/E6/report/results/video/validation.json. Photograph: docs/thesis/figs/fifo-study-game.png. Product revision 261832d48832dd6e26c4971ab8893ce61200688b. console/fpga/src/fpgaTopNexysVideo.sv; console/fpga/src/rasterix.sv; console/fpga/src/rasterix_apb.sv; console/fpga/generator/axiscdc.tcl.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4条件は3種類の描画条件と再起動後の1条件。これらの条件で全画面を期待画像と比較した。5分の記録は300.011秒の自動プレイで、30秒の取得映像とは別試行。動画のフレーム数をゲームFPSとして用いていない。ゲームには描画負荷を軽減する実装を含むが、この案はその最適化の優劣を主張しない。録画の取得経路は実験環境であり、ゲーム機の公開構成と分けている。映像を受信できない場合の条件の特定は残っており、全ての表示機器での互換性を確認したわけではない。専用コントローラーは将来項目で未検証。資料は既存実験E6の結果を示し、新たな実機計測を行ったという意味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説明時間の目安：10秒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既存の読み書きの仕組みに接続回路を加え、描画命令を渡せるようにしました。Wallyを拡張する学習者に向けた設計例です。次は専用コントローラーで操作できることを確認します。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出典：Product revision 261832d48832dd6e26c4971ab8893ce61200688b. console/fpga/src/fpgaTopNexysVideo.sv; console/fpga/src/rasterix.sv; console/fpga/src/rasterix_apb.sv; console/fpga/generator/axiscdc.tcl. docs/thesis/再現資料/実験記録/E6/fresh-product/qualification/qualification.json; docs/thesis/再現資料/実験記録/E6/report/results/video/validation.json. Photograph: docs/thesis/figs/fifo-study-game.png.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学習者向けの拡張例としての利用を想定しているが、教育効果を学習実験で評価したわけではない。CPUやRasterIX本体を新たに設計したという主張ではなく、既存回路間をつなぐアダプタ、メモリ接続、切替制御とソフトウェア側の接続を実装した。専用コントローラーは未実装・未検証であり今後の項目。実機の結果は実験E6に基づ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説明時間の目安：0秒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質問に関係する箇所を図で示すための資料です。本編の簡略図との対応を確認できます。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出典：Harris et al., RISC-V System-on-Chip Design, Chapters 7–13, 20, 22–23. Official figure source: https://pages.hmc.edu/harris/ddca/rvsocd.html (RVSoCD_figs.zip). Figure 7.11, Figure 9.20 and Chapter 23. Product revision 261832d48832dd6e26c4971ab8893ce61200688b. console/fpga/src/fpgaTopNexysVideo.sv; console/fpga/src/rasterix.sv; console/fpga/src/rasterix_apb.sv; console/fpga/generator/axiscdc.tcl. console/src/ieu/datapath.sv; console/src/generic/flop/flopenrc.sv; console/src/lsu/lsu.sv. Digilent, Nexys Video product photograph: https://digilent.com/shop/nexys-video-amd-artix-7-fpga-trainer-board-for-multimedia-applications/ . Board identification: Nexys Video Reference Manual (2020), pp.3-4. Image copyright Digilent.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足説明：Wallyの主要データパスを示す。内部の回路記号と構成はRVSOC図7.3（基本ALU）、7.6（比較器）、7.7（命令解読）、7.19（ハザード）、9.14（AHB/APB）、9.25（EBU）、10.13・10.24（キャッシュ）、11.15（MMU）、20.4（GPIO）、20.11（UART）および製品RTLを基に再構成した。メモリは配列、白い細長い箱はレジスタ、台形は値を選ぶMUXである。MMUはTLBの結果と変換しない番地を選び、物理番地をPMP/PMAで検査する。キャッシュはタグを照合してデータを選ぶ。I-cacheの図にはCPUによる書込みを描いていない。ALUは加減算、シフト、論理演算などの結果を選ぶ。レジスタファイルは記憶配列と書込み先の解読、二つの読出し選択を示し、x0は0として扱う。EBUは命令側とデータ側の要求を選ぶ。AHB/APBブリッジは番地と制御の保存、書込みデータの転送、読出し応答の選択を示す。UARTは送信経路、GPIOは出力経路の代表部分を示す。hazardにはStallD=StallDCause|StallEとFlushE=(~StallE&amp;StallD)|FlushECauseを例示する。複数の信号をまとめた接続線や省略した制御経路がある。このスライド単独は全HDL信号、全機能、配置配線後の物理形状を網羅しない。技術資料のHDL詳細図は同じ全体配置から各モジュールへ移動でき、固定した構成の展開済み端子接続・式・手続きと、ハッシュを照合した製品ソースを表示する。ベンダーIPの内部は対象外である。資料の網羅性の確認と形式的な等価性の証明は異なる。青い塗りは簡略図で説明した機能、青い枠は追加した描画接続を表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にはflopenrc.svで使うalways_ffと立上りクロックの表記だけを置いた。これは完全なコードではない。技術資料のHDL詳細図では、flopenrc.svの全文、全端子、各インスタンスの接続を参照できる。同ファイルのalways_ff本文は、同期リセットを最優先し、enが1のときだけclearまたはデータdを取り込む。enが0のときは保持する。clearは常時有効な非同期リセットではない。左のRD1EReg、RD2EReg、ImmExtEReg等の段間レジスタに使われている。詳細図のコード内の0は幅に応じた全ビット0。図からコードを自動生成したという実験ではなく、図とHDLが同じ回路の構造・動作を表す関係を説明してい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HDLはCPUでゲームのように逐次実行するものではない。合成と配置配線でLUT、フリップフロップ、BRAM、配線等の構成を決め、ビットストリームをFPGAへ設定する。写真の中央の放熱器の下にArtix-7 FPGAがある。写真はDigilentの製品写真で、本研究で撮影したものではない。ゲーム用ソフトウェアのSD→DDR→CPU実行と、HDL→構成データ→FPGA設定は異なる経路である。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4e3c7ddafc24e88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ee850376ca3460d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8bf74f63ab0c43f9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16b9e4fd7d3944fb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07385e2039f4126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ab06236bacd4c65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4304E4-5388-4FBE-AA9A-A5961A1029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4E4E45-5480-442A-98BF-21A090EA4F7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0A6752-09EB-4E25-A386-62FA2F7463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1FE87D-36C3-43CE-A7B0-27680116F9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7C49A69-7C4D-4845-B07A-7AFA05B60D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BC9E6E9-646E-4BDF-8604-A80F209FC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47F66A-254D-4E3D-B693-004CFC2831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F67D02E-A209-4D09-BEC5-99A7296468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BEA266-4CFA-436D-93BB-B1E99D6B20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8A2A1A-E9DA-4A20-B98C-A5E12A8939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e7019393bff244bf"/><Relationship Type="http://schemas.openxmlformats.org/officeDocument/2006/relationships/slideLayout" Target="/ppt/slideLayouts/slideLayout1.xml" Id="Rd5429fa55e4d4a5f"/><Relationship Type="http://schemas.openxmlformats.org/officeDocument/2006/relationships/slideLayout" Target="/ppt/slideLayouts/slideLayout2.xml" Id="Rc7045d3a78c6440e"/><Relationship Type="http://schemas.openxmlformats.org/officeDocument/2006/relationships/slideLayout" Target="/ppt/slideLayouts/slideLayout3.xml" Id="Rcfeb7f2def1d4ad7"/><Relationship Type="http://schemas.openxmlformats.org/officeDocument/2006/relationships/slideLayout" Target="/ppt/slideLayouts/slideLayout4.xml" Id="R7bbf785baf594642"/><Relationship Type="http://schemas.openxmlformats.org/officeDocument/2006/relationships/slideLayout" Target="/ppt/slideLayouts/slideLayout5.xml" Id="Rf0d0728ee5134b5f"/><Relationship Type="http://schemas.openxmlformats.org/officeDocument/2006/relationships/slideLayout" Target="/ppt/slideLayouts/slideLayout6.xml" Id="Rdf56c07496de481a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429fa55e4d4a5f"/>
    <p:sldLayoutId xmlns:r="http://schemas.openxmlformats.org/officeDocument/2006/relationships" id="2147483650" r:id="Rc7045d3a78c6440e"/>
    <p:sldLayoutId xmlns:r="http://schemas.openxmlformats.org/officeDocument/2006/relationships" id="2147483651" r:id="Rcfeb7f2def1d4ad7"/>
    <p:sldLayoutId xmlns:r="http://schemas.openxmlformats.org/officeDocument/2006/relationships" id="2147483652" r:id="R7bbf785baf594642"/>
    <p:sldLayoutId xmlns:r="http://schemas.openxmlformats.org/officeDocument/2006/relationships" id="2147483653" r:id="Rf0d0728ee5134b5f"/>
    <p:sldLayoutId xmlns:r="http://schemas.openxmlformats.org/officeDocument/2006/relationships" id="2147483654" r:id="Rdf56c07496de48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72ac0b1e9404786"/><Relationship Type="http://schemas.openxmlformats.org/officeDocument/2006/relationships/notesSlide" Target="/ppt/notesSlides/notesSlide1.xml" Id="R6971a548a50545d6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5fca89b0b3e47ff"/><Relationship Type="http://schemas.openxmlformats.org/officeDocument/2006/relationships/notesSlide" Target="/ppt/notesSlides/notesSlide2.xml" Id="R62076c3e25f54c6c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4b5642e9c5d4966"/><Relationship Type="http://schemas.openxmlformats.org/officeDocument/2006/relationships/notesSlide" Target="/ppt/notesSlides/notesSlide3.xml" Id="R90dc879077b04242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4341eda252f4841"/><Relationship Type="http://schemas.openxmlformats.org/officeDocument/2006/relationships/notesSlide" Target="/ppt/notesSlides/notesSlide4.xml" Id="R8828ab97cc264787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efc58b39c1144cc"/><Relationship Type="http://schemas.openxmlformats.org/officeDocument/2006/relationships/notesSlide" Target="/ppt/notesSlides/notesSlide5.xml" Id="R3b5de81be4034e56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d85223901bf482c"/><Relationship Type="http://schemas.openxmlformats.org/officeDocument/2006/relationships/notesSlide" Target="/ppt/notesSlides/notesSlide6.xml" Id="R1f3d6f438b744c0b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f4d723f89fc45ab"/><Relationship Type="http://schemas.openxmlformats.org/officeDocument/2006/relationships/notesSlide" Target="/ppt/notesSlides/notesSlide7.xml" Id="R1737f97307ce4a22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6aa3ee77b884884"/><Relationship Type="http://schemas.openxmlformats.org/officeDocument/2006/relationships/image" Target="/ppt/media/image.png" Id="Rcc390b63181b408c"/><Relationship Type="http://schemas.openxmlformats.org/officeDocument/2006/relationships/notesSlide" Target="/ppt/notesSlides/notesSlide8.xml" Id="Rc31ab43378214475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5688df2ed70411e"/><Relationship Type="http://schemas.openxmlformats.org/officeDocument/2006/relationships/image" Target="/ppt/media/image2.png" Id="R8e325b03905c4302"/><Relationship Type="http://schemas.openxmlformats.org/officeDocument/2006/relationships/notesSlide" Target="/ppt/notesSlides/notesSlide9.xml" Id="Rb27ce60c8a904112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fb5d9ebfcf34afe"/><Relationship Type="http://schemas.openxmlformats.org/officeDocument/2006/relationships/notesSlide" Target="/ppt/notesSlides/notesSlide10.xml" Id="R45da2ba20e4a4934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9693ba07d3b43db"/><Relationship Type="http://schemas.openxmlformats.org/officeDocument/2006/relationships/image" Target="/ppt/media/image3.png" Id="R021d280efa3c45bd"/><Relationship Type="http://schemas.openxmlformats.org/officeDocument/2006/relationships/notesSlide" Target="/ppt/notesSlides/notesSlide11.xml" Id="Rbb8eb5c8b2fd4654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1">
            <a:extLst xmlns:a="http://schemas.openxmlformats.org/drawingml/2006/main">
              <a:ext uri="{FF2B5EF4-FFF2-40B4-BE49-F238E27FC236}">
                <a16:creationId xmlns:a16="http://schemas.microsoft.com/office/drawing/2014/main" id="{95E1847A-41BA-4DAA-AAFF-06AB6298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FPGAを用いた二次元ゲーム機の</a:t>
            </a:r>
          </a:p>
          <a:p xmlns:a="http://schemas.openxmlformats.org/drawingml/2006/main">
            <a:pPr algn="ctr">
              <a:def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設計と実装</a:t>
            </a:r>
          </a:p>
        </p:txBody>
      </p:sp>
      <p:sp>
        <p:nvSpPr>
          <p:cNvPr id="2" name="wire-2">
            <a:extLst xmlns:a="http://schemas.openxmlformats.org/drawingml/2006/main">
              <a:ext uri="{FF2B5EF4-FFF2-40B4-BE49-F238E27FC236}">
                <a16:creationId xmlns:a16="http://schemas.microsoft.com/office/drawing/2014/main" id="{5384FC96-5FE6-488D-B702-0133490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33775"/>
            <a:ext cx="8572500" cy="9525"/>
          </a:xfrm>
          <a:custGeom xmlns:a="http://schemas.openxmlformats.org/drawingml/2006/main">
            <a:pathLst>
              <a:path w="8572500" h="952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0078BA"/>
            </a:solidFill>
          </a:ln>
        </p:spPr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0A7289CF-AA96-4008-AE5F-1C28F712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発表者：非公開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54B614EC-0FCB-44F0-BC76-1F503643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00575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指導教員：非公開</a:t>
            </a:r>
          </a:p>
        </p:txBody>
      </p:sp>
    </p:spTree>
    <p:extLst>
      <p:ext uri="{BB962C8B-B14F-4D97-AF65-F5344CB8AC3E}">
        <p14:creationId xmlns:p14="http://schemas.microsoft.com/office/powerpoint/2010/main" val="3228389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text-5">
            <a:extLst xmlns:a="http://schemas.openxmlformats.org/drawingml/2006/main">
              <a:ext uri="{FF2B5EF4-FFF2-40B4-BE49-F238E27FC236}">
                <a16:creationId xmlns:a16="http://schemas.microsoft.com/office/drawing/2014/main" id="{9172102A-D10E-48F5-928C-5DD42D44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" name="text-6">
            <a:extLst xmlns:a="http://schemas.openxmlformats.org/drawingml/2006/main">
              <a:ext uri="{FF2B5EF4-FFF2-40B4-BE49-F238E27FC236}">
                <a16:creationId xmlns:a16="http://schemas.microsoft.com/office/drawing/2014/main" id="{526A230F-2C6F-4146-8F48-75914565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lw：命令を読み、指定した値をレジスタへ入れる</a:t>
            </a:r>
          </a:p>
        </p:txBody>
      </p:sp>
      <p:sp>
        <p:nvSpPr>
          <p:cNvPr id="3" name="text-7">
            <a:extLst xmlns:a="http://schemas.openxmlformats.org/drawingml/2006/main">
              <a:ext uri="{FF2B5EF4-FFF2-40B4-BE49-F238E27FC236}">
                <a16:creationId xmlns:a16="http://schemas.microsoft.com/office/drawing/2014/main" id="{82B8BB53-ADF9-4F9E-BB66-8166E169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text-8">
            <a:extLst xmlns:a="http://schemas.openxmlformats.org/drawingml/2006/main">
              <a:ext uri="{FF2B5EF4-FFF2-40B4-BE49-F238E27FC236}">
                <a16:creationId xmlns:a16="http://schemas.microsoft.com/office/drawing/2014/main" id="{40DA2874-00E3-4838-BD86-D3A2400E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lw x1, 8(x0)　：　データの8番地の値を、x1へ読む</a:t>
            </a:r>
          </a:p>
        </p:txBody>
      </p:sp>
      <p:sp>
        <p:nvSpPr>
          <p:cNvPr id="5" name="text-9">
            <a:extLst xmlns:a="http://schemas.openxmlformats.org/drawingml/2006/main">
              <a:ext uri="{FF2B5EF4-FFF2-40B4-BE49-F238E27FC236}">
                <a16:creationId xmlns:a16="http://schemas.microsoft.com/office/drawing/2014/main" id="{150767A6-7E9F-4EA6-BCC4-5D99887B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命令の32ビット</a:t>
            </a:r>
          </a:p>
        </p:txBody>
      </p:sp>
      <p:sp>
        <p:nvSpPr>
          <p:cNvPr id="6" name="block-10">
            <a:extLst xmlns:a="http://schemas.openxmlformats.org/drawingml/2006/main">
              <a:ext uri="{FF2B5EF4-FFF2-40B4-BE49-F238E27FC236}">
                <a16:creationId xmlns:a16="http://schemas.microsoft.com/office/drawing/2014/main" id="{DFF9F46E-74F4-4E27-BD78-B9FA7B57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95475"/>
            <a:ext cx="2057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" name="text-11">
            <a:extLst xmlns:a="http://schemas.openxmlformats.org/drawingml/2006/main">
              <a:ext uri="{FF2B5EF4-FFF2-40B4-BE49-F238E27FC236}">
                <a16:creationId xmlns:a16="http://schemas.microsoft.com/office/drawing/2014/main" id="{E46CDD17-C17A-45DF-A0E3-79D3F14C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95475"/>
            <a:ext cx="201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000000001000</a:t>
            </a:r>
          </a:p>
        </p:txBody>
      </p:sp>
      <p:sp>
        <p:nvSpPr>
          <p:cNvPr id="8" name="text-12">
            <a:extLst xmlns:a="http://schemas.openxmlformats.org/drawingml/2006/main">
              <a:ext uri="{FF2B5EF4-FFF2-40B4-BE49-F238E27FC236}">
                <a16:creationId xmlns:a16="http://schemas.microsoft.com/office/drawing/2014/main" id="{710C5467-3AEA-4982-A511-E6AA1B3D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573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[31:20]</a:t>
            </a:r>
          </a:p>
        </p:txBody>
      </p:sp>
      <p:sp>
        <p:nvSpPr>
          <p:cNvPr id="9" name="block-13">
            <a:extLst xmlns:a="http://schemas.openxmlformats.org/drawingml/2006/main">
              <a:ext uri="{FF2B5EF4-FFF2-40B4-BE49-F238E27FC236}">
                <a16:creationId xmlns:a16="http://schemas.microsoft.com/office/drawing/2014/main" id="{A76C7E55-02A9-4B7B-99BA-0B017D7C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" name="text-14">
            <a:extLst xmlns:a="http://schemas.openxmlformats.org/drawingml/2006/main">
              <a:ext uri="{FF2B5EF4-FFF2-40B4-BE49-F238E27FC236}">
                <a16:creationId xmlns:a16="http://schemas.microsoft.com/office/drawing/2014/main" id="{DA2DB00B-9BDA-4717-BCDF-D394743E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00000</a:t>
            </a:r>
          </a:p>
        </p:txBody>
      </p:sp>
      <p:sp>
        <p:nvSpPr>
          <p:cNvPr id="11" name="text-15">
            <a:extLst xmlns:a="http://schemas.openxmlformats.org/drawingml/2006/main">
              <a:ext uri="{FF2B5EF4-FFF2-40B4-BE49-F238E27FC236}">
                <a16:creationId xmlns:a16="http://schemas.microsoft.com/office/drawing/2014/main" id="{4A8B7079-E8F9-47C7-8ACD-9EC2C3B5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[19:15]</a:t>
            </a:r>
          </a:p>
        </p:txBody>
      </p:sp>
      <p:sp>
        <p:nvSpPr>
          <p:cNvPr id="12" name="block-16">
            <a:extLst xmlns:a="http://schemas.openxmlformats.org/drawingml/2006/main">
              <a:ext uri="{FF2B5EF4-FFF2-40B4-BE49-F238E27FC236}">
                <a16:creationId xmlns:a16="http://schemas.microsoft.com/office/drawing/2014/main" id="{093EF895-DDDC-48AC-82DA-FEA15DB2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95475"/>
            <a:ext cx="5143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" name="text-17">
            <a:extLst xmlns:a="http://schemas.openxmlformats.org/drawingml/2006/main">
              <a:ext uri="{FF2B5EF4-FFF2-40B4-BE49-F238E27FC236}">
                <a16:creationId xmlns:a16="http://schemas.microsoft.com/office/drawing/2014/main" id="{E41C2CE3-57B4-45A2-9012-3FD81173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95475"/>
            <a:ext cx="47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010</a:t>
            </a:r>
          </a:p>
        </p:txBody>
      </p:sp>
      <p:sp>
        <p:nvSpPr>
          <p:cNvPr id="14" name="text-18">
            <a:extLst xmlns:a="http://schemas.openxmlformats.org/drawingml/2006/main">
              <a:ext uri="{FF2B5EF4-FFF2-40B4-BE49-F238E27FC236}">
                <a16:creationId xmlns:a16="http://schemas.microsoft.com/office/drawing/2014/main" id="{8201CD95-1AA3-4409-960D-737DA308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573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[14:12]</a:t>
            </a:r>
          </a:p>
        </p:txBody>
      </p:sp>
      <p:sp>
        <p:nvSpPr>
          <p:cNvPr id="15" name="block-19">
            <a:extLst xmlns:a="http://schemas.openxmlformats.org/drawingml/2006/main">
              <a:ext uri="{FF2B5EF4-FFF2-40B4-BE49-F238E27FC236}">
                <a16:creationId xmlns:a16="http://schemas.microsoft.com/office/drawing/2014/main" id="{D8CF9D61-679E-4994-88A5-BA24524B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6" name="text-20">
            <a:extLst xmlns:a="http://schemas.openxmlformats.org/drawingml/2006/main">
              <a:ext uri="{FF2B5EF4-FFF2-40B4-BE49-F238E27FC236}">
                <a16:creationId xmlns:a16="http://schemas.microsoft.com/office/drawing/2014/main" id="{2567CF50-5B48-408A-9FEB-C79398CE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00001</a:t>
            </a:r>
          </a:p>
        </p:txBody>
      </p:sp>
      <p:sp>
        <p:nvSpPr>
          <p:cNvPr id="17" name="text-21">
            <a:extLst xmlns:a="http://schemas.openxmlformats.org/drawingml/2006/main">
              <a:ext uri="{FF2B5EF4-FFF2-40B4-BE49-F238E27FC236}">
                <a16:creationId xmlns:a16="http://schemas.microsoft.com/office/drawing/2014/main" id="{2043FB7B-E65A-434E-B5FF-CAE48544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[11:7]</a:t>
            </a:r>
          </a:p>
        </p:txBody>
      </p:sp>
      <p:sp>
        <p:nvSpPr>
          <p:cNvPr id="18" name="block-22">
            <a:extLst xmlns:a="http://schemas.openxmlformats.org/drawingml/2006/main">
              <a:ext uri="{FF2B5EF4-FFF2-40B4-BE49-F238E27FC236}">
                <a16:creationId xmlns:a16="http://schemas.microsoft.com/office/drawing/2014/main" id="{EBE7A760-D1C8-49E0-9041-72AAF166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95475"/>
            <a:ext cx="12001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9" name="text-23">
            <a:extLst xmlns:a="http://schemas.openxmlformats.org/drawingml/2006/main">
              <a:ext uri="{FF2B5EF4-FFF2-40B4-BE49-F238E27FC236}">
                <a16:creationId xmlns:a16="http://schemas.microsoft.com/office/drawing/2014/main" id="{6DC37794-559C-4F2B-A69E-5564312B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95475"/>
            <a:ext cx="1162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0000011</a:t>
            </a:r>
          </a:p>
        </p:txBody>
      </p:sp>
      <p:sp>
        <p:nvSpPr>
          <p:cNvPr id="20" name="text-24">
            <a:extLst xmlns:a="http://schemas.openxmlformats.org/drawingml/2006/main">
              <a:ext uri="{FF2B5EF4-FFF2-40B4-BE49-F238E27FC236}">
                <a16:creationId xmlns:a16="http://schemas.microsoft.com/office/drawing/2014/main" id="{D2FA5F38-115A-49A5-A27B-1F8B1B76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735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[6:0]</a:t>
            </a:r>
          </a:p>
        </p:txBody>
      </p:sp>
      <p:sp>
        <p:nvSpPr>
          <p:cNvPr id="21" name="text-25">
            <a:extLst xmlns:a="http://schemas.openxmlformats.org/drawingml/2006/main">
              <a:ext uri="{FF2B5EF4-FFF2-40B4-BE49-F238E27FC236}">
                <a16:creationId xmlns:a16="http://schemas.microsoft.com/office/drawing/2014/main" id="{9DCCBDA4-E0CB-4690-B8C9-ED4B2819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885950"/>
            <a:ext cx="1323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0x00802083</a:t>
            </a:r>
          </a:p>
        </p:txBody>
      </p:sp>
      <p:sp>
        <p:nvSpPr>
          <p:cNvPr id="22" name="wire-26">
            <a:extLst xmlns:a="http://schemas.openxmlformats.org/drawingml/2006/main">
              <a:ext uri="{FF2B5EF4-FFF2-40B4-BE49-F238E27FC236}">
                <a16:creationId xmlns:a16="http://schemas.microsoft.com/office/drawing/2014/main" id="{F80E0B5B-426C-48BF-9749-1BB17626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907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3" name="wire-27">
            <a:extLst xmlns:a="http://schemas.openxmlformats.org/drawingml/2006/main">
              <a:ext uri="{FF2B5EF4-FFF2-40B4-BE49-F238E27FC236}">
                <a16:creationId xmlns:a16="http://schemas.microsoft.com/office/drawing/2014/main" id="{B4E26743-125D-4560-98AB-06C8241E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1952625" cy="9525"/>
          </a:xfrm>
          <a:custGeom xmlns:a="http://schemas.openxmlformats.org/drawingml/2006/main">
            <a:pathLst>
              <a:path w="1952625" h="9525">
                <a:moveTo>
                  <a:pt x="19526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4" name="wire-28">
            <a:extLst xmlns:a="http://schemas.openxmlformats.org/drawingml/2006/main">
              <a:ext uri="{FF2B5EF4-FFF2-40B4-BE49-F238E27FC236}">
                <a16:creationId xmlns:a16="http://schemas.microsoft.com/office/drawing/2014/main" id="{79C686F5-C639-4472-AAA7-BA0CA37B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9525" cy="819150"/>
          </a:xfrm>
          <a:custGeom xmlns:a="http://schemas.openxmlformats.org/drawingml/2006/main">
            <a:pathLst>
              <a:path w="9525" h="819150">
                <a:moveTo>
                  <a:pt x="0" y="0"/>
                </a:move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5" name="wire-29">
            <a:extLst xmlns:a="http://schemas.openxmlformats.org/drawingml/2006/main">
              <a:ext uri="{FF2B5EF4-FFF2-40B4-BE49-F238E27FC236}">
                <a16:creationId xmlns:a16="http://schemas.microsoft.com/office/drawing/2014/main" id="{1252DACB-EB6A-41F8-9ADD-D4A25622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242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6" name="circuit-30">
            <a:extLst xmlns:a="http://schemas.openxmlformats.org/drawingml/2006/main">
              <a:ext uri="{FF2B5EF4-FFF2-40B4-BE49-F238E27FC236}">
                <a16:creationId xmlns:a16="http://schemas.microsoft.com/office/drawing/2014/main" id="{7FA3869B-1633-44C6-B7D2-C168C7E9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7" name="wire-31">
            <a:extLst xmlns:a="http://schemas.openxmlformats.org/drawingml/2006/main">
              <a:ext uri="{FF2B5EF4-FFF2-40B4-BE49-F238E27FC236}">
                <a16:creationId xmlns:a16="http://schemas.microsoft.com/office/drawing/2014/main" id="{C6C1F872-3A83-43F2-A529-BD3C8FDF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190750"/>
            <a:ext cx="9525" cy="704850"/>
          </a:xfrm>
          <a:custGeom xmlns:a="http://schemas.openxmlformats.org/drawingml/2006/main">
            <a:pathLst>
              <a:path w="9525" h="704850">
                <a:moveTo>
                  <a:pt x="0" y="0"/>
                </a:move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8" name="wire-32">
            <a:extLst xmlns:a="http://schemas.openxmlformats.org/drawingml/2006/main">
              <a:ext uri="{FF2B5EF4-FFF2-40B4-BE49-F238E27FC236}">
                <a16:creationId xmlns:a16="http://schemas.microsoft.com/office/drawing/2014/main" id="{272B1C3F-0C31-451A-84C9-7E8463DC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895600"/>
            <a:ext cx="3495675" cy="9525"/>
          </a:xfrm>
          <a:custGeom xmlns:a="http://schemas.openxmlformats.org/drawingml/2006/main">
            <a:pathLst>
              <a:path w="3495675" h="9525">
                <a:moveTo>
                  <a:pt x="3495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9" name="wire-33">
            <a:extLst xmlns:a="http://schemas.openxmlformats.org/drawingml/2006/main">
              <a:ext uri="{FF2B5EF4-FFF2-40B4-BE49-F238E27FC236}">
                <a16:creationId xmlns:a16="http://schemas.microsoft.com/office/drawing/2014/main" id="{E5056AB8-8318-4DE2-BCD1-79647613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895600"/>
            <a:ext cx="9525" cy="1628775"/>
          </a:xfrm>
          <a:custGeom xmlns:a="http://schemas.openxmlformats.org/drawingml/2006/main">
            <a:pathLst>
              <a:path w="9525" h="1628775">
                <a:moveTo>
                  <a:pt x="0" y="0"/>
                </a:moveTo>
                <a:lnTo>
                  <a:pt x="0" y="162877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30" name="wire-34">
            <a:extLst xmlns:a="http://schemas.openxmlformats.org/drawingml/2006/main">
              <a:ext uri="{FF2B5EF4-FFF2-40B4-BE49-F238E27FC236}">
                <a16:creationId xmlns:a16="http://schemas.microsoft.com/office/drawing/2014/main" id="{7A0DE323-A7BF-4511-AC67-750204DA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524375"/>
            <a:ext cx="400050" cy="9525"/>
          </a:xfrm>
          <a:custGeom xmlns:a="http://schemas.openxmlformats.org/drawingml/2006/main"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31" name="circuit-35">
            <a:extLst xmlns:a="http://schemas.openxmlformats.org/drawingml/2006/main">
              <a:ext uri="{FF2B5EF4-FFF2-40B4-BE49-F238E27FC236}">
                <a16:creationId xmlns:a16="http://schemas.microsoft.com/office/drawing/2014/main" id="{2B0B1005-0520-4F45-B26B-FF8968FC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92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2" name="wire-36">
            <a:extLst xmlns:a="http://schemas.openxmlformats.org/drawingml/2006/main">
              <a:ext uri="{FF2B5EF4-FFF2-40B4-BE49-F238E27FC236}">
                <a16:creationId xmlns:a16="http://schemas.microsoft.com/office/drawing/2014/main" id="{5A91E708-DDEA-4250-8B80-6C7AEA03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48125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B9BEC6"/>
            </a:solidFill>
          </a:ln>
        </p:spPr>
      </p:sp>
      <p:sp>
        <p:nvSpPr>
          <p:cNvPr id="33" name="circuit-37">
            <a:extLst xmlns:a="http://schemas.openxmlformats.org/drawingml/2006/main">
              <a:ext uri="{FF2B5EF4-FFF2-40B4-BE49-F238E27FC236}">
                <a16:creationId xmlns:a16="http://schemas.microsoft.com/office/drawing/2014/main" id="{9FEC4A24-DCF8-4D4F-ABF8-F93C02AB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6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B9BEC6"/>
          </a:solidFill>
          <a:ln xmlns:a="http://schemas.openxmlformats.org/drawingml/2006/main" w="9525">
            <a:solidFill>
              <a:srgbClr val="B9BEC6"/>
            </a:solidFill>
          </a:ln>
        </p:spPr>
      </p:sp>
      <p:sp>
        <p:nvSpPr>
          <p:cNvPr id="34" name="wire-38">
            <a:extLst xmlns:a="http://schemas.openxmlformats.org/drawingml/2006/main">
              <a:ext uri="{FF2B5EF4-FFF2-40B4-BE49-F238E27FC236}">
                <a16:creationId xmlns:a16="http://schemas.microsoft.com/office/drawing/2014/main" id="{6106A496-EDCE-4C02-BB74-2C625194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5" name="wire-39">
            <a:extLst xmlns:a="http://schemas.openxmlformats.org/drawingml/2006/main">
              <a:ext uri="{FF2B5EF4-FFF2-40B4-BE49-F238E27FC236}">
                <a16:creationId xmlns:a16="http://schemas.microsoft.com/office/drawing/2014/main" id="{16AD5A5B-1B5F-4BD0-B9FC-59625D05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085975" cy="9525"/>
          </a:xfrm>
          <a:custGeom xmlns:a="http://schemas.openxmlformats.org/drawingml/2006/main">
            <a:pathLst>
              <a:path w="2085975" h="9525">
                <a:moveTo>
                  <a:pt x="0" y="0"/>
                </a:moveTo>
                <a:lnTo>
                  <a:pt x="2085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6" name="wire-40">
            <a:extLst xmlns:a="http://schemas.openxmlformats.org/drawingml/2006/main">
              <a:ext uri="{FF2B5EF4-FFF2-40B4-BE49-F238E27FC236}">
                <a16:creationId xmlns:a16="http://schemas.microsoft.com/office/drawing/2014/main" id="{07A8DA16-135B-4A91-AFC9-A7980E82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76500"/>
            <a:ext cx="9525" cy="1714500"/>
          </a:xfrm>
          <a:custGeom xmlns:a="http://schemas.openxmlformats.org/drawingml/2006/main"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7" name="wire-41">
            <a:extLst xmlns:a="http://schemas.openxmlformats.org/drawingml/2006/main">
              <a:ext uri="{FF2B5EF4-FFF2-40B4-BE49-F238E27FC236}">
                <a16:creationId xmlns:a16="http://schemas.microsoft.com/office/drawing/2014/main" id="{A860A3FB-4EF2-4A4E-809F-84F97E96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8" name="circuit-42">
            <a:extLst xmlns:a="http://schemas.openxmlformats.org/drawingml/2006/main">
              <a:ext uri="{FF2B5EF4-FFF2-40B4-BE49-F238E27FC236}">
                <a16:creationId xmlns:a16="http://schemas.microsoft.com/office/drawing/2014/main" id="{EF9FEBB6-3CA6-4525-902F-EDBF30F9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95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9" name="text-43">
            <a:extLst xmlns:a="http://schemas.openxmlformats.org/drawingml/2006/main">
              <a:ext uri="{FF2B5EF4-FFF2-40B4-BE49-F238E27FC236}">
                <a16:creationId xmlns:a16="http://schemas.microsoft.com/office/drawing/2014/main" id="{61D68777-27E9-4F3E-B873-6C4B2243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8</a:t>
            </a:r>
          </a:p>
        </p:txBody>
      </p:sp>
      <p:sp>
        <p:nvSpPr>
          <p:cNvPr id="40" name="stable-pc">
            <a:extLst xmlns:a="http://schemas.openxmlformats.org/drawingml/2006/main">
              <a:ext uri="{FF2B5EF4-FFF2-40B4-BE49-F238E27FC236}">
                <a16:creationId xmlns:a16="http://schemas.microsoft.com/office/drawing/2014/main" id="{165DCC7A-A28A-4073-BD47-B6B7C9F1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400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1" name="text-45">
            <a:extLst xmlns:a="http://schemas.openxmlformats.org/drawingml/2006/main">
              <a:ext uri="{FF2B5EF4-FFF2-40B4-BE49-F238E27FC236}">
                <a16:creationId xmlns:a16="http://schemas.microsoft.com/office/drawing/2014/main" id="{AF1BC94F-DD6A-4E9D-9D2C-C72B5D37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42" name="text-46">
            <a:extLst xmlns:a="http://schemas.openxmlformats.org/drawingml/2006/main">
              <a:ext uri="{FF2B5EF4-FFF2-40B4-BE49-F238E27FC236}">
                <a16:creationId xmlns:a16="http://schemas.microsoft.com/office/drawing/2014/main" id="{C61730A6-6B83-4781-B5A7-ABC38AD4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43" name="circuit-47">
            <a:extLst xmlns:a="http://schemas.openxmlformats.org/drawingml/2006/main">
              <a:ext uri="{FF2B5EF4-FFF2-40B4-BE49-F238E27FC236}">
                <a16:creationId xmlns:a16="http://schemas.microsoft.com/office/drawing/2014/main" id="{E581200C-5F43-4833-A422-9705CC51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71450" cy="104775"/>
          </a:xfrm>
          <a:custGeom xmlns:a="http://schemas.openxmlformats.org/drawingml/2006/main">
            <a:pathLst>
              <a:path w="171450" h="104775">
                <a:moveTo>
                  <a:pt x="0" y="0"/>
                </a:moveTo>
                <a:lnTo>
                  <a:pt x="85725" y="104775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4" name="wire-48">
            <a:extLst xmlns:a="http://schemas.openxmlformats.org/drawingml/2006/main">
              <a:ext uri="{FF2B5EF4-FFF2-40B4-BE49-F238E27FC236}">
                <a16:creationId xmlns:a16="http://schemas.microsoft.com/office/drawing/2014/main" id="{DD3F206F-E84E-4893-A939-9B966FC9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480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45" name="text-49">
            <a:extLst xmlns:a="http://schemas.openxmlformats.org/drawingml/2006/main">
              <a:ext uri="{FF2B5EF4-FFF2-40B4-BE49-F238E27FC236}">
                <a16:creationId xmlns:a16="http://schemas.microsoft.com/office/drawing/2014/main" id="{4C824270-EDAC-4631-8A6F-BA46A751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4667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6" name="text-50">
            <a:extLst xmlns:a="http://schemas.openxmlformats.org/drawingml/2006/main">
              <a:ext uri="{FF2B5EF4-FFF2-40B4-BE49-F238E27FC236}">
                <a16:creationId xmlns:a16="http://schemas.microsoft.com/office/drawing/2014/main" id="{736B45A6-105C-4EB7-BEAD-C94BC6D0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05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7" name="wire-51">
            <a:extLst xmlns:a="http://schemas.openxmlformats.org/drawingml/2006/main">
              <a:ext uri="{FF2B5EF4-FFF2-40B4-BE49-F238E27FC236}">
                <a16:creationId xmlns:a16="http://schemas.microsoft.com/office/drawing/2014/main" id="{A59D10BA-36DB-480F-A7B3-36F8557E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361950" cy="9525"/>
          </a:xfrm>
          <a:custGeom xmlns:a="http://schemas.openxmlformats.org/drawingml/2006/main"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48" name="circuit-52">
            <a:extLst xmlns:a="http://schemas.openxmlformats.org/drawingml/2006/main">
              <a:ext uri="{FF2B5EF4-FFF2-40B4-BE49-F238E27FC236}">
                <a16:creationId xmlns:a16="http://schemas.microsoft.com/office/drawing/2014/main" id="{6FC91237-9547-4286-AA04-7962AF10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9" name="text-53">
            <a:extLst xmlns:a="http://schemas.openxmlformats.org/drawingml/2006/main">
              <a:ext uri="{FF2B5EF4-FFF2-40B4-BE49-F238E27FC236}">
                <a16:creationId xmlns:a16="http://schemas.microsoft.com/office/drawing/2014/main" id="{9E1B298D-9A66-4847-BD9B-78E98A48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9338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0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0B1C3429-3CD9-4D0A-A3FF-2DE071F2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171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1" name="text-55">
            <a:extLst xmlns:a="http://schemas.openxmlformats.org/drawingml/2006/main">
              <a:ext uri="{FF2B5EF4-FFF2-40B4-BE49-F238E27FC236}">
                <a16:creationId xmlns:a16="http://schemas.microsoft.com/office/drawing/2014/main" id="{5324BD38-9539-42F2-9520-F14B83A7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命令メモリ</a:t>
            </a:r>
          </a:p>
        </p:txBody>
      </p:sp>
      <p:sp>
        <p:nvSpPr>
          <p:cNvPr id="52" name="text-56">
            <a:extLst xmlns:a="http://schemas.openxmlformats.org/drawingml/2006/main">
              <a:ext uri="{FF2B5EF4-FFF2-40B4-BE49-F238E27FC236}">
                <a16:creationId xmlns:a16="http://schemas.microsoft.com/office/drawing/2014/main" id="{B6BCB641-A3E0-4967-94C6-AC4BE3BA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14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3" name="text-57">
            <a:extLst xmlns:a="http://schemas.openxmlformats.org/drawingml/2006/main">
              <a:ext uri="{FF2B5EF4-FFF2-40B4-BE49-F238E27FC236}">
                <a16:creationId xmlns:a16="http://schemas.microsoft.com/office/drawing/2014/main" id="{237FC529-363E-4BC8-A90D-8DC08CEF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147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4" name="text-58">
            <a:extLst xmlns:a="http://schemas.openxmlformats.org/drawingml/2006/main">
              <a:ext uri="{FF2B5EF4-FFF2-40B4-BE49-F238E27FC236}">
                <a16:creationId xmlns:a16="http://schemas.microsoft.com/office/drawing/2014/main" id="{D0F35CB1-FFA7-4148-B44B-A1ED9E1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667125"/>
            <a:ext cx="1123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0: lw x1,8(x0)</a:t>
            </a:r>
          </a:p>
        </p:txBody>
      </p:sp>
      <p:sp>
        <p:nvSpPr>
          <p:cNvPr id="55" name="text-59">
            <a:extLst xmlns:a="http://schemas.openxmlformats.org/drawingml/2006/main">
              <a:ext uri="{FF2B5EF4-FFF2-40B4-BE49-F238E27FC236}">
                <a16:creationId xmlns:a16="http://schemas.microsoft.com/office/drawing/2014/main" id="{8345F18D-1806-430A-9B8E-070B0938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57650"/>
            <a:ext cx="1323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4: sw x1,12(x0)</a:t>
            </a:r>
          </a:p>
        </p:txBody>
      </p:sp>
      <p:sp>
        <p:nvSpPr>
          <p:cNvPr id="56" name="wire-60">
            <a:extLst xmlns:a="http://schemas.openxmlformats.org/drawingml/2006/main">
              <a:ext uri="{FF2B5EF4-FFF2-40B4-BE49-F238E27FC236}">
                <a16:creationId xmlns:a16="http://schemas.microsoft.com/office/drawing/2014/main" id="{48C6D70D-409F-404C-A57A-D6F2E294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7" name="wire-61">
            <a:extLst xmlns:a="http://schemas.openxmlformats.org/drawingml/2006/main">
              <a:ext uri="{FF2B5EF4-FFF2-40B4-BE49-F238E27FC236}">
                <a16:creationId xmlns:a16="http://schemas.microsoft.com/office/drawing/2014/main" id="{B0EF3BB2-D563-42F7-A311-A32FC5E3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9525" cy="1819275"/>
          </a:xfrm>
          <a:custGeom xmlns:a="http://schemas.openxmlformats.org/drawingml/2006/main">
            <a:pathLst>
              <a:path w="9525" h="1819275">
                <a:moveTo>
                  <a:pt x="0" y="18192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8" name="wire-62">
            <a:extLst xmlns:a="http://schemas.openxmlformats.org/drawingml/2006/main">
              <a:ext uri="{FF2B5EF4-FFF2-40B4-BE49-F238E27FC236}">
                <a16:creationId xmlns:a16="http://schemas.microsoft.com/office/drawing/2014/main" id="{2ABAFFF9-3243-4AAA-AA11-7527B0BF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9" name="circuit-63">
            <a:extLst xmlns:a="http://schemas.openxmlformats.org/drawingml/2006/main">
              <a:ext uri="{FF2B5EF4-FFF2-40B4-BE49-F238E27FC236}">
                <a16:creationId xmlns:a16="http://schemas.microsoft.com/office/drawing/2014/main" id="{F43851EC-55D9-4AC1-ABF1-F95FA7D4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69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0" name="text-64">
            <a:extLst xmlns:a="http://schemas.openxmlformats.org/drawingml/2006/main">
              <a:ext uri="{FF2B5EF4-FFF2-40B4-BE49-F238E27FC236}">
                <a16:creationId xmlns:a16="http://schemas.microsoft.com/office/drawing/2014/main" id="{D607D5F9-57E4-48D2-9087-068406AC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43375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61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1CF86384-1584-44BF-A342-7588A01B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714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62" name="text-66">
            <a:extLst xmlns:a="http://schemas.openxmlformats.org/drawingml/2006/main">
              <a:ext uri="{FF2B5EF4-FFF2-40B4-BE49-F238E27FC236}">
                <a16:creationId xmlns:a16="http://schemas.microsoft.com/office/drawing/2014/main" id="{38BBB5DE-2EB1-45A5-A220-D60471FA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95800"/>
            <a:ext cx="1171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63" name="text-67">
            <a:extLst xmlns:a="http://schemas.openxmlformats.org/drawingml/2006/main">
              <a:ext uri="{FF2B5EF4-FFF2-40B4-BE49-F238E27FC236}">
                <a16:creationId xmlns:a16="http://schemas.microsoft.com/office/drawing/2014/main" id="{513A45C0-8A3F-4AD3-BC7B-152D4424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67125"/>
            <a:ext cx="9429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64" name="text-68">
            <a:extLst xmlns:a="http://schemas.openxmlformats.org/drawingml/2006/main">
              <a:ext uri="{FF2B5EF4-FFF2-40B4-BE49-F238E27FC236}">
                <a16:creationId xmlns:a16="http://schemas.microsoft.com/office/drawing/2014/main" id="{9D6A8A8A-E7E1-4EB8-B8D2-826975C5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65" name="text-69">
            <a:extLst xmlns:a="http://schemas.openxmlformats.org/drawingml/2006/main">
              <a:ext uri="{FF2B5EF4-FFF2-40B4-BE49-F238E27FC236}">
                <a16:creationId xmlns:a16="http://schemas.microsoft.com/office/drawing/2014/main" id="{EE85DE5F-1A2D-4022-B37B-BF6BE822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66" name="text-70">
            <a:extLst xmlns:a="http://schemas.openxmlformats.org/drawingml/2006/main">
              <a:ext uri="{FF2B5EF4-FFF2-40B4-BE49-F238E27FC236}">
                <a16:creationId xmlns:a16="http://schemas.microsoft.com/office/drawing/2014/main" id="{F91FDFE3-BBD6-4398-B678-B1272E17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38150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67" name="text-71">
            <a:extLst xmlns:a="http://schemas.openxmlformats.org/drawingml/2006/main">
              <a:ext uri="{FF2B5EF4-FFF2-40B4-BE49-F238E27FC236}">
                <a16:creationId xmlns:a16="http://schemas.microsoft.com/office/drawing/2014/main" id="{3A5EFBB2-1DC0-43E4-91DD-E997C12E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7148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68" name="text-72">
            <a:extLst xmlns:a="http://schemas.openxmlformats.org/drawingml/2006/main">
              <a:ext uri="{FF2B5EF4-FFF2-40B4-BE49-F238E27FC236}">
                <a16:creationId xmlns:a16="http://schemas.microsoft.com/office/drawing/2014/main" id="{E4065A79-BEB2-423C-A192-C9FD2117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69" name="text-73">
            <a:extLst xmlns:a="http://schemas.openxmlformats.org/drawingml/2006/main">
              <a:ext uri="{FF2B5EF4-FFF2-40B4-BE49-F238E27FC236}">
                <a16:creationId xmlns:a16="http://schemas.microsoft.com/office/drawing/2014/main" id="{5E872C9A-E67A-48C2-8B3D-4960678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70" name="circuit-74">
            <a:extLst xmlns:a="http://schemas.openxmlformats.org/drawingml/2006/main">
              <a:ext uri="{FF2B5EF4-FFF2-40B4-BE49-F238E27FC236}">
                <a16:creationId xmlns:a16="http://schemas.microsoft.com/office/drawing/2014/main" id="{A03C6118-5371-469F-84C7-DC6721EF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95625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1" name="wire-75">
            <a:extLst xmlns:a="http://schemas.openxmlformats.org/drawingml/2006/main">
              <a:ext uri="{FF2B5EF4-FFF2-40B4-BE49-F238E27FC236}">
                <a16:creationId xmlns:a16="http://schemas.microsoft.com/office/drawing/2014/main" id="{1D57D03F-FEB2-420A-BFC0-DFA37129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6227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72" name="text-76">
            <a:extLst xmlns:a="http://schemas.openxmlformats.org/drawingml/2006/main">
              <a:ext uri="{FF2B5EF4-FFF2-40B4-BE49-F238E27FC236}">
                <a16:creationId xmlns:a16="http://schemas.microsoft.com/office/drawing/2014/main" id="{0F9E719D-E837-42B4-A1AE-64ED54A8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73" name="text-77">
            <a:extLst xmlns:a="http://schemas.openxmlformats.org/drawingml/2006/main">
              <a:ext uri="{FF2B5EF4-FFF2-40B4-BE49-F238E27FC236}">
                <a16:creationId xmlns:a16="http://schemas.microsoft.com/office/drawing/2014/main" id="{8ABA4D2D-D7A9-4A13-9AA6-BD354012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670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4" name="wire-78">
            <a:extLst xmlns:a="http://schemas.openxmlformats.org/drawingml/2006/main">
              <a:ext uri="{FF2B5EF4-FFF2-40B4-BE49-F238E27FC236}">
                <a16:creationId xmlns:a16="http://schemas.microsoft.com/office/drawing/2014/main" id="{B1EF285D-9435-4336-A7D8-DAEC1CB7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75" name="circuit-79">
            <a:extLst xmlns:a="http://schemas.openxmlformats.org/drawingml/2006/main">
              <a:ext uri="{FF2B5EF4-FFF2-40B4-BE49-F238E27FC236}">
                <a16:creationId xmlns:a16="http://schemas.microsoft.com/office/drawing/2014/main" id="{2FA7A222-8C1B-48A4-94F7-810C550A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6" name="text-80">
            <a:extLst xmlns:a="http://schemas.openxmlformats.org/drawingml/2006/main">
              <a:ext uri="{FF2B5EF4-FFF2-40B4-BE49-F238E27FC236}">
                <a16:creationId xmlns:a16="http://schemas.microsoft.com/office/drawing/2014/main" id="{8A7F5404-3241-446D-BCBA-2EAFADAE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9925"/>
            <a:ext cx="57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" name="stable-alu">
            <a:extLst xmlns:a="http://schemas.openxmlformats.org/drawingml/2006/main">
              <a:ext uri="{FF2B5EF4-FFF2-40B4-BE49-F238E27FC236}">
                <a16:creationId xmlns:a16="http://schemas.microsoft.com/office/drawing/2014/main" id="{A933E651-3C17-4F52-8358-698BEE75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86125"/>
            <a:ext cx="857250" cy="1143000"/>
          </a:xfrm>
          <a:custGeom xmlns:a="http://schemas.openxmlformats.org/drawingml/2006/main">
            <a:pathLst>
              <a:path w="857250" h="1143000">
                <a:moveTo>
                  <a:pt x="0" y="0"/>
                </a:moveTo>
                <a:lnTo>
                  <a:pt x="857250" y="209550"/>
                </a:lnTo>
                <a:lnTo>
                  <a:pt x="857250" y="933450"/>
                </a:lnTo>
                <a:lnTo>
                  <a:pt x="0" y="1143000"/>
                </a:lnTo>
                <a:lnTo>
                  <a:pt x="0" y="723900"/>
                </a:lnTo>
                <a:lnTo>
                  <a:pt x="219075" y="571500"/>
                </a:lnTo>
                <a:lnTo>
                  <a:pt x="0" y="4000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78" name="text-82">
            <a:extLst xmlns:a="http://schemas.openxmlformats.org/drawingml/2006/main">
              <a:ext uri="{FF2B5EF4-FFF2-40B4-BE49-F238E27FC236}">
                <a16:creationId xmlns:a16="http://schemas.microsoft.com/office/drawing/2014/main" id="{1D77D33F-3B28-4519-8C0E-3E7AE9C1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671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79" name="text-83">
            <a:extLst xmlns:a="http://schemas.openxmlformats.org/drawingml/2006/main">
              <a:ext uri="{FF2B5EF4-FFF2-40B4-BE49-F238E27FC236}">
                <a16:creationId xmlns:a16="http://schemas.microsoft.com/office/drawing/2014/main" id="{7E45E408-55A4-451D-9B12-88ADEDD8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71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0" name="wire-84">
            <a:extLst xmlns:a="http://schemas.openxmlformats.org/drawingml/2006/main">
              <a:ext uri="{FF2B5EF4-FFF2-40B4-BE49-F238E27FC236}">
                <a16:creationId xmlns:a16="http://schemas.microsoft.com/office/drawing/2014/main" id="{2B770BB1-682D-4DAE-ADDE-E959E154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2857500" cy="9525"/>
          </a:xfrm>
          <a:custGeom xmlns:a="http://schemas.openxmlformats.org/drawingml/2006/main"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81" name="circuit-85">
            <a:extLst xmlns:a="http://schemas.openxmlformats.org/drawingml/2006/main">
              <a:ext uri="{FF2B5EF4-FFF2-40B4-BE49-F238E27FC236}">
                <a16:creationId xmlns:a16="http://schemas.microsoft.com/office/drawing/2014/main" id="{3EAB3142-11A5-4DF7-9A97-4CE93A6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2" name="text-86">
            <a:extLst xmlns:a="http://schemas.openxmlformats.org/drawingml/2006/main">
              <a:ext uri="{FF2B5EF4-FFF2-40B4-BE49-F238E27FC236}">
                <a16:creationId xmlns:a16="http://schemas.microsoft.com/office/drawing/2014/main" id="{E696E02B-B5BF-4DF5-8FAE-528BD31C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86150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 8</a:t>
            </a:r>
          </a:p>
        </p:txBody>
      </p:sp>
      <p:sp>
        <p:nvSpPr>
          <p:cNvPr id="83" name="wire-87">
            <a:extLst xmlns:a="http://schemas.openxmlformats.org/drawingml/2006/main">
              <a:ext uri="{FF2B5EF4-FFF2-40B4-BE49-F238E27FC236}">
                <a16:creationId xmlns:a16="http://schemas.microsoft.com/office/drawing/2014/main" id="{CC3117AE-D9A9-4A8F-9584-EB13FF18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84" name="wire-88">
            <a:extLst xmlns:a="http://schemas.openxmlformats.org/drawingml/2006/main">
              <a:ext uri="{FF2B5EF4-FFF2-40B4-BE49-F238E27FC236}">
                <a16:creationId xmlns:a16="http://schemas.microsoft.com/office/drawing/2014/main" id="{B90333DC-E8BD-4034-A054-9606402D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48125"/>
            <a:ext cx="9525" cy="1190625"/>
          </a:xfrm>
          <a:custGeom xmlns:a="http://schemas.openxmlformats.org/drawingml/2006/main">
            <a:pathLst>
              <a:path w="9525" h="1190625">
                <a:moveTo>
                  <a:pt x="0" y="0"/>
                </a:moveTo>
                <a:lnTo>
                  <a:pt x="0" y="11906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85" name="wire-89">
            <a:extLst xmlns:a="http://schemas.openxmlformats.org/drawingml/2006/main">
              <a:ext uri="{FF2B5EF4-FFF2-40B4-BE49-F238E27FC236}">
                <a16:creationId xmlns:a16="http://schemas.microsoft.com/office/drawing/2014/main" id="{F128B212-89F4-4EBD-9A8F-2BA9F57D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38750"/>
            <a:ext cx="2190750" cy="9525"/>
          </a:xfrm>
          <a:custGeom xmlns:a="http://schemas.openxmlformats.org/drawingml/2006/main"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86" name="wire-90">
            <a:extLst xmlns:a="http://schemas.openxmlformats.org/drawingml/2006/main">
              <a:ext uri="{FF2B5EF4-FFF2-40B4-BE49-F238E27FC236}">
                <a16:creationId xmlns:a16="http://schemas.microsoft.com/office/drawing/2014/main" id="{26E54A81-3F52-48A5-B07E-44C012F0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9525" cy="904875"/>
          </a:xfrm>
          <a:custGeom xmlns:a="http://schemas.openxmlformats.org/drawingml/2006/main">
            <a:pathLst>
              <a:path w="9525" h="904875">
                <a:moveTo>
                  <a:pt x="0" y="904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87" name="wire-91">
            <a:extLst xmlns:a="http://schemas.openxmlformats.org/drawingml/2006/main">
              <a:ext uri="{FF2B5EF4-FFF2-40B4-BE49-F238E27FC236}">
                <a16:creationId xmlns:a16="http://schemas.microsoft.com/office/drawing/2014/main" id="{3D7065CD-E44A-44C2-9EA4-7D808F05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2200275" cy="9525"/>
          </a:xfrm>
          <a:custGeom xmlns:a="http://schemas.openxmlformats.org/drawingml/2006/main">
            <a:pathLst>
              <a:path w="2200275" h="9525">
                <a:moveTo>
                  <a:pt x="0" y="0"/>
                </a:moveTo>
                <a:lnTo>
                  <a:pt x="2200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88" name="circuit-92">
            <a:extLst xmlns:a="http://schemas.openxmlformats.org/drawingml/2006/main">
              <a:ext uri="{FF2B5EF4-FFF2-40B4-BE49-F238E27FC236}">
                <a16:creationId xmlns:a16="http://schemas.microsoft.com/office/drawing/2014/main" id="{E2E6C931-F18E-4BEB-AEAF-3FACA4AF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B9BEC6"/>
          </a:solidFill>
          <a:ln xmlns:a="http://schemas.openxmlformats.org/drawingml/2006/main" w="9525">
            <a:solidFill>
              <a:srgbClr val="B9BEC6"/>
            </a:solidFill>
          </a:ln>
        </p:spPr>
      </p:sp>
      <p:sp>
        <p:nvSpPr>
          <p:cNvPr id="89" name="text-93">
            <a:extLst xmlns:a="http://schemas.openxmlformats.org/drawingml/2006/main">
              <a:ext uri="{FF2B5EF4-FFF2-40B4-BE49-F238E27FC236}">
                <a16:creationId xmlns:a16="http://schemas.microsoft.com/office/drawing/2014/main" id="{F4355A4A-134F-4351-9A69-D64E5777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86375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90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3AD5F47B-175D-457D-B175-255E7574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333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91" name="text-95">
            <a:extLst xmlns:a="http://schemas.openxmlformats.org/drawingml/2006/main">
              <a:ext uri="{FF2B5EF4-FFF2-40B4-BE49-F238E27FC236}">
                <a16:creationId xmlns:a16="http://schemas.microsoft.com/office/drawing/2014/main" id="{7092DDE1-7605-466D-A22D-889AEC2B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790825"/>
            <a:ext cx="160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データメモリ</a:t>
            </a:r>
          </a:p>
        </p:txBody>
      </p:sp>
      <p:sp>
        <p:nvSpPr>
          <p:cNvPr id="92" name="text-96">
            <a:extLst xmlns:a="http://schemas.openxmlformats.org/drawingml/2006/main">
              <a:ext uri="{FF2B5EF4-FFF2-40B4-BE49-F238E27FC236}">
                <a16:creationId xmlns:a16="http://schemas.microsoft.com/office/drawing/2014/main" id="{0C84CFCF-8B3E-4822-A74B-BB237F47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714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3" name="text-97">
            <a:extLst xmlns:a="http://schemas.openxmlformats.org/drawingml/2006/main">
              <a:ext uri="{FF2B5EF4-FFF2-40B4-BE49-F238E27FC236}">
                <a16:creationId xmlns:a16="http://schemas.microsoft.com/office/drawing/2014/main" id="{A79853FB-0D85-4260-BDAC-67CD2E97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200525"/>
            <a:ext cx="3714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WD</a:t>
            </a:r>
          </a:p>
        </p:txBody>
      </p:sp>
      <p:sp>
        <p:nvSpPr>
          <p:cNvPr id="94" name="text-98">
            <a:extLst xmlns:a="http://schemas.openxmlformats.org/drawingml/2006/main">
              <a:ext uri="{FF2B5EF4-FFF2-40B4-BE49-F238E27FC236}">
                <a16:creationId xmlns:a16="http://schemas.microsoft.com/office/drawing/2014/main" id="{391A69B9-E302-4670-A136-FDAA6D52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0481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95" name="text-99">
            <a:extLst xmlns:a="http://schemas.openxmlformats.org/drawingml/2006/main">
              <a:ext uri="{FF2B5EF4-FFF2-40B4-BE49-F238E27FC236}">
                <a16:creationId xmlns:a16="http://schemas.microsoft.com/office/drawing/2014/main" id="{C6B20716-16DB-462A-9E5F-87A63999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3467100"/>
            <a:ext cx="781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8番地</a:t>
            </a:r>
          </a:p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値 3</a:t>
            </a:r>
          </a:p>
        </p:txBody>
      </p:sp>
      <p:sp>
        <p:nvSpPr>
          <p:cNvPr id="96" name="text-100">
            <a:extLst xmlns:a="http://schemas.openxmlformats.org/drawingml/2006/main">
              <a:ext uri="{FF2B5EF4-FFF2-40B4-BE49-F238E27FC236}">
                <a16:creationId xmlns:a16="http://schemas.microsoft.com/office/drawing/2014/main" id="{BEEDAAC6-78D1-42BA-8E54-3F876843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4371975"/>
            <a:ext cx="962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WE = 0</a:t>
            </a:r>
          </a:p>
        </p:txBody>
      </p:sp>
      <p:sp>
        <p:nvSpPr>
          <p:cNvPr id="97" name="wire-101">
            <a:extLst xmlns:a="http://schemas.openxmlformats.org/drawingml/2006/main">
              <a:ext uri="{FF2B5EF4-FFF2-40B4-BE49-F238E27FC236}">
                <a16:creationId xmlns:a16="http://schemas.microsoft.com/office/drawing/2014/main" id="{9DA724AE-9087-4B92-A6E1-1F7F39B1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419100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8" name="wire-102">
            <a:extLst xmlns:a="http://schemas.openxmlformats.org/drawingml/2006/main">
              <a:ext uri="{FF2B5EF4-FFF2-40B4-BE49-F238E27FC236}">
                <a16:creationId xmlns:a16="http://schemas.microsoft.com/office/drawing/2014/main" id="{B1F2DFA4-D59A-4E95-9BB9-848F6742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191000"/>
            <a:ext cx="9525" cy="1552575"/>
          </a:xfrm>
          <a:custGeom xmlns:a="http://schemas.openxmlformats.org/drawingml/2006/main">
            <a:pathLst>
              <a:path w="9525" h="1552575">
                <a:moveTo>
                  <a:pt x="0" y="0"/>
                </a:moveTo>
                <a:lnTo>
                  <a:pt x="0" y="15525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9" name="wire-103">
            <a:extLst xmlns:a="http://schemas.openxmlformats.org/drawingml/2006/main">
              <a:ext uri="{FF2B5EF4-FFF2-40B4-BE49-F238E27FC236}">
                <a16:creationId xmlns:a16="http://schemas.microsoft.com/office/drawing/2014/main" id="{AD94DF40-828C-42EC-B98D-B0769D68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743575"/>
            <a:ext cx="8162925" cy="9525"/>
          </a:xfrm>
          <a:custGeom xmlns:a="http://schemas.openxmlformats.org/drawingml/2006/main">
            <a:pathLst>
              <a:path w="8162925" h="9525">
                <a:moveTo>
                  <a:pt x="8162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00" name="wire-104">
            <a:extLst xmlns:a="http://schemas.openxmlformats.org/drawingml/2006/main">
              <a:ext uri="{FF2B5EF4-FFF2-40B4-BE49-F238E27FC236}">
                <a16:creationId xmlns:a16="http://schemas.microsoft.com/office/drawing/2014/main" id="{9FF831D5-68E9-4500-A2BB-59E28B70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9525" cy="885825"/>
          </a:xfrm>
          <a:custGeom xmlns:a="http://schemas.openxmlformats.org/drawingml/2006/main">
            <a:pathLst>
              <a:path w="9525" h="885825">
                <a:moveTo>
                  <a:pt x="0" y="885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01" name="wire-105">
            <a:extLst xmlns:a="http://schemas.openxmlformats.org/drawingml/2006/main">
              <a:ext uri="{FF2B5EF4-FFF2-40B4-BE49-F238E27FC236}">
                <a16:creationId xmlns:a16="http://schemas.microsoft.com/office/drawing/2014/main" id="{898C28B2-587B-41F5-B250-A88F541B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02" name="circuit-106">
            <a:extLst xmlns:a="http://schemas.openxmlformats.org/drawingml/2006/main">
              <a:ext uri="{FF2B5EF4-FFF2-40B4-BE49-F238E27FC236}">
                <a16:creationId xmlns:a16="http://schemas.microsoft.com/office/drawing/2014/main" id="{A6048EA4-6F05-4CC8-97F8-CB25E1F5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6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3" name="text-107">
            <a:extLst xmlns:a="http://schemas.openxmlformats.org/drawingml/2006/main">
              <a:ext uri="{FF2B5EF4-FFF2-40B4-BE49-F238E27FC236}">
                <a16:creationId xmlns:a16="http://schemas.microsoft.com/office/drawing/2014/main" id="{8CABB8E0-A448-4E0C-9591-38891CE1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438775"/>
            <a:ext cx="283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読んだ値 3 → x1</a:t>
            </a:r>
          </a:p>
        </p:txBody>
      </p:sp>
      <p:sp>
        <p:nvSpPr>
          <p:cNvPr id="104" name="text-108">
            <a:extLst xmlns:a="http://schemas.openxmlformats.org/drawingml/2006/main">
              <a:ext uri="{FF2B5EF4-FFF2-40B4-BE49-F238E27FC236}">
                <a16:creationId xmlns:a16="http://schemas.microsoft.com/office/drawing/2014/main" id="{A481868E-2959-42BC-8D52-B7CABDE2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x0の0 ＋ 命令中の8 ＝ 番地8 → 読んだ3をx1へ</a:t>
            </a:r>
          </a:p>
        </p:txBody>
      </p:sp>
      <p:sp>
        <p:nvSpPr>
          <p:cNvPr id="105" name="text-109">
            <a:extLst xmlns:a="http://schemas.openxmlformats.org/drawingml/2006/main">
              <a:ext uri="{FF2B5EF4-FFF2-40B4-BE49-F238E27FC236}">
                <a16:creationId xmlns:a16="http://schemas.microsoft.com/office/drawing/2014/main" id="{F3CD8B7D-CFD3-4A2B-8142-F2D1CDE1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2</a:t>
            </a:r>
          </a:p>
        </p:txBody>
      </p:sp>
      <p:sp>
        <p:nvSpPr>
          <p:cNvPr id="106" name="text-110">
            <a:extLst xmlns:a="http://schemas.openxmlformats.org/drawingml/2006/main">
              <a:ext uri="{FF2B5EF4-FFF2-40B4-BE49-F238E27FC236}">
                <a16:creationId xmlns:a16="http://schemas.microsoft.com/office/drawing/2014/main" id="{F57A7E54-52F5-4485-A376-2AA75C13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Aは番号・番地、RDは読出し値、WDは書く値。PCの更新回路は次の図で追加</a:t>
            </a:r>
          </a:p>
        </p:txBody>
      </p:sp>
    </p:spTree>
    <p:extLst>
      <p:ext uri="{BB962C8B-B14F-4D97-AF65-F5344CB8AC3E}">
        <p14:creationId xmlns:p14="http://schemas.microsoft.com/office/powerpoint/2010/main" val="1974529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7" name="text-111">
            <a:extLst xmlns:a="http://schemas.openxmlformats.org/drawingml/2006/main">
              <a:ext uri="{FF2B5EF4-FFF2-40B4-BE49-F238E27FC236}">
                <a16:creationId xmlns:a16="http://schemas.microsoft.com/office/drawing/2014/main" id="{A3DCD66E-D9C3-48BA-883B-12B1EFEF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" name="text-112">
            <a:extLst xmlns:a="http://schemas.openxmlformats.org/drawingml/2006/main">
              <a:ext uri="{FF2B5EF4-FFF2-40B4-BE49-F238E27FC236}">
                <a16:creationId xmlns:a16="http://schemas.microsoft.com/office/drawing/2014/main" id="{07578FB2-9C97-4390-8A7B-33211B18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sw：PCを進め、レジスタの値をメモリへ書く</a:t>
            </a:r>
          </a:p>
        </p:txBody>
      </p:sp>
      <p:sp>
        <p:nvSpPr>
          <p:cNvPr id="3" name="text-113">
            <a:extLst xmlns:a="http://schemas.openxmlformats.org/drawingml/2006/main">
              <a:ext uri="{FF2B5EF4-FFF2-40B4-BE49-F238E27FC236}">
                <a16:creationId xmlns:a16="http://schemas.microsoft.com/office/drawing/2014/main" id="{B6D45AA1-647E-465D-8079-06D62940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text-114">
            <a:extLst xmlns:a="http://schemas.openxmlformats.org/drawingml/2006/main">
              <a:ext uri="{FF2B5EF4-FFF2-40B4-BE49-F238E27FC236}">
                <a16:creationId xmlns:a16="http://schemas.microsoft.com/office/drawing/2014/main" id="{DA64C414-4478-4ACA-9FF3-4A8CCFF1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0 → 4へPCを更新し、sw x1, 12(x0)を実行する</a:t>
            </a:r>
          </a:p>
        </p:txBody>
      </p:sp>
      <p:sp>
        <p:nvSpPr>
          <p:cNvPr id="5" name="text-115">
            <a:extLst xmlns:a="http://schemas.openxmlformats.org/drawingml/2006/main">
              <a:ext uri="{FF2B5EF4-FFF2-40B4-BE49-F238E27FC236}">
                <a16:creationId xmlns:a16="http://schemas.microsoft.com/office/drawing/2014/main" id="{8E5AE6E7-DF03-4EDD-8724-C0AA6512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6" name="block-116">
            <a:extLst xmlns:a="http://schemas.openxmlformats.org/drawingml/2006/main">
              <a:ext uri="{FF2B5EF4-FFF2-40B4-BE49-F238E27FC236}">
                <a16:creationId xmlns:a16="http://schemas.microsoft.com/office/drawing/2014/main" id="{502C8D84-9A13-47FF-86E8-2F195149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95475"/>
            <a:ext cx="2057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" name="text-117">
            <a:extLst xmlns:a="http://schemas.openxmlformats.org/drawingml/2006/main">
              <a:ext uri="{FF2B5EF4-FFF2-40B4-BE49-F238E27FC236}">
                <a16:creationId xmlns:a16="http://schemas.microsoft.com/office/drawing/2014/main" id="{40D59F23-319D-49D4-999D-7E2C1812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95475"/>
            <a:ext cx="201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978BD384-8EFD-43B3-8B13-9B0A8B15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573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9" name="block-119">
            <a:extLst xmlns:a="http://schemas.openxmlformats.org/drawingml/2006/main">
              <a:ext uri="{FF2B5EF4-FFF2-40B4-BE49-F238E27FC236}">
                <a16:creationId xmlns:a16="http://schemas.microsoft.com/office/drawing/2014/main" id="{E565D22E-ABDE-4029-ADFD-982D57DB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" name="text-120">
            <a:extLst xmlns:a="http://schemas.openxmlformats.org/drawingml/2006/main">
              <a:ext uri="{FF2B5EF4-FFF2-40B4-BE49-F238E27FC236}">
                <a16:creationId xmlns:a16="http://schemas.microsoft.com/office/drawing/2014/main" id="{5A0C53FA-9FEF-4E74-AAE5-440B528F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text-121">
            <a:extLst xmlns:a="http://schemas.openxmlformats.org/drawingml/2006/main">
              <a:ext uri="{FF2B5EF4-FFF2-40B4-BE49-F238E27FC236}">
                <a16:creationId xmlns:a16="http://schemas.microsoft.com/office/drawing/2014/main" id="{6BB21182-E322-4592-B11A-DAABA928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A1の番号</a:t>
            </a:r>
          </a:p>
        </p:txBody>
      </p:sp>
      <p:sp>
        <p:nvSpPr>
          <p:cNvPr id="12" name="block-122">
            <a:extLst xmlns:a="http://schemas.openxmlformats.org/drawingml/2006/main">
              <a:ext uri="{FF2B5EF4-FFF2-40B4-BE49-F238E27FC236}">
                <a16:creationId xmlns:a16="http://schemas.microsoft.com/office/drawing/2014/main" id="{748ECFAB-E98B-4D5B-88C1-F1C6CC6C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95475"/>
            <a:ext cx="13716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" name="text-123">
            <a:extLst xmlns:a="http://schemas.openxmlformats.org/drawingml/2006/main">
              <a:ext uri="{FF2B5EF4-FFF2-40B4-BE49-F238E27FC236}">
                <a16:creationId xmlns:a16="http://schemas.microsoft.com/office/drawing/2014/main" id="{D5FCB937-0EBB-4365-9739-170CE230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95475"/>
            <a:ext cx="133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text-124">
            <a:extLst xmlns:a="http://schemas.openxmlformats.org/drawingml/2006/main">
              <a:ext uri="{FF2B5EF4-FFF2-40B4-BE49-F238E27FC236}">
                <a16:creationId xmlns:a16="http://schemas.microsoft.com/office/drawing/2014/main" id="{750140BB-3375-42F5-BC80-FB59104B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57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A2の番号</a:t>
            </a:r>
          </a:p>
        </p:txBody>
      </p:sp>
      <p:sp>
        <p:nvSpPr>
          <p:cNvPr id="15" name="block-125">
            <a:extLst xmlns:a="http://schemas.openxmlformats.org/drawingml/2006/main">
              <a:ext uri="{FF2B5EF4-FFF2-40B4-BE49-F238E27FC236}">
                <a16:creationId xmlns:a16="http://schemas.microsoft.com/office/drawing/2014/main" id="{50033579-A190-4FA2-8570-0B3245ED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95475"/>
            <a:ext cx="12001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6" name="text-126">
            <a:extLst xmlns:a="http://schemas.openxmlformats.org/drawingml/2006/main">
              <a:ext uri="{FF2B5EF4-FFF2-40B4-BE49-F238E27FC236}">
                <a16:creationId xmlns:a16="http://schemas.microsoft.com/office/drawing/2014/main" id="{3DA41D50-49DC-4586-8940-033DF085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95475"/>
            <a:ext cx="1162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sw</a:t>
            </a:r>
          </a:p>
        </p:txBody>
      </p:sp>
      <p:sp>
        <p:nvSpPr>
          <p:cNvPr id="17" name="text-127">
            <a:extLst xmlns:a="http://schemas.openxmlformats.org/drawingml/2006/main">
              <a:ext uri="{FF2B5EF4-FFF2-40B4-BE49-F238E27FC236}">
                <a16:creationId xmlns:a16="http://schemas.microsoft.com/office/drawing/2014/main" id="{ED3C18DA-CEC7-4F11-96CD-F4EE513D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735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18" name="wire-128">
            <a:extLst xmlns:a="http://schemas.openxmlformats.org/drawingml/2006/main">
              <a:ext uri="{FF2B5EF4-FFF2-40B4-BE49-F238E27FC236}">
                <a16:creationId xmlns:a16="http://schemas.microsoft.com/office/drawing/2014/main" id="{20416F6D-FCAE-4D87-812B-DE922718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907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9" name="wire-129">
            <a:extLst xmlns:a="http://schemas.openxmlformats.org/drawingml/2006/main">
              <a:ext uri="{FF2B5EF4-FFF2-40B4-BE49-F238E27FC236}">
                <a16:creationId xmlns:a16="http://schemas.microsoft.com/office/drawing/2014/main" id="{1671BBD3-A9A0-49A0-9DCC-F79FF99A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1952625" cy="9525"/>
          </a:xfrm>
          <a:custGeom xmlns:a="http://schemas.openxmlformats.org/drawingml/2006/main">
            <a:pathLst>
              <a:path w="1952625" h="9525">
                <a:moveTo>
                  <a:pt x="19526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0" name="wire-130">
            <a:extLst xmlns:a="http://schemas.openxmlformats.org/drawingml/2006/main">
              <a:ext uri="{FF2B5EF4-FFF2-40B4-BE49-F238E27FC236}">
                <a16:creationId xmlns:a16="http://schemas.microsoft.com/office/drawing/2014/main" id="{65765D84-59D3-4C5C-B764-D1BAACB9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9525" cy="819150"/>
          </a:xfrm>
          <a:custGeom xmlns:a="http://schemas.openxmlformats.org/drawingml/2006/main">
            <a:pathLst>
              <a:path w="9525" h="819150">
                <a:moveTo>
                  <a:pt x="0" y="0"/>
                </a:move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1" name="wire-131">
            <a:extLst xmlns:a="http://schemas.openxmlformats.org/drawingml/2006/main">
              <a:ext uri="{FF2B5EF4-FFF2-40B4-BE49-F238E27FC236}">
                <a16:creationId xmlns:a16="http://schemas.microsoft.com/office/drawing/2014/main" id="{6C301ABE-64CD-4426-93A1-C7D82436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242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2" name="circuit-132">
            <a:extLst xmlns:a="http://schemas.openxmlformats.org/drawingml/2006/main">
              <a:ext uri="{FF2B5EF4-FFF2-40B4-BE49-F238E27FC236}">
                <a16:creationId xmlns:a16="http://schemas.microsoft.com/office/drawing/2014/main" id="{DBDDAC8A-4150-4F09-B714-4FD68267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3" name="wire-133">
            <a:extLst xmlns:a="http://schemas.openxmlformats.org/drawingml/2006/main">
              <a:ext uri="{FF2B5EF4-FFF2-40B4-BE49-F238E27FC236}">
                <a16:creationId xmlns:a16="http://schemas.microsoft.com/office/drawing/2014/main" id="{34769210-C3ED-400E-ACEB-EAB13DA5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90750"/>
            <a:ext cx="9525" cy="619125"/>
          </a:xfrm>
          <a:custGeom xmlns:a="http://schemas.openxmlformats.org/drawingml/2006/main">
            <a:pathLst>
              <a:path w="9525" h="619125">
                <a:moveTo>
                  <a:pt x="0" y="0"/>
                </a:moveTo>
                <a:lnTo>
                  <a:pt x="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4" name="wire-134">
            <a:extLst xmlns:a="http://schemas.openxmlformats.org/drawingml/2006/main">
              <a:ext uri="{FF2B5EF4-FFF2-40B4-BE49-F238E27FC236}">
                <a16:creationId xmlns:a16="http://schemas.microsoft.com/office/drawing/2014/main" id="{17078369-B44E-4F83-AC0D-6F343593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2981325" cy="9525"/>
          </a:xfrm>
          <a:custGeom xmlns:a="http://schemas.openxmlformats.org/drawingml/2006/main">
            <a:pathLst>
              <a:path w="2981325" h="9525">
                <a:moveTo>
                  <a:pt x="29813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5" name="wire-135">
            <a:extLst xmlns:a="http://schemas.openxmlformats.org/drawingml/2006/main">
              <a:ext uri="{FF2B5EF4-FFF2-40B4-BE49-F238E27FC236}">
                <a16:creationId xmlns:a16="http://schemas.microsoft.com/office/drawing/2014/main" id="{20BA576E-8717-4B47-94BB-DA853C14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9525" cy="1238250"/>
          </a:xfrm>
          <a:custGeom xmlns:a="http://schemas.openxmlformats.org/drawingml/2006/main">
            <a:pathLst>
              <a:path w="9525" h="1238250">
                <a:moveTo>
                  <a:pt x="0" y="0"/>
                </a:moveTo>
                <a:lnTo>
                  <a:pt x="0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6" name="wire-136">
            <a:extLst xmlns:a="http://schemas.openxmlformats.org/drawingml/2006/main">
              <a:ext uri="{FF2B5EF4-FFF2-40B4-BE49-F238E27FC236}">
                <a16:creationId xmlns:a16="http://schemas.microsoft.com/office/drawing/2014/main" id="{E4B132CC-3DDE-4991-8354-112C72E4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48125"/>
            <a:ext cx="142875" cy="9525"/>
          </a:xfrm>
          <a:custGeom xmlns:a="http://schemas.openxmlformats.org/drawingml/2006/main">
            <a:pathLst>
              <a:path w="142875" h="952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7" name="circuit-137">
            <a:extLst xmlns:a="http://schemas.openxmlformats.org/drawingml/2006/main">
              <a:ext uri="{FF2B5EF4-FFF2-40B4-BE49-F238E27FC236}">
                <a16:creationId xmlns:a16="http://schemas.microsoft.com/office/drawing/2014/main" id="{3CAF355E-1864-4383-B057-04A83421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6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8" name="wire-138">
            <a:extLst xmlns:a="http://schemas.openxmlformats.org/drawingml/2006/main">
              <a:ext uri="{FF2B5EF4-FFF2-40B4-BE49-F238E27FC236}">
                <a16:creationId xmlns:a16="http://schemas.microsoft.com/office/drawing/2014/main" id="{C93EAF88-5BBF-4D82-9CFC-EE4438E3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24375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B9BEC6"/>
            </a:solidFill>
          </a:ln>
        </p:spPr>
      </p:sp>
      <p:sp>
        <p:nvSpPr>
          <p:cNvPr id="29" name="circuit-139">
            <a:extLst xmlns:a="http://schemas.openxmlformats.org/drawingml/2006/main">
              <a:ext uri="{FF2B5EF4-FFF2-40B4-BE49-F238E27FC236}">
                <a16:creationId xmlns:a16="http://schemas.microsoft.com/office/drawing/2014/main" id="{1516CB60-780D-47F3-B540-1139E0E9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92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B9BEC6"/>
          </a:solidFill>
          <a:ln xmlns:a="http://schemas.openxmlformats.org/drawingml/2006/main" w="9525">
            <a:solidFill>
              <a:srgbClr val="B9BEC6"/>
            </a:solidFill>
          </a:ln>
        </p:spPr>
      </p:sp>
      <p:sp>
        <p:nvSpPr>
          <p:cNvPr id="30" name="wire-140">
            <a:extLst xmlns:a="http://schemas.openxmlformats.org/drawingml/2006/main">
              <a:ext uri="{FF2B5EF4-FFF2-40B4-BE49-F238E27FC236}">
                <a16:creationId xmlns:a16="http://schemas.microsoft.com/office/drawing/2014/main" id="{8606261B-36A6-493C-9462-8CE5E469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1" name="wire-141">
            <a:extLst xmlns:a="http://schemas.openxmlformats.org/drawingml/2006/main">
              <a:ext uri="{FF2B5EF4-FFF2-40B4-BE49-F238E27FC236}">
                <a16:creationId xmlns:a16="http://schemas.microsoft.com/office/drawing/2014/main" id="{1DC94130-C649-4405-8866-A3696CF0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085975" cy="9525"/>
          </a:xfrm>
          <a:custGeom xmlns:a="http://schemas.openxmlformats.org/drawingml/2006/main">
            <a:pathLst>
              <a:path w="2085975" h="9525">
                <a:moveTo>
                  <a:pt x="0" y="0"/>
                </a:moveTo>
                <a:lnTo>
                  <a:pt x="2085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wire-142">
            <a:extLst xmlns:a="http://schemas.openxmlformats.org/drawingml/2006/main">
              <a:ext uri="{FF2B5EF4-FFF2-40B4-BE49-F238E27FC236}">
                <a16:creationId xmlns:a16="http://schemas.microsoft.com/office/drawing/2014/main" id="{09F13F36-AAC2-43ED-BEEA-17FEB4D7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76500"/>
            <a:ext cx="9525" cy="1714500"/>
          </a:xfrm>
          <a:custGeom xmlns:a="http://schemas.openxmlformats.org/drawingml/2006/main"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3" name="wire-143">
            <a:extLst xmlns:a="http://schemas.openxmlformats.org/drawingml/2006/main">
              <a:ext uri="{FF2B5EF4-FFF2-40B4-BE49-F238E27FC236}">
                <a16:creationId xmlns:a16="http://schemas.microsoft.com/office/drawing/2014/main" id="{ACCD2B42-AFFD-4CE7-95F3-689EF656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144">
            <a:extLst xmlns:a="http://schemas.openxmlformats.org/drawingml/2006/main">
              <a:ext uri="{FF2B5EF4-FFF2-40B4-BE49-F238E27FC236}">
                <a16:creationId xmlns:a16="http://schemas.microsoft.com/office/drawing/2014/main" id="{63CE65B6-06D5-40F6-8D53-B6D04798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95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145">
            <a:extLst xmlns:a="http://schemas.openxmlformats.org/drawingml/2006/main">
              <a:ext uri="{FF2B5EF4-FFF2-40B4-BE49-F238E27FC236}">
                <a16:creationId xmlns:a16="http://schemas.microsoft.com/office/drawing/2014/main" id="{7DC6C7D0-E1AC-4572-8AC6-67A09CF7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12</a:t>
            </a:r>
          </a:p>
        </p:txBody>
      </p:sp>
      <p:sp>
        <p:nvSpPr>
          <p:cNvPr id="36" name="stable-pc">
            <a:extLst xmlns:a="http://schemas.openxmlformats.org/drawingml/2006/main">
              <a:ext uri="{FF2B5EF4-FFF2-40B4-BE49-F238E27FC236}">
                <a16:creationId xmlns:a16="http://schemas.microsoft.com/office/drawing/2014/main" id="{FCA22288-0434-466E-8AFE-0D4CBA0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400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7" name="text-147">
            <a:extLst xmlns:a="http://schemas.openxmlformats.org/drawingml/2006/main">
              <a:ext uri="{FF2B5EF4-FFF2-40B4-BE49-F238E27FC236}">
                <a16:creationId xmlns:a16="http://schemas.microsoft.com/office/drawing/2014/main" id="{4C99236C-191D-41A3-BB5B-FA213C81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38" name="text-148">
            <a:extLst xmlns:a="http://schemas.openxmlformats.org/drawingml/2006/main">
              <a:ext uri="{FF2B5EF4-FFF2-40B4-BE49-F238E27FC236}">
                <a16:creationId xmlns:a16="http://schemas.microsoft.com/office/drawing/2014/main" id="{A24222BD-31C6-4DC5-BED9-D53392BA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39" name="circuit-149">
            <a:extLst xmlns:a="http://schemas.openxmlformats.org/drawingml/2006/main">
              <a:ext uri="{FF2B5EF4-FFF2-40B4-BE49-F238E27FC236}">
                <a16:creationId xmlns:a16="http://schemas.microsoft.com/office/drawing/2014/main" id="{EC5739BC-4CEF-49CF-B76F-B865E86F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71450" cy="104775"/>
          </a:xfrm>
          <a:custGeom xmlns:a="http://schemas.openxmlformats.org/drawingml/2006/main">
            <a:pathLst>
              <a:path w="171450" h="104775">
                <a:moveTo>
                  <a:pt x="0" y="0"/>
                </a:moveTo>
                <a:lnTo>
                  <a:pt x="85725" y="104775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0" name="wire-150">
            <a:extLst xmlns:a="http://schemas.openxmlformats.org/drawingml/2006/main">
              <a:ext uri="{FF2B5EF4-FFF2-40B4-BE49-F238E27FC236}">
                <a16:creationId xmlns:a16="http://schemas.microsoft.com/office/drawing/2014/main" id="{94ADE771-3B27-404C-AA64-EEB5C469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480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41" name="text-151">
            <a:extLst xmlns:a="http://schemas.openxmlformats.org/drawingml/2006/main">
              <a:ext uri="{FF2B5EF4-FFF2-40B4-BE49-F238E27FC236}">
                <a16:creationId xmlns:a16="http://schemas.microsoft.com/office/drawing/2014/main" id="{2708F04C-DDEC-4935-9083-DECF8558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4667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2" name="text-152">
            <a:extLst xmlns:a="http://schemas.openxmlformats.org/drawingml/2006/main">
              <a:ext uri="{FF2B5EF4-FFF2-40B4-BE49-F238E27FC236}">
                <a16:creationId xmlns:a16="http://schemas.microsoft.com/office/drawing/2014/main" id="{AC24CB8E-2122-4049-B295-B3743213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05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3" name="wire-153">
            <a:extLst xmlns:a="http://schemas.openxmlformats.org/drawingml/2006/main">
              <a:ext uri="{FF2B5EF4-FFF2-40B4-BE49-F238E27FC236}">
                <a16:creationId xmlns:a16="http://schemas.microsoft.com/office/drawing/2014/main" id="{C735550C-6925-466D-AF62-9514F47C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361950" cy="9525"/>
          </a:xfrm>
          <a:custGeom xmlns:a="http://schemas.openxmlformats.org/drawingml/2006/main"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44" name="circuit-154">
            <a:extLst xmlns:a="http://schemas.openxmlformats.org/drawingml/2006/main">
              <a:ext uri="{FF2B5EF4-FFF2-40B4-BE49-F238E27FC236}">
                <a16:creationId xmlns:a16="http://schemas.microsoft.com/office/drawing/2014/main" id="{43F05AF0-BA1F-48D8-A41E-462A4E33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text-155">
            <a:extLst xmlns:a="http://schemas.openxmlformats.org/drawingml/2006/main">
              <a:ext uri="{FF2B5EF4-FFF2-40B4-BE49-F238E27FC236}">
                <a16:creationId xmlns:a16="http://schemas.microsoft.com/office/drawing/2014/main" id="{BF8F69C1-9A5A-4897-A9D9-2E12534F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9338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6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EAFF4002-7F97-4B57-BD72-3464F2BF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171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7" name="text-157">
            <a:extLst xmlns:a="http://schemas.openxmlformats.org/drawingml/2006/main">
              <a:ext uri="{FF2B5EF4-FFF2-40B4-BE49-F238E27FC236}">
                <a16:creationId xmlns:a16="http://schemas.microsoft.com/office/drawing/2014/main" id="{F0C395B9-F7AF-4C2C-93CE-E7109368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命令メモリ</a:t>
            </a:r>
          </a:p>
        </p:txBody>
      </p:sp>
      <p:sp>
        <p:nvSpPr>
          <p:cNvPr id="48" name="text-158">
            <a:extLst xmlns:a="http://schemas.openxmlformats.org/drawingml/2006/main">
              <a:ext uri="{FF2B5EF4-FFF2-40B4-BE49-F238E27FC236}">
                <a16:creationId xmlns:a16="http://schemas.microsoft.com/office/drawing/2014/main" id="{CB869A1A-C26C-4340-86BE-DDF97203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14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9" name="text-159">
            <a:extLst xmlns:a="http://schemas.openxmlformats.org/drawingml/2006/main">
              <a:ext uri="{FF2B5EF4-FFF2-40B4-BE49-F238E27FC236}">
                <a16:creationId xmlns:a16="http://schemas.microsoft.com/office/drawing/2014/main" id="{B4E8011D-7FB9-4DB2-8024-E84754AB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147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0" name="text-160">
            <a:extLst xmlns:a="http://schemas.openxmlformats.org/drawingml/2006/main">
              <a:ext uri="{FF2B5EF4-FFF2-40B4-BE49-F238E27FC236}">
                <a16:creationId xmlns:a16="http://schemas.microsoft.com/office/drawing/2014/main" id="{CAB17C0B-C802-4CD6-8E32-962A2FE5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667125"/>
            <a:ext cx="1123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0: lw x1,8(x0)</a:t>
            </a:r>
          </a:p>
        </p:txBody>
      </p:sp>
      <p:sp>
        <p:nvSpPr>
          <p:cNvPr id="51" name="text-161">
            <a:extLst xmlns:a="http://schemas.openxmlformats.org/drawingml/2006/main">
              <a:ext uri="{FF2B5EF4-FFF2-40B4-BE49-F238E27FC236}">
                <a16:creationId xmlns:a16="http://schemas.microsoft.com/office/drawing/2014/main" id="{16EEA7E6-3D51-41A1-9458-F96FB4E8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57650"/>
            <a:ext cx="13239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4: sw x1,12(x0)</a:t>
            </a:r>
          </a:p>
        </p:txBody>
      </p:sp>
      <p:sp>
        <p:nvSpPr>
          <p:cNvPr id="52" name="wire-162">
            <a:extLst xmlns:a="http://schemas.openxmlformats.org/drawingml/2006/main">
              <a:ext uri="{FF2B5EF4-FFF2-40B4-BE49-F238E27FC236}">
                <a16:creationId xmlns:a16="http://schemas.microsoft.com/office/drawing/2014/main" id="{D8A2C839-DB69-40F3-93F6-338FEFE3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3" name="wire-163">
            <a:extLst xmlns:a="http://schemas.openxmlformats.org/drawingml/2006/main">
              <a:ext uri="{FF2B5EF4-FFF2-40B4-BE49-F238E27FC236}">
                <a16:creationId xmlns:a16="http://schemas.microsoft.com/office/drawing/2014/main" id="{62C35F34-AA29-442E-9459-B8C6BFD3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9525" cy="1819275"/>
          </a:xfrm>
          <a:custGeom xmlns:a="http://schemas.openxmlformats.org/drawingml/2006/main">
            <a:pathLst>
              <a:path w="9525" h="1819275">
                <a:moveTo>
                  <a:pt x="0" y="18192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4" name="wire-164">
            <a:extLst xmlns:a="http://schemas.openxmlformats.org/drawingml/2006/main">
              <a:ext uri="{FF2B5EF4-FFF2-40B4-BE49-F238E27FC236}">
                <a16:creationId xmlns:a16="http://schemas.microsoft.com/office/drawing/2014/main" id="{11DE0EFC-59DB-432E-AC88-95A518D5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5" name="circuit-165">
            <a:extLst xmlns:a="http://schemas.openxmlformats.org/drawingml/2006/main">
              <a:ext uri="{FF2B5EF4-FFF2-40B4-BE49-F238E27FC236}">
                <a16:creationId xmlns:a16="http://schemas.microsoft.com/office/drawing/2014/main" id="{BDA09D14-B19B-4102-97E4-5129B45E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69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6" name="text-166">
            <a:extLst xmlns:a="http://schemas.openxmlformats.org/drawingml/2006/main">
              <a:ext uri="{FF2B5EF4-FFF2-40B4-BE49-F238E27FC236}">
                <a16:creationId xmlns:a16="http://schemas.microsoft.com/office/drawing/2014/main" id="{F26A11B0-FE00-414E-BBD2-6693BE6E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43375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57" name="circuit-167">
            <a:extLst xmlns:a="http://schemas.openxmlformats.org/drawingml/2006/main">
              <a:ext uri="{FF2B5EF4-FFF2-40B4-BE49-F238E27FC236}">
                <a16:creationId xmlns:a16="http://schemas.microsoft.com/office/drawing/2014/main" id="{4EE03E51-43D4-4399-879B-28233247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90800"/>
            <a:ext cx="476250" cy="419100"/>
          </a:xfrm>
          <a:custGeom xmlns:a="http://schemas.openxmlformats.org/drawingml/2006/main">
            <a:pathLst>
              <a:path w="476250" h="419100">
                <a:moveTo>
                  <a:pt x="0" y="0"/>
                </a:moveTo>
                <a:lnTo>
                  <a:pt x="476250" y="114300"/>
                </a:lnTo>
                <a:lnTo>
                  <a:pt x="476250" y="304800"/>
                </a:lnTo>
                <a:lnTo>
                  <a:pt x="0" y="419100"/>
                </a:lnTo>
                <a:lnTo>
                  <a:pt x="0" y="285750"/>
                </a:lnTo>
                <a:lnTo>
                  <a:pt x="95250" y="20955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8" name="text-168">
            <a:extLst xmlns:a="http://schemas.openxmlformats.org/drawingml/2006/main">
              <a:ext uri="{FF2B5EF4-FFF2-40B4-BE49-F238E27FC236}">
                <a16:creationId xmlns:a16="http://schemas.microsoft.com/office/drawing/2014/main" id="{0C8F202A-5B81-48E5-9C6F-91AE6C68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6574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59" name="wire-169">
            <a:extLst xmlns:a="http://schemas.openxmlformats.org/drawingml/2006/main">
              <a:ext uri="{FF2B5EF4-FFF2-40B4-BE49-F238E27FC236}">
                <a16:creationId xmlns:a16="http://schemas.microsoft.com/office/drawing/2014/main" id="{D26FC80D-F167-43A3-A9BE-B769D5CE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0" name="wire-170">
            <a:extLst xmlns:a="http://schemas.openxmlformats.org/drawingml/2006/main">
              <a:ext uri="{FF2B5EF4-FFF2-40B4-BE49-F238E27FC236}">
                <a16:creationId xmlns:a16="http://schemas.microsoft.com/office/drawing/2014/main" id="{D33E2C5B-01E3-4327-96CD-7AB2154A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381000" cy="9525"/>
          </a:xfrm>
          <a:custGeom xmlns:a="http://schemas.openxmlformats.org/drawingml/2006/main"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1" name="circuit-171">
            <a:extLst xmlns:a="http://schemas.openxmlformats.org/drawingml/2006/main">
              <a:ext uri="{FF2B5EF4-FFF2-40B4-BE49-F238E27FC236}">
                <a16:creationId xmlns:a16="http://schemas.microsoft.com/office/drawing/2014/main" id="{D3C37914-B00B-459D-A78C-F8F7C234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641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2" name="text-172">
            <a:extLst xmlns:a="http://schemas.openxmlformats.org/drawingml/2006/main">
              <a:ext uri="{FF2B5EF4-FFF2-40B4-BE49-F238E27FC236}">
                <a16:creationId xmlns:a16="http://schemas.microsoft.com/office/drawing/2014/main" id="{F7913CEA-8055-4C2E-97B5-225E3BB2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670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3" name="wire-173">
            <a:extLst xmlns:a="http://schemas.openxmlformats.org/drawingml/2006/main">
              <a:ext uri="{FF2B5EF4-FFF2-40B4-BE49-F238E27FC236}">
                <a16:creationId xmlns:a16="http://schemas.microsoft.com/office/drawing/2014/main" id="{C0372120-D04D-4FD1-AB30-C2DC6899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0512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4" name="circuit-174">
            <a:extLst xmlns:a="http://schemas.openxmlformats.org/drawingml/2006/main">
              <a:ext uri="{FF2B5EF4-FFF2-40B4-BE49-F238E27FC236}">
                <a16:creationId xmlns:a16="http://schemas.microsoft.com/office/drawing/2014/main" id="{920A5BF0-891F-431C-A65B-49FD8E4E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73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5" name="wire-175">
            <a:extLst xmlns:a="http://schemas.openxmlformats.org/drawingml/2006/main">
              <a:ext uri="{FF2B5EF4-FFF2-40B4-BE49-F238E27FC236}">
                <a16:creationId xmlns:a16="http://schemas.microsoft.com/office/drawing/2014/main" id="{C282423A-F844-4A64-AC83-3A3B7575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6" name="wire-176">
            <a:extLst xmlns:a="http://schemas.openxmlformats.org/drawingml/2006/main">
              <a:ext uri="{FF2B5EF4-FFF2-40B4-BE49-F238E27FC236}">
                <a16:creationId xmlns:a16="http://schemas.microsoft.com/office/drawing/2014/main" id="{F77072BA-56BC-4734-8EF6-2B32D2BF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7650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7" name="wire-177">
            <a:extLst xmlns:a="http://schemas.openxmlformats.org/drawingml/2006/main">
              <a:ext uri="{FF2B5EF4-FFF2-40B4-BE49-F238E27FC236}">
                <a16:creationId xmlns:a16="http://schemas.microsoft.com/office/drawing/2014/main" id="{25EB8CB2-53BE-4293-82A2-C5872E17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866900" cy="9525"/>
          </a:xfrm>
          <a:custGeom xmlns:a="http://schemas.openxmlformats.org/drawingml/2006/main">
            <a:pathLst>
              <a:path w="1866900" h="9525">
                <a:moveTo>
                  <a:pt x="1866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8" name="wire-178">
            <a:extLst xmlns:a="http://schemas.openxmlformats.org/drawingml/2006/main">
              <a:ext uri="{FF2B5EF4-FFF2-40B4-BE49-F238E27FC236}">
                <a16:creationId xmlns:a16="http://schemas.microsoft.com/office/drawing/2014/main" id="{2E81ED16-ED01-4F62-981F-329B5DD6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9525" cy="1381125"/>
          </a:xfrm>
          <a:custGeom xmlns:a="http://schemas.openxmlformats.org/drawingml/2006/main">
            <a:pathLst>
              <a:path w="9525" h="1381125">
                <a:moveTo>
                  <a:pt x="0" y="0"/>
                </a:moveTo>
                <a:lnTo>
                  <a:pt x="0" y="138112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9" name="wire-179">
            <a:extLst xmlns:a="http://schemas.openxmlformats.org/drawingml/2006/main">
              <a:ext uri="{FF2B5EF4-FFF2-40B4-BE49-F238E27FC236}">
                <a16:creationId xmlns:a16="http://schemas.microsoft.com/office/drawing/2014/main" id="{8AA67111-8570-46C4-ADB4-812F9D36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576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70" name="circuit-180">
            <a:extLst xmlns:a="http://schemas.openxmlformats.org/drawingml/2006/main">
              <a:ext uri="{FF2B5EF4-FFF2-40B4-BE49-F238E27FC236}">
                <a16:creationId xmlns:a16="http://schemas.microsoft.com/office/drawing/2014/main" id="{15F09035-874D-487A-A236-8CC09EA7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1" name="text-181">
            <a:extLst xmlns:a="http://schemas.openxmlformats.org/drawingml/2006/main">
              <a:ext uri="{FF2B5EF4-FFF2-40B4-BE49-F238E27FC236}">
                <a16:creationId xmlns:a16="http://schemas.microsoft.com/office/drawing/2014/main" id="{ED4AA97B-ED50-42DA-8D9B-E66FA8DE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907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72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3356915A-FA76-46E9-B5CA-2E468667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714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3" name="text-183">
            <a:extLst xmlns:a="http://schemas.openxmlformats.org/drawingml/2006/main">
              <a:ext uri="{FF2B5EF4-FFF2-40B4-BE49-F238E27FC236}">
                <a16:creationId xmlns:a16="http://schemas.microsoft.com/office/drawing/2014/main" id="{47D9A41B-A1B7-472C-9EB3-931D02D1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95800"/>
            <a:ext cx="1171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74" name="text-184">
            <a:extLst xmlns:a="http://schemas.openxmlformats.org/drawingml/2006/main">
              <a:ext uri="{FF2B5EF4-FFF2-40B4-BE49-F238E27FC236}">
                <a16:creationId xmlns:a16="http://schemas.microsoft.com/office/drawing/2014/main" id="{9C9CE21F-CDDB-4415-A4D8-4F8FD23A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67125"/>
            <a:ext cx="9429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75" name="text-185">
            <a:extLst xmlns:a="http://schemas.openxmlformats.org/drawingml/2006/main">
              <a:ext uri="{FF2B5EF4-FFF2-40B4-BE49-F238E27FC236}">
                <a16:creationId xmlns:a16="http://schemas.microsoft.com/office/drawing/2014/main" id="{C9656904-08A5-46CE-BCD9-020E7C90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6" name="text-186">
            <a:extLst xmlns:a="http://schemas.openxmlformats.org/drawingml/2006/main">
              <a:ext uri="{FF2B5EF4-FFF2-40B4-BE49-F238E27FC236}">
                <a16:creationId xmlns:a16="http://schemas.microsoft.com/office/drawing/2014/main" id="{AF5BF724-D8D2-443E-85BD-605CE903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7" name="text-187">
            <a:extLst xmlns:a="http://schemas.openxmlformats.org/drawingml/2006/main">
              <a:ext uri="{FF2B5EF4-FFF2-40B4-BE49-F238E27FC236}">
                <a16:creationId xmlns:a16="http://schemas.microsoft.com/office/drawing/2014/main" id="{F92FFF53-0EE9-41AA-A9A3-31DD0727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38150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8" name="text-188">
            <a:extLst xmlns:a="http://schemas.openxmlformats.org/drawingml/2006/main">
              <a:ext uri="{FF2B5EF4-FFF2-40B4-BE49-F238E27FC236}">
                <a16:creationId xmlns:a16="http://schemas.microsoft.com/office/drawing/2014/main" id="{6DE62A87-2E87-492A-8814-A49BD2E1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7148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9" name="text-189">
            <a:extLst xmlns:a="http://schemas.openxmlformats.org/drawingml/2006/main">
              <a:ext uri="{FF2B5EF4-FFF2-40B4-BE49-F238E27FC236}">
                <a16:creationId xmlns:a16="http://schemas.microsoft.com/office/drawing/2014/main" id="{3C671247-5CDF-4E31-9677-417275A1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80" name="text-190">
            <a:extLst xmlns:a="http://schemas.openxmlformats.org/drawingml/2006/main">
              <a:ext uri="{FF2B5EF4-FFF2-40B4-BE49-F238E27FC236}">
                <a16:creationId xmlns:a16="http://schemas.microsoft.com/office/drawing/2014/main" id="{CF51E4C0-B4F4-402A-AB22-613C89B1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1" name="circuit-191">
            <a:extLst xmlns:a="http://schemas.openxmlformats.org/drawingml/2006/main">
              <a:ext uri="{FF2B5EF4-FFF2-40B4-BE49-F238E27FC236}">
                <a16:creationId xmlns:a16="http://schemas.microsoft.com/office/drawing/2014/main" id="{5096E248-78E4-4A9E-8C6F-A3ED2089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95625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2" name="wire-192">
            <a:extLst xmlns:a="http://schemas.openxmlformats.org/drawingml/2006/main">
              <a:ext uri="{FF2B5EF4-FFF2-40B4-BE49-F238E27FC236}">
                <a16:creationId xmlns:a16="http://schemas.microsoft.com/office/drawing/2014/main" id="{CC74ABB0-489C-49A6-948F-8DED1547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6227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83" name="text-193">
            <a:extLst xmlns:a="http://schemas.openxmlformats.org/drawingml/2006/main">
              <a:ext uri="{FF2B5EF4-FFF2-40B4-BE49-F238E27FC236}">
                <a16:creationId xmlns:a16="http://schemas.microsoft.com/office/drawing/2014/main" id="{C40F99EA-94DC-4C3A-A3FF-547C46DA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4" name="text-194">
            <a:extLst xmlns:a="http://schemas.openxmlformats.org/drawingml/2006/main">
              <a:ext uri="{FF2B5EF4-FFF2-40B4-BE49-F238E27FC236}">
                <a16:creationId xmlns:a16="http://schemas.microsoft.com/office/drawing/2014/main" id="{A5FD6A96-5AA6-46E3-A237-7BF3A3CD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670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9BEC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5" name="wire-195">
            <a:extLst xmlns:a="http://schemas.openxmlformats.org/drawingml/2006/main">
              <a:ext uri="{FF2B5EF4-FFF2-40B4-BE49-F238E27FC236}">
                <a16:creationId xmlns:a16="http://schemas.microsoft.com/office/drawing/2014/main" id="{6D736BF1-538D-45EC-9E1A-EDBEDAFD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86" name="circuit-196">
            <a:extLst xmlns:a="http://schemas.openxmlformats.org/drawingml/2006/main">
              <a:ext uri="{FF2B5EF4-FFF2-40B4-BE49-F238E27FC236}">
                <a16:creationId xmlns:a16="http://schemas.microsoft.com/office/drawing/2014/main" id="{346B4961-44EB-451A-A506-0CFD4E78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7" name="text-197">
            <a:extLst xmlns:a="http://schemas.openxmlformats.org/drawingml/2006/main">
              <a:ext uri="{FF2B5EF4-FFF2-40B4-BE49-F238E27FC236}">
                <a16:creationId xmlns:a16="http://schemas.microsoft.com/office/drawing/2014/main" id="{EF0DA5AB-D310-467C-8F00-BD1AF31B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9925"/>
            <a:ext cx="57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8" name="stable-alu">
            <a:extLst xmlns:a="http://schemas.openxmlformats.org/drawingml/2006/main">
              <a:ext uri="{FF2B5EF4-FFF2-40B4-BE49-F238E27FC236}">
                <a16:creationId xmlns:a16="http://schemas.microsoft.com/office/drawing/2014/main" id="{705F632E-BB7D-4156-97B4-E0841CFB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86125"/>
            <a:ext cx="857250" cy="1143000"/>
          </a:xfrm>
          <a:custGeom xmlns:a="http://schemas.openxmlformats.org/drawingml/2006/main">
            <a:pathLst>
              <a:path w="857250" h="1143000">
                <a:moveTo>
                  <a:pt x="0" y="0"/>
                </a:moveTo>
                <a:lnTo>
                  <a:pt x="857250" y="209550"/>
                </a:lnTo>
                <a:lnTo>
                  <a:pt x="857250" y="933450"/>
                </a:lnTo>
                <a:lnTo>
                  <a:pt x="0" y="1143000"/>
                </a:lnTo>
                <a:lnTo>
                  <a:pt x="0" y="723900"/>
                </a:lnTo>
                <a:lnTo>
                  <a:pt x="219075" y="571500"/>
                </a:lnTo>
                <a:lnTo>
                  <a:pt x="0" y="4000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9" name="text-199">
            <a:extLst xmlns:a="http://schemas.openxmlformats.org/drawingml/2006/main">
              <a:ext uri="{FF2B5EF4-FFF2-40B4-BE49-F238E27FC236}">
                <a16:creationId xmlns:a16="http://schemas.microsoft.com/office/drawing/2014/main" id="{1D7544E7-BF10-4C9E-978A-19152D9A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671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90" name="text-200">
            <a:extLst xmlns:a="http://schemas.openxmlformats.org/drawingml/2006/main">
              <a:ext uri="{FF2B5EF4-FFF2-40B4-BE49-F238E27FC236}">
                <a16:creationId xmlns:a16="http://schemas.microsoft.com/office/drawing/2014/main" id="{BC244619-C347-440D-B440-342961A6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71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91" name="wire-201">
            <a:extLst xmlns:a="http://schemas.openxmlformats.org/drawingml/2006/main">
              <a:ext uri="{FF2B5EF4-FFF2-40B4-BE49-F238E27FC236}">
                <a16:creationId xmlns:a16="http://schemas.microsoft.com/office/drawing/2014/main" id="{44B037D2-A197-4E54-9C67-E1D58308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2857500" cy="9525"/>
          </a:xfrm>
          <a:custGeom xmlns:a="http://schemas.openxmlformats.org/drawingml/2006/main"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2" name="circuit-202">
            <a:extLst xmlns:a="http://schemas.openxmlformats.org/drawingml/2006/main">
              <a:ext uri="{FF2B5EF4-FFF2-40B4-BE49-F238E27FC236}">
                <a16:creationId xmlns:a16="http://schemas.microsoft.com/office/drawing/2014/main" id="{7E34E4F2-A6CD-4410-A697-3EC495E0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3" name="text-203">
            <a:extLst xmlns:a="http://schemas.openxmlformats.org/drawingml/2006/main">
              <a:ext uri="{FF2B5EF4-FFF2-40B4-BE49-F238E27FC236}">
                <a16:creationId xmlns:a16="http://schemas.microsoft.com/office/drawing/2014/main" id="{79D2C101-2E10-4A2F-A000-F3E074BA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86150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 12</a:t>
            </a:r>
          </a:p>
        </p:txBody>
      </p:sp>
      <p:sp>
        <p:nvSpPr>
          <p:cNvPr id="94" name="wire-204">
            <a:extLst xmlns:a="http://schemas.openxmlformats.org/drawingml/2006/main">
              <a:ext uri="{FF2B5EF4-FFF2-40B4-BE49-F238E27FC236}">
                <a16:creationId xmlns:a16="http://schemas.microsoft.com/office/drawing/2014/main" id="{EAC4DCD4-CF9C-4987-92C4-38B6E20E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5" name="wire-205">
            <a:extLst xmlns:a="http://schemas.openxmlformats.org/drawingml/2006/main">
              <a:ext uri="{FF2B5EF4-FFF2-40B4-BE49-F238E27FC236}">
                <a16:creationId xmlns:a16="http://schemas.microsoft.com/office/drawing/2014/main" id="{A7249E31-8A71-40BE-8ED9-C9DD098B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48125"/>
            <a:ext cx="9525" cy="1190625"/>
          </a:xfrm>
          <a:custGeom xmlns:a="http://schemas.openxmlformats.org/drawingml/2006/main">
            <a:pathLst>
              <a:path w="9525" h="1190625">
                <a:moveTo>
                  <a:pt x="0" y="0"/>
                </a:moveTo>
                <a:lnTo>
                  <a:pt x="0" y="11906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6" name="wire-206">
            <a:extLst xmlns:a="http://schemas.openxmlformats.org/drawingml/2006/main">
              <a:ext uri="{FF2B5EF4-FFF2-40B4-BE49-F238E27FC236}">
                <a16:creationId xmlns:a16="http://schemas.microsoft.com/office/drawing/2014/main" id="{35F239F0-6BD5-4E43-B0CF-88B92C9B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38750"/>
            <a:ext cx="2190750" cy="9525"/>
          </a:xfrm>
          <a:custGeom xmlns:a="http://schemas.openxmlformats.org/drawingml/2006/main"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7" name="wire-207">
            <a:extLst xmlns:a="http://schemas.openxmlformats.org/drawingml/2006/main">
              <a:ext uri="{FF2B5EF4-FFF2-40B4-BE49-F238E27FC236}">
                <a16:creationId xmlns:a16="http://schemas.microsoft.com/office/drawing/2014/main" id="{6E1760C9-F350-45D7-BC6C-BCACBA81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9525" cy="904875"/>
          </a:xfrm>
          <a:custGeom xmlns:a="http://schemas.openxmlformats.org/drawingml/2006/main">
            <a:pathLst>
              <a:path w="9525" h="904875">
                <a:moveTo>
                  <a:pt x="0" y="904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8" name="wire-208">
            <a:extLst xmlns:a="http://schemas.openxmlformats.org/drawingml/2006/main">
              <a:ext uri="{FF2B5EF4-FFF2-40B4-BE49-F238E27FC236}">
                <a16:creationId xmlns:a16="http://schemas.microsoft.com/office/drawing/2014/main" id="{3EA39148-C247-4E9B-950D-D7042633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2200275" cy="9525"/>
          </a:xfrm>
          <a:custGeom xmlns:a="http://schemas.openxmlformats.org/drawingml/2006/main">
            <a:pathLst>
              <a:path w="2200275" h="9525">
                <a:moveTo>
                  <a:pt x="0" y="0"/>
                </a:moveTo>
                <a:lnTo>
                  <a:pt x="2200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9" name="circuit-209">
            <a:extLst xmlns:a="http://schemas.openxmlformats.org/drawingml/2006/main">
              <a:ext uri="{FF2B5EF4-FFF2-40B4-BE49-F238E27FC236}">
                <a16:creationId xmlns:a16="http://schemas.microsoft.com/office/drawing/2014/main" id="{6E392FE5-EFF6-4665-9636-9E9CD884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0" name="text-210">
            <a:extLst xmlns:a="http://schemas.openxmlformats.org/drawingml/2006/main">
              <a:ext uri="{FF2B5EF4-FFF2-40B4-BE49-F238E27FC236}">
                <a16:creationId xmlns:a16="http://schemas.microsoft.com/office/drawing/2014/main" id="{010515F7-E355-4A94-A7C4-0D494D46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86375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書く値 3</a:t>
            </a:r>
          </a:p>
        </p:txBody>
      </p:sp>
      <p:sp>
        <p:nvSpPr>
          <p:cNvPr id="101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EF347495-21C2-413C-8819-F321676C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333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2" name="text-212">
            <a:extLst xmlns:a="http://schemas.openxmlformats.org/drawingml/2006/main">
              <a:ext uri="{FF2B5EF4-FFF2-40B4-BE49-F238E27FC236}">
                <a16:creationId xmlns:a16="http://schemas.microsoft.com/office/drawing/2014/main" id="{036DC8A2-E9E1-458C-914B-A16D770B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790825"/>
            <a:ext cx="160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データメモリ</a:t>
            </a:r>
          </a:p>
        </p:txBody>
      </p:sp>
      <p:sp>
        <p:nvSpPr>
          <p:cNvPr id="103" name="text-213">
            <a:extLst xmlns:a="http://schemas.openxmlformats.org/drawingml/2006/main">
              <a:ext uri="{FF2B5EF4-FFF2-40B4-BE49-F238E27FC236}">
                <a16:creationId xmlns:a16="http://schemas.microsoft.com/office/drawing/2014/main" id="{9301157E-D98F-4B50-BB27-CCD558CF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714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4" name="text-214">
            <a:extLst xmlns:a="http://schemas.openxmlformats.org/drawingml/2006/main">
              <a:ext uri="{FF2B5EF4-FFF2-40B4-BE49-F238E27FC236}">
                <a16:creationId xmlns:a16="http://schemas.microsoft.com/office/drawing/2014/main" id="{935ED3D0-24F1-471B-9451-12F24AF0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200525"/>
            <a:ext cx="3714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</a:t>
            </a:r>
          </a:p>
        </p:txBody>
      </p:sp>
      <p:sp>
        <p:nvSpPr>
          <p:cNvPr id="105" name="text-215">
            <a:extLst xmlns:a="http://schemas.openxmlformats.org/drawingml/2006/main">
              <a:ext uri="{FF2B5EF4-FFF2-40B4-BE49-F238E27FC236}">
                <a16:creationId xmlns:a16="http://schemas.microsoft.com/office/drawing/2014/main" id="{E00A0CF1-EAB9-4615-AD2F-8165CACF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04812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106" name="text-216">
            <a:extLst xmlns:a="http://schemas.openxmlformats.org/drawingml/2006/main">
              <a:ext uri="{FF2B5EF4-FFF2-40B4-BE49-F238E27FC236}">
                <a16:creationId xmlns:a16="http://schemas.microsoft.com/office/drawing/2014/main" id="{211293ED-DE5F-4042-9EDC-A433DDAD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3467100"/>
            <a:ext cx="781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12番地</a:t>
            </a:r>
          </a:p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3を書く</a:t>
            </a:r>
          </a:p>
        </p:txBody>
      </p:sp>
      <p:sp>
        <p:nvSpPr>
          <p:cNvPr id="107" name="text-217">
            <a:extLst xmlns:a="http://schemas.openxmlformats.org/drawingml/2006/main">
              <a:ext uri="{FF2B5EF4-FFF2-40B4-BE49-F238E27FC236}">
                <a16:creationId xmlns:a16="http://schemas.microsoft.com/office/drawing/2014/main" id="{38E9255A-0798-46AE-A757-33892AC8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4371975"/>
            <a:ext cx="962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 = 1</a:t>
            </a:r>
          </a:p>
        </p:txBody>
      </p:sp>
      <p:sp>
        <p:nvSpPr>
          <p:cNvPr id="108" name="wire-218">
            <a:extLst xmlns:a="http://schemas.openxmlformats.org/drawingml/2006/main">
              <a:ext uri="{FF2B5EF4-FFF2-40B4-BE49-F238E27FC236}">
                <a16:creationId xmlns:a16="http://schemas.microsoft.com/office/drawing/2014/main" id="{59E802FB-845A-4DB7-8182-6540621E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419100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109" name="wire-219">
            <a:extLst xmlns:a="http://schemas.openxmlformats.org/drawingml/2006/main">
              <a:ext uri="{FF2B5EF4-FFF2-40B4-BE49-F238E27FC236}">
                <a16:creationId xmlns:a16="http://schemas.microsoft.com/office/drawing/2014/main" id="{9E1B3536-D6B2-4316-A80D-25D1D4B3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191000"/>
            <a:ext cx="9525" cy="1552575"/>
          </a:xfrm>
          <a:custGeom xmlns:a="http://schemas.openxmlformats.org/drawingml/2006/main">
            <a:pathLst>
              <a:path w="9525" h="1552575">
                <a:moveTo>
                  <a:pt x="0" y="0"/>
                </a:moveTo>
                <a:lnTo>
                  <a:pt x="0" y="15525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110" name="wire-220">
            <a:extLst xmlns:a="http://schemas.openxmlformats.org/drawingml/2006/main">
              <a:ext uri="{FF2B5EF4-FFF2-40B4-BE49-F238E27FC236}">
                <a16:creationId xmlns:a16="http://schemas.microsoft.com/office/drawing/2014/main" id="{59A8E16E-D73A-4C91-A554-664C79BC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743575"/>
            <a:ext cx="8162925" cy="9525"/>
          </a:xfrm>
          <a:custGeom xmlns:a="http://schemas.openxmlformats.org/drawingml/2006/main">
            <a:pathLst>
              <a:path w="8162925" h="9525">
                <a:moveTo>
                  <a:pt x="8162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111" name="wire-221">
            <a:extLst xmlns:a="http://schemas.openxmlformats.org/drawingml/2006/main">
              <a:ext uri="{FF2B5EF4-FFF2-40B4-BE49-F238E27FC236}">
                <a16:creationId xmlns:a16="http://schemas.microsoft.com/office/drawing/2014/main" id="{6A12AEFD-B68D-4BC7-955C-A547FDB4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9525" cy="885825"/>
          </a:xfrm>
          <a:custGeom xmlns:a="http://schemas.openxmlformats.org/drawingml/2006/main">
            <a:pathLst>
              <a:path w="9525" h="885825">
                <a:moveTo>
                  <a:pt x="0" y="885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112" name="wire-222">
            <a:extLst xmlns:a="http://schemas.openxmlformats.org/drawingml/2006/main">
              <a:ext uri="{FF2B5EF4-FFF2-40B4-BE49-F238E27FC236}">
                <a16:creationId xmlns:a16="http://schemas.microsoft.com/office/drawing/2014/main" id="{5ABD3C5F-410E-45C0-A296-CA66120D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B9BEC6"/>
            </a:solidFill>
          </a:ln>
        </p:spPr>
      </p:sp>
      <p:sp>
        <p:nvSpPr>
          <p:cNvPr id="113" name="circuit-223">
            <a:extLst xmlns:a="http://schemas.openxmlformats.org/drawingml/2006/main">
              <a:ext uri="{FF2B5EF4-FFF2-40B4-BE49-F238E27FC236}">
                <a16:creationId xmlns:a16="http://schemas.microsoft.com/office/drawing/2014/main" id="{C9D17797-172F-480D-9757-71DA2C54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6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B9BEC6"/>
          </a:solidFill>
          <a:ln xmlns:a="http://schemas.openxmlformats.org/drawingml/2006/main" w="9525">
            <a:solidFill>
              <a:srgbClr val="B9BEC6"/>
            </a:solidFill>
          </a:ln>
        </p:spPr>
      </p:sp>
      <p:sp>
        <p:nvSpPr>
          <p:cNvPr id="114" name="text-224">
            <a:extLst xmlns:a="http://schemas.openxmlformats.org/drawingml/2006/main">
              <a:ext uri="{FF2B5EF4-FFF2-40B4-BE49-F238E27FC236}">
                <a16:creationId xmlns:a16="http://schemas.microsoft.com/office/drawing/2014/main" id="{E536FEB3-4567-4026-AF9A-35799B3F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番地は0＋12で作る。保存する3は、x1から別の線で送る</a:t>
            </a:r>
          </a:p>
        </p:txBody>
      </p:sp>
      <p:sp>
        <p:nvSpPr>
          <p:cNvPr id="115" name="text-225">
            <a:extLst xmlns:a="http://schemas.openxmlformats.org/drawingml/2006/main">
              <a:ext uri="{FF2B5EF4-FFF2-40B4-BE49-F238E27FC236}">
                <a16:creationId xmlns:a16="http://schemas.microsoft.com/office/drawing/2014/main" id="{406189E0-A1A2-4E62-9758-8F87F75A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3</a:t>
            </a:r>
          </a:p>
        </p:txBody>
      </p:sp>
      <p:sp>
        <p:nvSpPr>
          <p:cNvPr id="116" name="text-226">
            <a:extLst xmlns:a="http://schemas.openxmlformats.org/drawingml/2006/main">
              <a:ext uri="{FF2B5EF4-FFF2-40B4-BE49-F238E27FC236}">
                <a16:creationId xmlns:a16="http://schemas.microsoft.com/office/drawing/2014/main" id="{2561CB29-2684-4C05-9B14-BE96A77C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命令中の即値は一つの数で表示。上段は取り出す内容の図で、ビット配置は省略</a:t>
            </a:r>
          </a:p>
        </p:txBody>
      </p:sp>
    </p:spTree>
    <p:extLst>
      <p:ext uri="{BB962C8B-B14F-4D97-AF65-F5344CB8AC3E}">
        <p14:creationId xmlns:p14="http://schemas.microsoft.com/office/powerpoint/2010/main" val="10924765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text-227">
            <a:extLst xmlns:a="http://schemas.openxmlformats.org/drawingml/2006/main">
              <a:ext uri="{FF2B5EF4-FFF2-40B4-BE49-F238E27FC236}">
                <a16:creationId xmlns:a16="http://schemas.microsoft.com/office/drawing/2014/main" id="{EE84BE46-DB27-44A0-B36B-01C899E5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" name="text-228">
            <a:extLst xmlns:a="http://schemas.openxmlformats.org/drawingml/2006/main">
              <a:ext uri="{FF2B5EF4-FFF2-40B4-BE49-F238E27FC236}">
                <a16:creationId xmlns:a16="http://schemas.microsoft.com/office/drawing/2014/main" id="{162524EE-35B2-4E72-823A-EB804DF0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命令もデータも、バスを通してDDR3へつなぐ</a:t>
            </a:r>
          </a:p>
        </p:txBody>
      </p:sp>
      <p:sp>
        <p:nvSpPr>
          <p:cNvPr id="3" name="text-229">
            <a:extLst xmlns:a="http://schemas.openxmlformats.org/drawingml/2006/main">
              <a:ext uri="{FF2B5EF4-FFF2-40B4-BE49-F238E27FC236}">
                <a16:creationId xmlns:a16="http://schemas.microsoft.com/office/drawing/2014/main" id="{7E8CBF97-2F28-4400-AF5E-22D871CA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text-230">
            <a:extLst xmlns:a="http://schemas.openxmlformats.org/drawingml/2006/main">
              <a:ext uri="{FF2B5EF4-FFF2-40B4-BE49-F238E27FC236}">
                <a16:creationId xmlns:a16="http://schemas.microsoft.com/office/drawing/2014/main" id="{95785514-CCA9-4EB1-B0CD-8401C94C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PCの番地で命令を読み、ALUの番地でデータを読み書きする</a:t>
            </a:r>
          </a:p>
        </p:txBody>
      </p:sp>
      <p:sp>
        <p:nvSpPr>
          <p:cNvPr id="5" name="text-231">
            <a:extLst xmlns:a="http://schemas.openxmlformats.org/drawingml/2006/main">
              <a:ext uri="{FF2B5EF4-FFF2-40B4-BE49-F238E27FC236}">
                <a16:creationId xmlns:a16="http://schemas.microsoft.com/office/drawing/2014/main" id="{C8106822-0C05-4755-AA1D-4E6AFF89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6" name="block-232">
            <a:extLst xmlns:a="http://schemas.openxmlformats.org/drawingml/2006/main">
              <a:ext uri="{FF2B5EF4-FFF2-40B4-BE49-F238E27FC236}">
                <a16:creationId xmlns:a16="http://schemas.microsoft.com/office/drawing/2014/main" id="{33834A4F-83ED-40BA-AE7E-94D79C5A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95475"/>
            <a:ext cx="2057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" name="text-233">
            <a:extLst xmlns:a="http://schemas.openxmlformats.org/drawingml/2006/main">
              <a:ext uri="{FF2B5EF4-FFF2-40B4-BE49-F238E27FC236}">
                <a16:creationId xmlns:a16="http://schemas.microsoft.com/office/drawing/2014/main" id="{7B5464CA-76FA-41A5-A548-B1E32AC7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95475"/>
            <a:ext cx="201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数値</a:t>
            </a:r>
          </a:p>
        </p:txBody>
      </p:sp>
      <p:sp>
        <p:nvSpPr>
          <p:cNvPr id="8" name="text-234">
            <a:extLst xmlns:a="http://schemas.openxmlformats.org/drawingml/2006/main">
              <a:ext uri="{FF2B5EF4-FFF2-40B4-BE49-F238E27FC236}">
                <a16:creationId xmlns:a16="http://schemas.microsoft.com/office/drawing/2014/main" id="{DAC919BE-527C-42A6-8FC9-CECA8EB8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573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9" name="block-235">
            <a:extLst xmlns:a="http://schemas.openxmlformats.org/drawingml/2006/main">
              <a:ext uri="{FF2B5EF4-FFF2-40B4-BE49-F238E27FC236}">
                <a16:creationId xmlns:a16="http://schemas.microsoft.com/office/drawing/2014/main" id="{0D3C516A-503A-404E-983F-699805E6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" name="text-236">
            <a:extLst xmlns:a="http://schemas.openxmlformats.org/drawingml/2006/main">
              <a:ext uri="{FF2B5EF4-FFF2-40B4-BE49-F238E27FC236}">
                <a16:creationId xmlns:a16="http://schemas.microsoft.com/office/drawing/2014/main" id="{34AB76CD-EC1A-4112-B65D-40926474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1" name="text-237">
            <a:extLst xmlns:a="http://schemas.openxmlformats.org/drawingml/2006/main">
              <a:ext uri="{FF2B5EF4-FFF2-40B4-BE49-F238E27FC236}">
                <a16:creationId xmlns:a16="http://schemas.microsoft.com/office/drawing/2014/main" id="{E08823A8-F588-49AC-8787-0B808676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A1の番号</a:t>
            </a:r>
          </a:p>
        </p:txBody>
      </p:sp>
      <p:sp>
        <p:nvSpPr>
          <p:cNvPr id="12" name="block-238">
            <a:extLst xmlns:a="http://schemas.openxmlformats.org/drawingml/2006/main">
              <a:ext uri="{FF2B5EF4-FFF2-40B4-BE49-F238E27FC236}">
                <a16:creationId xmlns:a16="http://schemas.microsoft.com/office/drawing/2014/main" id="{973DFE62-7177-45FB-A81A-3FB12D40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95475"/>
            <a:ext cx="13716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" name="text-239">
            <a:extLst xmlns:a="http://schemas.openxmlformats.org/drawingml/2006/main">
              <a:ext uri="{FF2B5EF4-FFF2-40B4-BE49-F238E27FC236}">
                <a16:creationId xmlns:a16="http://schemas.microsoft.com/office/drawing/2014/main" id="{B787F9A8-F2E8-4E4A-A334-357F6F5B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95475"/>
            <a:ext cx="133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4" name="text-240">
            <a:extLst xmlns:a="http://schemas.openxmlformats.org/drawingml/2006/main">
              <a:ext uri="{FF2B5EF4-FFF2-40B4-BE49-F238E27FC236}">
                <a16:creationId xmlns:a16="http://schemas.microsoft.com/office/drawing/2014/main" id="{0C9697C5-5D35-4BBB-B421-8A5170F6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57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A2の番号</a:t>
            </a:r>
          </a:p>
        </p:txBody>
      </p:sp>
      <p:sp>
        <p:nvSpPr>
          <p:cNvPr id="15" name="block-241">
            <a:extLst xmlns:a="http://schemas.openxmlformats.org/drawingml/2006/main">
              <a:ext uri="{FF2B5EF4-FFF2-40B4-BE49-F238E27FC236}">
                <a16:creationId xmlns:a16="http://schemas.microsoft.com/office/drawing/2014/main" id="{113C4EE2-2053-45A6-BE04-0ECA583E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95475"/>
            <a:ext cx="12001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6" name="text-242">
            <a:extLst xmlns:a="http://schemas.openxmlformats.org/drawingml/2006/main">
              <a:ext uri="{FF2B5EF4-FFF2-40B4-BE49-F238E27FC236}">
                <a16:creationId xmlns:a16="http://schemas.microsoft.com/office/drawing/2014/main" id="{2F8B2E83-0EA9-4662-9D24-FC1BC875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95475"/>
            <a:ext cx="1162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lw / sw</a:t>
            </a:r>
          </a:p>
        </p:txBody>
      </p:sp>
      <p:sp>
        <p:nvSpPr>
          <p:cNvPr id="17" name="text-243">
            <a:extLst xmlns:a="http://schemas.openxmlformats.org/drawingml/2006/main">
              <a:ext uri="{FF2B5EF4-FFF2-40B4-BE49-F238E27FC236}">
                <a16:creationId xmlns:a16="http://schemas.microsoft.com/office/drawing/2014/main" id="{DAFCF881-EEED-4E8A-80E4-A134DA4C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735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18" name="wire-244">
            <a:extLst xmlns:a="http://schemas.openxmlformats.org/drawingml/2006/main">
              <a:ext uri="{FF2B5EF4-FFF2-40B4-BE49-F238E27FC236}">
                <a16:creationId xmlns:a16="http://schemas.microsoft.com/office/drawing/2014/main" id="{23CBC1F0-AFED-4903-82CA-E6D90C3B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907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9" name="wire-245">
            <a:extLst xmlns:a="http://schemas.openxmlformats.org/drawingml/2006/main">
              <a:ext uri="{FF2B5EF4-FFF2-40B4-BE49-F238E27FC236}">
                <a16:creationId xmlns:a16="http://schemas.microsoft.com/office/drawing/2014/main" id="{115419BC-2EEA-4DF1-B95F-65B9FA5B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1952625" cy="9525"/>
          </a:xfrm>
          <a:custGeom xmlns:a="http://schemas.openxmlformats.org/drawingml/2006/main">
            <a:pathLst>
              <a:path w="1952625" h="9525">
                <a:moveTo>
                  <a:pt x="19526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0" name="wire-246">
            <a:extLst xmlns:a="http://schemas.openxmlformats.org/drawingml/2006/main">
              <a:ext uri="{FF2B5EF4-FFF2-40B4-BE49-F238E27FC236}">
                <a16:creationId xmlns:a16="http://schemas.microsoft.com/office/drawing/2014/main" id="{0A902544-7BAE-4D5B-A6C4-70C07E31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9525" cy="819150"/>
          </a:xfrm>
          <a:custGeom xmlns:a="http://schemas.openxmlformats.org/drawingml/2006/main">
            <a:pathLst>
              <a:path w="9525" h="819150">
                <a:moveTo>
                  <a:pt x="0" y="0"/>
                </a:move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1" name="wire-247">
            <a:extLst xmlns:a="http://schemas.openxmlformats.org/drawingml/2006/main">
              <a:ext uri="{FF2B5EF4-FFF2-40B4-BE49-F238E27FC236}">
                <a16:creationId xmlns:a16="http://schemas.microsoft.com/office/drawing/2014/main" id="{2D0C2B59-7700-4211-AD40-F48F8719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242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2" name="circuit-248">
            <a:extLst xmlns:a="http://schemas.openxmlformats.org/drawingml/2006/main">
              <a:ext uri="{FF2B5EF4-FFF2-40B4-BE49-F238E27FC236}">
                <a16:creationId xmlns:a16="http://schemas.microsoft.com/office/drawing/2014/main" id="{64E0C8C1-EF85-44F5-9BCF-50622D6E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3" name="wire-249">
            <a:extLst xmlns:a="http://schemas.openxmlformats.org/drawingml/2006/main">
              <a:ext uri="{FF2B5EF4-FFF2-40B4-BE49-F238E27FC236}">
                <a16:creationId xmlns:a16="http://schemas.microsoft.com/office/drawing/2014/main" id="{A94B20D2-81B1-4C45-A75A-83BC6D6A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90750"/>
            <a:ext cx="9525" cy="619125"/>
          </a:xfrm>
          <a:custGeom xmlns:a="http://schemas.openxmlformats.org/drawingml/2006/main">
            <a:pathLst>
              <a:path w="9525" h="619125">
                <a:moveTo>
                  <a:pt x="0" y="0"/>
                </a:moveTo>
                <a:lnTo>
                  <a:pt x="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4" name="wire-250">
            <a:extLst xmlns:a="http://schemas.openxmlformats.org/drawingml/2006/main">
              <a:ext uri="{FF2B5EF4-FFF2-40B4-BE49-F238E27FC236}">
                <a16:creationId xmlns:a16="http://schemas.microsoft.com/office/drawing/2014/main" id="{1A593D77-A0FD-448C-9070-A784A3BF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2981325" cy="9525"/>
          </a:xfrm>
          <a:custGeom xmlns:a="http://schemas.openxmlformats.org/drawingml/2006/main">
            <a:pathLst>
              <a:path w="2981325" h="9525">
                <a:moveTo>
                  <a:pt x="29813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5" name="wire-251">
            <a:extLst xmlns:a="http://schemas.openxmlformats.org/drawingml/2006/main">
              <a:ext uri="{FF2B5EF4-FFF2-40B4-BE49-F238E27FC236}">
                <a16:creationId xmlns:a16="http://schemas.microsoft.com/office/drawing/2014/main" id="{5C204C25-A3E9-433F-89EB-E5F0F63D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9525" cy="1238250"/>
          </a:xfrm>
          <a:custGeom xmlns:a="http://schemas.openxmlformats.org/drawingml/2006/main">
            <a:pathLst>
              <a:path w="9525" h="1238250">
                <a:moveTo>
                  <a:pt x="0" y="0"/>
                </a:moveTo>
                <a:lnTo>
                  <a:pt x="0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6" name="wire-252">
            <a:extLst xmlns:a="http://schemas.openxmlformats.org/drawingml/2006/main">
              <a:ext uri="{FF2B5EF4-FFF2-40B4-BE49-F238E27FC236}">
                <a16:creationId xmlns:a16="http://schemas.microsoft.com/office/drawing/2014/main" id="{E368DED0-B73A-40BB-9E37-E00BB4FF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48125"/>
            <a:ext cx="142875" cy="9525"/>
          </a:xfrm>
          <a:custGeom xmlns:a="http://schemas.openxmlformats.org/drawingml/2006/main">
            <a:pathLst>
              <a:path w="142875" h="952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7" name="circuit-253">
            <a:extLst xmlns:a="http://schemas.openxmlformats.org/drawingml/2006/main">
              <a:ext uri="{FF2B5EF4-FFF2-40B4-BE49-F238E27FC236}">
                <a16:creationId xmlns:a16="http://schemas.microsoft.com/office/drawing/2014/main" id="{646E785A-89FD-4A26-9808-A7E894A8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6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8" name="wire-254">
            <a:extLst xmlns:a="http://schemas.openxmlformats.org/drawingml/2006/main">
              <a:ext uri="{FF2B5EF4-FFF2-40B4-BE49-F238E27FC236}">
                <a16:creationId xmlns:a16="http://schemas.microsoft.com/office/drawing/2014/main" id="{AC64C785-EF31-411E-B4D1-997BDD37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24375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9" name="circuit-255">
            <a:extLst xmlns:a="http://schemas.openxmlformats.org/drawingml/2006/main">
              <a:ext uri="{FF2B5EF4-FFF2-40B4-BE49-F238E27FC236}">
                <a16:creationId xmlns:a16="http://schemas.microsoft.com/office/drawing/2014/main" id="{2B13D003-1CFE-4168-8288-05D0144B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92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30" name="wire-256">
            <a:extLst xmlns:a="http://schemas.openxmlformats.org/drawingml/2006/main">
              <a:ext uri="{FF2B5EF4-FFF2-40B4-BE49-F238E27FC236}">
                <a16:creationId xmlns:a16="http://schemas.microsoft.com/office/drawing/2014/main" id="{F4612E1A-A8BD-4A1B-8C0E-53D608B2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1" name="wire-257">
            <a:extLst xmlns:a="http://schemas.openxmlformats.org/drawingml/2006/main">
              <a:ext uri="{FF2B5EF4-FFF2-40B4-BE49-F238E27FC236}">
                <a16:creationId xmlns:a16="http://schemas.microsoft.com/office/drawing/2014/main" id="{626B61DF-0733-4049-861A-E23D5766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085975" cy="9525"/>
          </a:xfrm>
          <a:custGeom xmlns:a="http://schemas.openxmlformats.org/drawingml/2006/main">
            <a:pathLst>
              <a:path w="2085975" h="9525">
                <a:moveTo>
                  <a:pt x="0" y="0"/>
                </a:moveTo>
                <a:lnTo>
                  <a:pt x="2085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wire-258">
            <a:extLst xmlns:a="http://schemas.openxmlformats.org/drawingml/2006/main">
              <a:ext uri="{FF2B5EF4-FFF2-40B4-BE49-F238E27FC236}">
                <a16:creationId xmlns:a16="http://schemas.microsoft.com/office/drawing/2014/main" id="{87C0DDFB-9D86-4A4A-9DCF-5DCD1D2F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76500"/>
            <a:ext cx="9525" cy="1714500"/>
          </a:xfrm>
          <a:custGeom xmlns:a="http://schemas.openxmlformats.org/drawingml/2006/main"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3" name="wire-259">
            <a:extLst xmlns:a="http://schemas.openxmlformats.org/drawingml/2006/main">
              <a:ext uri="{FF2B5EF4-FFF2-40B4-BE49-F238E27FC236}">
                <a16:creationId xmlns:a16="http://schemas.microsoft.com/office/drawing/2014/main" id="{D8CDF37B-829E-4BA5-A8B2-59EAF0CF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260">
            <a:extLst xmlns:a="http://schemas.openxmlformats.org/drawingml/2006/main">
              <a:ext uri="{FF2B5EF4-FFF2-40B4-BE49-F238E27FC236}">
                <a16:creationId xmlns:a16="http://schemas.microsoft.com/office/drawing/2014/main" id="{1419CA08-F704-4714-946F-34B3A1E5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95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261">
            <a:extLst xmlns:a="http://schemas.openxmlformats.org/drawingml/2006/main">
              <a:ext uri="{FF2B5EF4-FFF2-40B4-BE49-F238E27FC236}">
                <a16:creationId xmlns:a16="http://schemas.microsoft.com/office/drawing/2014/main" id="{D5FE2646-00D0-40EC-891E-AAC6D906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36" name="stable-pc">
            <a:extLst xmlns:a="http://schemas.openxmlformats.org/drawingml/2006/main">
              <a:ext uri="{FF2B5EF4-FFF2-40B4-BE49-F238E27FC236}">
                <a16:creationId xmlns:a16="http://schemas.microsoft.com/office/drawing/2014/main" id="{D6448A80-C174-4C28-A770-48F1665D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400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7" name="text-263">
            <a:extLst xmlns:a="http://schemas.openxmlformats.org/drawingml/2006/main">
              <a:ext uri="{FF2B5EF4-FFF2-40B4-BE49-F238E27FC236}">
                <a16:creationId xmlns:a16="http://schemas.microsoft.com/office/drawing/2014/main" id="{77F312F6-2A3D-4519-97E3-40616C0C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38" name="text-264">
            <a:extLst xmlns:a="http://schemas.openxmlformats.org/drawingml/2006/main">
              <a:ext uri="{FF2B5EF4-FFF2-40B4-BE49-F238E27FC236}">
                <a16:creationId xmlns:a16="http://schemas.microsoft.com/office/drawing/2014/main" id="{524934B5-18D8-4D6F-9F53-189C704E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39" name="circuit-265">
            <a:extLst xmlns:a="http://schemas.openxmlformats.org/drawingml/2006/main">
              <a:ext uri="{FF2B5EF4-FFF2-40B4-BE49-F238E27FC236}">
                <a16:creationId xmlns:a16="http://schemas.microsoft.com/office/drawing/2014/main" id="{A11994F3-189E-4F5E-9846-7512BAC4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71450" cy="104775"/>
          </a:xfrm>
          <a:custGeom xmlns:a="http://schemas.openxmlformats.org/drawingml/2006/main">
            <a:pathLst>
              <a:path w="171450" h="104775">
                <a:moveTo>
                  <a:pt x="0" y="0"/>
                </a:moveTo>
                <a:lnTo>
                  <a:pt x="85725" y="104775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0" name="wire-266">
            <a:extLst xmlns:a="http://schemas.openxmlformats.org/drawingml/2006/main">
              <a:ext uri="{FF2B5EF4-FFF2-40B4-BE49-F238E27FC236}">
                <a16:creationId xmlns:a16="http://schemas.microsoft.com/office/drawing/2014/main" id="{D13FBC2A-84D0-4873-BA41-0BAC04F9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480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41" name="text-267">
            <a:extLst xmlns:a="http://schemas.openxmlformats.org/drawingml/2006/main">
              <a:ext uri="{FF2B5EF4-FFF2-40B4-BE49-F238E27FC236}">
                <a16:creationId xmlns:a16="http://schemas.microsoft.com/office/drawing/2014/main" id="{D3D7334F-7CD8-4CCE-964B-332A301A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4667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2" name="text-268">
            <a:extLst xmlns:a="http://schemas.openxmlformats.org/drawingml/2006/main">
              <a:ext uri="{FF2B5EF4-FFF2-40B4-BE49-F238E27FC236}">
                <a16:creationId xmlns:a16="http://schemas.microsoft.com/office/drawing/2014/main" id="{5FDC942F-6FAE-46E1-A8D3-6A119866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05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3" name="wire-269">
            <a:extLst xmlns:a="http://schemas.openxmlformats.org/drawingml/2006/main">
              <a:ext uri="{FF2B5EF4-FFF2-40B4-BE49-F238E27FC236}">
                <a16:creationId xmlns:a16="http://schemas.microsoft.com/office/drawing/2014/main" id="{9377BB5C-73CB-482A-85CC-455B590E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361950" cy="9525"/>
          </a:xfrm>
          <a:custGeom xmlns:a="http://schemas.openxmlformats.org/drawingml/2006/main"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44" name="circuit-270">
            <a:extLst xmlns:a="http://schemas.openxmlformats.org/drawingml/2006/main">
              <a:ext uri="{FF2B5EF4-FFF2-40B4-BE49-F238E27FC236}">
                <a16:creationId xmlns:a16="http://schemas.microsoft.com/office/drawing/2014/main" id="{C232D381-077C-4376-A6B4-F8BB21B8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text-271">
            <a:extLst xmlns:a="http://schemas.openxmlformats.org/drawingml/2006/main">
              <a:ext uri="{FF2B5EF4-FFF2-40B4-BE49-F238E27FC236}">
                <a16:creationId xmlns:a16="http://schemas.microsoft.com/office/drawing/2014/main" id="{230C0B3D-B482-4745-AD90-3B544AA9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857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命令の番地</a:t>
            </a:r>
          </a:p>
        </p:txBody>
      </p:sp>
      <p:sp>
        <p:nvSpPr>
          <p:cNvPr id="46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7BD72B3A-7A77-44B2-A6F6-CDA1C88D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171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7" name="text-273">
            <a:extLst xmlns:a="http://schemas.openxmlformats.org/drawingml/2006/main">
              <a:ext uri="{FF2B5EF4-FFF2-40B4-BE49-F238E27FC236}">
                <a16:creationId xmlns:a16="http://schemas.microsoft.com/office/drawing/2014/main" id="{DB55633E-270A-4911-89FA-30B79D04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命令側の接続</a:t>
            </a:r>
          </a:p>
        </p:txBody>
      </p:sp>
      <p:sp>
        <p:nvSpPr>
          <p:cNvPr id="48" name="text-274">
            <a:extLst xmlns:a="http://schemas.openxmlformats.org/drawingml/2006/main">
              <a:ext uri="{FF2B5EF4-FFF2-40B4-BE49-F238E27FC236}">
                <a16:creationId xmlns:a16="http://schemas.microsoft.com/office/drawing/2014/main" id="{50A9839C-D245-4C33-B76A-53DA7E5B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14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9" name="text-275">
            <a:extLst xmlns:a="http://schemas.openxmlformats.org/drawingml/2006/main">
              <a:ext uri="{FF2B5EF4-FFF2-40B4-BE49-F238E27FC236}">
                <a16:creationId xmlns:a16="http://schemas.microsoft.com/office/drawing/2014/main" id="{44CD5C22-0B0E-4D1A-A74F-E8EBE8AF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147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0" name="text-276">
            <a:extLst xmlns:a="http://schemas.openxmlformats.org/drawingml/2006/main">
              <a:ext uri="{FF2B5EF4-FFF2-40B4-BE49-F238E27FC236}">
                <a16:creationId xmlns:a16="http://schemas.microsoft.com/office/drawing/2014/main" id="{03473502-7A00-45B4-8A79-79CF6468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752850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バス経由で</a:t>
            </a:r>
          </a:p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51" name="wire-277">
            <a:extLst xmlns:a="http://schemas.openxmlformats.org/drawingml/2006/main">
              <a:ext uri="{FF2B5EF4-FFF2-40B4-BE49-F238E27FC236}">
                <a16:creationId xmlns:a16="http://schemas.microsoft.com/office/drawing/2014/main" id="{D31B8C93-E6AF-45B0-9083-46709A5F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2" name="wire-278">
            <a:extLst xmlns:a="http://schemas.openxmlformats.org/drawingml/2006/main">
              <a:ext uri="{FF2B5EF4-FFF2-40B4-BE49-F238E27FC236}">
                <a16:creationId xmlns:a16="http://schemas.microsoft.com/office/drawing/2014/main" id="{3E6A0BED-B753-417E-8005-ACCDEB6B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9525" cy="1819275"/>
          </a:xfrm>
          <a:custGeom xmlns:a="http://schemas.openxmlformats.org/drawingml/2006/main">
            <a:pathLst>
              <a:path w="9525" h="1819275">
                <a:moveTo>
                  <a:pt x="0" y="18192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3" name="wire-279">
            <a:extLst xmlns:a="http://schemas.openxmlformats.org/drawingml/2006/main">
              <a:ext uri="{FF2B5EF4-FFF2-40B4-BE49-F238E27FC236}">
                <a16:creationId xmlns:a16="http://schemas.microsoft.com/office/drawing/2014/main" id="{26850D9B-B74C-493A-915A-1D1D8B69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4" name="circuit-280">
            <a:extLst xmlns:a="http://schemas.openxmlformats.org/drawingml/2006/main">
              <a:ext uri="{FF2B5EF4-FFF2-40B4-BE49-F238E27FC236}">
                <a16:creationId xmlns:a16="http://schemas.microsoft.com/office/drawing/2014/main" id="{D4D4D56A-64E5-4D74-B7EF-73AD914A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69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5" name="text-281">
            <a:extLst xmlns:a="http://schemas.openxmlformats.org/drawingml/2006/main">
              <a:ext uri="{FF2B5EF4-FFF2-40B4-BE49-F238E27FC236}">
                <a16:creationId xmlns:a16="http://schemas.microsoft.com/office/drawing/2014/main" id="{0FE0EB14-0C01-4D1F-A46F-BBBE5E68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43375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56" name="circuit-282">
            <a:extLst xmlns:a="http://schemas.openxmlformats.org/drawingml/2006/main">
              <a:ext uri="{FF2B5EF4-FFF2-40B4-BE49-F238E27FC236}">
                <a16:creationId xmlns:a16="http://schemas.microsoft.com/office/drawing/2014/main" id="{C8B2674C-EF8D-4472-8544-99F00A17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90800"/>
            <a:ext cx="476250" cy="419100"/>
          </a:xfrm>
          <a:custGeom xmlns:a="http://schemas.openxmlformats.org/drawingml/2006/main">
            <a:pathLst>
              <a:path w="476250" h="419100">
                <a:moveTo>
                  <a:pt x="0" y="0"/>
                </a:moveTo>
                <a:lnTo>
                  <a:pt x="476250" y="114300"/>
                </a:lnTo>
                <a:lnTo>
                  <a:pt x="476250" y="304800"/>
                </a:lnTo>
                <a:lnTo>
                  <a:pt x="0" y="419100"/>
                </a:lnTo>
                <a:lnTo>
                  <a:pt x="0" y="285750"/>
                </a:lnTo>
                <a:lnTo>
                  <a:pt x="95250" y="20955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7" name="text-283">
            <a:extLst xmlns:a="http://schemas.openxmlformats.org/drawingml/2006/main">
              <a:ext uri="{FF2B5EF4-FFF2-40B4-BE49-F238E27FC236}">
                <a16:creationId xmlns:a16="http://schemas.microsoft.com/office/drawing/2014/main" id="{4D81EC49-E983-407C-898C-27FA5C6C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6574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58" name="wire-284">
            <a:extLst xmlns:a="http://schemas.openxmlformats.org/drawingml/2006/main">
              <a:ext uri="{FF2B5EF4-FFF2-40B4-BE49-F238E27FC236}">
                <a16:creationId xmlns:a16="http://schemas.microsoft.com/office/drawing/2014/main" id="{B53699E6-676C-4DA3-9228-53940B9E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9" name="wire-285">
            <a:extLst xmlns:a="http://schemas.openxmlformats.org/drawingml/2006/main">
              <a:ext uri="{FF2B5EF4-FFF2-40B4-BE49-F238E27FC236}">
                <a16:creationId xmlns:a16="http://schemas.microsoft.com/office/drawing/2014/main" id="{25F39ACE-39B4-461A-B8CF-CCF1B93A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381000" cy="9525"/>
          </a:xfrm>
          <a:custGeom xmlns:a="http://schemas.openxmlformats.org/drawingml/2006/main"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0" name="circuit-286">
            <a:extLst xmlns:a="http://schemas.openxmlformats.org/drawingml/2006/main">
              <a:ext uri="{FF2B5EF4-FFF2-40B4-BE49-F238E27FC236}">
                <a16:creationId xmlns:a16="http://schemas.microsoft.com/office/drawing/2014/main" id="{B6791BAE-4717-4E70-8AC1-ED258CB9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641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1" name="text-287">
            <a:extLst xmlns:a="http://schemas.openxmlformats.org/drawingml/2006/main">
              <a:ext uri="{FF2B5EF4-FFF2-40B4-BE49-F238E27FC236}">
                <a16:creationId xmlns:a16="http://schemas.microsoft.com/office/drawing/2014/main" id="{01995D96-3568-4FE6-A3DF-F04DADA8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670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2" name="wire-288">
            <a:extLst xmlns:a="http://schemas.openxmlformats.org/drawingml/2006/main">
              <a:ext uri="{FF2B5EF4-FFF2-40B4-BE49-F238E27FC236}">
                <a16:creationId xmlns:a16="http://schemas.microsoft.com/office/drawing/2014/main" id="{66BE5915-4E53-41F3-848D-31CB8606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0512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3" name="circuit-289">
            <a:extLst xmlns:a="http://schemas.openxmlformats.org/drawingml/2006/main">
              <a:ext uri="{FF2B5EF4-FFF2-40B4-BE49-F238E27FC236}">
                <a16:creationId xmlns:a16="http://schemas.microsoft.com/office/drawing/2014/main" id="{687951C5-568F-47B1-B9E2-E54EF3B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73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4" name="wire-290">
            <a:extLst xmlns:a="http://schemas.openxmlformats.org/drawingml/2006/main">
              <a:ext uri="{FF2B5EF4-FFF2-40B4-BE49-F238E27FC236}">
                <a16:creationId xmlns:a16="http://schemas.microsoft.com/office/drawing/2014/main" id="{D1766F2E-8A73-4D9B-880D-5F57B08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5" name="wire-291">
            <a:extLst xmlns:a="http://schemas.openxmlformats.org/drawingml/2006/main">
              <a:ext uri="{FF2B5EF4-FFF2-40B4-BE49-F238E27FC236}">
                <a16:creationId xmlns:a16="http://schemas.microsoft.com/office/drawing/2014/main" id="{C46EACB2-7DDA-4DBB-BCC6-CBF903DA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7650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6" name="wire-292">
            <a:extLst xmlns:a="http://schemas.openxmlformats.org/drawingml/2006/main">
              <a:ext uri="{FF2B5EF4-FFF2-40B4-BE49-F238E27FC236}">
                <a16:creationId xmlns:a16="http://schemas.microsoft.com/office/drawing/2014/main" id="{4A25AD4C-9C20-46AF-A10D-C24D49D9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866900" cy="9525"/>
          </a:xfrm>
          <a:custGeom xmlns:a="http://schemas.openxmlformats.org/drawingml/2006/main">
            <a:pathLst>
              <a:path w="1866900" h="9525">
                <a:moveTo>
                  <a:pt x="1866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7" name="wire-293">
            <a:extLst xmlns:a="http://schemas.openxmlformats.org/drawingml/2006/main">
              <a:ext uri="{FF2B5EF4-FFF2-40B4-BE49-F238E27FC236}">
                <a16:creationId xmlns:a16="http://schemas.microsoft.com/office/drawing/2014/main" id="{B04EFEEB-47AB-4C41-9931-ED24ECA5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9525" cy="1381125"/>
          </a:xfrm>
          <a:custGeom xmlns:a="http://schemas.openxmlformats.org/drawingml/2006/main">
            <a:pathLst>
              <a:path w="9525" h="1381125">
                <a:moveTo>
                  <a:pt x="0" y="0"/>
                </a:moveTo>
                <a:lnTo>
                  <a:pt x="0" y="138112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8" name="wire-294">
            <a:extLst xmlns:a="http://schemas.openxmlformats.org/drawingml/2006/main">
              <a:ext uri="{FF2B5EF4-FFF2-40B4-BE49-F238E27FC236}">
                <a16:creationId xmlns:a16="http://schemas.microsoft.com/office/drawing/2014/main" id="{034EC346-01DA-470B-AF90-E5530508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576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9" name="circuit-295">
            <a:extLst xmlns:a="http://schemas.openxmlformats.org/drawingml/2006/main">
              <a:ext uri="{FF2B5EF4-FFF2-40B4-BE49-F238E27FC236}">
                <a16:creationId xmlns:a16="http://schemas.microsoft.com/office/drawing/2014/main" id="{DEA07C5A-5BCE-4671-9214-573E6666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0" name="text-296">
            <a:extLst xmlns:a="http://schemas.openxmlformats.org/drawingml/2006/main">
              <a:ext uri="{FF2B5EF4-FFF2-40B4-BE49-F238E27FC236}">
                <a16:creationId xmlns:a16="http://schemas.microsoft.com/office/drawing/2014/main" id="{DB788085-CC13-415A-B781-34581541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907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71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B99B5FF7-7040-429F-A3F3-2EEA17BC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714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2" name="text-298">
            <a:extLst xmlns:a="http://schemas.openxmlformats.org/drawingml/2006/main">
              <a:ext uri="{FF2B5EF4-FFF2-40B4-BE49-F238E27FC236}">
                <a16:creationId xmlns:a16="http://schemas.microsoft.com/office/drawing/2014/main" id="{26A8A283-C044-4FE3-A6BD-811CD4E9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95800"/>
            <a:ext cx="1171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73" name="text-299">
            <a:extLst xmlns:a="http://schemas.openxmlformats.org/drawingml/2006/main">
              <a:ext uri="{FF2B5EF4-FFF2-40B4-BE49-F238E27FC236}">
                <a16:creationId xmlns:a16="http://schemas.microsoft.com/office/drawing/2014/main" id="{FCA5FBBF-EC93-489D-BA3B-EB49B343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67125"/>
            <a:ext cx="9429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74" name="text-300">
            <a:extLst xmlns:a="http://schemas.openxmlformats.org/drawingml/2006/main">
              <a:ext uri="{FF2B5EF4-FFF2-40B4-BE49-F238E27FC236}">
                <a16:creationId xmlns:a16="http://schemas.microsoft.com/office/drawing/2014/main" id="{D37F1A31-CF8B-4C2C-B647-9D4CEA5A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5" name="text-301">
            <a:extLst xmlns:a="http://schemas.openxmlformats.org/drawingml/2006/main">
              <a:ext uri="{FF2B5EF4-FFF2-40B4-BE49-F238E27FC236}">
                <a16:creationId xmlns:a16="http://schemas.microsoft.com/office/drawing/2014/main" id="{FD4ABE00-7B7E-4D16-BC01-E4E2B091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6" name="text-302">
            <a:extLst xmlns:a="http://schemas.openxmlformats.org/drawingml/2006/main">
              <a:ext uri="{FF2B5EF4-FFF2-40B4-BE49-F238E27FC236}">
                <a16:creationId xmlns:a16="http://schemas.microsoft.com/office/drawing/2014/main" id="{4F3502CD-9466-4711-A77D-5A18469A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38150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7" name="text-303">
            <a:extLst xmlns:a="http://schemas.openxmlformats.org/drawingml/2006/main">
              <a:ext uri="{FF2B5EF4-FFF2-40B4-BE49-F238E27FC236}">
                <a16:creationId xmlns:a16="http://schemas.microsoft.com/office/drawing/2014/main" id="{17EDC1D9-F167-4652-B5EA-148BE498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7148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8" name="text-304">
            <a:extLst xmlns:a="http://schemas.openxmlformats.org/drawingml/2006/main">
              <a:ext uri="{FF2B5EF4-FFF2-40B4-BE49-F238E27FC236}">
                <a16:creationId xmlns:a16="http://schemas.microsoft.com/office/drawing/2014/main" id="{3878C1FA-97E6-41E4-AE48-FE1F246C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79" name="text-305">
            <a:extLst xmlns:a="http://schemas.openxmlformats.org/drawingml/2006/main">
              <a:ext uri="{FF2B5EF4-FFF2-40B4-BE49-F238E27FC236}">
                <a16:creationId xmlns:a16="http://schemas.microsoft.com/office/drawing/2014/main" id="{2AAC19CE-AD2C-4BA8-BFC5-4A3B8510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0" name="circuit-306">
            <a:extLst xmlns:a="http://schemas.openxmlformats.org/drawingml/2006/main">
              <a:ext uri="{FF2B5EF4-FFF2-40B4-BE49-F238E27FC236}">
                <a16:creationId xmlns:a16="http://schemas.microsoft.com/office/drawing/2014/main" id="{AFD72BAE-EB13-47F9-B02B-6045F894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95625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1" name="wire-307">
            <a:extLst xmlns:a="http://schemas.openxmlformats.org/drawingml/2006/main">
              <a:ext uri="{FF2B5EF4-FFF2-40B4-BE49-F238E27FC236}">
                <a16:creationId xmlns:a16="http://schemas.microsoft.com/office/drawing/2014/main" id="{0F7A9D9E-C0BD-437A-A7BA-AB1CB132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6227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82" name="text-308">
            <a:extLst xmlns:a="http://schemas.openxmlformats.org/drawingml/2006/main">
              <a:ext uri="{FF2B5EF4-FFF2-40B4-BE49-F238E27FC236}">
                <a16:creationId xmlns:a16="http://schemas.microsoft.com/office/drawing/2014/main" id="{DBD951CB-6367-447E-8EC7-F16AD6BD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3" name="wire-309">
            <a:extLst xmlns:a="http://schemas.openxmlformats.org/drawingml/2006/main">
              <a:ext uri="{FF2B5EF4-FFF2-40B4-BE49-F238E27FC236}">
                <a16:creationId xmlns:a16="http://schemas.microsoft.com/office/drawing/2014/main" id="{16E56A1B-1222-41C0-9F77-F4A6C1C1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84" name="circuit-310">
            <a:extLst xmlns:a="http://schemas.openxmlformats.org/drawingml/2006/main">
              <a:ext uri="{FF2B5EF4-FFF2-40B4-BE49-F238E27FC236}">
                <a16:creationId xmlns:a16="http://schemas.microsoft.com/office/drawing/2014/main" id="{E3730563-AE18-4027-AD18-83F2195D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5" name="text-311">
            <a:extLst xmlns:a="http://schemas.openxmlformats.org/drawingml/2006/main">
              <a:ext uri="{FF2B5EF4-FFF2-40B4-BE49-F238E27FC236}">
                <a16:creationId xmlns:a16="http://schemas.microsoft.com/office/drawing/2014/main" id="{BA6EA3E6-0703-4703-9C58-6961426A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9925"/>
            <a:ext cx="57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基準値</a:t>
            </a:r>
          </a:p>
        </p:txBody>
      </p:sp>
      <p:sp>
        <p:nvSpPr>
          <p:cNvPr id="86" name="stable-alu">
            <a:extLst xmlns:a="http://schemas.openxmlformats.org/drawingml/2006/main">
              <a:ext uri="{FF2B5EF4-FFF2-40B4-BE49-F238E27FC236}">
                <a16:creationId xmlns:a16="http://schemas.microsoft.com/office/drawing/2014/main" id="{7E9EEAFD-FFE0-4B4F-85EC-74F95570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86125"/>
            <a:ext cx="857250" cy="1143000"/>
          </a:xfrm>
          <a:custGeom xmlns:a="http://schemas.openxmlformats.org/drawingml/2006/main">
            <a:pathLst>
              <a:path w="857250" h="1143000">
                <a:moveTo>
                  <a:pt x="0" y="0"/>
                </a:moveTo>
                <a:lnTo>
                  <a:pt x="857250" y="209550"/>
                </a:lnTo>
                <a:lnTo>
                  <a:pt x="857250" y="933450"/>
                </a:lnTo>
                <a:lnTo>
                  <a:pt x="0" y="1143000"/>
                </a:lnTo>
                <a:lnTo>
                  <a:pt x="0" y="723900"/>
                </a:lnTo>
                <a:lnTo>
                  <a:pt x="219075" y="571500"/>
                </a:lnTo>
                <a:lnTo>
                  <a:pt x="0" y="4000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7" name="text-313">
            <a:extLst xmlns:a="http://schemas.openxmlformats.org/drawingml/2006/main">
              <a:ext uri="{FF2B5EF4-FFF2-40B4-BE49-F238E27FC236}">
                <a16:creationId xmlns:a16="http://schemas.microsoft.com/office/drawing/2014/main" id="{145207C1-6B1D-4517-A614-4054E7CD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671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8" name="text-314">
            <a:extLst xmlns:a="http://schemas.openxmlformats.org/drawingml/2006/main">
              <a:ext uri="{FF2B5EF4-FFF2-40B4-BE49-F238E27FC236}">
                <a16:creationId xmlns:a16="http://schemas.microsoft.com/office/drawing/2014/main" id="{78122011-5A08-4B77-89BF-438F2934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71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9" name="wire-315">
            <a:extLst xmlns:a="http://schemas.openxmlformats.org/drawingml/2006/main">
              <a:ext uri="{FF2B5EF4-FFF2-40B4-BE49-F238E27FC236}">
                <a16:creationId xmlns:a16="http://schemas.microsoft.com/office/drawing/2014/main" id="{C0C586B3-8B34-4761-9489-2FF6612C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857250" cy="9525"/>
          </a:xfrm>
          <a:custGeom xmlns:a="http://schemas.openxmlformats.org/drawingml/2006/main"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0" name="circuit-316">
            <a:extLst xmlns:a="http://schemas.openxmlformats.org/drawingml/2006/main">
              <a:ext uri="{FF2B5EF4-FFF2-40B4-BE49-F238E27FC236}">
                <a16:creationId xmlns:a16="http://schemas.microsoft.com/office/drawing/2014/main" id="{D3187D69-6E03-4F5E-BDEB-B97197F3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1" name="text-317">
            <a:extLst xmlns:a="http://schemas.openxmlformats.org/drawingml/2006/main">
              <a:ext uri="{FF2B5EF4-FFF2-40B4-BE49-F238E27FC236}">
                <a16:creationId xmlns:a16="http://schemas.microsoft.com/office/drawing/2014/main" id="{69BF5054-C1B3-4454-804A-37D6DA5B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486150"/>
            <a:ext cx="42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92" name="wire-318">
            <a:extLst xmlns:a="http://schemas.openxmlformats.org/drawingml/2006/main">
              <a:ext uri="{FF2B5EF4-FFF2-40B4-BE49-F238E27FC236}">
                <a16:creationId xmlns:a16="http://schemas.microsoft.com/office/drawing/2014/main" id="{BA08B6A7-F6B5-47E7-9448-7E8129AD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3" name="wire-319">
            <a:extLst xmlns:a="http://schemas.openxmlformats.org/drawingml/2006/main">
              <a:ext uri="{FF2B5EF4-FFF2-40B4-BE49-F238E27FC236}">
                <a16:creationId xmlns:a16="http://schemas.microsoft.com/office/drawing/2014/main" id="{10AA8092-5A4B-4917-A0FD-4FF9C175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48125"/>
            <a:ext cx="9525" cy="1190625"/>
          </a:xfrm>
          <a:custGeom xmlns:a="http://schemas.openxmlformats.org/drawingml/2006/main">
            <a:pathLst>
              <a:path w="9525" h="1190625">
                <a:moveTo>
                  <a:pt x="0" y="0"/>
                </a:moveTo>
                <a:lnTo>
                  <a:pt x="0" y="11906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4" name="wire-320">
            <a:extLst xmlns:a="http://schemas.openxmlformats.org/drawingml/2006/main">
              <a:ext uri="{FF2B5EF4-FFF2-40B4-BE49-F238E27FC236}">
                <a16:creationId xmlns:a16="http://schemas.microsoft.com/office/drawing/2014/main" id="{96879981-7E9B-4C04-B879-08BC9A55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38750"/>
            <a:ext cx="2190750" cy="9525"/>
          </a:xfrm>
          <a:custGeom xmlns:a="http://schemas.openxmlformats.org/drawingml/2006/main"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5" name="wire-321">
            <a:extLst xmlns:a="http://schemas.openxmlformats.org/drawingml/2006/main">
              <a:ext uri="{FF2B5EF4-FFF2-40B4-BE49-F238E27FC236}">
                <a16:creationId xmlns:a16="http://schemas.microsoft.com/office/drawing/2014/main" id="{28730B9E-2822-46B7-95AC-6FDC0EA3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9525" cy="904875"/>
          </a:xfrm>
          <a:custGeom xmlns:a="http://schemas.openxmlformats.org/drawingml/2006/main">
            <a:pathLst>
              <a:path w="9525" h="904875">
                <a:moveTo>
                  <a:pt x="0" y="904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6" name="wire-322">
            <a:extLst xmlns:a="http://schemas.openxmlformats.org/drawingml/2006/main">
              <a:ext uri="{FF2B5EF4-FFF2-40B4-BE49-F238E27FC236}">
                <a16:creationId xmlns:a16="http://schemas.microsoft.com/office/drawing/2014/main" id="{6040D03A-B9DD-44D5-A751-6823E1CF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200025" cy="9525"/>
          </a:xfrm>
          <a:custGeom xmlns:a="http://schemas.openxmlformats.org/drawingml/2006/main">
            <a:pathLst>
              <a:path w="200025" h="9525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7" name="circuit-323">
            <a:extLst xmlns:a="http://schemas.openxmlformats.org/drawingml/2006/main">
              <a:ext uri="{FF2B5EF4-FFF2-40B4-BE49-F238E27FC236}">
                <a16:creationId xmlns:a16="http://schemas.microsoft.com/office/drawing/2014/main" id="{41F58742-1DFB-4A9C-B54E-F5A653B8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8" name="text-324">
            <a:extLst xmlns:a="http://schemas.openxmlformats.org/drawingml/2006/main">
              <a:ext uri="{FF2B5EF4-FFF2-40B4-BE49-F238E27FC236}">
                <a16:creationId xmlns:a16="http://schemas.microsoft.com/office/drawing/2014/main" id="{E00004A3-C754-44AF-8114-94AB8ACF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書く値</a:t>
            </a:r>
          </a:p>
        </p:txBody>
      </p:sp>
      <p:sp>
        <p:nvSpPr>
          <p:cNvPr id="99" name="stable-bus">
            <a:extLst xmlns:a="http://schemas.openxmlformats.org/drawingml/2006/main">
              <a:ext uri="{FF2B5EF4-FFF2-40B4-BE49-F238E27FC236}">
                <a16:creationId xmlns:a16="http://schemas.microsoft.com/office/drawing/2014/main" id="{53F1645C-7221-4CDE-A4C8-3D4FBBBB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857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0" name="text-326">
            <a:extLst xmlns:a="http://schemas.openxmlformats.org/drawingml/2006/main">
              <a:ext uri="{FF2B5EF4-FFF2-40B4-BE49-F238E27FC236}">
                <a16:creationId xmlns:a16="http://schemas.microsoft.com/office/drawing/2014/main" id="{C83C90B3-966B-4B7A-9C8B-60427591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52775"/>
            <a:ext cx="7048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</a:t>
            </a:r>
          </a:p>
        </p:txBody>
      </p:sp>
      <p:sp>
        <p:nvSpPr>
          <p:cNvPr id="101" name="text-327">
            <a:extLst xmlns:a="http://schemas.openxmlformats.org/drawingml/2006/main">
              <a:ext uri="{FF2B5EF4-FFF2-40B4-BE49-F238E27FC236}">
                <a16:creationId xmlns:a16="http://schemas.microsoft.com/office/drawing/2014/main" id="{BF984169-7C2F-443F-B0A4-A54FBB74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102" name="wire-328">
            <a:extLst xmlns:a="http://schemas.openxmlformats.org/drawingml/2006/main">
              <a:ext uri="{FF2B5EF4-FFF2-40B4-BE49-F238E27FC236}">
                <a16:creationId xmlns:a16="http://schemas.microsoft.com/office/drawing/2014/main" id="{352A6F4B-A226-4B2A-BD69-7FEBD073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3" name="circuit-329">
            <a:extLst xmlns:a="http://schemas.openxmlformats.org/drawingml/2006/main">
              <a:ext uri="{FF2B5EF4-FFF2-40B4-BE49-F238E27FC236}">
                <a16:creationId xmlns:a16="http://schemas.microsoft.com/office/drawing/2014/main" id="{F9C65D83-649B-4ECF-9D9B-B28DAA39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4" name="wire-330">
            <a:extLst xmlns:a="http://schemas.openxmlformats.org/drawingml/2006/main">
              <a:ext uri="{FF2B5EF4-FFF2-40B4-BE49-F238E27FC236}">
                <a16:creationId xmlns:a16="http://schemas.microsoft.com/office/drawing/2014/main" id="{7FE497C2-2F10-4913-BDF6-BCF50791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619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5" name="circuit-331">
            <a:extLst xmlns:a="http://schemas.openxmlformats.org/drawingml/2006/main">
              <a:ext uri="{FF2B5EF4-FFF2-40B4-BE49-F238E27FC236}">
                <a16:creationId xmlns:a16="http://schemas.microsoft.com/office/drawing/2014/main" id="{A6DB0E2D-03E5-4C80-B15D-087DAC5F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6" name="wire-332">
            <a:extLst xmlns:a="http://schemas.openxmlformats.org/drawingml/2006/main">
              <a:ext uri="{FF2B5EF4-FFF2-40B4-BE49-F238E27FC236}">
                <a16:creationId xmlns:a16="http://schemas.microsoft.com/office/drawing/2014/main" id="{4BE049DD-CF5F-49C5-B9D7-9CDE1A26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9525" cy="476250"/>
          </a:xfrm>
          <a:custGeom xmlns:a="http://schemas.openxmlformats.org/drawingml/2006/main">
            <a:pathLst>
              <a:path w="9525" h="476250">
                <a:moveTo>
                  <a:pt x="0" y="0"/>
                </a:moveTo>
                <a:lnTo>
                  <a:pt x="0" y="476250"/>
                </a:lnTo>
              </a:path>
            </a:pathLst>
          </a:custGeom>
          <a:noFill xmlns:a="http://schemas.openxmlformats.org/drawingml/2006/main"/>
          <a:ln xmlns:a="http://schemas.openxmlformats.org/drawingml/2006/main" w="30480">
            <a:solidFill>
              <a:srgbClr val="231F20"/>
            </a:solidFill>
          </a:ln>
        </p:spPr>
      </p:sp>
      <p:sp>
        <p:nvSpPr>
          <p:cNvPr id="107" name="text-333">
            <a:extLst xmlns:a="http://schemas.openxmlformats.org/drawingml/2006/main">
              <a:ext uri="{FF2B5EF4-FFF2-40B4-BE49-F238E27FC236}">
                <a16:creationId xmlns:a16="http://schemas.microsoft.com/office/drawing/2014/main" id="{7426EC51-5079-4A2E-BA13-8043844E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400675"/>
            <a:ext cx="97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08" name="wire-334">
            <a:extLst xmlns:a="http://schemas.openxmlformats.org/drawingml/2006/main">
              <a:ext uri="{FF2B5EF4-FFF2-40B4-BE49-F238E27FC236}">
                <a16:creationId xmlns:a16="http://schemas.microsoft.com/office/drawing/2014/main" id="{EE35AE81-2E2E-4482-906A-5BE3DA7C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09" name="circuit-335">
            <a:extLst xmlns:a="http://schemas.openxmlformats.org/drawingml/2006/main">
              <a:ext uri="{FF2B5EF4-FFF2-40B4-BE49-F238E27FC236}">
                <a16:creationId xmlns:a16="http://schemas.microsoft.com/office/drawing/2014/main" id="{4394BF52-5AD7-4923-8C04-0CA328BD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10" name="wire-336">
            <a:extLst xmlns:a="http://schemas.openxmlformats.org/drawingml/2006/main">
              <a:ext uri="{FF2B5EF4-FFF2-40B4-BE49-F238E27FC236}">
                <a16:creationId xmlns:a16="http://schemas.microsoft.com/office/drawing/2014/main" id="{E60EB3CC-21D7-4D4E-8659-D46096B3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11" name="circuit-337">
            <a:extLst xmlns:a="http://schemas.openxmlformats.org/drawingml/2006/main">
              <a:ext uri="{FF2B5EF4-FFF2-40B4-BE49-F238E27FC236}">
                <a16:creationId xmlns:a16="http://schemas.microsoft.com/office/drawing/2014/main" id="{822F5EFF-4CD0-42DA-A0EB-00E865D8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12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7D8D2D3A-D2F8-4D2E-9233-4AE0897E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333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3" name="text-339">
            <a:extLst xmlns:a="http://schemas.openxmlformats.org/drawingml/2006/main">
              <a:ext uri="{FF2B5EF4-FFF2-40B4-BE49-F238E27FC236}">
                <a16:creationId xmlns:a16="http://schemas.microsoft.com/office/drawing/2014/main" id="{D7B9B8CF-A935-4DC7-AB80-D6881808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286125"/>
            <a:ext cx="1200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14" name="text-340">
            <a:extLst xmlns:a="http://schemas.openxmlformats.org/drawingml/2006/main">
              <a:ext uri="{FF2B5EF4-FFF2-40B4-BE49-F238E27FC236}">
                <a16:creationId xmlns:a16="http://schemas.microsoft.com/office/drawing/2014/main" id="{39B52EF4-3F12-4243-945C-1F37FAB0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857625"/>
            <a:ext cx="12001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命令とデータ</a:t>
            </a:r>
          </a:p>
        </p:txBody>
      </p:sp>
      <p:sp>
        <p:nvSpPr>
          <p:cNvPr id="115" name="wire-341">
            <a:extLst xmlns:a="http://schemas.openxmlformats.org/drawingml/2006/main">
              <a:ext uri="{FF2B5EF4-FFF2-40B4-BE49-F238E27FC236}">
                <a16:creationId xmlns:a16="http://schemas.microsoft.com/office/drawing/2014/main" id="{9A58EBC2-00CB-4684-AE2A-CEC232FE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85725" cy="9525"/>
          </a:xfrm>
          <a:custGeom xmlns:a="http://schemas.openxmlformats.org/drawingml/2006/main">
            <a:pathLst>
              <a:path w="85725" h="9525">
                <a:moveTo>
                  <a:pt x="85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6" name="wire-342">
            <a:extLst xmlns:a="http://schemas.openxmlformats.org/drawingml/2006/main">
              <a:ext uri="{FF2B5EF4-FFF2-40B4-BE49-F238E27FC236}">
                <a16:creationId xmlns:a16="http://schemas.microsoft.com/office/drawing/2014/main" id="{4DCEFE1D-77E1-4C1E-920C-FAA90125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9525" cy="981075"/>
          </a:xfrm>
          <a:custGeom xmlns:a="http://schemas.openxmlformats.org/drawingml/2006/main">
            <a:pathLst>
              <a:path w="9525" h="981075">
                <a:moveTo>
                  <a:pt x="0" y="0"/>
                </a:moveTo>
                <a:lnTo>
                  <a:pt x="0" y="9810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7" name="wire-343">
            <a:extLst xmlns:a="http://schemas.openxmlformats.org/drawingml/2006/main">
              <a:ext uri="{FF2B5EF4-FFF2-40B4-BE49-F238E27FC236}">
                <a16:creationId xmlns:a16="http://schemas.microsoft.com/office/drawing/2014/main" id="{E41055B3-04D1-4B82-BAA6-316BC62A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743575"/>
            <a:ext cx="4629150" cy="9525"/>
          </a:xfrm>
          <a:custGeom xmlns:a="http://schemas.openxmlformats.org/drawingml/2006/main">
            <a:pathLst>
              <a:path w="4629150" h="9525">
                <a:moveTo>
                  <a:pt x="46291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8" name="wire-344">
            <a:extLst xmlns:a="http://schemas.openxmlformats.org/drawingml/2006/main">
              <a:ext uri="{FF2B5EF4-FFF2-40B4-BE49-F238E27FC236}">
                <a16:creationId xmlns:a16="http://schemas.microsoft.com/office/drawing/2014/main" id="{8F71ECF2-8FEA-4D2E-9C99-F233FC74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9525" cy="885825"/>
          </a:xfrm>
          <a:custGeom xmlns:a="http://schemas.openxmlformats.org/drawingml/2006/main">
            <a:pathLst>
              <a:path w="9525" h="885825">
                <a:moveTo>
                  <a:pt x="0" y="885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9" name="wire-345">
            <a:extLst xmlns:a="http://schemas.openxmlformats.org/drawingml/2006/main">
              <a:ext uri="{FF2B5EF4-FFF2-40B4-BE49-F238E27FC236}">
                <a16:creationId xmlns:a16="http://schemas.microsoft.com/office/drawing/2014/main" id="{37103C32-9D38-4719-9FE0-A83BFEC3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20" name="circuit-346">
            <a:extLst xmlns:a="http://schemas.openxmlformats.org/drawingml/2006/main">
              <a:ext uri="{FF2B5EF4-FFF2-40B4-BE49-F238E27FC236}">
                <a16:creationId xmlns:a16="http://schemas.microsoft.com/office/drawing/2014/main" id="{152DE21C-F1EB-445B-B6CC-F098A07A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6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1" name="text-347">
            <a:extLst xmlns:a="http://schemas.openxmlformats.org/drawingml/2006/main">
              <a:ext uri="{FF2B5EF4-FFF2-40B4-BE49-F238E27FC236}">
                <a16:creationId xmlns:a16="http://schemas.microsoft.com/office/drawing/2014/main" id="{7D780FF4-8F39-4AA5-A773-180489FA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00725"/>
            <a:ext cx="1676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読んだ値</a:t>
            </a:r>
          </a:p>
        </p:txBody>
      </p:sp>
      <p:sp>
        <p:nvSpPr>
          <p:cNvPr id="122" name="wire-348">
            <a:extLst xmlns:a="http://schemas.openxmlformats.org/drawingml/2006/main">
              <a:ext uri="{FF2B5EF4-FFF2-40B4-BE49-F238E27FC236}">
                <a16:creationId xmlns:a16="http://schemas.microsoft.com/office/drawing/2014/main" id="{5DF08D9E-F005-400F-9AD8-D881D555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19625"/>
            <a:ext cx="9525" cy="809625"/>
          </a:xfrm>
          <a:custGeom xmlns:a="http://schemas.openxmlformats.org/drawingml/2006/main">
            <a:pathLst>
              <a:path w="9525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23" name="wire-349">
            <a:extLst xmlns:a="http://schemas.openxmlformats.org/drawingml/2006/main">
              <a:ext uri="{FF2B5EF4-FFF2-40B4-BE49-F238E27FC236}">
                <a16:creationId xmlns:a16="http://schemas.microsoft.com/office/drawing/2014/main" id="{E4D397DC-6635-4A89-AC40-BF8538BF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6200775" cy="9525"/>
          </a:xfrm>
          <a:custGeom xmlns:a="http://schemas.openxmlformats.org/drawingml/2006/main">
            <a:pathLst>
              <a:path w="6200775" h="9525">
                <a:moveTo>
                  <a:pt x="0" y="0"/>
                </a:moveTo>
                <a:lnTo>
                  <a:pt x="6200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24" name="wire-350">
            <a:extLst xmlns:a="http://schemas.openxmlformats.org/drawingml/2006/main">
              <a:ext uri="{FF2B5EF4-FFF2-40B4-BE49-F238E27FC236}">
                <a16:creationId xmlns:a16="http://schemas.microsoft.com/office/drawing/2014/main" id="{97422A44-448E-4C6F-B3D4-693F89B9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9525" cy="2190750"/>
          </a:xfrm>
          <a:custGeom xmlns:a="http://schemas.openxmlformats.org/drawingml/2006/main">
            <a:pathLst>
              <a:path w="9525" h="2190750">
                <a:moveTo>
                  <a:pt x="0" y="2190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25" name="wire-351">
            <a:extLst xmlns:a="http://schemas.openxmlformats.org/drawingml/2006/main">
              <a:ext uri="{FF2B5EF4-FFF2-40B4-BE49-F238E27FC236}">
                <a16:creationId xmlns:a16="http://schemas.microsoft.com/office/drawing/2014/main" id="{532581E3-48D0-4114-93DA-9DF79CE1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466725" cy="9525"/>
          </a:xfrm>
          <a:custGeom xmlns:a="http://schemas.openxmlformats.org/drawingml/2006/main">
            <a:pathLst>
              <a:path w="466725" h="9525">
                <a:moveTo>
                  <a:pt x="0" y="0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26" name="circuit-352">
            <a:extLst xmlns:a="http://schemas.openxmlformats.org/drawingml/2006/main">
              <a:ext uri="{FF2B5EF4-FFF2-40B4-BE49-F238E27FC236}">
                <a16:creationId xmlns:a16="http://schemas.microsoft.com/office/drawing/2014/main" id="{B7D3F15D-8E27-4114-96F1-C6B069E9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70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27" name="wire-353">
            <a:extLst xmlns:a="http://schemas.openxmlformats.org/drawingml/2006/main">
              <a:ext uri="{FF2B5EF4-FFF2-40B4-BE49-F238E27FC236}">
                <a16:creationId xmlns:a16="http://schemas.microsoft.com/office/drawing/2014/main" id="{428C9341-2ED9-43D0-895B-6169CBBE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600075" cy="9525"/>
          </a:xfrm>
          <a:custGeom xmlns:a="http://schemas.openxmlformats.org/drawingml/2006/main">
            <a:pathLst>
              <a:path w="600075" h="9525">
                <a:moveTo>
                  <a:pt x="6000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28" name="wire-354">
            <a:extLst xmlns:a="http://schemas.openxmlformats.org/drawingml/2006/main">
              <a:ext uri="{FF2B5EF4-FFF2-40B4-BE49-F238E27FC236}">
                <a16:creationId xmlns:a16="http://schemas.microsoft.com/office/drawing/2014/main" id="{06A6247F-B4BC-45CC-B997-9E81E1E5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9525" cy="2143125"/>
          </a:xfrm>
          <a:custGeom xmlns:a="http://schemas.openxmlformats.org/drawingml/2006/main">
            <a:pathLst>
              <a:path w="9525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29" name="wire-355">
            <a:extLst xmlns:a="http://schemas.openxmlformats.org/drawingml/2006/main">
              <a:ext uri="{FF2B5EF4-FFF2-40B4-BE49-F238E27FC236}">
                <a16:creationId xmlns:a16="http://schemas.microsoft.com/office/drawing/2014/main" id="{7B10E700-C874-4A79-A69C-AAAA4A50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572125"/>
            <a:ext cx="4876800" cy="9525"/>
          </a:xfrm>
          <a:custGeom xmlns:a="http://schemas.openxmlformats.org/drawingml/2006/main">
            <a:pathLst>
              <a:path w="4876800" h="9525">
                <a:moveTo>
                  <a:pt x="48768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30" name="wire-356">
            <a:extLst xmlns:a="http://schemas.openxmlformats.org/drawingml/2006/main">
              <a:ext uri="{FF2B5EF4-FFF2-40B4-BE49-F238E27FC236}">
                <a16:creationId xmlns:a16="http://schemas.microsoft.com/office/drawing/2014/main" id="{69A4B278-ED00-42E9-B470-6514F65E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619625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31" name="circuit-357">
            <a:extLst xmlns:a="http://schemas.openxmlformats.org/drawingml/2006/main">
              <a:ext uri="{FF2B5EF4-FFF2-40B4-BE49-F238E27FC236}">
                <a16:creationId xmlns:a16="http://schemas.microsoft.com/office/drawing/2014/main" id="{A3C18089-2CFC-4153-AE07-E51654EE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4193" y="461962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2" name="text-358">
            <a:extLst xmlns:a="http://schemas.openxmlformats.org/drawingml/2006/main">
              <a:ext uri="{FF2B5EF4-FFF2-40B4-BE49-F238E27FC236}">
                <a16:creationId xmlns:a16="http://schemas.microsoft.com/office/drawing/2014/main" id="{78054C79-A670-4382-A3FA-62AEF301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 → レジスタ・ALUで処理する → 次の命令へ</a:t>
            </a:r>
          </a:p>
        </p:txBody>
      </p:sp>
      <p:sp>
        <p:nvSpPr>
          <p:cNvPr id="133" name="text-359">
            <a:extLst xmlns:a="http://schemas.openxmlformats.org/drawingml/2006/main">
              <a:ext uri="{FF2B5EF4-FFF2-40B4-BE49-F238E27FC236}">
                <a16:creationId xmlns:a16="http://schemas.microsoft.com/office/drawing/2014/main" id="{6BEBD90A-E81B-4732-97AC-3FBC185D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4</a:t>
            </a:r>
          </a:p>
        </p:txBody>
      </p:sp>
      <p:sp>
        <p:nvSpPr>
          <p:cNvPr id="134" name="text-360">
            <a:extLst xmlns:a="http://schemas.openxmlformats.org/drawingml/2006/main">
              <a:ext uri="{FF2B5EF4-FFF2-40B4-BE49-F238E27FC236}">
                <a16:creationId xmlns:a16="http://schemas.microsoft.com/office/drawing/2014/main" id="{4037E655-30F0-43F5-80D6-D58BA114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命令の経路もバスへ接続。DDR3内では命令とデータに使う領域を分ける</a:t>
            </a:r>
          </a:p>
        </p:txBody>
      </p:sp>
    </p:spTree>
    <p:extLst>
      <p:ext uri="{BB962C8B-B14F-4D97-AF65-F5344CB8AC3E}">
        <p14:creationId xmlns:p14="http://schemas.microsoft.com/office/powerpoint/2010/main" val="1680735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text-361">
            <a:extLst xmlns:a="http://schemas.openxmlformats.org/drawingml/2006/main">
              <a:ext uri="{FF2B5EF4-FFF2-40B4-BE49-F238E27FC236}">
                <a16:creationId xmlns:a16="http://schemas.microsoft.com/office/drawing/2014/main" id="{7F890BC3-0443-48EF-9995-30DDE396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" name="text-362">
            <a:extLst xmlns:a="http://schemas.openxmlformats.org/drawingml/2006/main">
              <a:ext uri="{FF2B5EF4-FFF2-40B4-BE49-F238E27FC236}">
                <a16:creationId xmlns:a16="http://schemas.microsoft.com/office/drawing/2014/main" id="{80754C1C-C6E6-4538-9054-6B9C233B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SDカードのプログラムを、CPUがDDR3へ移す</a:t>
            </a:r>
          </a:p>
        </p:txBody>
      </p:sp>
      <p:sp>
        <p:nvSpPr>
          <p:cNvPr id="3" name="text-363">
            <a:extLst xmlns:a="http://schemas.openxmlformats.org/drawingml/2006/main">
              <a:ext uri="{FF2B5EF4-FFF2-40B4-BE49-F238E27FC236}">
                <a16:creationId xmlns:a16="http://schemas.microsoft.com/office/drawing/2014/main" id="{42FEF8E2-8082-4DAA-888B-3F187820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E96B720D-FF9A-4299-990A-9F0E635C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① 読出しを指示　② CPUが受け取る　③ DDR3へ書く</a:t>
            </a:r>
          </a:p>
        </p:txBody>
      </p:sp>
      <p:sp>
        <p:nvSpPr>
          <p:cNvPr id="5" name="text-365">
            <a:extLst xmlns:a="http://schemas.openxmlformats.org/drawingml/2006/main">
              <a:ext uri="{FF2B5EF4-FFF2-40B4-BE49-F238E27FC236}">
                <a16:creationId xmlns:a16="http://schemas.microsoft.com/office/drawing/2014/main" id="{CCD673CD-F2DC-4E2E-AE05-A24A94F4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6" name="block-366">
            <a:extLst xmlns:a="http://schemas.openxmlformats.org/drawingml/2006/main">
              <a:ext uri="{FF2B5EF4-FFF2-40B4-BE49-F238E27FC236}">
                <a16:creationId xmlns:a16="http://schemas.microsoft.com/office/drawing/2014/main" id="{05AB2361-A9CC-4805-96BD-3A81A28B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95475"/>
            <a:ext cx="2057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" name="text-367">
            <a:extLst xmlns:a="http://schemas.openxmlformats.org/drawingml/2006/main">
              <a:ext uri="{FF2B5EF4-FFF2-40B4-BE49-F238E27FC236}">
                <a16:creationId xmlns:a16="http://schemas.microsoft.com/office/drawing/2014/main" id="{1FBFF47E-CDCB-4FD4-B818-A101EFE8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95475"/>
            <a:ext cx="201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数値</a:t>
            </a:r>
          </a:p>
        </p:txBody>
      </p:sp>
      <p:sp>
        <p:nvSpPr>
          <p:cNvPr id="8" name="text-368">
            <a:extLst xmlns:a="http://schemas.openxmlformats.org/drawingml/2006/main">
              <a:ext uri="{FF2B5EF4-FFF2-40B4-BE49-F238E27FC236}">
                <a16:creationId xmlns:a16="http://schemas.microsoft.com/office/drawing/2014/main" id="{0842B91C-3301-41A8-ADBF-70E39CC6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573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9" name="block-369">
            <a:extLst xmlns:a="http://schemas.openxmlformats.org/drawingml/2006/main">
              <a:ext uri="{FF2B5EF4-FFF2-40B4-BE49-F238E27FC236}">
                <a16:creationId xmlns:a16="http://schemas.microsoft.com/office/drawing/2014/main" id="{BB6AEDA7-40E3-4504-9009-001565C5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" name="text-370">
            <a:extLst xmlns:a="http://schemas.openxmlformats.org/drawingml/2006/main">
              <a:ext uri="{FF2B5EF4-FFF2-40B4-BE49-F238E27FC236}">
                <a16:creationId xmlns:a16="http://schemas.microsoft.com/office/drawing/2014/main" id="{BF3EEEEB-1971-4CA4-9DAE-3676A1DC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1" name="text-371">
            <a:extLst xmlns:a="http://schemas.openxmlformats.org/drawingml/2006/main">
              <a:ext uri="{FF2B5EF4-FFF2-40B4-BE49-F238E27FC236}">
                <a16:creationId xmlns:a16="http://schemas.microsoft.com/office/drawing/2014/main" id="{CFE98BE5-CACC-4861-9163-107169CE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A1の番号</a:t>
            </a:r>
          </a:p>
        </p:txBody>
      </p:sp>
      <p:sp>
        <p:nvSpPr>
          <p:cNvPr id="12" name="block-372">
            <a:extLst xmlns:a="http://schemas.openxmlformats.org/drawingml/2006/main">
              <a:ext uri="{FF2B5EF4-FFF2-40B4-BE49-F238E27FC236}">
                <a16:creationId xmlns:a16="http://schemas.microsoft.com/office/drawing/2014/main" id="{63A20072-E368-4CCE-9379-21E2CEF8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95475"/>
            <a:ext cx="13716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" name="text-373">
            <a:extLst xmlns:a="http://schemas.openxmlformats.org/drawingml/2006/main">
              <a:ext uri="{FF2B5EF4-FFF2-40B4-BE49-F238E27FC236}">
                <a16:creationId xmlns:a16="http://schemas.microsoft.com/office/drawing/2014/main" id="{EB9C1731-7FAF-4024-83BB-7ED61928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95475"/>
            <a:ext cx="133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4" name="text-374">
            <a:extLst xmlns:a="http://schemas.openxmlformats.org/drawingml/2006/main">
              <a:ext uri="{FF2B5EF4-FFF2-40B4-BE49-F238E27FC236}">
                <a16:creationId xmlns:a16="http://schemas.microsoft.com/office/drawing/2014/main" id="{3D7056A2-3337-4820-AA02-EC4E492C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57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A2の番号</a:t>
            </a:r>
          </a:p>
        </p:txBody>
      </p:sp>
      <p:sp>
        <p:nvSpPr>
          <p:cNvPr id="15" name="block-375">
            <a:extLst xmlns:a="http://schemas.openxmlformats.org/drawingml/2006/main">
              <a:ext uri="{FF2B5EF4-FFF2-40B4-BE49-F238E27FC236}">
                <a16:creationId xmlns:a16="http://schemas.microsoft.com/office/drawing/2014/main" id="{5145D15A-2658-46DD-8FDF-7890CA68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95475"/>
            <a:ext cx="12001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6" name="text-376">
            <a:extLst xmlns:a="http://schemas.openxmlformats.org/drawingml/2006/main">
              <a:ext uri="{FF2B5EF4-FFF2-40B4-BE49-F238E27FC236}">
                <a16:creationId xmlns:a16="http://schemas.microsoft.com/office/drawing/2014/main" id="{A434BC0F-FA68-4BF4-B72D-81A59273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95475"/>
            <a:ext cx="1162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lw / sw</a:t>
            </a:r>
          </a:p>
        </p:txBody>
      </p:sp>
      <p:sp>
        <p:nvSpPr>
          <p:cNvPr id="17" name="text-377">
            <a:extLst xmlns:a="http://schemas.openxmlformats.org/drawingml/2006/main">
              <a:ext uri="{FF2B5EF4-FFF2-40B4-BE49-F238E27FC236}">
                <a16:creationId xmlns:a16="http://schemas.microsoft.com/office/drawing/2014/main" id="{75227388-75E6-4104-A7EC-415037C8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735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18" name="wire-378">
            <a:extLst xmlns:a="http://schemas.openxmlformats.org/drawingml/2006/main">
              <a:ext uri="{FF2B5EF4-FFF2-40B4-BE49-F238E27FC236}">
                <a16:creationId xmlns:a16="http://schemas.microsoft.com/office/drawing/2014/main" id="{FFD139D2-E0BD-4DAA-998C-B1B0B149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907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9" name="wire-379">
            <a:extLst xmlns:a="http://schemas.openxmlformats.org/drawingml/2006/main">
              <a:ext uri="{FF2B5EF4-FFF2-40B4-BE49-F238E27FC236}">
                <a16:creationId xmlns:a16="http://schemas.microsoft.com/office/drawing/2014/main" id="{1DE4B763-74E2-4E28-BB9D-DF3591B0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1952625" cy="9525"/>
          </a:xfrm>
          <a:custGeom xmlns:a="http://schemas.openxmlformats.org/drawingml/2006/main">
            <a:pathLst>
              <a:path w="1952625" h="9525">
                <a:moveTo>
                  <a:pt x="19526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0" name="wire-380">
            <a:extLst xmlns:a="http://schemas.openxmlformats.org/drawingml/2006/main">
              <a:ext uri="{FF2B5EF4-FFF2-40B4-BE49-F238E27FC236}">
                <a16:creationId xmlns:a16="http://schemas.microsoft.com/office/drawing/2014/main" id="{2FC7C3A9-5962-48CD-815C-33DF8509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9525" cy="819150"/>
          </a:xfrm>
          <a:custGeom xmlns:a="http://schemas.openxmlformats.org/drawingml/2006/main">
            <a:pathLst>
              <a:path w="9525" h="819150">
                <a:moveTo>
                  <a:pt x="0" y="0"/>
                </a:move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1" name="wire-381">
            <a:extLst xmlns:a="http://schemas.openxmlformats.org/drawingml/2006/main">
              <a:ext uri="{FF2B5EF4-FFF2-40B4-BE49-F238E27FC236}">
                <a16:creationId xmlns:a16="http://schemas.microsoft.com/office/drawing/2014/main" id="{4C9117B0-16E8-495B-93AF-949187C7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242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2" name="circuit-382">
            <a:extLst xmlns:a="http://schemas.openxmlformats.org/drawingml/2006/main">
              <a:ext uri="{FF2B5EF4-FFF2-40B4-BE49-F238E27FC236}">
                <a16:creationId xmlns:a16="http://schemas.microsoft.com/office/drawing/2014/main" id="{1CC0F5BF-8AB2-4E64-95B1-3643FBA8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3" name="wire-383">
            <a:extLst xmlns:a="http://schemas.openxmlformats.org/drawingml/2006/main">
              <a:ext uri="{FF2B5EF4-FFF2-40B4-BE49-F238E27FC236}">
                <a16:creationId xmlns:a16="http://schemas.microsoft.com/office/drawing/2014/main" id="{49EFF4C2-A53D-4551-BBC7-176FE5DF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90750"/>
            <a:ext cx="9525" cy="619125"/>
          </a:xfrm>
          <a:custGeom xmlns:a="http://schemas.openxmlformats.org/drawingml/2006/main">
            <a:pathLst>
              <a:path w="9525" h="619125">
                <a:moveTo>
                  <a:pt x="0" y="0"/>
                </a:moveTo>
                <a:lnTo>
                  <a:pt x="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4" name="wire-384">
            <a:extLst xmlns:a="http://schemas.openxmlformats.org/drawingml/2006/main">
              <a:ext uri="{FF2B5EF4-FFF2-40B4-BE49-F238E27FC236}">
                <a16:creationId xmlns:a16="http://schemas.microsoft.com/office/drawing/2014/main" id="{7AAFA111-097B-469A-91C9-EA4BD10B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2981325" cy="9525"/>
          </a:xfrm>
          <a:custGeom xmlns:a="http://schemas.openxmlformats.org/drawingml/2006/main">
            <a:pathLst>
              <a:path w="2981325" h="9525">
                <a:moveTo>
                  <a:pt x="29813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5" name="wire-385">
            <a:extLst xmlns:a="http://schemas.openxmlformats.org/drawingml/2006/main">
              <a:ext uri="{FF2B5EF4-FFF2-40B4-BE49-F238E27FC236}">
                <a16:creationId xmlns:a16="http://schemas.microsoft.com/office/drawing/2014/main" id="{EDF01C07-4EC6-4F9E-8BCF-65E9C58D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9525" cy="1238250"/>
          </a:xfrm>
          <a:custGeom xmlns:a="http://schemas.openxmlformats.org/drawingml/2006/main">
            <a:pathLst>
              <a:path w="9525" h="1238250">
                <a:moveTo>
                  <a:pt x="0" y="0"/>
                </a:moveTo>
                <a:lnTo>
                  <a:pt x="0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6" name="wire-386">
            <a:extLst xmlns:a="http://schemas.openxmlformats.org/drawingml/2006/main">
              <a:ext uri="{FF2B5EF4-FFF2-40B4-BE49-F238E27FC236}">
                <a16:creationId xmlns:a16="http://schemas.microsoft.com/office/drawing/2014/main" id="{4842369F-C973-428B-89C0-AB5B8F48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48125"/>
            <a:ext cx="142875" cy="9525"/>
          </a:xfrm>
          <a:custGeom xmlns:a="http://schemas.openxmlformats.org/drawingml/2006/main">
            <a:pathLst>
              <a:path w="142875" h="952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7" name="circuit-387">
            <a:extLst xmlns:a="http://schemas.openxmlformats.org/drawingml/2006/main">
              <a:ext uri="{FF2B5EF4-FFF2-40B4-BE49-F238E27FC236}">
                <a16:creationId xmlns:a16="http://schemas.microsoft.com/office/drawing/2014/main" id="{A7E544CA-19B6-489D-9046-2C974DA4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6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8" name="wire-388">
            <a:extLst xmlns:a="http://schemas.openxmlformats.org/drawingml/2006/main">
              <a:ext uri="{FF2B5EF4-FFF2-40B4-BE49-F238E27FC236}">
                <a16:creationId xmlns:a16="http://schemas.microsoft.com/office/drawing/2014/main" id="{9B285A40-15AE-45CF-A208-4ED16876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24375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9" name="circuit-389">
            <a:extLst xmlns:a="http://schemas.openxmlformats.org/drawingml/2006/main">
              <a:ext uri="{FF2B5EF4-FFF2-40B4-BE49-F238E27FC236}">
                <a16:creationId xmlns:a16="http://schemas.microsoft.com/office/drawing/2014/main" id="{B0D0AD20-A7FA-4D91-BCBF-BE9800F0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92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30" name="wire-390">
            <a:extLst xmlns:a="http://schemas.openxmlformats.org/drawingml/2006/main">
              <a:ext uri="{FF2B5EF4-FFF2-40B4-BE49-F238E27FC236}">
                <a16:creationId xmlns:a16="http://schemas.microsoft.com/office/drawing/2014/main" id="{A1B4DBE9-5977-40D5-9374-23F71B43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1" name="wire-391">
            <a:extLst xmlns:a="http://schemas.openxmlformats.org/drawingml/2006/main">
              <a:ext uri="{FF2B5EF4-FFF2-40B4-BE49-F238E27FC236}">
                <a16:creationId xmlns:a16="http://schemas.microsoft.com/office/drawing/2014/main" id="{BD3D0E37-DBF4-4DC5-A64D-343BCC53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085975" cy="9525"/>
          </a:xfrm>
          <a:custGeom xmlns:a="http://schemas.openxmlformats.org/drawingml/2006/main">
            <a:pathLst>
              <a:path w="2085975" h="9525">
                <a:moveTo>
                  <a:pt x="0" y="0"/>
                </a:moveTo>
                <a:lnTo>
                  <a:pt x="2085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wire-392">
            <a:extLst xmlns:a="http://schemas.openxmlformats.org/drawingml/2006/main">
              <a:ext uri="{FF2B5EF4-FFF2-40B4-BE49-F238E27FC236}">
                <a16:creationId xmlns:a16="http://schemas.microsoft.com/office/drawing/2014/main" id="{C2DEA7D3-0B83-4B69-80C6-765CC33E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76500"/>
            <a:ext cx="9525" cy="1714500"/>
          </a:xfrm>
          <a:custGeom xmlns:a="http://schemas.openxmlformats.org/drawingml/2006/main"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3" name="wire-393">
            <a:extLst xmlns:a="http://schemas.openxmlformats.org/drawingml/2006/main">
              <a:ext uri="{FF2B5EF4-FFF2-40B4-BE49-F238E27FC236}">
                <a16:creationId xmlns:a16="http://schemas.microsoft.com/office/drawing/2014/main" id="{A9BE51A4-A968-4E58-8C22-346E6816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394">
            <a:extLst xmlns:a="http://schemas.openxmlformats.org/drawingml/2006/main">
              <a:ext uri="{FF2B5EF4-FFF2-40B4-BE49-F238E27FC236}">
                <a16:creationId xmlns:a16="http://schemas.microsoft.com/office/drawing/2014/main" id="{10894061-E334-4B8C-800A-020741BB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95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395">
            <a:extLst xmlns:a="http://schemas.openxmlformats.org/drawingml/2006/main">
              <a:ext uri="{FF2B5EF4-FFF2-40B4-BE49-F238E27FC236}">
                <a16:creationId xmlns:a16="http://schemas.microsoft.com/office/drawing/2014/main" id="{9121C6E1-F92C-4B67-834E-0FF7B974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36" name="stable-pc">
            <a:extLst xmlns:a="http://schemas.openxmlformats.org/drawingml/2006/main">
              <a:ext uri="{FF2B5EF4-FFF2-40B4-BE49-F238E27FC236}">
                <a16:creationId xmlns:a16="http://schemas.microsoft.com/office/drawing/2014/main" id="{246E0565-5AFC-4FE0-8AA1-A2A814F4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400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7" name="text-397">
            <a:extLst xmlns:a="http://schemas.openxmlformats.org/drawingml/2006/main">
              <a:ext uri="{FF2B5EF4-FFF2-40B4-BE49-F238E27FC236}">
                <a16:creationId xmlns:a16="http://schemas.microsoft.com/office/drawing/2014/main" id="{2986A775-AF30-486C-B234-7C6ECF00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38" name="text-398">
            <a:extLst xmlns:a="http://schemas.openxmlformats.org/drawingml/2006/main">
              <a:ext uri="{FF2B5EF4-FFF2-40B4-BE49-F238E27FC236}">
                <a16:creationId xmlns:a16="http://schemas.microsoft.com/office/drawing/2014/main" id="{06E291D7-5B51-4C78-9FD8-7C7C3C18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39" name="circuit-399">
            <a:extLst xmlns:a="http://schemas.openxmlformats.org/drawingml/2006/main">
              <a:ext uri="{FF2B5EF4-FFF2-40B4-BE49-F238E27FC236}">
                <a16:creationId xmlns:a16="http://schemas.microsoft.com/office/drawing/2014/main" id="{E2ABED4C-43DF-4A2C-B660-E9287A46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71450" cy="104775"/>
          </a:xfrm>
          <a:custGeom xmlns:a="http://schemas.openxmlformats.org/drawingml/2006/main">
            <a:pathLst>
              <a:path w="171450" h="104775">
                <a:moveTo>
                  <a:pt x="0" y="0"/>
                </a:moveTo>
                <a:lnTo>
                  <a:pt x="85725" y="104775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0" name="wire-400">
            <a:extLst xmlns:a="http://schemas.openxmlformats.org/drawingml/2006/main">
              <a:ext uri="{FF2B5EF4-FFF2-40B4-BE49-F238E27FC236}">
                <a16:creationId xmlns:a16="http://schemas.microsoft.com/office/drawing/2014/main" id="{AF3E8211-7A33-4C8D-A1D6-732B0888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480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41" name="text-401">
            <a:extLst xmlns:a="http://schemas.openxmlformats.org/drawingml/2006/main">
              <a:ext uri="{FF2B5EF4-FFF2-40B4-BE49-F238E27FC236}">
                <a16:creationId xmlns:a16="http://schemas.microsoft.com/office/drawing/2014/main" id="{560E7F5F-25BE-4F20-AEE7-8ACB6D83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4667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2" name="text-402">
            <a:extLst xmlns:a="http://schemas.openxmlformats.org/drawingml/2006/main">
              <a:ext uri="{FF2B5EF4-FFF2-40B4-BE49-F238E27FC236}">
                <a16:creationId xmlns:a16="http://schemas.microsoft.com/office/drawing/2014/main" id="{F73188EA-390F-4619-A22C-511F1FAE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05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3" name="wire-403">
            <a:extLst xmlns:a="http://schemas.openxmlformats.org/drawingml/2006/main">
              <a:ext uri="{FF2B5EF4-FFF2-40B4-BE49-F238E27FC236}">
                <a16:creationId xmlns:a16="http://schemas.microsoft.com/office/drawing/2014/main" id="{A44D10E9-467A-4968-805F-D4DC62B0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361950" cy="9525"/>
          </a:xfrm>
          <a:custGeom xmlns:a="http://schemas.openxmlformats.org/drawingml/2006/main"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44" name="circuit-404">
            <a:extLst xmlns:a="http://schemas.openxmlformats.org/drawingml/2006/main">
              <a:ext uri="{FF2B5EF4-FFF2-40B4-BE49-F238E27FC236}">
                <a16:creationId xmlns:a16="http://schemas.microsoft.com/office/drawing/2014/main" id="{431726FC-CD5D-4D60-85B6-F8669A38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text-405">
            <a:extLst xmlns:a="http://schemas.openxmlformats.org/drawingml/2006/main">
              <a:ext uri="{FF2B5EF4-FFF2-40B4-BE49-F238E27FC236}">
                <a16:creationId xmlns:a16="http://schemas.microsoft.com/office/drawing/2014/main" id="{CCADD46B-F4D1-46EF-AE46-CF5AC2E8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857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命令の番地</a:t>
            </a:r>
          </a:p>
        </p:txBody>
      </p:sp>
      <p:sp>
        <p:nvSpPr>
          <p:cNvPr id="46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BB302342-8551-4BE8-B4BC-7EBD0F26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171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7" name="text-407">
            <a:extLst xmlns:a="http://schemas.openxmlformats.org/drawingml/2006/main">
              <a:ext uri="{FF2B5EF4-FFF2-40B4-BE49-F238E27FC236}">
                <a16:creationId xmlns:a16="http://schemas.microsoft.com/office/drawing/2014/main" id="{067C01B3-E324-4FED-B718-BCF67BAC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命令側の接続</a:t>
            </a:r>
          </a:p>
        </p:txBody>
      </p:sp>
      <p:sp>
        <p:nvSpPr>
          <p:cNvPr id="48" name="text-408">
            <a:extLst xmlns:a="http://schemas.openxmlformats.org/drawingml/2006/main">
              <a:ext uri="{FF2B5EF4-FFF2-40B4-BE49-F238E27FC236}">
                <a16:creationId xmlns:a16="http://schemas.microsoft.com/office/drawing/2014/main" id="{286CFAF9-293D-4BD2-9592-11E02AFE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14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9" name="text-409">
            <a:extLst xmlns:a="http://schemas.openxmlformats.org/drawingml/2006/main">
              <a:ext uri="{FF2B5EF4-FFF2-40B4-BE49-F238E27FC236}">
                <a16:creationId xmlns:a16="http://schemas.microsoft.com/office/drawing/2014/main" id="{BEC63608-73D0-4004-9D61-D26D5D74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147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0" name="text-410">
            <a:extLst xmlns:a="http://schemas.openxmlformats.org/drawingml/2006/main">
              <a:ext uri="{FF2B5EF4-FFF2-40B4-BE49-F238E27FC236}">
                <a16:creationId xmlns:a16="http://schemas.microsoft.com/office/drawing/2014/main" id="{14F57EDF-2DA0-4B40-ABA5-7D9C207D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752850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バス経由で</a:t>
            </a:r>
          </a:p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51" name="wire-411">
            <a:extLst xmlns:a="http://schemas.openxmlformats.org/drawingml/2006/main">
              <a:ext uri="{FF2B5EF4-FFF2-40B4-BE49-F238E27FC236}">
                <a16:creationId xmlns:a16="http://schemas.microsoft.com/office/drawing/2014/main" id="{2985AD85-815F-43AC-A729-FF8EE327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2" name="wire-412">
            <a:extLst xmlns:a="http://schemas.openxmlformats.org/drawingml/2006/main">
              <a:ext uri="{FF2B5EF4-FFF2-40B4-BE49-F238E27FC236}">
                <a16:creationId xmlns:a16="http://schemas.microsoft.com/office/drawing/2014/main" id="{BDC72E9C-D719-4280-89EE-C4E0A99F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9525" cy="1819275"/>
          </a:xfrm>
          <a:custGeom xmlns:a="http://schemas.openxmlformats.org/drawingml/2006/main">
            <a:pathLst>
              <a:path w="9525" h="1819275">
                <a:moveTo>
                  <a:pt x="0" y="18192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3" name="wire-413">
            <a:extLst xmlns:a="http://schemas.openxmlformats.org/drawingml/2006/main">
              <a:ext uri="{FF2B5EF4-FFF2-40B4-BE49-F238E27FC236}">
                <a16:creationId xmlns:a16="http://schemas.microsoft.com/office/drawing/2014/main" id="{034F6146-1A4E-4276-82A8-4DDE408C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4" name="circuit-414">
            <a:extLst xmlns:a="http://schemas.openxmlformats.org/drawingml/2006/main">
              <a:ext uri="{FF2B5EF4-FFF2-40B4-BE49-F238E27FC236}">
                <a16:creationId xmlns:a16="http://schemas.microsoft.com/office/drawing/2014/main" id="{9BFD6E16-FF7E-4C14-A46F-2F64384E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69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5" name="text-415">
            <a:extLst xmlns:a="http://schemas.openxmlformats.org/drawingml/2006/main">
              <a:ext uri="{FF2B5EF4-FFF2-40B4-BE49-F238E27FC236}">
                <a16:creationId xmlns:a16="http://schemas.microsoft.com/office/drawing/2014/main" id="{4E109346-7133-4CB3-862B-78FB49C3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43375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56" name="circuit-416">
            <a:extLst xmlns:a="http://schemas.openxmlformats.org/drawingml/2006/main">
              <a:ext uri="{FF2B5EF4-FFF2-40B4-BE49-F238E27FC236}">
                <a16:creationId xmlns:a16="http://schemas.microsoft.com/office/drawing/2014/main" id="{9C402326-FDF3-4D20-B104-7AC7DFA5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90800"/>
            <a:ext cx="476250" cy="419100"/>
          </a:xfrm>
          <a:custGeom xmlns:a="http://schemas.openxmlformats.org/drawingml/2006/main">
            <a:pathLst>
              <a:path w="476250" h="419100">
                <a:moveTo>
                  <a:pt x="0" y="0"/>
                </a:moveTo>
                <a:lnTo>
                  <a:pt x="476250" y="114300"/>
                </a:lnTo>
                <a:lnTo>
                  <a:pt x="476250" y="304800"/>
                </a:lnTo>
                <a:lnTo>
                  <a:pt x="0" y="419100"/>
                </a:lnTo>
                <a:lnTo>
                  <a:pt x="0" y="285750"/>
                </a:lnTo>
                <a:lnTo>
                  <a:pt x="95250" y="20955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7" name="text-417">
            <a:extLst xmlns:a="http://schemas.openxmlformats.org/drawingml/2006/main">
              <a:ext uri="{FF2B5EF4-FFF2-40B4-BE49-F238E27FC236}">
                <a16:creationId xmlns:a16="http://schemas.microsoft.com/office/drawing/2014/main" id="{475A3629-5D8E-48F8-A352-2C891F82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6574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58" name="wire-418">
            <a:extLst xmlns:a="http://schemas.openxmlformats.org/drawingml/2006/main">
              <a:ext uri="{FF2B5EF4-FFF2-40B4-BE49-F238E27FC236}">
                <a16:creationId xmlns:a16="http://schemas.microsoft.com/office/drawing/2014/main" id="{8EAA0FEE-51F7-4B20-AEE4-3472CABE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9" name="wire-419">
            <a:extLst xmlns:a="http://schemas.openxmlformats.org/drawingml/2006/main">
              <a:ext uri="{FF2B5EF4-FFF2-40B4-BE49-F238E27FC236}">
                <a16:creationId xmlns:a16="http://schemas.microsoft.com/office/drawing/2014/main" id="{6CED8D0D-2A88-4CC8-A564-5C7BD67E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381000" cy="9525"/>
          </a:xfrm>
          <a:custGeom xmlns:a="http://schemas.openxmlformats.org/drawingml/2006/main"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0" name="circuit-420">
            <a:extLst xmlns:a="http://schemas.openxmlformats.org/drawingml/2006/main">
              <a:ext uri="{FF2B5EF4-FFF2-40B4-BE49-F238E27FC236}">
                <a16:creationId xmlns:a16="http://schemas.microsoft.com/office/drawing/2014/main" id="{E4954D30-D430-4270-B1E8-54DADA2D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641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1" name="text-421">
            <a:extLst xmlns:a="http://schemas.openxmlformats.org/drawingml/2006/main">
              <a:ext uri="{FF2B5EF4-FFF2-40B4-BE49-F238E27FC236}">
                <a16:creationId xmlns:a16="http://schemas.microsoft.com/office/drawing/2014/main" id="{4F8E9D4A-0D0E-4365-9A9B-6D9331BD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670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2" name="wire-422">
            <a:extLst xmlns:a="http://schemas.openxmlformats.org/drawingml/2006/main">
              <a:ext uri="{FF2B5EF4-FFF2-40B4-BE49-F238E27FC236}">
                <a16:creationId xmlns:a16="http://schemas.microsoft.com/office/drawing/2014/main" id="{C61540EC-8C12-4983-A306-FCD37410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0512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3" name="circuit-423">
            <a:extLst xmlns:a="http://schemas.openxmlformats.org/drawingml/2006/main">
              <a:ext uri="{FF2B5EF4-FFF2-40B4-BE49-F238E27FC236}">
                <a16:creationId xmlns:a16="http://schemas.microsoft.com/office/drawing/2014/main" id="{0BA0DCDA-3FFA-4C90-810C-CE5CB3E5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73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4" name="wire-424">
            <a:extLst xmlns:a="http://schemas.openxmlformats.org/drawingml/2006/main">
              <a:ext uri="{FF2B5EF4-FFF2-40B4-BE49-F238E27FC236}">
                <a16:creationId xmlns:a16="http://schemas.microsoft.com/office/drawing/2014/main" id="{B41803D0-0A22-4E2B-B908-F314CF22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5" name="wire-425">
            <a:extLst xmlns:a="http://schemas.openxmlformats.org/drawingml/2006/main">
              <a:ext uri="{FF2B5EF4-FFF2-40B4-BE49-F238E27FC236}">
                <a16:creationId xmlns:a16="http://schemas.microsoft.com/office/drawing/2014/main" id="{F0D6688D-55F7-4206-B711-6332F660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7650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6" name="wire-426">
            <a:extLst xmlns:a="http://schemas.openxmlformats.org/drawingml/2006/main">
              <a:ext uri="{FF2B5EF4-FFF2-40B4-BE49-F238E27FC236}">
                <a16:creationId xmlns:a16="http://schemas.microsoft.com/office/drawing/2014/main" id="{2B0E56E9-78D1-40F6-ACED-A7D1B0CD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866900" cy="9525"/>
          </a:xfrm>
          <a:custGeom xmlns:a="http://schemas.openxmlformats.org/drawingml/2006/main">
            <a:pathLst>
              <a:path w="1866900" h="9525">
                <a:moveTo>
                  <a:pt x="1866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7" name="wire-427">
            <a:extLst xmlns:a="http://schemas.openxmlformats.org/drawingml/2006/main">
              <a:ext uri="{FF2B5EF4-FFF2-40B4-BE49-F238E27FC236}">
                <a16:creationId xmlns:a16="http://schemas.microsoft.com/office/drawing/2014/main" id="{425689D4-83F9-4C58-B93B-C0E4E5B2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9525" cy="1381125"/>
          </a:xfrm>
          <a:custGeom xmlns:a="http://schemas.openxmlformats.org/drawingml/2006/main">
            <a:pathLst>
              <a:path w="9525" h="1381125">
                <a:moveTo>
                  <a:pt x="0" y="0"/>
                </a:moveTo>
                <a:lnTo>
                  <a:pt x="0" y="138112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8" name="wire-428">
            <a:extLst xmlns:a="http://schemas.openxmlformats.org/drawingml/2006/main">
              <a:ext uri="{FF2B5EF4-FFF2-40B4-BE49-F238E27FC236}">
                <a16:creationId xmlns:a16="http://schemas.microsoft.com/office/drawing/2014/main" id="{EF1511A4-D14E-407A-A232-2E09685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576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9" name="circuit-429">
            <a:extLst xmlns:a="http://schemas.openxmlformats.org/drawingml/2006/main">
              <a:ext uri="{FF2B5EF4-FFF2-40B4-BE49-F238E27FC236}">
                <a16:creationId xmlns:a16="http://schemas.microsoft.com/office/drawing/2014/main" id="{4B61C71B-4B46-428A-9A11-893ADC2E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0" name="text-430">
            <a:extLst xmlns:a="http://schemas.openxmlformats.org/drawingml/2006/main">
              <a:ext uri="{FF2B5EF4-FFF2-40B4-BE49-F238E27FC236}">
                <a16:creationId xmlns:a16="http://schemas.microsoft.com/office/drawing/2014/main" id="{D522D3CA-C62F-4A2E-929E-1AEC5350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907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71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A8E83553-4E61-48BD-B84C-21DB9D51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714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2" name="text-432">
            <a:extLst xmlns:a="http://schemas.openxmlformats.org/drawingml/2006/main">
              <a:ext uri="{FF2B5EF4-FFF2-40B4-BE49-F238E27FC236}">
                <a16:creationId xmlns:a16="http://schemas.microsoft.com/office/drawing/2014/main" id="{F28F9DF2-E470-4E18-A8CF-DDC6A955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95800"/>
            <a:ext cx="1171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73" name="text-433">
            <a:extLst xmlns:a="http://schemas.openxmlformats.org/drawingml/2006/main">
              <a:ext uri="{FF2B5EF4-FFF2-40B4-BE49-F238E27FC236}">
                <a16:creationId xmlns:a16="http://schemas.microsoft.com/office/drawing/2014/main" id="{FE2C3EAB-EDF9-4BA9-80B0-55C99C80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67125"/>
            <a:ext cx="9429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74" name="text-434">
            <a:extLst xmlns:a="http://schemas.openxmlformats.org/drawingml/2006/main">
              <a:ext uri="{FF2B5EF4-FFF2-40B4-BE49-F238E27FC236}">
                <a16:creationId xmlns:a16="http://schemas.microsoft.com/office/drawing/2014/main" id="{9BBB0C4E-C06C-4592-A803-B9381DBC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5" name="text-435">
            <a:extLst xmlns:a="http://schemas.openxmlformats.org/drawingml/2006/main">
              <a:ext uri="{FF2B5EF4-FFF2-40B4-BE49-F238E27FC236}">
                <a16:creationId xmlns:a16="http://schemas.microsoft.com/office/drawing/2014/main" id="{E480E102-70BA-4DAE-A39F-C50849C0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6" name="text-436">
            <a:extLst xmlns:a="http://schemas.openxmlformats.org/drawingml/2006/main">
              <a:ext uri="{FF2B5EF4-FFF2-40B4-BE49-F238E27FC236}">
                <a16:creationId xmlns:a16="http://schemas.microsoft.com/office/drawing/2014/main" id="{6778CD27-149D-4E13-98AA-706CC0BE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38150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7" name="text-437">
            <a:extLst xmlns:a="http://schemas.openxmlformats.org/drawingml/2006/main">
              <a:ext uri="{FF2B5EF4-FFF2-40B4-BE49-F238E27FC236}">
                <a16:creationId xmlns:a16="http://schemas.microsoft.com/office/drawing/2014/main" id="{63E19789-0CE9-4C93-AE31-DA16E6DD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7148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8" name="text-438">
            <a:extLst xmlns:a="http://schemas.openxmlformats.org/drawingml/2006/main">
              <a:ext uri="{FF2B5EF4-FFF2-40B4-BE49-F238E27FC236}">
                <a16:creationId xmlns:a16="http://schemas.microsoft.com/office/drawing/2014/main" id="{353EC27A-8B8F-4CCC-A032-4C94284B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79" name="text-439">
            <a:extLst xmlns:a="http://schemas.openxmlformats.org/drawingml/2006/main">
              <a:ext uri="{FF2B5EF4-FFF2-40B4-BE49-F238E27FC236}">
                <a16:creationId xmlns:a16="http://schemas.microsoft.com/office/drawing/2014/main" id="{E90AEAD6-8CE7-4E3E-AD1F-157634EF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0" name="circuit-440">
            <a:extLst xmlns:a="http://schemas.openxmlformats.org/drawingml/2006/main">
              <a:ext uri="{FF2B5EF4-FFF2-40B4-BE49-F238E27FC236}">
                <a16:creationId xmlns:a16="http://schemas.microsoft.com/office/drawing/2014/main" id="{B9850CD6-10E8-411D-9B92-F18D952A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95625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1" name="wire-441">
            <a:extLst xmlns:a="http://schemas.openxmlformats.org/drawingml/2006/main">
              <a:ext uri="{FF2B5EF4-FFF2-40B4-BE49-F238E27FC236}">
                <a16:creationId xmlns:a16="http://schemas.microsoft.com/office/drawing/2014/main" id="{E768336B-70E1-4735-B46E-0818F810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6227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82" name="text-442">
            <a:extLst xmlns:a="http://schemas.openxmlformats.org/drawingml/2006/main">
              <a:ext uri="{FF2B5EF4-FFF2-40B4-BE49-F238E27FC236}">
                <a16:creationId xmlns:a16="http://schemas.microsoft.com/office/drawing/2014/main" id="{452635D4-C80E-4259-B13A-F3A2254C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3" name="wire-443">
            <a:extLst xmlns:a="http://schemas.openxmlformats.org/drawingml/2006/main">
              <a:ext uri="{FF2B5EF4-FFF2-40B4-BE49-F238E27FC236}">
                <a16:creationId xmlns:a16="http://schemas.microsoft.com/office/drawing/2014/main" id="{452A7F74-5BA4-460A-8EF9-73F83301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84" name="circuit-444">
            <a:extLst xmlns:a="http://schemas.openxmlformats.org/drawingml/2006/main">
              <a:ext uri="{FF2B5EF4-FFF2-40B4-BE49-F238E27FC236}">
                <a16:creationId xmlns:a16="http://schemas.microsoft.com/office/drawing/2014/main" id="{C69CA9BC-5D59-465E-975E-806ECB93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5" name="text-445">
            <a:extLst xmlns:a="http://schemas.openxmlformats.org/drawingml/2006/main">
              <a:ext uri="{FF2B5EF4-FFF2-40B4-BE49-F238E27FC236}">
                <a16:creationId xmlns:a16="http://schemas.microsoft.com/office/drawing/2014/main" id="{01021BE4-6DBE-4FF6-B6DE-3BBC806E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9925"/>
            <a:ext cx="57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基準値</a:t>
            </a:r>
          </a:p>
        </p:txBody>
      </p:sp>
      <p:sp>
        <p:nvSpPr>
          <p:cNvPr id="86" name="stable-alu">
            <a:extLst xmlns:a="http://schemas.openxmlformats.org/drawingml/2006/main">
              <a:ext uri="{FF2B5EF4-FFF2-40B4-BE49-F238E27FC236}">
                <a16:creationId xmlns:a16="http://schemas.microsoft.com/office/drawing/2014/main" id="{5B8C5C8E-2D82-4D30-81CD-673BD4B1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86125"/>
            <a:ext cx="857250" cy="1143000"/>
          </a:xfrm>
          <a:custGeom xmlns:a="http://schemas.openxmlformats.org/drawingml/2006/main">
            <a:pathLst>
              <a:path w="857250" h="1143000">
                <a:moveTo>
                  <a:pt x="0" y="0"/>
                </a:moveTo>
                <a:lnTo>
                  <a:pt x="857250" y="209550"/>
                </a:lnTo>
                <a:lnTo>
                  <a:pt x="857250" y="933450"/>
                </a:lnTo>
                <a:lnTo>
                  <a:pt x="0" y="1143000"/>
                </a:lnTo>
                <a:lnTo>
                  <a:pt x="0" y="723900"/>
                </a:lnTo>
                <a:lnTo>
                  <a:pt x="219075" y="571500"/>
                </a:lnTo>
                <a:lnTo>
                  <a:pt x="0" y="4000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7" name="text-447">
            <a:extLst xmlns:a="http://schemas.openxmlformats.org/drawingml/2006/main">
              <a:ext uri="{FF2B5EF4-FFF2-40B4-BE49-F238E27FC236}">
                <a16:creationId xmlns:a16="http://schemas.microsoft.com/office/drawing/2014/main" id="{129EEB6A-1823-4E6F-AB00-A122BE94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671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8" name="text-448">
            <a:extLst xmlns:a="http://schemas.openxmlformats.org/drawingml/2006/main">
              <a:ext uri="{FF2B5EF4-FFF2-40B4-BE49-F238E27FC236}">
                <a16:creationId xmlns:a16="http://schemas.microsoft.com/office/drawing/2014/main" id="{59205CBF-ECE4-46C3-8761-58E5FFFA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71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9" name="wire-449">
            <a:extLst xmlns:a="http://schemas.openxmlformats.org/drawingml/2006/main">
              <a:ext uri="{FF2B5EF4-FFF2-40B4-BE49-F238E27FC236}">
                <a16:creationId xmlns:a16="http://schemas.microsoft.com/office/drawing/2014/main" id="{9B794466-6F10-4F8D-BD03-F24D0E5D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857250" cy="9525"/>
          </a:xfrm>
          <a:custGeom xmlns:a="http://schemas.openxmlformats.org/drawingml/2006/main"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0" name="circuit-450">
            <a:extLst xmlns:a="http://schemas.openxmlformats.org/drawingml/2006/main">
              <a:ext uri="{FF2B5EF4-FFF2-40B4-BE49-F238E27FC236}">
                <a16:creationId xmlns:a16="http://schemas.microsoft.com/office/drawing/2014/main" id="{985B1CC7-B2E0-4180-9207-6F8CD90E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1" name="text-451">
            <a:extLst xmlns:a="http://schemas.openxmlformats.org/drawingml/2006/main">
              <a:ext uri="{FF2B5EF4-FFF2-40B4-BE49-F238E27FC236}">
                <a16:creationId xmlns:a16="http://schemas.microsoft.com/office/drawing/2014/main" id="{A48836CF-1BD4-45CD-9E97-FCC85DE6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486150"/>
            <a:ext cx="42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92" name="wire-452">
            <a:extLst xmlns:a="http://schemas.openxmlformats.org/drawingml/2006/main">
              <a:ext uri="{FF2B5EF4-FFF2-40B4-BE49-F238E27FC236}">
                <a16:creationId xmlns:a16="http://schemas.microsoft.com/office/drawing/2014/main" id="{FDBF58AD-ED13-4EEC-B956-975DCA56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3" name="wire-453">
            <a:extLst xmlns:a="http://schemas.openxmlformats.org/drawingml/2006/main">
              <a:ext uri="{FF2B5EF4-FFF2-40B4-BE49-F238E27FC236}">
                <a16:creationId xmlns:a16="http://schemas.microsoft.com/office/drawing/2014/main" id="{3F4888D9-5667-4F99-899D-1045A84D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48125"/>
            <a:ext cx="9525" cy="1190625"/>
          </a:xfrm>
          <a:custGeom xmlns:a="http://schemas.openxmlformats.org/drawingml/2006/main">
            <a:pathLst>
              <a:path w="9525" h="1190625">
                <a:moveTo>
                  <a:pt x="0" y="0"/>
                </a:moveTo>
                <a:lnTo>
                  <a:pt x="0" y="11906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4" name="wire-454">
            <a:extLst xmlns:a="http://schemas.openxmlformats.org/drawingml/2006/main">
              <a:ext uri="{FF2B5EF4-FFF2-40B4-BE49-F238E27FC236}">
                <a16:creationId xmlns:a16="http://schemas.microsoft.com/office/drawing/2014/main" id="{6A9E7D13-754E-4023-87AD-3B239B74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38750"/>
            <a:ext cx="2190750" cy="9525"/>
          </a:xfrm>
          <a:custGeom xmlns:a="http://schemas.openxmlformats.org/drawingml/2006/main"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5" name="wire-455">
            <a:extLst xmlns:a="http://schemas.openxmlformats.org/drawingml/2006/main">
              <a:ext uri="{FF2B5EF4-FFF2-40B4-BE49-F238E27FC236}">
                <a16:creationId xmlns:a16="http://schemas.microsoft.com/office/drawing/2014/main" id="{9377E522-FE6A-4394-A18F-6F395CE4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9525" cy="904875"/>
          </a:xfrm>
          <a:custGeom xmlns:a="http://schemas.openxmlformats.org/drawingml/2006/main">
            <a:pathLst>
              <a:path w="9525" h="904875">
                <a:moveTo>
                  <a:pt x="0" y="904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6" name="wire-456">
            <a:extLst xmlns:a="http://schemas.openxmlformats.org/drawingml/2006/main">
              <a:ext uri="{FF2B5EF4-FFF2-40B4-BE49-F238E27FC236}">
                <a16:creationId xmlns:a16="http://schemas.microsoft.com/office/drawing/2014/main" id="{3FBE661D-4082-467D-AC04-EA6494BD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200025" cy="9525"/>
          </a:xfrm>
          <a:custGeom xmlns:a="http://schemas.openxmlformats.org/drawingml/2006/main">
            <a:pathLst>
              <a:path w="200025" h="9525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7" name="circuit-457">
            <a:extLst xmlns:a="http://schemas.openxmlformats.org/drawingml/2006/main">
              <a:ext uri="{FF2B5EF4-FFF2-40B4-BE49-F238E27FC236}">
                <a16:creationId xmlns:a16="http://schemas.microsoft.com/office/drawing/2014/main" id="{AA2EFC87-1A07-40D5-A7DA-3DE1A13B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8" name="text-458">
            <a:extLst xmlns:a="http://schemas.openxmlformats.org/drawingml/2006/main">
              <a:ext uri="{FF2B5EF4-FFF2-40B4-BE49-F238E27FC236}">
                <a16:creationId xmlns:a16="http://schemas.microsoft.com/office/drawing/2014/main" id="{246DDA60-A7F8-4FB6-9EAC-7B77B7DD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書く値</a:t>
            </a:r>
          </a:p>
        </p:txBody>
      </p:sp>
      <p:sp>
        <p:nvSpPr>
          <p:cNvPr id="99" name="stable-bus">
            <a:extLst xmlns:a="http://schemas.openxmlformats.org/drawingml/2006/main">
              <a:ext uri="{FF2B5EF4-FFF2-40B4-BE49-F238E27FC236}">
                <a16:creationId xmlns:a16="http://schemas.microsoft.com/office/drawing/2014/main" id="{D18B35F5-8429-4191-8569-8A6D3D93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857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0" name="text-460">
            <a:extLst xmlns:a="http://schemas.openxmlformats.org/drawingml/2006/main">
              <a:ext uri="{FF2B5EF4-FFF2-40B4-BE49-F238E27FC236}">
                <a16:creationId xmlns:a16="http://schemas.microsoft.com/office/drawing/2014/main" id="{55F74864-4991-4149-856E-AF78BAE5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52775"/>
            <a:ext cx="7048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</a:t>
            </a:r>
          </a:p>
        </p:txBody>
      </p:sp>
      <p:sp>
        <p:nvSpPr>
          <p:cNvPr id="101" name="text-461">
            <a:extLst xmlns:a="http://schemas.openxmlformats.org/drawingml/2006/main">
              <a:ext uri="{FF2B5EF4-FFF2-40B4-BE49-F238E27FC236}">
                <a16:creationId xmlns:a16="http://schemas.microsoft.com/office/drawing/2014/main" id="{1C9BD311-DDF7-44CE-81B6-2CAB55AC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102" name="wire-462">
            <a:extLst xmlns:a="http://schemas.openxmlformats.org/drawingml/2006/main">
              <a:ext uri="{FF2B5EF4-FFF2-40B4-BE49-F238E27FC236}">
                <a16:creationId xmlns:a16="http://schemas.microsoft.com/office/drawing/2014/main" id="{7E4E9718-B78A-4E91-BF0C-B4064C73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3" name="circuit-463">
            <a:extLst xmlns:a="http://schemas.openxmlformats.org/drawingml/2006/main">
              <a:ext uri="{FF2B5EF4-FFF2-40B4-BE49-F238E27FC236}">
                <a16:creationId xmlns:a16="http://schemas.microsoft.com/office/drawing/2014/main" id="{E0D5E81C-FB52-4363-83AE-8AC54233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4" name="wire-464">
            <a:extLst xmlns:a="http://schemas.openxmlformats.org/drawingml/2006/main">
              <a:ext uri="{FF2B5EF4-FFF2-40B4-BE49-F238E27FC236}">
                <a16:creationId xmlns:a16="http://schemas.microsoft.com/office/drawing/2014/main" id="{1A0D7B6B-1496-46E8-8FC2-8BE13610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619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5" name="circuit-465">
            <a:extLst xmlns:a="http://schemas.openxmlformats.org/drawingml/2006/main">
              <a:ext uri="{FF2B5EF4-FFF2-40B4-BE49-F238E27FC236}">
                <a16:creationId xmlns:a16="http://schemas.microsoft.com/office/drawing/2014/main" id="{E47A9589-7476-44AD-A62E-C0203E2F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6" name="wire-466">
            <a:extLst xmlns:a="http://schemas.openxmlformats.org/drawingml/2006/main">
              <a:ext uri="{FF2B5EF4-FFF2-40B4-BE49-F238E27FC236}">
                <a16:creationId xmlns:a16="http://schemas.microsoft.com/office/drawing/2014/main" id="{693F0E88-C651-4126-95DC-0C7FB58A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9525" cy="1333500"/>
          </a:xfrm>
          <a:custGeom xmlns:a="http://schemas.openxmlformats.org/drawingml/2006/main">
            <a:pathLst>
              <a:path w="9525" h="1333500">
                <a:moveTo>
                  <a:pt x="0" y="0"/>
                </a:moveTo>
                <a:lnTo>
                  <a:pt x="0" y="1333500"/>
                </a:lnTo>
              </a:path>
            </a:pathLst>
          </a:custGeom>
          <a:noFill xmlns:a="http://schemas.openxmlformats.org/drawingml/2006/main"/>
          <a:ln xmlns:a="http://schemas.openxmlformats.org/drawingml/2006/main" w="30480">
            <a:solidFill>
              <a:srgbClr val="231F20"/>
            </a:solidFill>
          </a:ln>
        </p:spPr>
      </p:sp>
      <p:sp>
        <p:nvSpPr>
          <p:cNvPr id="107" name="text-467">
            <a:extLst xmlns:a="http://schemas.openxmlformats.org/drawingml/2006/main">
              <a:ext uri="{FF2B5EF4-FFF2-40B4-BE49-F238E27FC236}">
                <a16:creationId xmlns:a16="http://schemas.microsoft.com/office/drawing/2014/main" id="{80282251-A22A-4CEB-A1D2-2049799C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400675"/>
            <a:ext cx="97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08" name="wire-468">
            <a:extLst xmlns:a="http://schemas.openxmlformats.org/drawingml/2006/main">
              <a:ext uri="{FF2B5EF4-FFF2-40B4-BE49-F238E27FC236}">
                <a16:creationId xmlns:a16="http://schemas.microsoft.com/office/drawing/2014/main" id="{31BAF987-6263-4EE1-88DF-06325062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09" name="circuit-469">
            <a:extLst xmlns:a="http://schemas.openxmlformats.org/drawingml/2006/main">
              <a:ext uri="{FF2B5EF4-FFF2-40B4-BE49-F238E27FC236}">
                <a16:creationId xmlns:a16="http://schemas.microsoft.com/office/drawing/2014/main" id="{758D1716-ED32-4E1E-BB3A-4840A337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10" name="wire-470">
            <a:extLst xmlns:a="http://schemas.openxmlformats.org/drawingml/2006/main">
              <a:ext uri="{FF2B5EF4-FFF2-40B4-BE49-F238E27FC236}">
                <a16:creationId xmlns:a16="http://schemas.microsoft.com/office/drawing/2014/main" id="{354B6B29-99AC-4B2E-8FA8-EFCDC50E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11" name="circuit-471">
            <a:extLst xmlns:a="http://schemas.openxmlformats.org/drawingml/2006/main">
              <a:ext uri="{FF2B5EF4-FFF2-40B4-BE49-F238E27FC236}">
                <a16:creationId xmlns:a16="http://schemas.microsoft.com/office/drawing/2014/main" id="{6AAC919D-C4DB-4F7C-99DC-DEB4F741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12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8BAA1B0C-21F5-42CA-9D98-C1C9A9D3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333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3" name="text-473">
            <a:extLst xmlns:a="http://schemas.openxmlformats.org/drawingml/2006/main">
              <a:ext uri="{FF2B5EF4-FFF2-40B4-BE49-F238E27FC236}">
                <a16:creationId xmlns:a16="http://schemas.microsoft.com/office/drawing/2014/main" id="{7F3D2422-4E53-49DD-BDC1-067C945C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286125"/>
            <a:ext cx="1200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14" name="text-474">
            <a:extLst xmlns:a="http://schemas.openxmlformats.org/drawingml/2006/main">
              <a:ext uri="{FF2B5EF4-FFF2-40B4-BE49-F238E27FC236}">
                <a16:creationId xmlns:a16="http://schemas.microsoft.com/office/drawing/2014/main" id="{6A12A841-9A5B-4D43-AAAD-F944FEF6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857625"/>
            <a:ext cx="12001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コピーした</a:t>
            </a:r>
          </a:p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プログラム</a:t>
            </a:r>
          </a:p>
        </p:txBody>
      </p:sp>
      <p:sp>
        <p:nvSpPr>
          <p:cNvPr id="115" name="wire-475">
            <a:extLst xmlns:a="http://schemas.openxmlformats.org/drawingml/2006/main">
              <a:ext uri="{FF2B5EF4-FFF2-40B4-BE49-F238E27FC236}">
                <a16:creationId xmlns:a16="http://schemas.microsoft.com/office/drawing/2014/main" id="{C91FDA32-39DE-4304-9FD3-6504942F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85725" cy="9525"/>
          </a:xfrm>
          <a:custGeom xmlns:a="http://schemas.openxmlformats.org/drawingml/2006/main">
            <a:pathLst>
              <a:path w="85725" h="9525">
                <a:moveTo>
                  <a:pt x="85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116" name="wire-476">
            <a:extLst xmlns:a="http://schemas.openxmlformats.org/drawingml/2006/main">
              <a:ext uri="{FF2B5EF4-FFF2-40B4-BE49-F238E27FC236}">
                <a16:creationId xmlns:a16="http://schemas.microsoft.com/office/drawing/2014/main" id="{E6F68F5A-8BE9-4545-B327-1B144C6F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9525" cy="981075"/>
          </a:xfrm>
          <a:custGeom xmlns:a="http://schemas.openxmlformats.org/drawingml/2006/main">
            <a:pathLst>
              <a:path w="9525" h="981075">
                <a:moveTo>
                  <a:pt x="0" y="0"/>
                </a:moveTo>
                <a:lnTo>
                  <a:pt x="0" y="9810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117" name="wire-477">
            <a:extLst xmlns:a="http://schemas.openxmlformats.org/drawingml/2006/main">
              <a:ext uri="{FF2B5EF4-FFF2-40B4-BE49-F238E27FC236}">
                <a16:creationId xmlns:a16="http://schemas.microsoft.com/office/drawing/2014/main" id="{544F97F4-E701-40E9-9645-F3E07923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743575"/>
            <a:ext cx="4629150" cy="9525"/>
          </a:xfrm>
          <a:custGeom xmlns:a="http://schemas.openxmlformats.org/drawingml/2006/main">
            <a:pathLst>
              <a:path w="4629150" h="9525">
                <a:moveTo>
                  <a:pt x="46291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118" name="wire-478">
            <a:extLst xmlns:a="http://schemas.openxmlformats.org/drawingml/2006/main">
              <a:ext uri="{FF2B5EF4-FFF2-40B4-BE49-F238E27FC236}">
                <a16:creationId xmlns:a16="http://schemas.microsoft.com/office/drawing/2014/main" id="{1929C7DA-17AC-4222-8B90-EF8947B1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9525" cy="885825"/>
          </a:xfrm>
          <a:custGeom xmlns:a="http://schemas.openxmlformats.org/drawingml/2006/main">
            <a:pathLst>
              <a:path w="9525" h="885825">
                <a:moveTo>
                  <a:pt x="0" y="885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119" name="wire-479">
            <a:extLst xmlns:a="http://schemas.openxmlformats.org/drawingml/2006/main">
              <a:ext uri="{FF2B5EF4-FFF2-40B4-BE49-F238E27FC236}">
                <a16:creationId xmlns:a16="http://schemas.microsoft.com/office/drawing/2014/main" id="{B2E99DC9-A2A3-45E3-AC33-DD0A7F2C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120" name="circuit-480">
            <a:extLst xmlns:a="http://schemas.openxmlformats.org/drawingml/2006/main">
              <a:ext uri="{FF2B5EF4-FFF2-40B4-BE49-F238E27FC236}">
                <a16:creationId xmlns:a16="http://schemas.microsoft.com/office/drawing/2014/main" id="{7092BED5-8AE3-4F4A-9EC5-CA429D09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6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21" name="text-481">
            <a:extLst xmlns:a="http://schemas.openxmlformats.org/drawingml/2006/main">
              <a:ext uri="{FF2B5EF4-FFF2-40B4-BE49-F238E27FC236}">
                <a16:creationId xmlns:a16="http://schemas.microsoft.com/office/drawing/2014/main" id="{869450E9-FD08-43E4-ACF3-9CDC2E98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00725"/>
            <a:ext cx="1676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読んだ値</a:t>
            </a:r>
          </a:p>
        </p:txBody>
      </p:sp>
      <p:sp>
        <p:nvSpPr>
          <p:cNvPr id="122" name="wire-482">
            <a:extLst xmlns:a="http://schemas.openxmlformats.org/drawingml/2006/main">
              <a:ext uri="{FF2B5EF4-FFF2-40B4-BE49-F238E27FC236}">
                <a16:creationId xmlns:a16="http://schemas.microsoft.com/office/drawing/2014/main" id="{D1A7CF9B-22CA-4CF6-81B6-90F0C16F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911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23" name="circuit-483">
            <a:extLst xmlns:a="http://schemas.openxmlformats.org/drawingml/2006/main">
              <a:ext uri="{FF2B5EF4-FFF2-40B4-BE49-F238E27FC236}">
                <a16:creationId xmlns:a16="http://schemas.microsoft.com/office/drawing/2014/main" id="{03D13B66-7A76-44DC-8B8E-A02643A9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159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24" name="wire-484">
            <a:extLst xmlns:a="http://schemas.openxmlformats.org/drawingml/2006/main">
              <a:ext uri="{FF2B5EF4-FFF2-40B4-BE49-F238E27FC236}">
                <a16:creationId xmlns:a16="http://schemas.microsoft.com/office/drawing/2014/main" id="{DD459964-953B-4EDB-BB84-01F36072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911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25" name="circuit-485">
            <a:extLst xmlns:a="http://schemas.openxmlformats.org/drawingml/2006/main">
              <a:ext uri="{FF2B5EF4-FFF2-40B4-BE49-F238E27FC236}">
                <a16:creationId xmlns:a16="http://schemas.microsoft.com/office/drawing/2014/main" id="{73E2FAC4-CF89-4D3E-95F1-D8062CC6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596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2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26" name="stable-sd">
            <a:extLst xmlns:a="http://schemas.openxmlformats.org/drawingml/2006/main">
              <a:ext uri="{FF2B5EF4-FFF2-40B4-BE49-F238E27FC236}">
                <a16:creationId xmlns:a16="http://schemas.microsoft.com/office/drawing/2014/main" id="{EF2D1DC1-1BDF-4011-AB83-D79E15E2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05375"/>
            <a:ext cx="133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27" name="text-487">
            <a:extLst xmlns:a="http://schemas.openxmlformats.org/drawingml/2006/main">
              <a:ext uri="{FF2B5EF4-FFF2-40B4-BE49-F238E27FC236}">
                <a16:creationId xmlns:a16="http://schemas.microsoft.com/office/drawing/2014/main" id="{504CFCEC-7B52-40D3-84CB-D471F575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962525"/>
            <a:ext cx="118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128" name="wire-488">
            <a:extLst xmlns:a="http://schemas.openxmlformats.org/drawingml/2006/main">
              <a:ext uri="{FF2B5EF4-FFF2-40B4-BE49-F238E27FC236}">
                <a16:creationId xmlns:a16="http://schemas.microsoft.com/office/drawing/2014/main" id="{F5AD5465-5715-48E7-B1AE-9D7BEEB1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29" name="circuit-489">
            <a:extLst xmlns:a="http://schemas.openxmlformats.org/drawingml/2006/main">
              <a:ext uri="{FF2B5EF4-FFF2-40B4-BE49-F238E27FC236}">
                <a16:creationId xmlns:a16="http://schemas.microsoft.com/office/drawing/2014/main" id="{B68BFB7A-5D2D-4C05-8094-86ADF5B1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561975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0" name="wire-490">
            <a:extLst xmlns:a="http://schemas.openxmlformats.org/drawingml/2006/main">
              <a:ext uri="{FF2B5EF4-FFF2-40B4-BE49-F238E27FC236}">
                <a16:creationId xmlns:a16="http://schemas.microsoft.com/office/drawing/2014/main" id="{5498501D-9F45-4D95-B744-3F5FA3B0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2190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31" name="circuit-491">
            <a:extLst xmlns:a="http://schemas.openxmlformats.org/drawingml/2006/main">
              <a:ext uri="{FF2B5EF4-FFF2-40B4-BE49-F238E27FC236}">
                <a16:creationId xmlns:a16="http://schemas.microsoft.com/office/drawing/2014/main" id="{D79DD6B9-932B-48B6-BCE0-5DF38B9A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547687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32" name="stable-card">
            <a:extLst xmlns:a="http://schemas.openxmlformats.org/drawingml/2006/main">
              <a:ext uri="{FF2B5EF4-FFF2-40B4-BE49-F238E27FC236}">
                <a16:creationId xmlns:a16="http://schemas.microsoft.com/office/drawing/2014/main" id="{14FD2380-EFE5-4D41-BAF6-2B0C5733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6959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3" name="text-493">
            <a:extLst xmlns:a="http://schemas.openxmlformats.org/drawingml/2006/main">
              <a:ext uri="{FF2B5EF4-FFF2-40B4-BE49-F238E27FC236}">
                <a16:creationId xmlns:a16="http://schemas.microsoft.com/office/drawing/2014/main" id="{10A526BA-75F6-4777-B0A4-3996ECF5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753100"/>
            <a:ext cx="118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SDカード</a:t>
            </a:r>
          </a:p>
        </p:txBody>
      </p:sp>
      <p:sp>
        <p:nvSpPr>
          <p:cNvPr id="134" name="wire-494">
            <a:extLst xmlns:a="http://schemas.openxmlformats.org/drawingml/2006/main">
              <a:ext uri="{FF2B5EF4-FFF2-40B4-BE49-F238E27FC236}">
                <a16:creationId xmlns:a16="http://schemas.microsoft.com/office/drawing/2014/main" id="{445DD593-34EB-4A0E-B28D-EFBED87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19625"/>
            <a:ext cx="9525" cy="809625"/>
          </a:xfrm>
          <a:custGeom xmlns:a="http://schemas.openxmlformats.org/drawingml/2006/main">
            <a:pathLst>
              <a:path w="9525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5" name="wire-495">
            <a:extLst xmlns:a="http://schemas.openxmlformats.org/drawingml/2006/main">
              <a:ext uri="{FF2B5EF4-FFF2-40B4-BE49-F238E27FC236}">
                <a16:creationId xmlns:a16="http://schemas.microsoft.com/office/drawing/2014/main" id="{0DBEE9DC-F15B-436F-BB4A-760403DE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6200775" cy="9525"/>
          </a:xfrm>
          <a:custGeom xmlns:a="http://schemas.openxmlformats.org/drawingml/2006/main">
            <a:pathLst>
              <a:path w="6200775" h="9525">
                <a:moveTo>
                  <a:pt x="0" y="0"/>
                </a:moveTo>
                <a:lnTo>
                  <a:pt x="6200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6" name="wire-496">
            <a:extLst xmlns:a="http://schemas.openxmlformats.org/drawingml/2006/main">
              <a:ext uri="{FF2B5EF4-FFF2-40B4-BE49-F238E27FC236}">
                <a16:creationId xmlns:a16="http://schemas.microsoft.com/office/drawing/2014/main" id="{B3B1D11B-F94F-4CF0-B445-C00AE6C8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9525" cy="2190750"/>
          </a:xfrm>
          <a:custGeom xmlns:a="http://schemas.openxmlformats.org/drawingml/2006/main">
            <a:pathLst>
              <a:path w="9525" h="2190750">
                <a:moveTo>
                  <a:pt x="0" y="2190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7" name="wire-497">
            <a:extLst xmlns:a="http://schemas.openxmlformats.org/drawingml/2006/main">
              <a:ext uri="{FF2B5EF4-FFF2-40B4-BE49-F238E27FC236}">
                <a16:creationId xmlns:a16="http://schemas.microsoft.com/office/drawing/2014/main" id="{6D868730-0D82-42FB-B3CA-D939897A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466725" cy="9525"/>
          </a:xfrm>
          <a:custGeom xmlns:a="http://schemas.openxmlformats.org/drawingml/2006/main">
            <a:pathLst>
              <a:path w="466725" h="9525">
                <a:moveTo>
                  <a:pt x="0" y="0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8" name="circuit-498">
            <a:extLst xmlns:a="http://schemas.openxmlformats.org/drawingml/2006/main">
              <a:ext uri="{FF2B5EF4-FFF2-40B4-BE49-F238E27FC236}">
                <a16:creationId xmlns:a16="http://schemas.microsoft.com/office/drawing/2014/main" id="{70DC1B43-97B1-4452-A6DF-50CEE2EE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70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9" name="wire-499">
            <a:extLst xmlns:a="http://schemas.openxmlformats.org/drawingml/2006/main">
              <a:ext uri="{FF2B5EF4-FFF2-40B4-BE49-F238E27FC236}">
                <a16:creationId xmlns:a16="http://schemas.microsoft.com/office/drawing/2014/main" id="{1A0C5964-6B1B-4873-B364-CEDAD281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600075" cy="9525"/>
          </a:xfrm>
          <a:custGeom xmlns:a="http://schemas.openxmlformats.org/drawingml/2006/main">
            <a:pathLst>
              <a:path w="600075" h="9525">
                <a:moveTo>
                  <a:pt x="6000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0" name="wire-500">
            <a:extLst xmlns:a="http://schemas.openxmlformats.org/drawingml/2006/main">
              <a:ext uri="{FF2B5EF4-FFF2-40B4-BE49-F238E27FC236}">
                <a16:creationId xmlns:a16="http://schemas.microsoft.com/office/drawing/2014/main" id="{165BAC11-B6F2-4E83-9425-AD850036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9525" cy="2143125"/>
          </a:xfrm>
          <a:custGeom xmlns:a="http://schemas.openxmlformats.org/drawingml/2006/main">
            <a:pathLst>
              <a:path w="9525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1" name="wire-501">
            <a:extLst xmlns:a="http://schemas.openxmlformats.org/drawingml/2006/main">
              <a:ext uri="{FF2B5EF4-FFF2-40B4-BE49-F238E27FC236}">
                <a16:creationId xmlns:a16="http://schemas.microsoft.com/office/drawing/2014/main" id="{7B4AA86B-9303-477E-8C46-2AD9D449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572125"/>
            <a:ext cx="4876800" cy="9525"/>
          </a:xfrm>
          <a:custGeom xmlns:a="http://schemas.openxmlformats.org/drawingml/2006/main">
            <a:pathLst>
              <a:path w="4876800" h="9525">
                <a:moveTo>
                  <a:pt x="48768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2" name="wire-502">
            <a:extLst xmlns:a="http://schemas.openxmlformats.org/drawingml/2006/main">
              <a:ext uri="{FF2B5EF4-FFF2-40B4-BE49-F238E27FC236}">
                <a16:creationId xmlns:a16="http://schemas.microsoft.com/office/drawing/2014/main" id="{B8D09DBA-71FF-4227-81E7-B27BA0A5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619625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3" name="circuit-503">
            <a:extLst xmlns:a="http://schemas.openxmlformats.org/drawingml/2006/main">
              <a:ext uri="{FF2B5EF4-FFF2-40B4-BE49-F238E27FC236}">
                <a16:creationId xmlns:a16="http://schemas.microsoft.com/office/drawing/2014/main" id="{3F473730-C626-4E0C-A627-C1A82C60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4193" y="461962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4" name="text-504">
            <a:extLst xmlns:a="http://schemas.openxmlformats.org/drawingml/2006/main">
              <a:ext uri="{FF2B5EF4-FFF2-40B4-BE49-F238E27FC236}">
                <a16:creationId xmlns:a16="http://schemas.microsoft.com/office/drawing/2014/main" id="{AD820264-507A-4FFE-AAB8-6ADE065B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コピーした命令を、前の図と同じ経路で読み、実行する</a:t>
            </a:r>
          </a:p>
        </p:txBody>
      </p:sp>
      <p:sp>
        <p:nvSpPr>
          <p:cNvPr id="145" name="text-505">
            <a:extLst xmlns:a="http://schemas.openxmlformats.org/drawingml/2006/main">
              <a:ext uri="{FF2B5EF4-FFF2-40B4-BE49-F238E27FC236}">
                <a16:creationId xmlns:a16="http://schemas.microsoft.com/office/drawing/2014/main" id="{F6DD24D7-67A3-41CA-B5DE-5D739F31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5</a:t>
            </a:r>
          </a:p>
        </p:txBody>
      </p:sp>
      <p:sp>
        <p:nvSpPr>
          <p:cNvPr id="146" name="text-506">
            <a:extLst xmlns:a="http://schemas.openxmlformats.org/drawingml/2006/main">
              <a:ext uri="{FF2B5EF4-FFF2-40B4-BE49-F238E27FC236}">
                <a16:creationId xmlns:a16="http://schemas.microsoft.com/office/drawing/2014/main" id="{1FA9B959-1B04-4924-9084-D713AB51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CPUが制御回路を操作して読み書きする。SDカードとDDR3を直接つなぐ線はない</a:t>
            </a:r>
          </a:p>
        </p:txBody>
      </p:sp>
    </p:spTree>
    <p:extLst>
      <p:ext uri="{BB962C8B-B14F-4D97-AF65-F5344CB8AC3E}">
        <p14:creationId xmlns:p14="http://schemas.microsoft.com/office/powerpoint/2010/main" val="1803976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text-507">
            <a:extLst xmlns:a="http://schemas.openxmlformats.org/drawingml/2006/main">
              <a:ext uri="{FF2B5EF4-FFF2-40B4-BE49-F238E27FC236}">
                <a16:creationId xmlns:a16="http://schemas.microsoft.com/office/drawing/2014/main" id="{7F96E082-A737-4A4C-B674-E7AEC01C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" name="text-508">
            <a:extLst xmlns:a="http://schemas.openxmlformats.org/drawingml/2006/main">
              <a:ext uri="{FF2B5EF4-FFF2-40B4-BE49-F238E27FC236}">
                <a16:creationId xmlns:a16="http://schemas.microsoft.com/office/drawing/2014/main" id="{004592AD-FF0C-4D23-9D79-6E85B2AB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RasterIXを追加し、swで描画命令を渡す</a:t>
            </a:r>
          </a:p>
        </p:txBody>
      </p:sp>
      <p:sp>
        <p:nvSpPr>
          <p:cNvPr id="3" name="text-509">
            <a:extLst xmlns:a="http://schemas.openxmlformats.org/drawingml/2006/main">
              <a:ext uri="{FF2B5EF4-FFF2-40B4-BE49-F238E27FC236}">
                <a16:creationId xmlns:a16="http://schemas.microsoft.com/office/drawing/2014/main" id="{E39EBEBD-0D1D-496D-A4BC-222E6BD7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C8DEAFE8-1A99-419D-8F94-8E50BCC3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sw x1, 0(x2)　：　描画用の番地Bへ、数値Dを書く</a:t>
            </a:r>
          </a:p>
        </p:txBody>
      </p:sp>
      <p:sp>
        <p:nvSpPr>
          <p:cNvPr id="5" name="text-511">
            <a:extLst xmlns:a="http://schemas.openxmlformats.org/drawingml/2006/main">
              <a:ext uri="{FF2B5EF4-FFF2-40B4-BE49-F238E27FC236}">
                <a16:creationId xmlns:a16="http://schemas.microsoft.com/office/drawing/2014/main" id="{3AFAA6C2-1B66-4FBC-85FB-741E7942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6" name="block-512">
            <a:extLst xmlns:a="http://schemas.openxmlformats.org/drawingml/2006/main">
              <a:ext uri="{FF2B5EF4-FFF2-40B4-BE49-F238E27FC236}">
                <a16:creationId xmlns:a16="http://schemas.microsoft.com/office/drawing/2014/main" id="{1BFACE05-73D7-4B8D-9234-11F4CACC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95475"/>
            <a:ext cx="2057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" name="text-513">
            <a:extLst xmlns:a="http://schemas.openxmlformats.org/drawingml/2006/main">
              <a:ext uri="{FF2B5EF4-FFF2-40B4-BE49-F238E27FC236}">
                <a16:creationId xmlns:a16="http://schemas.microsoft.com/office/drawing/2014/main" id="{94D500EC-6189-4C0F-81E3-05A96359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95475"/>
            <a:ext cx="201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" name="text-514">
            <a:extLst xmlns:a="http://schemas.openxmlformats.org/drawingml/2006/main">
              <a:ext uri="{FF2B5EF4-FFF2-40B4-BE49-F238E27FC236}">
                <a16:creationId xmlns:a16="http://schemas.microsoft.com/office/drawing/2014/main" id="{613AD643-9CC9-4B10-B2E1-77876074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573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9" name="block-515">
            <a:extLst xmlns:a="http://schemas.openxmlformats.org/drawingml/2006/main">
              <a:ext uri="{FF2B5EF4-FFF2-40B4-BE49-F238E27FC236}">
                <a16:creationId xmlns:a16="http://schemas.microsoft.com/office/drawing/2014/main" id="{1A9235B5-2B40-4A2B-B0F2-30DBF9C6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" name="text-516">
            <a:extLst xmlns:a="http://schemas.openxmlformats.org/drawingml/2006/main">
              <a:ext uri="{FF2B5EF4-FFF2-40B4-BE49-F238E27FC236}">
                <a16:creationId xmlns:a16="http://schemas.microsoft.com/office/drawing/2014/main" id="{C26DEFAF-F5C1-477C-9B07-25756333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text-517">
            <a:extLst xmlns:a="http://schemas.openxmlformats.org/drawingml/2006/main">
              <a:ext uri="{FF2B5EF4-FFF2-40B4-BE49-F238E27FC236}">
                <a16:creationId xmlns:a16="http://schemas.microsoft.com/office/drawing/2014/main" id="{E083FC53-836E-4DB5-B0B5-77CB27A1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A1の番号</a:t>
            </a:r>
          </a:p>
        </p:txBody>
      </p:sp>
      <p:sp>
        <p:nvSpPr>
          <p:cNvPr id="12" name="block-518">
            <a:extLst xmlns:a="http://schemas.openxmlformats.org/drawingml/2006/main">
              <a:ext uri="{FF2B5EF4-FFF2-40B4-BE49-F238E27FC236}">
                <a16:creationId xmlns:a16="http://schemas.microsoft.com/office/drawing/2014/main" id="{DCAFAC75-6FA2-49A9-B2F2-C0A484A4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95475"/>
            <a:ext cx="13716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" name="text-519">
            <a:extLst xmlns:a="http://schemas.openxmlformats.org/drawingml/2006/main">
              <a:ext uri="{FF2B5EF4-FFF2-40B4-BE49-F238E27FC236}">
                <a16:creationId xmlns:a16="http://schemas.microsoft.com/office/drawing/2014/main" id="{18B4A2EA-3D3F-4034-88FF-3F27ABAE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95475"/>
            <a:ext cx="133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text-520">
            <a:extLst xmlns:a="http://schemas.openxmlformats.org/drawingml/2006/main">
              <a:ext uri="{FF2B5EF4-FFF2-40B4-BE49-F238E27FC236}">
                <a16:creationId xmlns:a16="http://schemas.microsoft.com/office/drawing/2014/main" id="{859DCE45-8ADF-40A6-9333-88B7669F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57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A2の番号</a:t>
            </a:r>
          </a:p>
        </p:txBody>
      </p:sp>
      <p:sp>
        <p:nvSpPr>
          <p:cNvPr id="15" name="block-521">
            <a:extLst xmlns:a="http://schemas.openxmlformats.org/drawingml/2006/main">
              <a:ext uri="{FF2B5EF4-FFF2-40B4-BE49-F238E27FC236}">
                <a16:creationId xmlns:a16="http://schemas.microsoft.com/office/drawing/2014/main" id="{469179E8-71F7-4BA4-9EA1-45FB8EF6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95475"/>
            <a:ext cx="12001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6" name="text-522">
            <a:extLst xmlns:a="http://schemas.openxmlformats.org/drawingml/2006/main">
              <a:ext uri="{FF2B5EF4-FFF2-40B4-BE49-F238E27FC236}">
                <a16:creationId xmlns:a16="http://schemas.microsoft.com/office/drawing/2014/main" id="{05913FFF-EE08-4A44-84C4-3CCFAEBF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95475"/>
            <a:ext cx="1162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sw</a:t>
            </a:r>
          </a:p>
        </p:txBody>
      </p:sp>
      <p:sp>
        <p:nvSpPr>
          <p:cNvPr id="17" name="text-523">
            <a:extLst xmlns:a="http://schemas.openxmlformats.org/drawingml/2006/main">
              <a:ext uri="{FF2B5EF4-FFF2-40B4-BE49-F238E27FC236}">
                <a16:creationId xmlns:a16="http://schemas.microsoft.com/office/drawing/2014/main" id="{B92162CB-29AA-4A5E-A244-10CF25ED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735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18" name="wire-524">
            <a:extLst xmlns:a="http://schemas.openxmlformats.org/drawingml/2006/main">
              <a:ext uri="{FF2B5EF4-FFF2-40B4-BE49-F238E27FC236}">
                <a16:creationId xmlns:a16="http://schemas.microsoft.com/office/drawing/2014/main" id="{C507B4E5-D11A-43A9-9ABB-4F4C94BD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907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9" name="wire-525">
            <a:extLst xmlns:a="http://schemas.openxmlformats.org/drawingml/2006/main">
              <a:ext uri="{FF2B5EF4-FFF2-40B4-BE49-F238E27FC236}">
                <a16:creationId xmlns:a16="http://schemas.microsoft.com/office/drawing/2014/main" id="{34AEAD18-9893-4C14-94A1-D45CE89C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1952625" cy="9525"/>
          </a:xfrm>
          <a:custGeom xmlns:a="http://schemas.openxmlformats.org/drawingml/2006/main">
            <a:pathLst>
              <a:path w="1952625" h="9525">
                <a:moveTo>
                  <a:pt x="19526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0" name="wire-526">
            <a:extLst xmlns:a="http://schemas.openxmlformats.org/drawingml/2006/main">
              <a:ext uri="{FF2B5EF4-FFF2-40B4-BE49-F238E27FC236}">
                <a16:creationId xmlns:a16="http://schemas.microsoft.com/office/drawing/2014/main" id="{7F9A99B0-24F2-4D5E-96BB-82A63C66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9525" cy="819150"/>
          </a:xfrm>
          <a:custGeom xmlns:a="http://schemas.openxmlformats.org/drawingml/2006/main">
            <a:pathLst>
              <a:path w="9525" h="819150">
                <a:moveTo>
                  <a:pt x="0" y="0"/>
                </a:move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1" name="wire-527">
            <a:extLst xmlns:a="http://schemas.openxmlformats.org/drawingml/2006/main">
              <a:ext uri="{FF2B5EF4-FFF2-40B4-BE49-F238E27FC236}">
                <a16:creationId xmlns:a16="http://schemas.microsoft.com/office/drawing/2014/main" id="{F10397FC-CEFD-4554-B0F9-D029EF97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242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2" name="circuit-528">
            <a:extLst xmlns:a="http://schemas.openxmlformats.org/drawingml/2006/main">
              <a:ext uri="{FF2B5EF4-FFF2-40B4-BE49-F238E27FC236}">
                <a16:creationId xmlns:a16="http://schemas.microsoft.com/office/drawing/2014/main" id="{5A1B2A2F-E0A3-4D7D-A73D-A2D3F0F5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3" name="wire-529">
            <a:extLst xmlns:a="http://schemas.openxmlformats.org/drawingml/2006/main">
              <a:ext uri="{FF2B5EF4-FFF2-40B4-BE49-F238E27FC236}">
                <a16:creationId xmlns:a16="http://schemas.microsoft.com/office/drawing/2014/main" id="{81BF4725-8D6E-45FD-BFB4-552E20BC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90750"/>
            <a:ext cx="9525" cy="619125"/>
          </a:xfrm>
          <a:custGeom xmlns:a="http://schemas.openxmlformats.org/drawingml/2006/main">
            <a:pathLst>
              <a:path w="9525" h="619125">
                <a:moveTo>
                  <a:pt x="0" y="0"/>
                </a:moveTo>
                <a:lnTo>
                  <a:pt x="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4" name="wire-530">
            <a:extLst xmlns:a="http://schemas.openxmlformats.org/drawingml/2006/main">
              <a:ext uri="{FF2B5EF4-FFF2-40B4-BE49-F238E27FC236}">
                <a16:creationId xmlns:a16="http://schemas.microsoft.com/office/drawing/2014/main" id="{F9380604-ACA1-4F34-BFCE-A7022A92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2981325" cy="9525"/>
          </a:xfrm>
          <a:custGeom xmlns:a="http://schemas.openxmlformats.org/drawingml/2006/main">
            <a:pathLst>
              <a:path w="2981325" h="9525">
                <a:moveTo>
                  <a:pt x="29813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5" name="wire-531">
            <a:extLst xmlns:a="http://schemas.openxmlformats.org/drawingml/2006/main">
              <a:ext uri="{FF2B5EF4-FFF2-40B4-BE49-F238E27FC236}">
                <a16:creationId xmlns:a16="http://schemas.microsoft.com/office/drawing/2014/main" id="{8BA27739-852E-4056-ADA8-0B838983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9525" cy="1238250"/>
          </a:xfrm>
          <a:custGeom xmlns:a="http://schemas.openxmlformats.org/drawingml/2006/main">
            <a:pathLst>
              <a:path w="9525" h="1238250">
                <a:moveTo>
                  <a:pt x="0" y="0"/>
                </a:moveTo>
                <a:lnTo>
                  <a:pt x="0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6" name="wire-532">
            <a:extLst xmlns:a="http://schemas.openxmlformats.org/drawingml/2006/main">
              <a:ext uri="{FF2B5EF4-FFF2-40B4-BE49-F238E27FC236}">
                <a16:creationId xmlns:a16="http://schemas.microsoft.com/office/drawing/2014/main" id="{EDE27F92-1DF2-42C0-AFE2-F2317911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48125"/>
            <a:ext cx="142875" cy="9525"/>
          </a:xfrm>
          <a:custGeom xmlns:a="http://schemas.openxmlformats.org/drawingml/2006/main">
            <a:pathLst>
              <a:path w="142875" h="952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7" name="circuit-533">
            <a:extLst xmlns:a="http://schemas.openxmlformats.org/drawingml/2006/main">
              <a:ext uri="{FF2B5EF4-FFF2-40B4-BE49-F238E27FC236}">
                <a16:creationId xmlns:a16="http://schemas.microsoft.com/office/drawing/2014/main" id="{3DBAE547-39F3-4EF7-8C40-6CB8AB66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6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8" name="wire-534">
            <a:extLst xmlns:a="http://schemas.openxmlformats.org/drawingml/2006/main">
              <a:ext uri="{FF2B5EF4-FFF2-40B4-BE49-F238E27FC236}">
                <a16:creationId xmlns:a16="http://schemas.microsoft.com/office/drawing/2014/main" id="{2AFE3AB4-E6B6-4BDF-A773-1668F5ED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24375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B9BEC6"/>
            </a:solidFill>
          </a:ln>
        </p:spPr>
      </p:sp>
      <p:sp>
        <p:nvSpPr>
          <p:cNvPr id="29" name="circuit-535">
            <a:extLst xmlns:a="http://schemas.openxmlformats.org/drawingml/2006/main">
              <a:ext uri="{FF2B5EF4-FFF2-40B4-BE49-F238E27FC236}">
                <a16:creationId xmlns:a16="http://schemas.microsoft.com/office/drawing/2014/main" id="{34971E88-8C18-4FBA-A208-361812C2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92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B9BEC6"/>
          </a:solidFill>
          <a:ln xmlns:a="http://schemas.openxmlformats.org/drawingml/2006/main" w="9525">
            <a:solidFill>
              <a:srgbClr val="B9BEC6"/>
            </a:solidFill>
          </a:ln>
        </p:spPr>
      </p:sp>
      <p:sp>
        <p:nvSpPr>
          <p:cNvPr id="30" name="wire-536">
            <a:extLst xmlns:a="http://schemas.openxmlformats.org/drawingml/2006/main">
              <a:ext uri="{FF2B5EF4-FFF2-40B4-BE49-F238E27FC236}">
                <a16:creationId xmlns:a16="http://schemas.microsoft.com/office/drawing/2014/main" id="{C86515F3-4859-46DA-9A1A-11EFDDD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1" name="wire-537">
            <a:extLst xmlns:a="http://schemas.openxmlformats.org/drawingml/2006/main">
              <a:ext uri="{FF2B5EF4-FFF2-40B4-BE49-F238E27FC236}">
                <a16:creationId xmlns:a16="http://schemas.microsoft.com/office/drawing/2014/main" id="{E3C0DFF5-543A-4D9F-AD26-67589C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085975" cy="9525"/>
          </a:xfrm>
          <a:custGeom xmlns:a="http://schemas.openxmlformats.org/drawingml/2006/main">
            <a:pathLst>
              <a:path w="2085975" h="9525">
                <a:moveTo>
                  <a:pt x="0" y="0"/>
                </a:moveTo>
                <a:lnTo>
                  <a:pt x="2085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wire-538">
            <a:extLst xmlns:a="http://schemas.openxmlformats.org/drawingml/2006/main">
              <a:ext uri="{FF2B5EF4-FFF2-40B4-BE49-F238E27FC236}">
                <a16:creationId xmlns:a16="http://schemas.microsoft.com/office/drawing/2014/main" id="{B9F7F236-0963-47F4-9935-4202E54E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76500"/>
            <a:ext cx="9525" cy="1714500"/>
          </a:xfrm>
          <a:custGeom xmlns:a="http://schemas.openxmlformats.org/drawingml/2006/main"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3" name="wire-539">
            <a:extLst xmlns:a="http://schemas.openxmlformats.org/drawingml/2006/main">
              <a:ext uri="{FF2B5EF4-FFF2-40B4-BE49-F238E27FC236}">
                <a16:creationId xmlns:a16="http://schemas.microsoft.com/office/drawing/2014/main" id="{F1678C25-9802-43FE-B7A3-5FC95AAE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540">
            <a:extLst xmlns:a="http://schemas.openxmlformats.org/drawingml/2006/main">
              <a:ext uri="{FF2B5EF4-FFF2-40B4-BE49-F238E27FC236}">
                <a16:creationId xmlns:a16="http://schemas.microsoft.com/office/drawing/2014/main" id="{06DE820E-279C-4CDE-827B-EAA49BFD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95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541">
            <a:extLst xmlns:a="http://schemas.openxmlformats.org/drawingml/2006/main">
              <a:ext uri="{FF2B5EF4-FFF2-40B4-BE49-F238E27FC236}">
                <a16:creationId xmlns:a16="http://schemas.microsoft.com/office/drawing/2014/main" id="{07F198A8-B512-43C6-97C7-B6DD86E6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 0</a:t>
            </a:r>
          </a:p>
        </p:txBody>
      </p:sp>
      <p:sp>
        <p:nvSpPr>
          <p:cNvPr id="36" name="stable-pc">
            <a:extLst xmlns:a="http://schemas.openxmlformats.org/drawingml/2006/main">
              <a:ext uri="{FF2B5EF4-FFF2-40B4-BE49-F238E27FC236}">
                <a16:creationId xmlns:a16="http://schemas.microsoft.com/office/drawing/2014/main" id="{C92EE849-0CB7-42FD-82D4-ED0135B5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400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7" name="text-543">
            <a:extLst xmlns:a="http://schemas.openxmlformats.org/drawingml/2006/main">
              <a:ext uri="{FF2B5EF4-FFF2-40B4-BE49-F238E27FC236}">
                <a16:creationId xmlns:a16="http://schemas.microsoft.com/office/drawing/2014/main" id="{856B7B68-A0BC-4405-9ADD-B2EE5A7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38" name="text-544">
            <a:extLst xmlns:a="http://schemas.openxmlformats.org/drawingml/2006/main">
              <a:ext uri="{FF2B5EF4-FFF2-40B4-BE49-F238E27FC236}">
                <a16:creationId xmlns:a16="http://schemas.microsoft.com/office/drawing/2014/main" id="{32312061-B8E8-4CF5-85D9-D6AF2F9F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39" name="circuit-545">
            <a:extLst xmlns:a="http://schemas.openxmlformats.org/drawingml/2006/main">
              <a:ext uri="{FF2B5EF4-FFF2-40B4-BE49-F238E27FC236}">
                <a16:creationId xmlns:a16="http://schemas.microsoft.com/office/drawing/2014/main" id="{282E65B5-ACD0-4519-80B5-A56FA1A9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71450" cy="104775"/>
          </a:xfrm>
          <a:custGeom xmlns:a="http://schemas.openxmlformats.org/drawingml/2006/main">
            <a:pathLst>
              <a:path w="171450" h="104775">
                <a:moveTo>
                  <a:pt x="0" y="0"/>
                </a:moveTo>
                <a:lnTo>
                  <a:pt x="85725" y="104775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0" name="wire-546">
            <a:extLst xmlns:a="http://schemas.openxmlformats.org/drawingml/2006/main">
              <a:ext uri="{FF2B5EF4-FFF2-40B4-BE49-F238E27FC236}">
                <a16:creationId xmlns:a16="http://schemas.microsoft.com/office/drawing/2014/main" id="{00E599ED-5FA8-4697-A91C-C9772A2E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480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41" name="text-547">
            <a:extLst xmlns:a="http://schemas.openxmlformats.org/drawingml/2006/main">
              <a:ext uri="{FF2B5EF4-FFF2-40B4-BE49-F238E27FC236}">
                <a16:creationId xmlns:a16="http://schemas.microsoft.com/office/drawing/2014/main" id="{4C98BF08-CDFF-4046-AB41-465ECF30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4667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2" name="text-548">
            <a:extLst xmlns:a="http://schemas.openxmlformats.org/drawingml/2006/main">
              <a:ext uri="{FF2B5EF4-FFF2-40B4-BE49-F238E27FC236}">
                <a16:creationId xmlns:a16="http://schemas.microsoft.com/office/drawing/2014/main" id="{E495E806-30D0-4CCD-BF1A-71A575C5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05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3" name="wire-549">
            <a:extLst xmlns:a="http://schemas.openxmlformats.org/drawingml/2006/main">
              <a:ext uri="{FF2B5EF4-FFF2-40B4-BE49-F238E27FC236}">
                <a16:creationId xmlns:a16="http://schemas.microsoft.com/office/drawing/2014/main" id="{8520FB44-8314-4CB4-B2B8-C9D075E0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361950" cy="9525"/>
          </a:xfrm>
          <a:custGeom xmlns:a="http://schemas.openxmlformats.org/drawingml/2006/main"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44" name="circuit-550">
            <a:extLst xmlns:a="http://schemas.openxmlformats.org/drawingml/2006/main">
              <a:ext uri="{FF2B5EF4-FFF2-40B4-BE49-F238E27FC236}">
                <a16:creationId xmlns:a16="http://schemas.microsoft.com/office/drawing/2014/main" id="{30F24774-8C14-470D-BD65-293AFAA2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text-551">
            <a:extLst xmlns:a="http://schemas.openxmlformats.org/drawingml/2006/main">
              <a:ext uri="{FF2B5EF4-FFF2-40B4-BE49-F238E27FC236}">
                <a16:creationId xmlns:a16="http://schemas.microsoft.com/office/drawing/2014/main" id="{A23617BF-BE39-4AD4-BD7D-B141253F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857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命令の番地</a:t>
            </a:r>
          </a:p>
        </p:txBody>
      </p:sp>
      <p:sp>
        <p:nvSpPr>
          <p:cNvPr id="46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0A7E66F5-3D2A-4534-B6B3-4B70DA9C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171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7" name="text-553">
            <a:extLst xmlns:a="http://schemas.openxmlformats.org/drawingml/2006/main">
              <a:ext uri="{FF2B5EF4-FFF2-40B4-BE49-F238E27FC236}">
                <a16:creationId xmlns:a16="http://schemas.microsoft.com/office/drawing/2014/main" id="{E01EB547-E652-4372-855B-61AE4210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命令側の接続</a:t>
            </a:r>
          </a:p>
        </p:txBody>
      </p:sp>
      <p:sp>
        <p:nvSpPr>
          <p:cNvPr id="48" name="text-554">
            <a:extLst xmlns:a="http://schemas.openxmlformats.org/drawingml/2006/main">
              <a:ext uri="{FF2B5EF4-FFF2-40B4-BE49-F238E27FC236}">
                <a16:creationId xmlns:a16="http://schemas.microsoft.com/office/drawing/2014/main" id="{66B988B5-C43F-4263-9888-A4D3F292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14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9" name="text-555">
            <a:extLst xmlns:a="http://schemas.openxmlformats.org/drawingml/2006/main">
              <a:ext uri="{FF2B5EF4-FFF2-40B4-BE49-F238E27FC236}">
                <a16:creationId xmlns:a16="http://schemas.microsoft.com/office/drawing/2014/main" id="{E7633D32-17D1-4316-A98E-02B2ED08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147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0" name="text-556">
            <a:extLst xmlns:a="http://schemas.openxmlformats.org/drawingml/2006/main">
              <a:ext uri="{FF2B5EF4-FFF2-40B4-BE49-F238E27FC236}">
                <a16:creationId xmlns:a16="http://schemas.microsoft.com/office/drawing/2014/main" id="{302644BE-2321-470A-83E0-C3DE0619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752850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バス経由で</a:t>
            </a:r>
          </a:p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51" name="wire-557">
            <a:extLst xmlns:a="http://schemas.openxmlformats.org/drawingml/2006/main">
              <a:ext uri="{FF2B5EF4-FFF2-40B4-BE49-F238E27FC236}">
                <a16:creationId xmlns:a16="http://schemas.microsoft.com/office/drawing/2014/main" id="{8D70DD4D-2AC0-4FF7-9678-62F7C3AC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2" name="wire-558">
            <a:extLst xmlns:a="http://schemas.openxmlformats.org/drawingml/2006/main">
              <a:ext uri="{FF2B5EF4-FFF2-40B4-BE49-F238E27FC236}">
                <a16:creationId xmlns:a16="http://schemas.microsoft.com/office/drawing/2014/main" id="{D3248C2C-5AFE-4020-99C5-3CDDBCD8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9525" cy="1819275"/>
          </a:xfrm>
          <a:custGeom xmlns:a="http://schemas.openxmlformats.org/drawingml/2006/main">
            <a:pathLst>
              <a:path w="9525" h="1819275">
                <a:moveTo>
                  <a:pt x="0" y="18192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3" name="wire-559">
            <a:extLst xmlns:a="http://schemas.openxmlformats.org/drawingml/2006/main">
              <a:ext uri="{FF2B5EF4-FFF2-40B4-BE49-F238E27FC236}">
                <a16:creationId xmlns:a16="http://schemas.microsoft.com/office/drawing/2014/main" id="{05BDDE71-92A0-4B22-899A-CC1D5BE0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4" name="circuit-560">
            <a:extLst xmlns:a="http://schemas.openxmlformats.org/drawingml/2006/main">
              <a:ext uri="{FF2B5EF4-FFF2-40B4-BE49-F238E27FC236}">
                <a16:creationId xmlns:a16="http://schemas.microsoft.com/office/drawing/2014/main" id="{C15EF2BE-9EFE-43A2-BD5C-0D872EBE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69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5" name="text-561">
            <a:extLst xmlns:a="http://schemas.openxmlformats.org/drawingml/2006/main">
              <a:ext uri="{FF2B5EF4-FFF2-40B4-BE49-F238E27FC236}">
                <a16:creationId xmlns:a16="http://schemas.microsoft.com/office/drawing/2014/main" id="{153F2E2C-27F0-480B-9301-6B8D9EC3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43375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56" name="circuit-562">
            <a:extLst xmlns:a="http://schemas.openxmlformats.org/drawingml/2006/main">
              <a:ext uri="{FF2B5EF4-FFF2-40B4-BE49-F238E27FC236}">
                <a16:creationId xmlns:a16="http://schemas.microsoft.com/office/drawing/2014/main" id="{766EF9D3-53A1-4EB1-8DFE-D4D84714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90800"/>
            <a:ext cx="476250" cy="419100"/>
          </a:xfrm>
          <a:custGeom xmlns:a="http://schemas.openxmlformats.org/drawingml/2006/main">
            <a:pathLst>
              <a:path w="476250" h="419100">
                <a:moveTo>
                  <a:pt x="0" y="0"/>
                </a:moveTo>
                <a:lnTo>
                  <a:pt x="476250" y="114300"/>
                </a:lnTo>
                <a:lnTo>
                  <a:pt x="476250" y="304800"/>
                </a:lnTo>
                <a:lnTo>
                  <a:pt x="0" y="419100"/>
                </a:lnTo>
                <a:lnTo>
                  <a:pt x="0" y="285750"/>
                </a:lnTo>
                <a:lnTo>
                  <a:pt x="95250" y="20955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7" name="text-563">
            <a:extLst xmlns:a="http://schemas.openxmlformats.org/drawingml/2006/main">
              <a:ext uri="{FF2B5EF4-FFF2-40B4-BE49-F238E27FC236}">
                <a16:creationId xmlns:a16="http://schemas.microsoft.com/office/drawing/2014/main" id="{6BDFCC85-1ED3-4112-9433-3D717BE7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6574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58" name="wire-564">
            <a:extLst xmlns:a="http://schemas.openxmlformats.org/drawingml/2006/main">
              <a:ext uri="{FF2B5EF4-FFF2-40B4-BE49-F238E27FC236}">
                <a16:creationId xmlns:a16="http://schemas.microsoft.com/office/drawing/2014/main" id="{BB6AFF27-AA6C-4B17-8FDD-1406163E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9" name="wire-565">
            <a:extLst xmlns:a="http://schemas.openxmlformats.org/drawingml/2006/main">
              <a:ext uri="{FF2B5EF4-FFF2-40B4-BE49-F238E27FC236}">
                <a16:creationId xmlns:a16="http://schemas.microsoft.com/office/drawing/2014/main" id="{0733EAA6-6547-417D-B656-8740C56E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381000" cy="9525"/>
          </a:xfrm>
          <a:custGeom xmlns:a="http://schemas.openxmlformats.org/drawingml/2006/main"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0" name="circuit-566">
            <a:extLst xmlns:a="http://schemas.openxmlformats.org/drawingml/2006/main">
              <a:ext uri="{FF2B5EF4-FFF2-40B4-BE49-F238E27FC236}">
                <a16:creationId xmlns:a16="http://schemas.microsoft.com/office/drawing/2014/main" id="{E9F5D55E-40B6-4FD6-A5E1-80EDEB8A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641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1" name="text-567">
            <a:extLst xmlns:a="http://schemas.openxmlformats.org/drawingml/2006/main">
              <a:ext uri="{FF2B5EF4-FFF2-40B4-BE49-F238E27FC236}">
                <a16:creationId xmlns:a16="http://schemas.microsoft.com/office/drawing/2014/main" id="{A31D3AFC-FE1A-47B1-BF6C-DA971D18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670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2" name="wire-568">
            <a:extLst xmlns:a="http://schemas.openxmlformats.org/drawingml/2006/main">
              <a:ext uri="{FF2B5EF4-FFF2-40B4-BE49-F238E27FC236}">
                <a16:creationId xmlns:a16="http://schemas.microsoft.com/office/drawing/2014/main" id="{22FFA72E-B1BC-4500-9974-482FE0A1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0512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3" name="circuit-569">
            <a:extLst xmlns:a="http://schemas.openxmlformats.org/drawingml/2006/main">
              <a:ext uri="{FF2B5EF4-FFF2-40B4-BE49-F238E27FC236}">
                <a16:creationId xmlns:a16="http://schemas.microsoft.com/office/drawing/2014/main" id="{F9030891-69D3-47F8-913C-28FC7137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73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4" name="wire-570">
            <a:extLst xmlns:a="http://schemas.openxmlformats.org/drawingml/2006/main">
              <a:ext uri="{FF2B5EF4-FFF2-40B4-BE49-F238E27FC236}">
                <a16:creationId xmlns:a16="http://schemas.microsoft.com/office/drawing/2014/main" id="{8F213D7B-3630-4EFC-A7A5-F2D288BC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5" name="wire-571">
            <a:extLst xmlns:a="http://schemas.openxmlformats.org/drawingml/2006/main">
              <a:ext uri="{FF2B5EF4-FFF2-40B4-BE49-F238E27FC236}">
                <a16:creationId xmlns:a16="http://schemas.microsoft.com/office/drawing/2014/main" id="{8FDCCE51-A7A4-4625-AC74-D8B574DA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7650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6" name="wire-572">
            <a:extLst xmlns:a="http://schemas.openxmlformats.org/drawingml/2006/main">
              <a:ext uri="{FF2B5EF4-FFF2-40B4-BE49-F238E27FC236}">
                <a16:creationId xmlns:a16="http://schemas.microsoft.com/office/drawing/2014/main" id="{6795F523-0F2C-4942-83F7-BB1C6201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866900" cy="9525"/>
          </a:xfrm>
          <a:custGeom xmlns:a="http://schemas.openxmlformats.org/drawingml/2006/main">
            <a:pathLst>
              <a:path w="1866900" h="9525">
                <a:moveTo>
                  <a:pt x="1866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7" name="wire-573">
            <a:extLst xmlns:a="http://schemas.openxmlformats.org/drawingml/2006/main">
              <a:ext uri="{FF2B5EF4-FFF2-40B4-BE49-F238E27FC236}">
                <a16:creationId xmlns:a16="http://schemas.microsoft.com/office/drawing/2014/main" id="{8CAD35F7-2A2B-4369-B4D7-59EA2C92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9525" cy="1381125"/>
          </a:xfrm>
          <a:custGeom xmlns:a="http://schemas.openxmlformats.org/drawingml/2006/main">
            <a:pathLst>
              <a:path w="9525" h="1381125">
                <a:moveTo>
                  <a:pt x="0" y="0"/>
                </a:moveTo>
                <a:lnTo>
                  <a:pt x="0" y="138112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8" name="wire-574">
            <a:extLst xmlns:a="http://schemas.openxmlformats.org/drawingml/2006/main">
              <a:ext uri="{FF2B5EF4-FFF2-40B4-BE49-F238E27FC236}">
                <a16:creationId xmlns:a16="http://schemas.microsoft.com/office/drawing/2014/main" id="{76EE6BF1-4A9E-478B-AD2D-D4AEED14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576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9" name="circuit-575">
            <a:extLst xmlns:a="http://schemas.openxmlformats.org/drawingml/2006/main">
              <a:ext uri="{FF2B5EF4-FFF2-40B4-BE49-F238E27FC236}">
                <a16:creationId xmlns:a16="http://schemas.microsoft.com/office/drawing/2014/main" id="{DE1A8937-6ABF-408E-A7DA-35DD8334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0" name="text-576">
            <a:extLst xmlns:a="http://schemas.openxmlformats.org/drawingml/2006/main">
              <a:ext uri="{FF2B5EF4-FFF2-40B4-BE49-F238E27FC236}">
                <a16:creationId xmlns:a16="http://schemas.microsoft.com/office/drawing/2014/main" id="{0F972196-441A-46B8-9A7F-A3E47CB2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907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71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CA97C824-7005-42E2-98CA-934A60AC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714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2" name="text-578">
            <a:extLst xmlns:a="http://schemas.openxmlformats.org/drawingml/2006/main">
              <a:ext uri="{FF2B5EF4-FFF2-40B4-BE49-F238E27FC236}">
                <a16:creationId xmlns:a16="http://schemas.microsoft.com/office/drawing/2014/main" id="{C4AE1BF9-206E-4E40-BDA5-94296F9B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95800"/>
            <a:ext cx="1171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73" name="text-579">
            <a:extLst xmlns:a="http://schemas.openxmlformats.org/drawingml/2006/main">
              <a:ext uri="{FF2B5EF4-FFF2-40B4-BE49-F238E27FC236}">
                <a16:creationId xmlns:a16="http://schemas.microsoft.com/office/drawing/2014/main" id="{A9E2DC58-79D7-438F-B9D5-63D5B12B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67125"/>
            <a:ext cx="9429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74" name="text-580">
            <a:extLst xmlns:a="http://schemas.openxmlformats.org/drawingml/2006/main">
              <a:ext uri="{FF2B5EF4-FFF2-40B4-BE49-F238E27FC236}">
                <a16:creationId xmlns:a16="http://schemas.microsoft.com/office/drawing/2014/main" id="{2B3F8BF8-89CE-4D72-BFB1-3F6FF92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5" name="text-581">
            <a:extLst xmlns:a="http://schemas.openxmlformats.org/drawingml/2006/main">
              <a:ext uri="{FF2B5EF4-FFF2-40B4-BE49-F238E27FC236}">
                <a16:creationId xmlns:a16="http://schemas.microsoft.com/office/drawing/2014/main" id="{736AD223-E25A-4697-BF76-6677C1CC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6" name="text-582">
            <a:extLst xmlns:a="http://schemas.openxmlformats.org/drawingml/2006/main">
              <a:ext uri="{FF2B5EF4-FFF2-40B4-BE49-F238E27FC236}">
                <a16:creationId xmlns:a16="http://schemas.microsoft.com/office/drawing/2014/main" id="{2B001BFB-9D5B-46FF-B71E-5BB6B679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38150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7" name="text-583">
            <a:extLst xmlns:a="http://schemas.openxmlformats.org/drawingml/2006/main">
              <a:ext uri="{FF2B5EF4-FFF2-40B4-BE49-F238E27FC236}">
                <a16:creationId xmlns:a16="http://schemas.microsoft.com/office/drawing/2014/main" id="{672A5DB6-80E7-4F6F-A259-11DA0FBC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7148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8" name="text-584">
            <a:extLst xmlns:a="http://schemas.openxmlformats.org/drawingml/2006/main">
              <a:ext uri="{FF2B5EF4-FFF2-40B4-BE49-F238E27FC236}">
                <a16:creationId xmlns:a16="http://schemas.microsoft.com/office/drawing/2014/main" id="{ACA3D27D-9E56-4DE5-B887-34B65B3C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79" name="text-585">
            <a:extLst xmlns:a="http://schemas.openxmlformats.org/drawingml/2006/main">
              <a:ext uri="{FF2B5EF4-FFF2-40B4-BE49-F238E27FC236}">
                <a16:creationId xmlns:a16="http://schemas.microsoft.com/office/drawing/2014/main" id="{A2716A14-9642-486F-BC48-5CFABE0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0" name="circuit-586">
            <a:extLst xmlns:a="http://schemas.openxmlformats.org/drawingml/2006/main">
              <a:ext uri="{FF2B5EF4-FFF2-40B4-BE49-F238E27FC236}">
                <a16:creationId xmlns:a16="http://schemas.microsoft.com/office/drawing/2014/main" id="{52631482-6563-4006-91B2-527ED4F2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95625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1" name="wire-587">
            <a:extLst xmlns:a="http://schemas.openxmlformats.org/drawingml/2006/main">
              <a:ext uri="{FF2B5EF4-FFF2-40B4-BE49-F238E27FC236}">
                <a16:creationId xmlns:a16="http://schemas.microsoft.com/office/drawing/2014/main" id="{2F8EDBE9-BC46-4BBC-AB0B-FD60B150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6227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82" name="text-588">
            <a:extLst xmlns:a="http://schemas.openxmlformats.org/drawingml/2006/main">
              <a:ext uri="{FF2B5EF4-FFF2-40B4-BE49-F238E27FC236}">
                <a16:creationId xmlns:a16="http://schemas.microsoft.com/office/drawing/2014/main" id="{4219D805-5D5A-4302-917C-E7CCF4A4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B9BE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BEC6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3" name="wire-589">
            <a:extLst xmlns:a="http://schemas.openxmlformats.org/drawingml/2006/main">
              <a:ext uri="{FF2B5EF4-FFF2-40B4-BE49-F238E27FC236}">
                <a16:creationId xmlns:a16="http://schemas.microsoft.com/office/drawing/2014/main" id="{5F8751D2-9DF1-440A-B319-201474B1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84" name="circuit-590">
            <a:extLst xmlns:a="http://schemas.openxmlformats.org/drawingml/2006/main">
              <a:ext uri="{FF2B5EF4-FFF2-40B4-BE49-F238E27FC236}">
                <a16:creationId xmlns:a16="http://schemas.microsoft.com/office/drawing/2014/main" id="{7B8116CB-3934-4523-968B-67508063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5" name="text-591">
            <a:extLst xmlns:a="http://schemas.openxmlformats.org/drawingml/2006/main">
              <a:ext uri="{FF2B5EF4-FFF2-40B4-BE49-F238E27FC236}">
                <a16:creationId xmlns:a16="http://schemas.microsoft.com/office/drawing/2014/main" id="{4B87BD1B-1C8A-4337-B854-748C6A24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9925"/>
            <a:ext cx="57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86" name="stable-alu">
            <a:extLst xmlns:a="http://schemas.openxmlformats.org/drawingml/2006/main">
              <a:ext uri="{FF2B5EF4-FFF2-40B4-BE49-F238E27FC236}">
                <a16:creationId xmlns:a16="http://schemas.microsoft.com/office/drawing/2014/main" id="{7304F8B9-12BF-466C-A0A7-5723AEDD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86125"/>
            <a:ext cx="857250" cy="1143000"/>
          </a:xfrm>
          <a:custGeom xmlns:a="http://schemas.openxmlformats.org/drawingml/2006/main">
            <a:pathLst>
              <a:path w="857250" h="1143000">
                <a:moveTo>
                  <a:pt x="0" y="0"/>
                </a:moveTo>
                <a:lnTo>
                  <a:pt x="857250" y="209550"/>
                </a:lnTo>
                <a:lnTo>
                  <a:pt x="857250" y="933450"/>
                </a:lnTo>
                <a:lnTo>
                  <a:pt x="0" y="1143000"/>
                </a:lnTo>
                <a:lnTo>
                  <a:pt x="0" y="723900"/>
                </a:lnTo>
                <a:lnTo>
                  <a:pt x="219075" y="571500"/>
                </a:lnTo>
                <a:lnTo>
                  <a:pt x="0" y="4000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7" name="text-593">
            <a:extLst xmlns:a="http://schemas.openxmlformats.org/drawingml/2006/main">
              <a:ext uri="{FF2B5EF4-FFF2-40B4-BE49-F238E27FC236}">
                <a16:creationId xmlns:a16="http://schemas.microsoft.com/office/drawing/2014/main" id="{CF14C32B-A27F-4D30-BE1D-0D4B4E81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671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8" name="text-594">
            <a:extLst xmlns:a="http://schemas.openxmlformats.org/drawingml/2006/main">
              <a:ext uri="{FF2B5EF4-FFF2-40B4-BE49-F238E27FC236}">
                <a16:creationId xmlns:a16="http://schemas.microsoft.com/office/drawing/2014/main" id="{944B34FF-FF5D-4754-B848-5AA20EDA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71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9" name="wire-595">
            <a:extLst xmlns:a="http://schemas.openxmlformats.org/drawingml/2006/main">
              <a:ext uri="{FF2B5EF4-FFF2-40B4-BE49-F238E27FC236}">
                <a16:creationId xmlns:a16="http://schemas.microsoft.com/office/drawing/2014/main" id="{54F6082B-F8EF-4A31-9D75-C51FE85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857250" cy="9525"/>
          </a:xfrm>
          <a:custGeom xmlns:a="http://schemas.openxmlformats.org/drawingml/2006/main"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0" name="circuit-596">
            <a:extLst xmlns:a="http://schemas.openxmlformats.org/drawingml/2006/main">
              <a:ext uri="{FF2B5EF4-FFF2-40B4-BE49-F238E27FC236}">
                <a16:creationId xmlns:a16="http://schemas.microsoft.com/office/drawing/2014/main" id="{89231FB9-2C42-4DF7-A2B8-3105E17E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1" name="text-597">
            <a:extLst xmlns:a="http://schemas.openxmlformats.org/drawingml/2006/main">
              <a:ext uri="{FF2B5EF4-FFF2-40B4-BE49-F238E27FC236}">
                <a16:creationId xmlns:a16="http://schemas.microsoft.com/office/drawing/2014/main" id="{A4EB50E9-0121-4EE5-B3C4-637F4401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486150"/>
            <a:ext cx="42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2" name="wire-598">
            <a:extLst xmlns:a="http://schemas.openxmlformats.org/drawingml/2006/main">
              <a:ext uri="{FF2B5EF4-FFF2-40B4-BE49-F238E27FC236}">
                <a16:creationId xmlns:a16="http://schemas.microsoft.com/office/drawing/2014/main" id="{8856DAF2-5AF3-4553-AFD1-93D181E9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3" name="wire-599">
            <a:extLst xmlns:a="http://schemas.openxmlformats.org/drawingml/2006/main">
              <a:ext uri="{FF2B5EF4-FFF2-40B4-BE49-F238E27FC236}">
                <a16:creationId xmlns:a16="http://schemas.microsoft.com/office/drawing/2014/main" id="{8C54ACBF-D63D-479B-9647-56515A42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48125"/>
            <a:ext cx="9525" cy="1190625"/>
          </a:xfrm>
          <a:custGeom xmlns:a="http://schemas.openxmlformats.org/drawingml/2006/main">
            <a:pathLst>
              <a:path w="9525" h="1190625">
                <a:moveTo>
                  <a:pt x="0" y="0"/>
                </a:moveTo>
                <a:lnTo>
                  <a:pt x="0" y="11906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4" name="wire-600">
            <a:extLst xmlns:a="http://schemas.openxmlformats.org/drawingml/2006/main">
              <a:ext uri="{FF2B5EF4-FFF2-40B4-BE49-F238E27FC236}">
                <a16:creationId xmlns:a16="http://schemas.microsoft.com/office/drawing/2014/main" id="{E97F15C5-70BA-492E-A66E-0F694438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38750"/>
            <a:ext cx="2190750" cy="9525"/>
          </a:xfrm>
          <a:custGeom xmlns:a="http://schemas.openxmlformats.org/drawingml/2006/main"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5" name="wire-601">
            <a:extLst xmlns:a="http://schemas.openxmlformats.org/drawingml/2006/main">
              <a:ext uri="{FF2B5EF4-FFF2-40B4-BE49-F238E27FC236}">
                <a16:creationId xmlns:a16="http://schemas.microsoft.com/office/drawing/2014/main" id="{29A27E73-FDD9-4616-9ED3-9564E836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9525" cy="904875"/>
          </a:xfrm>
          <a:custGeom xmlns:a="http://schemas.openxmlformats.org/drawingml/2006/main">
            <a:pathLst>
              <a:path w="9525" h="904875">
                <a:moveTo>
                  <a:pt x="0" y="904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6" name="wire-602">
            <a:extLst xmlns:a="http://schemas.openxmlformats.org/drawingml/2006/main">
              <a:ext uri="{FF2B5EF4-FFF2-40B4-BE49-F238E27FC236}">
                <a16:creationId xmlns:a16="http://schemas.microsoft.com/office/drawing/2014/main" id="{4E2BF0BA-0AE3-438B-8604-66ABCB97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200025" cy="9525"/>
          </a:xfrm>
          <a:custGeom xmlns:a="http://schemas.openxmlformats.org/drawingml/2006/main">
            <a:pathLst>
              <a:path w="200025" h="9525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97" name="circuit-603">
            <a:extLst xmlns:a="http://schemas.openxmlformats.org/drawingml/2006/main">
              <a:ext uri="{FF2B5EF4-FFF2-40B4-BE49-F238E27FC236}">
                <a16:creationId xmlns:a16="http://schemas.microsoft.com/office/drawing/2014/main" id="{A9DCCA6F-0CDD-4419-BCA6-D4C92069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98" name="text-604">
            <a:extLst xmlns:a="http://schemas.openxmlformats.org/drawingml/2006/main">
              <a:ext uri="{FF2B5EF4-FFF2-40B4-BE49-F238E27FC236}">
                <a16:creationId xmlns:a16="http://schemas.microsoft.com/office/drawing/2014/main" id="{57B5EE61-2229-4E89-96BF-D78698A6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書く値 D</a:t>
            </a:r>
          </a:p>
        </p:txBody>
      </p:sp>
      <p:sp>
        <p:nvSpPr>
          <p:cNvPr id="99" name="stable-bus">
            <a:extLst xmlns:a="http://schemas.openxmlformats.org/drawingml/2006/main">
              <a:ext uri="{FF2B5EF4-FFF2-40B4-BE49-F238E27FC236}">
                <a16:creationId xmlns:a16="http://schemas.microsoft.com/office/drawing/2014/main" id="{8F030C7D-CB10-46B4-BF0C-8FCF6153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857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0" name="text-606">
            <a:extLst xmlns:a="http://schemas.openxmlformats.org/drawingml/2006/main">
              <a:ext uri="{FF2B5EF4-FFF2-40B4-BE49-F238E27FC236}">
                <a16:creationId xmlns:a16="http://schemas.microsoft.com/office/drawing/2014/main" id="{19AC712A-0D9C-4A06-9FC9-F3D2A15A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52775"/>
            <a:ext cx="7048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</a:t>
            </a:r>
          </a:p>
        </p:txBody>
      </p:sp>
      <p:sp>
        <p:nvSpPr>
          <p:cNvPr id="101" name="text-607">
            <a:extLst xmlns:a="http://schemas.openxmlformats.org/drawingml/2006/main">
              <a:ext uri="{FF2B5EF4-FFF2-40B4-BE49-F238E27FC236}">
                <a16:creationId xmlns:a16="http://schemas.microsoft.com/office/drawing/2014/main" id="{21236DF7-0266-41DA-ABB6-FF99CA7B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102" name="wire-608">
            <a:extLst xmlns:a="http://schemas.openxmlformats.org/drawingml/2006/main">
              <a:ext uri="{FF2B5EF4-FFF2-40B4-BE49-F238E27FC236}">
                <a16:creationId xmlns:a16="http://schemas.microsoft.com/office/drawing/2014/main" id="{294D1845-FCE6-4E85-9281-49414FE4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03" name="circuit-609">
            <a:extLst xmlns:a="http://schemas.openxmlformats.org/drawingml/2006/main">
              <a:ext uri="{FF2B5EF4-FFF2-40B4-BE49-F238E27FC236}">
                <a16:creationId xmlns:a16="http://schemas.microsoft.com/office/drawing/2014/main" id="{5571C1F5-3D12-4C62-8C4D-8CC32437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4" name="wire-610">
            <a:extLst xmlns:a="http://schemas.openxmlformats.org/drawingml/2006/main">
              <a:ext uri="{FF2B5EF4-FFF2-40B4-BE49-F238E27FC236}">
                <a16:creationId xmlns:a16="http://schemas.microsoft.com/office/drawing/2014/main" id="{F62458D4-CEC1-4D3C-A6D5-1AB5F2BF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619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05" name="circuit-611">
            <a:extLst xmlns:a="http://schemas.openxmlformats.org/drawingml/2006/main">
              <a:ext uri="{FF2B5EF4-FFF2-40B4-BE49-F238E27FC236}">
                <a16:creationId xmlns:a16="http://schemas.microsoft.com/office/drawing/2014/main" id="{C04E2177-30C3-46EC-97A1-B4BBCDC7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06" name="wire-612">
            <a:extLst xmlns:a="http://schemas.openxmlformats.org/drawingml/2006/main">
              <a:ext uri="{FF2B5EF4-FFF2-40B4-BE49-F238E27FC236}">
                <a16:creationId xmlns:a16="http://schemas.microsoft.com/office/drawing/2014/main" id="{FBB4697D-DC4A-4D06-9D06-839A1D7E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24125"/>
            <a:ext cx="9525" cy="2667000"/>
          </a:xfrm>
          <a:custGeom xmlns:a="http://schemas.openxmlformats.org/drawingml/2006/main"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 xmlns:a="http://schemas.openxmlformats.org/drawingml/2006/main"/>
          <a:ln xmlns:a="http://schemas.openxmlformats.org/drawingml/2006/main" w="30480">
            <a:solidFill>
              <a:srgbClr val="231F20"/>
            </a:solidFill>
          </a:ln>
        </p:spPr>
      </p:sp>
      <p:sp>
        <p:nvSpPr>
          <p:cNvPr id="107" name="text-613">
            <a:extLst xmlns:a="http://schemas.openxmlformats.org/drawingml/2006/main">
              <a:ext uri="{FF2B5EF4-FFF2-40B4-BE49-F238E27FC236}">
                <a16:creationId xmlns:a16="http://schemas.microsoft.com/office/drawing/2014/main" id="{9D6BDD93-12ED-4000-8961-A9EA945D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400675"/>
            <a:ext cx="97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08" name="wire-614">
            <a:extLst xmlns:a="http://schemas.openxmlformats.org/drawingml/2006/main">
              <a:ext uri="{FF2B5EF4-FFF2-40B4-BE49-F238E27FC236}">
                <a16:creationId xmlns:a16="http://schemas.microsoft.com/office/drawing/2014/main" id="{0ECCEF67-6A1E-41D8-99FE-5EFC6042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9" name="circuit-615">
            <a:extLst xmlns:a="http://schemas.openxmlformats.org/drawingml/2006/main">
              <a:ext uri="{FF2B5EF4-FFF2-40B4-BE49-F238E27FC236}">
                <a16:creationId xmlns:a16="http://schemas.microsoft.com/office/drawing/2014/main" id="{DAF1DF67-4880-4CE2-BABC-805F7BD8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0" name="wire-616">
            <a:extLst xmlns:a="http://schemas.openxmlformats.org/drawingml/2006/main">
              <a:ext uri="{FF2B5EF4-FFF2-40B4-BE49-F238E27FC236}">
                <a16:creationId xmlns:a16="http://schemas.microsoft.com/office/drawing/2014/main" id="{FA7A2127-26FF-43E8-8D22-A5BA3CF8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11" name="circuit-617">
            <a:extLst xmlns:a="http://schemas.openxmlformats.org/drawingml/2006/main">
              <a:ext uri="{FF2B5EF4-FFF2-40B4-BE49-F238E27FC236}">
                <a16:creationId xmlns:a16="http://schemas.microsoft.com/office/drawing/2014/main" id="{94C56E71-A5DD-44D4-AEBE-7C15BE61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2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91278CD6-53AA-45BA-AC84-5C2E6C53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333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3" name="text-619">
            <a:extLst xmlns:a="http://schemas.openxmlformats.org/drawingml/2006/main">
              <a:ext uri="{FF2B5EF4-FFF2-40B4-BE49-F238E27FC236}">
                <a16:creationId xmlns:a16="http://schemas.microsoft.com/office/drawing/2014/main" id="{6C167380-DFD5-467F-BBD8-06680DC0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286125"/>
            <a:ext cx="1200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14" name="text-620">
            <a:extLst xmlns:a="http://schemas.openxmlformats.org/drawingml/2006/main">
              <a:ext uri="{FF2B5EF4-FFF2-40B4-BE49-F238E27FC236}">
                <a16:creationId xmlns:a16="http://schemas.microsoft.com/office/drawing/2014/main" id="{7ABEF344-5240-4F91-9E05-6F06813A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857625"/>
            <a:ext cx="12001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命令とデータ</a:t>
            </a:r>
          </a:p>
        </p:txBody>
      </p:sp>
      <p:sp>
        <p:nvSpPr>
          <p:cNvPr id="115" name="wire-621">
            <a:extLst xmlns:a="http://schemas.openxmlformats.org/drawingml/2006/main">
              <a:ext uri="{FF2B5EF4-FFF2-40B4-BE49-F238E27FC236}">
                <a16:creationId xmlns:a16="http://schemas.microsoft.com/office/drawing/2014/main" id="{4754932D-D3E8-46C6-8BAC-52E2D9C6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85725" cy="9525"/>
          </a:xfrm>
          <a:custGeom xmlns:a="http://schemas.openxmlformats.org/drawingml/2006/main">
            <a:pathLst>
              <a:path w="85725" h="9525">
                <a:moveTo>
                  <a:pt x="85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6" name="wire-622">
            <a:extLst xmlns:a="http://schemas.openxmlformats.org/drawingml/2006/main">
              <a:ext uri="{FF2B5EF4-FFF2-40B4-BE49-F238E27FC236}">
                <a16:creationId xmlns:a16="http://schemas.microsoft.com/office/drawing/2014/main" id="{BA1FF1AB-52D5-473C-89D6-8FB29DE9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9525" cy="981075"/>
          </a:xfrm>
          <a:custGeom xmlns:a="http://schemas.openxmlformats.org/drawingml/2006/main">
            <a:pathLst>
              <a:path w="9525" h="981075">
                <a:moveTo>
                  <a:pt x="0" y="0"/>
                </a:moveTo>
                <a:lnTo>
                  <a:pt x="0" y="9810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7" name="wire-623">
            <a:extLst xmlns:a="http://schemas.openxmlformats.org/drawingml/2006/main">
              <a:ext uri="{FF2B5EF4-FFF2-40B4-BE49-F238E27FC236}">
                <a16:creationId xmlns:a16="http://schemas.microsoft.com/office/drawing/2014/main" id="{C63CAFA9-2AE6-4E1D-8BD3-531B20A4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743575"/>
            <a:ext cx="4629150" cy="9525"/>
          </a:xfrm>
          <a:custGeom xmlns:a="http://schemas.openxmlformats.org/drawingml/2006/main">
            <a:pathLst>
              <a:path w="4629150" h="9525">
                <a:moveTo>
                  <a:pt x="46291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8" name="wire-624">
            <a:extLst xmlns:a="http://schemas.openxmlformats.org/drawingml/2006/main">
              <a:ext uri="{FF2B5EF4-FFF2-40B4-BE49-F238E27FC236}">
                <a16:creationId xmlns:a16="http://schemas.microsoft.com/office/drawing/2014/main" id="{EC01CF7C-6AE5-492C-8057-6610A03F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9525" cy="885825"/>
          </a:xfrm>
          <a:custGeom xmlns:a="http://schemas.openxmlformats.org/drawingml/2006/main">
            <a:pathLst>
              <a:path w="9525" h="885825">
                <a:moveTo>
                  <a:pt x="0" y="885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9" name="wire-625">
            <a:extLst xmlns:a="http://schemas.openxmlformats.org/drawingml/2006/main">
              <a:ext uri="{FF2B5EF4-FFF2-40B4-BE49-F238E27FC236}">
                <a16:creationId xmlns:a16="http://schemas.microsoft.com/office/drawing/2014/main" id="{35E84A17-C171-49FE-BB37-6AA78AFD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20" name="circuit-626">
            <a:extLst xmlns:a="http://schemas.openxmlformats.org/drawingml/2006/main">
              <a:ext uri="{FF2B5EF4-FFF2-40B4-BE49-F238E27FC236}">
                <a16:creationId xmlns:a16="http://schemas.microsoft.com/office/drawing/2014/main" id="{1C863F11-3E29-4B59-958B-06955537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6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1" name="text-627">
            <a:extLst xmlns:a="http://schemas.openxmlformats.org/drawingml/2006/main">
              <a:ext uri="{FF2B5EF4-FFF2-40B4-BE49-F238E27FC236}">
                <a16:creationId xmlns:a16="http://schemas.microsoft.com/office/drawing/2014/main" id="{B2754E31-4717-4272-8C43-73291E44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00725"/>
            <a:ext cx="1676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読んだ値</a:t>
            </a:r>
          </a:p>
        </p:txBody>
      </p:sp>
      <p:sp>
        <p:nvSpPr>
          <p:cNvPr id="122" name="wire-628">
            <a:extLst xmlns:a="http://schemas.openxmlformats.org/drawingml/2006/main">
              <a:ext uri="{FF2B5EF4-FFF2-40B4-BE49-F238E27FC236}">
                <a16:creationId xmlns:a16="http://schemas.microsoft.com/office/drawing/2014/main" id="{68D663AF-9E42-4E72-8093-B63E5526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911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23" name="circuit-629">
            <a:extLst xmlns:a="http://schemas.openxmlformats.org/drawingml/2006/main">
              <a:ext uri="{FF2B5EF4-FFF2-40B4-BE49-F238E27FC236}">
                <a16:creationId xmlns:a16="http://schemas.microsoft.com/office/drawing/2014/main" id="{83F27106-56AC-47B2-BDF8-282C4D4C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159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4" name="wire-630">
            <a:extLst xmlns:a="http://schemas.openxmlformats.org/drawingml/2006/main">
              <a:ext uri="{FF2B5EF4-FFF2-40B4-BE49-F238E27FC236}">
                <a16:creationId xmlns:a16="http://schemas.microsoft.com/office/drawing/2014/main" id="{3A08B824-AED9-4418-A993-1743F0F4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911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25" name="circuit-631">
            <a:extLst xmlns:a="http://schemas.openxmlformats.org/drawingml/2006/main">
              <a:ext uri="{FF2B5EF4-FFF2-40B4-BE49-F238E27FC236}">
                <a16:creationId xmlns:a16="http://schemas.microsoft.com/office/drawing/2014/main" id="{85A390C5-D20D-4530-B557-6B8FC28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596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2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6" name="stable-sd">
            <a:extLst xmlns:a="http://schemas.openxmlformats.org/drawingml/2006/main">
              <a:ext uri="{FF2B5EF4-FFF2-40B4-BE49-F238E27FC236}">
                <a16:creationId xmlns:a16="http://schemas.microsoft.com/office/drawing/2014/main" id="{52D30D62-850F-444C-B57D-210851EB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05375"/>
            <a:ext cx="133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27" name="text-633">
            <a:extLst xmlns:a="http://schemas.openxmlformats.org/drawingml/2006/main">
              <a:ext uri="{FF2B5EF4-FFF2-40B4-BE49-F238E27FC236}">
                <a16:creationId xmlns:a16="http://schemas.microsoft.com/office/drawing/2014/main" id="{63E2C51E-4357-4883-B948-F90E73F5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962525"/>
            <a:ext cx="118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128" name="wire-634">
            <a:extLst xmlns:a="http://schemas.openxmlformats.org/drawingml/2006/main">
              <a:ext uri="{FF2B5EF4-FFF2-40B4-BE49-F238E27FC236}">
                <a16:creationId xmlns:a16="http://schemas.microsoft.com/office/drawing/2014/main" id="{18A10CC8-C3B9-4F25-9764-EFFF08B8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29" name="circuit-635">
            <a:extLst xmlns:a="http://schemas.openxmlformats.org/drawingml/2006/main">
              <a:ext uri="{FF2B5EF4-FFF2-40B4-BE49-F238E27FC236}">
                <a16:creationId xmlns:a16="http://schemas.microsoft.com/office/drawing/2014/main" id="{2F694E34-9AB0-4776-B784-0E469C89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561975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0" name="wire-636">
            <a:extLst xmlns:a="http://schemas.openxmlformats.org/drawingml/2006/main">
              <a:ext uri="{FF2B5EF4-FFF2-40B4-BE49-F238E27FC236}">
                <a16:creationId xmlns:a16="http://schemas.microsoft.com/office/drawing/2014/main" id="{BDC721CF-4636-440E-AF0F-3DB0D0D7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2190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31" name="circuit-637">
            <a:extLst xmlns:a="http://schemas.openxmlformats.org/drawingml/2006/main">
              <a:ext uri="{FF2B5EF4-FFF2-40B4-BE49-F238E27FC236}">
                <a16:creationId xmlns:a16="http://schemas.microsoft.com/office/drawing/2014/main" id="{739F5A6A-6EA4-4405-A346-5620AD7C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547687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2" name="stable-card">
            <a:extLst xmlns:a="http://schemas.openxmlformats.org/drawingml/2006/main">
              <a:ext uri="{FF2B5EF4-FFF2-40B4-BE49-F238E27FC236}">
                <a16:creationId xmlns:a16="http://schemas.microsoft.com/office/drawing/2014/main" id="{58402AEC-D452-46E8-9423-DEF77C98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6959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3" name="text-639">
            <a:extLst xmlns:a="http://schemas.openxmlformats.org/drawingml/2006/main">
              <a:ext uri="{FF2B5EF4-FFF2-40B4-BE49-F238E27FC236}">
                <a16:creationId xmlns:a16="http://schemas.microsoft.com/office/drawing/2014/main" id="{01AECA27-8B1B-4A53-A444-42385E02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753100"/>
            <a:ext cx="118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SDカード</a:t>
            </a:r>
          </a:p>
        </p:txBody>
      </p:sp>
      <p:sp>
        <p:nvSpPr>
          <p:cNvPr id="134" name="wire-640">
            <a:extLst xmlns:a="http://schemas.openxmlformats.org/drawingml/2006/main">
              <a:ext uri="{FF2B5EF4-FFF2-40B4-BE49-F238E27FC236}">
                <a16:creationId xmlns:a16="http://schemas.microsoft.com/office/drawing/2014/main" id="{298F343D-2240-42C3-8138-ADF900DF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19625"/>
            <a:ext cx="9525" cy="809625"/>
          </a:xfrm>
          <a:custGeom xmlns:a="http://schemas.openxmlformats.org/drawingml/2006/main">
            <a:pathLst>
              <a:path w="9525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5" name="wire-641">
            <a:extLst xmlns:a="http://schemas.openxmlformats.org/drawingml/2006/main">
              <a:ext uri="{FF2B5EF4-FFF2-40B4-BE49-F238E27FC236}">
                <a16:creationId xmlns:a16="http://schemas.microsoft.com/office/drawing/2014/main" id="{ACD90BC0-0168-4D15-A83D-E9064A6E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6200775" cy="9525"/>
          </a:xfrm>
          <a:custGeom xmlns:a="http://schemas.openxmlformats.org/drawingml/2006/main">
            <a:pathLst>
              <a:path w="6200775" h="9525">
                <a:moveTo>
                  <a:pt x="0" y="0"/>
                </a:moveTo>
                <a:lnTo>
                  <a:pt x="6200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6" name="wire-642">
            <a:extLst xmlns:a="http://schemas.openxmlformats.org/drawingml/2006/main">
              <a:ext uri="{FF2B5EF4-FFF2-40B4-BE49-F238E27FC236}">
                <a16:creationId xmlns:a16="http://schemas.microsoft.com/office/drawing/2014/main" id="{927B303F-DB35-4E68-87F5-4BC4B00C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9525" cy="2190750"/>
          </a:xfrm>
          <a:custGeom xmlns:a="http://schemas.openxmlformats.org/drawingml/2006/main">
            <a:pathLst>
              <a:path w="9525" h="2190750">
                <a:moveTo>
                  <a:pt x="0" y="2190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7" name="wire-643">
            <a:extLst xmlns:a="http://schemas.openxmlformats.org/drawingml/2006/main">
              <a:ext uri="{FF2B5EF4-FFF2-40B4-BE49-F238E27FC236}">
                <a16:creationId xmlns:a16="http://schemas.microsoft.com/office/drawing/2014/main" id="{06F7D603-9934-4003-B7F9-431C164E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466725" cy="9525"/>
          </a:xfrm>
          <a:custGeom xmlns:a="http://schemas.openxmlformats.org/drawingml/2006/main">
            <a:pathLst>
              <a:path w="466725" h="9525">
                <a:moveTo>
                  <a:pt x="0" y="0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8" name="circuit-644">
            <a:extLst xmlns:a="http://schemas.openxmlformats.org/drawingml/2006/main">
              <a:ext uri="{FF2B5EF4-FFF2-40B4-BE49-F238E27FC236}">
                <a16:creationId xmlns:a16="http://schemas.microsoft.com/office/drawing/2014/main" id="{8E12857A-DA12-4E17-8889-3FC8059D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70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9" name="wire-645">
            <a:extLst xmlns:a="http://schemas.openxmlformats.org/drawingml/2006/main">
              <a:ext uri="{FF2B5EF4-FFF2-40B4-BE49-F238E27FC236}">
                <a16:creationId xmlns:a16="http://schemas.microsoft.com/office/drawing/2014/main" id="{54DF27B2-0C8F-41FF-AE4B-69C06CDF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600075" cy="9525"/>
          </a:xfrm>
          <a:custGeom xmlns:a="http://schemas.openxmlformats.org/drawingml/2006/main">
            <a:pathLst>
              <a:path w="600075" h="9525">
                <a:moveTo>
                  <a:pt x="6000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0" name="wire-646">
            <a:extLst xmlns:a="http://schemas.openxmlformats.org/drawingml/2006/main">
              <a:ext uri="{FF2B5EF4-FFF2-40B4-BE49-F238E27FC236}">
                <a16:creationId xmlns:a16="http://schemas.microsoft.com/office/drawing/2014/main" id="{E82CB978-F889-4CF0-821C-C2F23601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9525" cy="2143125"/>
          </a:xfrm>
          <a:custGeom xmlns:a="http://schemas.openxmlformats.org/drawingml/2006/main">
            <a:pathLst>
              <a:path w="9525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1" name="wire-647">
            <a:extLst xmlns:a="http://schemas.openxmlformats.org/drawingml/2006/main">
              <a:ext uri="{FF2B5EF4-FFF2-40B4-BE49-F238E27FC236}">
                <a16:creationId xmlns:a16="http://schemas.microsoft.com/office/drawing/2014/main" id="{4BE2E2BF-F552-4203-B371-C9AC1D8E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572125"/>
            <a:ext cx="4876800" cy="9525"/>
          </a:xfrm>
          <a:custGeom xmlns:a="http://schemas.openxmlformats.org/drawingml/2006/main">
            <a:pathLst>
              <a:path w="4876800" h="9525">
                <a:moveTo>
                  <a:pt x="48768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2" name="wire-648">
            <a:extLst xmlns:a="http://schemas.openxmlformats.org/drawingml/2006/main">
              <a:ext uri="{FF2B5EF4-FFF2-40B4-BE49-F238E27FC236}">
                <a16:creationId xmlns:a16="http://schemas.microsoft.com/office/drawing/2014/main" id="{84FCC3C4-0020-4B17-BF3E-299175F2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619625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3" name="circuit-649">
            <a:extLst xmlns:a="http://schemas.openxmlformats.org/drawingml/2006/main">
              <a:ext uri="{FF2B5EF4-FFF2-40B4-BE49-F238E27FC236}">
                <a16:creationId xmlns:a16="http://schemas.microsoft.com/office/drawing/2014/main" id="{5F98DA9C-4A29-4E70-9BD7-56631521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4193" y="461962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4" name="stable-graphics">
            <a:extLst xmlns:a="http://schemas.openxmlformats.org/drawingml/2006/main">
              <a:ext uri="{FF2B5EF4-FFF2-40B4-BE49-F238E27FC236}">
                <a16:creationId xmlns:a16="http://schemas.microsoft.com/office/drawing/2014/main" id="{43DA0D1B-B7DB-4FDF-8402-BC47FEE7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238375"/>
            <a:ext cx="133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45" name="text-651">
            <a:extLst xmlns:a="http://schemas.openxmlformats.org/drawingml/2006/main">
              <a:ext uri="{FF2B5EF4-FFF2-40B4-BE49-F238E27FC236}">
                <a16:creationId xmlns:a16="http://schemas.microsoft.com/office/drawing/2014/main" id="{51BA3CB7-9327-42F6-9F04-42E15E8E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295525"/>
            <a:ext cx="11811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接続回路</a:t>
            </a:r>
          </a:p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＋ RasterIX</a:t>
            </a:r>
          </a:p>
        </p:txBody>
      </p:sp>
      <p:sp>
        <p:nvSpPr>
          <p:cNvPr id="146" name="wire-652">
            <a:extLst xmlns:a="http://schemas.openxmlformats.org/drawingml/2006/main">
              <a:ext uri="{FF2B5EF4-FFF2-40B4-BE49-F238E27FC236}">
                <a16:creationId xmlns:a16="http://schemas.microsoft.com/office/drawing/2014/main" id="{6E44EA11-889D-449B-994C-114BAF08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241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47" name="circuit-653">
            <a:extLst xmlns:a="http://schemas.openxmlformats.org/drawingml/2006/main">
              <a:ext uri="{FF2B5EF4-FFF2-40B4-BE49-F238E27FC236}">
                <a16:creationId xmlns:a16="http://schemas.microsoft.com/office/drawing/2014/main" id="{B75963A6-712F-436F-9F54-06B23AD5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492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48" name="wire-654">
            <a:extLst xmlns:a="http://schemas.openxmlformats.org/drawingml/2006/main">
              <a:ext uri="{FF2B5EF4-FFF2-40B4-BE49-F238E27FC236}">
                <a16:creationId xmlns:a16="http://schemas.microsoft.com/office/drawing/2014/main" id="{4337CF2B-BD4D-4AF0-80FD-9012F73C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49" name="wire-655">
            <a:extLst xmlns:a="http://schemas.openxmlformats.org/drawingml/2006/main">
              <a:ext uri="{FF2B5EF4-FFF2-40B4-BE49-F238E27FC236}">
                <a16:creationId xmlns:a16="http://schemas.microsoft.com/office/drawing/2014/main" id="{CA947DB1-3561-4F0C-A99F-380219A8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24125"/>
            <a:ext cx="9525" cy="1333500"/>
          </a:xfrm>
          <a:custGeom xmlns:a="http://schemas.openxmlformats.org/drawingml/2006/main">
            <a:pathLst>
              <a:path w="9525" h="1333500">
                <a:moveTo>
                  <a:pt x="0" y="1333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0" name="wire-656">
            <a:extLst xmlns:a="http://schemas.openxmlformats.org/drawingml/2006/main">
              <a:ext uri="{FF2B5EF4-FFF2-40B4-BE49-F238E27FC236}">
                <a16:creationId xmlns:a16="http://schemas.microsoft.com/office/drawing/2014/main" id="{E3F6E90D-FB9C-4C6F-80F1-F1B94891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241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1" name="circuit-657">
            <a:extLst xmlns:a="http://schemas.openxmlformats.org/drawingml/2006/main">
              <a:ext uri="{FF2B5EF4-FFF2-40B4-BE49-F238E27FC236}">
                <a16:creationId xmlns:a16="http://schemas.microsoft.com/office/drawing/2014/main" id="{04EE97D3-AE6C-46BB-9EEF-6F29815B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492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52" name="text-658">
            <a:extLst xmlns:a="http://schemas.openxmlformats.org/drawingml/2006/main">
              <a:ext uri="{FF2B5EF4-FFF2-40B4-BE49-F238E27FC236}">
                <a16:creationId xmlns:a16="http://schemas.microsoft.com/office/drawing/2014/main" id="{620DD428-709F-480C-BB53-199CB4D0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x2のB ＋ 即値0 ＝ 番地B　／　x1から送る値はD</a:t>
            </a:r>
          </a:p>
        </p:txBody>
      </p:sp>
      <p:sp>
        <p:nvSpPr>
          <p:cNvPr id="153" name="text-659">
            <a:extLst xmlns:a="http://schemas.openxmlformats.org/drawingml/2006/main">
              <a:ext uri="{FF2B5EF4-FFF2-40B4-BE49-F238E27FC236}">
                <a16:creationId xmlns:a16="http://schemas.microsoft.com/office/drawing/2014/main" id="{0980B2E2-FBAB-4C19-9ED6-648626DC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6</a:t>
            </a:r>
          </a:p>
        </p:txBody>
      </p:sp>
      <p:sp>
        <p:nvSpPr>
          <p:cNvPr id="154" name="text-660">
            <a:extLst xmlns:a="http://schemas.openxmlformats.org/drawingml/2006/main">
              <a:ext uri="{FF2B5EF4-FFF2-40B4-BE49-F238E27FC236}">
                <a16:creationId xmlns:a16="http://schemas.microsoft.com/office/drawing/2014/main" id="{DEB44C43-3C98-4EDC-A993-16FEA2BE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上段は命令から取り出す内容。CPUのsw命令と、送るデータDは別のもの</a:t>
            </a:r>
          </a:p>
        </p:txBody>
      </p:sp>
    </p:spTree>
    <p:extLst>
      <p:ext uri="{BB962C8B-B14F-4D97-AF65-F5344CB8AC3E}">
        <p14:creationId xmlns:p14="http://schemas.microsoft.com/office/powerpoint/2010/main" val="4738890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text-661">
            <a:extLst xmlns:a="http://schemas.openxmlformats.org/drawingml/2006/main">
              <a:ext uri="{FF2B5EF4-FFF2-40B4-BE49-F238E27FC236}">
                <a16:creationId xmlns:a16="http://schemas.microsoft.com/office/drawing/2014/main" id="{59ADFC32-4ADB-47BE-8957-9637F54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" name="text-662">
            <a:extLst xmlns:a="http://schemas.openxmlformats.org/drawingml/2006/main">
              <a:ext uri="{FF2B5EF4-FFF2-40B4-BE49-F238E27FC236}">
                <a16:creationId xmlns:a16="http://schemas.microsoft.com/office/drawing/2014/main" id="{40CFF009-F766-4FA0-B336-59FD9529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画像をDDR3へ保存し、HDMI端子へ出力する</a:t>
            </a:r>
          </a:p>
        </p:txBody>
      </p:sp>
      <p:sp>
        <p:nvSpPr>
          <p:cNvPr id="3" name="text-663">
            <a:extLst xmlns:a="http://schemas.openxmlformats.org/drawingml/2006/main">
              <a:ext uri="{FF2B5EF4-FFF2-40B4-BE49-F238E27FC236}">
                <a16:creationId xmlns:a16="http://schemas.microsoft.com/office/drawing/2014/main" id="{C8CB381D-08E3-4D01-B9AC-8E5DFFBD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text-664">
            <a:extLst xmlns:a="http://schemas.openxmlformats.org/drawingml/2006/main">
              <a:ext uri="{FF2B5EF4-FFF2-40B4-BE49-F238E27FC236}">
                <a16:creationId xmlns:a16="http://schemas.microsoft.com/office/drawing/2014/main" id="{221403E2-090F-4B26-B071-B9D5DE6A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RasterIXが画像を作り、表示回路がその画像を出す</a:t>
            </a:r>
          </a:p>
        </p:txBody>
      </p:sp>
      <p:sp>
        <p:nvSpPr>
          <p:cNvPr id="5" name="text-665">
            <a:extLst xmlns:a="http://schemas.openxmlformats.org/drawingml/2006/main">
              <a:ext uri="{FF2B5EF4-FFF2-40B4-BE49-F238E27FC236}">
                <a16:creationId xmlns:a16="http://schemas.microsoft.com/office/drawing/2014/main" id="{B63A2ACF-6443-48F6-9DE0-5A7E752C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6" name="block-666">
            <a:extLst xmlns:a="http://schemas.openxmlformats.org/drawingml/2006/main">
              <a:ext uri="{FF2B5EF4-FFF2-40B4-BE49-F238E27FC236}">
                <a16:creationId xmlns:a16="http://schemas.microsoft.com/office/drawing/2014/main" id="{49684897-E5B1-4E4F-A8C1-A6D8DFB4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95475"/>
            <a:ext cx="2057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7" name="text-667">
            <a:extLst xmlns:a="http://schemas.openxmlformats.org/drawingml/2006/main">
              <a:ext uri="{FF2B5EF4-FFF2-40B4-BE49-F238E27FC236}">
                <a16:creationId xmlns:a16="http://schemas.microsoft.com/office/drawing/2014/main" id="{E4AEF7D0-9F5A-49EB-B98D-291C8BF8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95475"/>
            <a:ext cx="201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数値</a:t>
            </a:r>
          </a:p>
        </p:txBody>
      </p:sp>
      <p:sp>
        <p:nvSpPr>
          <p:cNvPr id="8" name="text-668">
            <a:extLst xmlns:a="http://schemas.openxmlformats.org/drawingml/2006/main">
              <a:ext uri="{FF2B5EF4-FFF2-40B4-BE49-F238E27FC236}">
                <a16:creationId xmlns:a16="http://schemas.microsoft.com/office/drawing/2014/main" id="{8C994759-CCAE-42A9-AEDD-A6B189B2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573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9" name="block-669">
            <a:extLst xmlns:a="http://schemas.openxmlformats.org/drawingml/2006/main">
              <a:ext uri="{FF2B5EF4-FFF2-40B4-BE49-F238E27FC236}">
                <a16:creationId xmlns:a16="http://schemas.microsoft.com/office/drawing/2014/main" id="{091FA4F8-9ED9-41E7-9D30-7D742652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95475"/>
            <a:ext cx="857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0" name="text-670">
            <a:extLst xmlns:a="http://schemas.openxmlformats.org/drawingml/2006/main">
              <a:ext uri="{FF2B5EF4-FFF2-40B4-BE49-F238E27FC236}">
                <a16:creationId xmlns:a16="http://schemas.microsoft.com/office/drawing/2014/main" id="{DAD8C7ED-362B-4850-9866-842E2C09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95475"/>
            <a:ext cx="819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1" name="text-671">
            <a:extLst xmlns:a="http://schemas.openxmlformats.org/drawingml/2006/main">
              <a:ext uri="{FF2B5EF4-FFF2-40B4-BE49-F238E27FC236}">
                <a16:creationId xmlns:a16="http://schemas.microsoft.com/office/drawing/2014/main" id="{9F4616B8-C001-4FCF-8329-6396AA70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573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A1の番号</a:t>
            </a:r>
          </a:p>
        </p:txBody>
      </p:sp>
      <p:sp>
        <p:nvSpPr>
          <p:cNvPr id="12" name="block-672">
            <a:extLst xmlns:a="http://schemas.openxmlformats.org/drawingml/2006/main">
              <a:ext uri="{FF2B5EF4-FFF2-40B4-BE49-F238E27FC236}">
                <a16:creationId xmlns:a16="http://schemas.microsoft.com/office/drawing/2014/main" id="{89C3E5E9-167D-4F7B-8DFE-C28E777E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95475"/>
            <a:ext cx="13716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3" name="text-673">
            <a:extLst xmlns:a="http://schemas.openxmlformats.org/drawingml/2006/main">
              <a:ext uri="{FF2B5EF4-FFF2-40B4-BE49-F238E27FC236}">
                <a16:creationId xmlns:a16="http://schemas.microsoft.com/office/drawing/2014/main" id="{2F9B64CF-05AA-4011-A754-BF51D9B6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95475"/>
            <a:ext cx="133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4" name="text-674">
            <a:extLst xmlns:a="http://schemas.openxmlformats.org/drawingml/2006/main">
              <a:ext uri="{FF2B5EF4-FFF2-40B4-BE49-F238E27FC236}">
                <a16:creationId xmlns:a16="http://schemas.microsoft.com/office/drawing/2014/main" id="{7A80D455-B6EF-4DCD-9E98-BE4CF4A8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57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A2の番号</a:t>
            </a:r>
          </a:p>
        </p:txBody>
      </p:sp>
      <p:sp>
        <p:nvSpPr>
          <p:cNvPr id="15" name="block-675">
            <a:extLst xmlns:a="http://schemas.openxmlformats.org/drawingml/2006/main">
              <a:ext uri="{FF2B5EF4-FFF2-40B4-BE49-F238E27FC236}">
                <a16:creationId xmlns:a16="http://schemas.microsoft.com/office/drawing/2014/main" id="{B675CE39-348E-4122-A202-46318DF7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95475"/>
            <a:ext cx="12001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16" name="text-676">
            <a:extLst xmlns:a="http://schemas.openxmlformats.org/drawingml/2006/main">
              <a:ext uri="{FF2B5EF4-FFF2-40B4-BE49-F238E27FC236}">
                <a16:creationId xmlns:a16="http://schemas.microsoft.com/office/drawing/2014/main" id="{151967E4-CAB7-4DC8-BA68-DFA5BCDA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95475"/>
            <a:ext cx="1162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lw / sw</a:t>
            </a:r>
          </a:p>
        </p:txBody>
      </p:sp>
      <p:sp>
        <p:nvSpPr>
          <p:cNvPr id="17" name="text-677">
            <a:extLst xmlns:a="http://schemas.openxmlformats.org/drawingml/2006/main">
              <a:ext uri="{FF2B5EF4-FFF2-40B4-BE49-F238E27FC236}">
                <a16:creationId xmlns:a16="http://schemas.microsoft.com/office/drawing/2014/main" id="{F7E426F4-95EF-4D5A-A9D8-773FB382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7350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18" name="wire-678">
            <a:extLst xmlns:a="http://schemas.openxmlformats.org/drawingml/2006/main">
              <a:ext uri="{FF2B5EF4-FFF2-40B4-BE49-F238E27FC236}">
                <a16:creationId xmlns:a16="http://schemas.microsoft.com/office/drawing/2014/main" id="{ADEEABF0-EBAE-4045-8CAB-2EE98FD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1907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19" name="wire-679">
            <a:extLst xmlns:a="http://schemas.openxmlformats.org/drawingml/2006/main">
              <a:ext uri="{FF2B5EF4-FFF2-40B4-BE49-F238E27FC236}">
                <a16:creationId xmlns:a16="http://schemas.microsoft.com/office/drawing/2014/main" id="{869D53E5-F9CF-4F0C-BC8A-56F44404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1952625" cy="9525"/>
          </a:xfrm>
          <a:custGeom xmlns:a="http://schemas.openxmlformats.org/drawingml/2006/main">
            <a:pathLst>
              <a:path w="1952625" h="9525">
                <a:moveTo>
                  <a:pt x="19526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0" name="wire-680">
            <a:extLst xmlns:a="http://schemas.openxmlformats.org/drawingml/2006/main">
              <a:ext uri="{FF2B5EF4-FFF2-40B4-BE49-F238E27FC236}">
                <a16:creationId xmlns:a16="http://schemas.microsoft.com/office/drawing/2014/main" id="{C0DB0E42-8222-4884-8DF2-3BF347FF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05100"/>
            <a:ext cx="9525" cy="819150"/>
          </a:xfrm>
          <a:custGeom xmlns:a="http://schemas.openxmlformats.org/drawingml/2006/main">
            <a:pathLst>
              <a:path w="9525" h="819150">
                <a:moveTo>
                  <a:pt x="0" y="0"/>
                </a:move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1" name="wire-681">
            <a:extLst xmlns:a="http://schemas.openxmlformats.org/drawingml/2006/main">
              <a:ext uri="{FF2B5EF4-FFF2-40B4-BE49-F238E27FC236}">
                <a16:creationId xmlns:a16="http://schemas.microsoft.com/office/drawing/2014/main" id="{081CC7CA-30E9-46BB-B0DF-E1EA7E71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242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2" name="circuit-682">
            <a:extLst xmlns:a="http://schemas.openxmlformats.org/drawingml/2006/main">
              <a:ext uri="{FF2B5EF4-FFF2-40B4-BE49-F238E27FC236}">
                <a16:creationId xmlns:a16="http://schemas.microsoft.com/office/drawing/2014/main" id="{EC035C26-AF29-4118-9B0D-39C078BA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3" name="wire-683">
            <a:extLst xmlns:a="http://schemas.openxmlformats.org/drawingml/2006/main">
              <a:ext uri="{FF2B5EF4-FFF2-40B4-BE49-F238E27FC236}">
                <a16:creationId xmlns:a16="http://schemas.microsoft.com/office/drawing/2014/main" id="{FF73175C-7284-4061-9D24-F3D1A10A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90750"/>
            <a:ext cx="9525" cy="619125"/>
          </a:xfrm>
          <a:custGeom xmlns:a="http://schemas.openxmlformats.org/drawingml/2006/main">
            <a:pathLst>
              <a:path w="9525" h="619125">
                <a:moveTo>
                  <a:pt x="0" y="0"/>
                </a:moveTo>
                <a:lnTo>
                  <a:pt x="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4" name="wire-684">
            <a:extLst xmlns:a="http://schemas.openxmlformats.org/drawingml/2006/main">
              <a:ext uri="{FF2B5EF4-FFF2-40B4-BE49-F238E27FC236}">
                <a16:creationId xmlns:a16="http://schemas.microsoft.com/office/drawing/2014/main" id="{647DDBD1-9549-4A24-B3F2-136DAD22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2981325" cy="9525"/>
          </a:xfrm>
          <a:custGeom xmlns:a="http://schemas.openxmlformats.org/drawingml/2006/main">
            <a:pathLst>
              <a:path w="2981325" h="9525">
                <a:moveTo>
                  <a:pt x="29813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5" name="wire-685">
            <a:extLst xmlns:a="http://schemas.openxmlformats.org/drawingml/2006/main">
              <a:ext uri="{FF2B5EF4-FFF2-40B4-BE49-F238E27FC236}">
                <a16:creationId xmlns:a16="http://schemas.microsoft.com/office/drawing/2014/main" id="{231C575B-6E34-4963-A923-248FE374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9525" cy="1238250"/>
          </a:xfrm>
          <a:custGeom xmlns:a="http://schemas.openxmlformats.org/drawingml/2006/main">
            <a:pathLst>
              <a:path w="9525" h="1238250">
                <a:moveTo>
                  <a:pt x="0" y="0"/>
                </a:moveTo>
                <a:lnTo>
                  <a:pt x="0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6" name="wire-686">
            <a:extLst xmlns:a="http://schemas.openxmlformats.org/drawingml/2006/main">
              <a:ext uri="{FF2B5EF4-FFF2-40B4-BE49-F238E27FC236}">
                <a16:creationId xmlns:a16="http://schemas.microsoft.com/office/drawing/2014/main" id="{A30C5FCC-7DD5-48E9-B4AC-2A7C2568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48125"/>
            <a:ext cx="142875" cy="9525"/>
          </a:xfrm>
          <a:custGeom xmlns:a="http://schemas.openxmlformats.org/drawingml/2006/main">
            <a:pathLst>
              <a:path w="142875" h="952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1572C3"/>
            </a:solidFill>
          </a:ln>
        </p:spPr>
      </p:sp>
      <p:sp>
        <p:nvSpPr>
          <p:cNvPr id="27" name="circuit-687">
            <a:extLst xmlns:a="http://schemas.openxmlformats.org/drawingml/2006/main">
              <a:ext uri="{FF2B5EF4-FFF2-40B4-BE49-F238E27FC236}">
                <a16:creationId xmlns:a16="http://schemas.microsoft.com/office/drawing/2014/main" id="{538CBCF1-7288-4834-AC76-056E6AED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6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8" name="wire-688">
            <a:extLst xmlns:a="http://schemas.openxmlformats.org/drawingml/2006/main">
              <a:ext uri="{FF2B5EF4-FFF2-40B4-BE49-F238E27FC236}">
                <a16:creationId xmlns:a16="http://schemas.microsoft.com/office/drawing/2014/main" id="{63F23E10-8D1B-47FE-87AE-03566712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24375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231F20"/>
            </a:solidFill>
          </a:ln>
        </p:spPr>
      </p:sp>
      <p:sp>
        <p:nvSpPr>
          <p:cNvPr id="29" name="circuit-689">
            <a:extLst xmlns:a="http://schemas.openxmlformats.org/drawingml/2006/main">
              <a:ext uri="{FF2B5EF4-FFF2-40B4-BE49-F238E27FC236}">
                <a16:creationId xmlns:a16="http://schemas.microsoft.com/office/drawing/2014/main" id="{0FD4F519-C23B-4D18-A1C0-FE1BEA3A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929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30" name="wire-690">
            <a:extLst xmlns:a="http://schemas.openxmlformats.org/drawingml/2006/main">
              <a:ext uri="{FF2B5EF4-FFF2-40B4-BE49-F238E27FC236}">
                <a16:creationId xmlns:a16="http://schemas.microsoft.com/office/drawing/2014/main" id="{E033F4D2-BF6C-4089-8882-B43DB845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1" name="wire-691">
            <a:extLst xmlns:a="http://schemas.openxmlformats.org/drawingml/2006/main">
              <a:ext uri="{FF2B5EF4-FFF2-40B4-BE49-F238E27FC236}">
                <a16:creationId xmlns:a16="http://schemas.microsoft.com/office/drawing/2014/main" id="{20D567C1-AD65-40D3-973E-854301F8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085975" cy="9525"/>
          </a:xfrm>
          <a:custGeom xmlns:a="http://schemas.openxmlformats.org/drawingml/2006/main">
            <a:pathLst>
              <a:path w="2085975" h="9525">
                <a:moveTo>
                  <a:pt x="0" y="0"/>
                </a:moveTo>
                <a:lnTo>
                  <a:pt x="2085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2" name="wire-692">
            <a:extLst xmlns:a="http://schemas.openxmlformats.org/drawingml/2006/main">
              <a:ext uri="{FF2B5EF4-FFF2-40B4-BE49-F238E27FC236}">
                <a16:creationId xmlns:a16="http://schemas.microsoft.com/office/drawing/2014/main" id="{4F752207-A173-4AE1-870B-F82EBF08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76500"/>
            <a:ext cx="9525" cy="1714500"/>
          </a:xfrm>
          <a:custGeom xmlns:a="http://schemas.openxmlformats.org/drawingml/2006/main">
            <a:pathLst>
              <a:path w="9525" h="1714500">
                <a:moveTo>
                  <a:pt x="0" y="0"/>
                </a:moveTo>
                <a:lnTo>
                  <a:pt x="0" y="1714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3" name="wire-693">
            <a:extLst xmlns:a="http://schemas.openxmlformats.org/drawingml/2006/main">
              <a:ext uri="{FF2B5EF4-FFF2-40B4-BE49-F238E27FC236}">
                <a16:creationId xmlns:a16="http://schemas.microsoft.com/office/drawing/2014/main" id="{D2750986-0F0C-4B39-B375-9A710BD9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314325" cy="9525"/>
          </a:xfrm>
          <a:custGeom xmlns:a="http://schemas.openxmlformats.org/drawingml/2006/main"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572C3"/>
            </a:solidFill>
          </a:ln>
        </p:spPr>
      </p:sp>
      <p:sp>
        <p:nvSpPr>
          <p:cNvPr id="34" name="circuit-694">
            <a:extLst xmlns:a="http://schemas.openxmlformats.org/drawingml/2006/main">
              <a:ext uri="{FF2B5EF4-FFF2-40B4-BE49-F238E27FC236}">
                <a16:creationId xmlns:a16="http://schemas.microsoft.com/office/drawing/2014/main" id="{E53ACA9B-E6FB-46FB-AA97-6B0BDBEF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595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695">
            <a:extLst xmlns:a="http://schemas.openxmlformats.org/drawingml/2006/main">
              <a:ext uri="{FF2B5EF4-FFF2-40B4-BE49-F238E27FC236}">
                <a16:creationId xmlns:a16="http://schemas.microsoft.com/office/drawing/2014/main" id="{5BE2E387-76E1-4A9B-A5DF-4C990C91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36" name="stable-pc">
            <a:extLst xmlns:a="http://schemas.openxmlformats.org/drawingml/2006/main">
              <a:ext uri="{FF2B5EF4-FFF2-40B4-BE49-F238E27FC236}">
                <a16:creationId xmlns:a16="http://schemas.microsoft.com/office/drawing/2014/main" id="{F8ABA98E-C5FE-49CB-989E-6EEC13C6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400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37" name="text-697">
            <a:extLst xmlns:a="http://schemas.openxmlformats.org/drawingml/2006/main">
              <a:ext uri="{FF2B5EF4-FFF2-40B4-BE49-F238E27FC236}">
                <a16:creationId xmlns:a16="http://schemas.microsoft.com/office/drawing/2014/main" id="{7D13DB14-28DB-494B-8377-633C10A6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38" name="text-698">
            <a:extLst xmlns:a="http://schemas.openxmlformats.org/drawingml/2006/main">
              <a:ext uri="{FF2B5EF4-FFF2-40B4-BE49-F238E27FC236}">
                <a16:creationId xmlns:a16="http://schemas.microsoft.com/office/drawing/2014/main" id="{668DE285-5174-42E3-9324-52B530ED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705225"/>
            <a:ext cx="14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39" name="circuit-699">
            <a:extLst xmlns:a="http://schemas.openxmlformats.org/drawingml/2006/main">
              <a:ext uri="{FF2B5EF4-FFF2-40B4-BE49-F238E27FC236}">
                <a16:creationId xmlns:a16="http://schemas.microsoft.com/office/drawing/2014/main" id="{CD9975B6-194C-46E2-9877-619F8EB2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71450" cy="104775"/>
          </a:xfrm>
          <a:custGeom xmlns:a="http://schemas.openxmlformats.org/drawingml/2006/main">
            <a:pathLst>
              <a:path w="171450" h="104775">
                <a:moveTo>
                  <a:pt x="0" y="0"/>
                </a:moveTo>
                <a:lnTo>
                  <a:pt x="85725" y="104775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0" name="wire-700">
            <a:extLst xmlns:a="http://schemas.openxmlformats.org/drawingml/2006/main">
              <a:ext uri="{FF2B5EF4-FFF2-40B4-BE49-F238E27FC236}">
                <a16:creationId xmlns:a16="http://schemas.microsoft.com/office/drawing/2014/main" id="{90203B31-BFD3-4D83-AE0F-DC785A95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48025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231F20"/>
            </a:solidFill>
          </a:ln>
        </p:spPr>
      </p:sp>
      <p:sp>
        <p:nvSpPr>
          <p:cNvPr id="41" name="text-701">
            <a:extLst xmlns:a="http://schemas.openxmlformats.org/drawingml/2006/main">
              <a:ext uri="{FF2B5EF4-FFF2-40B4-BE49-F238E27FC236}">
                <a16:creationId xmlns:a16="http://schemas.microsoft.com/office/drawing/2014/main" id="{58AD6986-4F97-4EBF-AC30-9E8BD078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4667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2" name="text-702">
            <a:extLst xmlns:a="http://schemas.openxmlformats.org/drawingml/2006/main">
              <a:ext uri="{FF2B5EF4-FFF2-40B4-BE49-F238E27FC236}">
                <a16:creationId xmlns:a16="http://schemas.microsoft.com/office/drawing/2014/main" id="{C5888AFD-1BB9-4751-8E99-E89073A9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05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3" name="wire-703">
            <a:extLst xmlns:a="http://schemas.openxmlformats.org/drawingml/2006/main">
              <a:ext uri="{FF2B5EF4-FFF2-40B4-BE49-F238E27FC236}">
                <a16:creationId xmlns:a16="http://schemas.microsoft.com/office/drawing/2014/main" id="{CC4FA2FF-A446-4BD7-8FD4-58DC1642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57625"/>
            <a:ext cx="361950" cy="9525"/>
          </a:xfrm>
          <a:custGeom xmlns:a="http://schemas.openxmlformats.org/drawingml/2006/main"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44" name="circuit-704">
            <a:extLst xmlns:a="http://schemas.openxmlformats.org/drawingml/2006/main">
              <a:ext uri="{FF2B5EF4-FFF2-40B4-BE49-F238E27FC236}">
                <a16:creationId xmlns:a16="http://schemas.microsoft.com/office/drawing/2014/main" id="{C1755BC7-0130-409C-BBFC-8BDC018D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text-705">
            <a:extLst xmlns:a="http://schemas.openxmlformats.org/drawingml/2006/main">
              <a:ext uri="{FF2B5EF4-FFF2-40B4-BE49-F238E27FC236}">
                <a16:creationId xmlns:a16="http://schemas.microsoft.com/office/drawing/2014/main" id="{D6E445A8-8EE1-48EF-914A-AE1A88BC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857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命令の番地</a:t>
            </a:r>
          </a:p>
        </p:txBody>
      </p:sp>
      <p:sp>
        <p:nvSpPr>
          <p:cNvPr id="46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EC00BF8B-1D04-4E8A-99AE-2C1AAFD4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171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47" name="text-707">
            <a:extLst xmlns:a="http://schemas.openxmlformats.org/drawingml/2006/main">
              <a:ext uri="{FF2B5EF4-FFF2-40B4-BE49-F238E27FC236}">
                <a16:creationId xmlns:a16="http://schemas.microsoft.com/office/drawing/2014/main" id="{07D7D736-E5FE-4E02-BED7-85FAF917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766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命令側の接続</a:t>
            </a:r>
          </a:p>
        </p:txBody>
      </p:sp>
      <p:sp>
        <p:nvSpPr>
          <p:cNvPr id="48" name="text-708">
            <a:extLst xmlns:a="http://schemas.openxmlformats.org/drawingml/2006/main">
              <a:ext uri="{FF2B5EF4-FFF2-40B4-BE49-F238E27FC236}">
                <a16:creationId xmlns:a16="http://schemas.microsoft.com/office/drawing/2014/main" id="{878FBAC5-B0EC-4D8C-B508-5F046361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14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9" name="text-709">
            <a:extLst xmlns:a="http://schemas.openxmlformats.org/drawingml/2006/main">
              <a:ext uri="{FF2B5EF4-FFF2-40B4-BE49-F238E27FC236}">
                <a16:creationId xmlns:a16="http://schemas.microsoft.com/office/drawing/2014/main" id="{97F5E119-99A7-4961-926D-CE500CF4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147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0" name="text-710">
            <a:extLst xmlns:a="http://schemas.openxmlformats.org/drawingml/2006/main">
              <a:ext uri="{FF2B5EF4-FFF2-40B4-BE49-F238E27FC236}">
                <a16:creationId xmlns:a16="http://schemas.microsoft.com/office/drawing/2014/main" id="{28234C75-E3C6-4148-90B9-0E7D23E6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752850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バス経由で</a:t>
            </a:r>
          </a:p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51" name="wire-711">
            <a:extLst xmlns:a="http://schemas.openxmlformats.org/drawingml/2006/main">
              <a:ext uri="{FF2B5EF4-FFF2-40B4-BE49-F238E27FC236}">
                <a16:creationId xmlns:a16="http://schemas.microsoft.com/office/drawing/2014/main" id="{F57B84B6-E8DF-4EC0-AD9F-99525A27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2" name="wire-712">
            <a:extLst xmlns:a="http://schemas.openxmlformats.org/drawingml/2006/main">
              <a:ext uri="{FF2B5EF4-FFF2-40B4-BE49-F238E27FC236}">
                <a16:creationId xmlns:a16="http://schemas.microsoft.com/office/drawing/2014/main" id="{1327A4B5-E192-4BA0-A87C-41617F59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9525" cy="1819275"/>
          </a:xfrm>
          <a:custGeom xmlns:a="http://schemas.openxmlformats.org/drawingml/2006/main">
            <a:pathLst>
              <a:path w="9525" h="1819275">
                <a:moveTo>
                  <a:pt x="0" y="18192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3" name="wire-713">
            <a:extLst xmlns:a="http://schemas.openxmlformats.org/drawingml/2006/main">
              <a:ext uri="{FF2B5EF4-FFF2-40B4-BE49-F238E27FC236}">
                <a16:creationId xmlns:a16="http://schemas.microsoft.com/office/drawing/2014/main" id="{B37B2488-9C95-480F-9BCD-BF951966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4" name="circuit-714">
            <a:extLst xmlns:a="http://schemas.openxmlformats.org/drawingml/2006/main">
              <a:ext uri="{FF2B5EF4-FFF2-40B4-BE49-F238E27FC236}">
                <a16:creationId xmlns:a16="http://schemas.microsoft.com/office/drawing/2014/main" id="{0D33A14B-0457-4A4C-B831-CB0F63DE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69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5" name="text-715">
            <a:extLst xmlns:a="http://schemas.openxmlformats.org/drawingml/2006/main">
              <a:ext uri="{FF2B5EF4-FFF2-40B4-BE49-F238E27FC236}">
                <a16:creationId xmlns:a16="http://schemas.microsoft.com/office/drawing/2014/main" id="{A0E3B7E9-2E23-4FBA-9697-13215594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43375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56" name="circuit-716">
            <a:extLst xmlns:a="http://schemas.openxmlformats.org/drawingml/2006/main">
              <a:ext uri="{FF2B5EF4-FFF2-40B4-BE49-F238E27FC236}">
                <a16:creationId xmlns:a16="http://schemas.microsoft.com/office/drawing/2014/main" id="{6FC1D8E7-B40F-4CE3-9F87-C0859DDF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90800"/>
            <a:ext cx="476250" cy="419100"/>
          </a:xfrm>
          <a:custGeom xmlns:a="http://schemas.openxmlformats.org/drawingml/2006/main">
            <a:pathLst>
              <a:path w="476250" h="419100">
                <a:moveTo>
                  <a:pt x="0" y="0"/>
                </a:moveTo>
                <a:lnTo>
                  <a:pt x="476250" y="114300"/>
                </a:lnTo>
                <a:lnTo>
                  <a:pt x="476250" y="304800"/>
                </a:lnTo>
                <a:lnTo>
                  <a:pt x="0" y="419100"/>
                </a:lnTo>
                <a:lnTo>
                  <a:pt x="0" y="285750"/>
                </a:lnTo>
                <a:lnTo>
                  <a:pt x="95250" y="20955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57" name="text-717">
            <a:extLst xmlns:a="http://schemas.openxmlformats.org/drawingml/2006/main">
              <a:ext uri="{FF2B5EF4-FFF2-40B4-BE49-F238E27FC236}">
                <a16:creationId xmlns:a16="http://schemas.microsoft.com/office/drawing/2014/main" id="{1855BEF0-3B6A-47D4-A369-32A2FE37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6574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58" name="wire-718">
            <a:extLst xmlns:a="http://schemas.openxmlformats.org/drawingml/2006/main">
              <a:ext uri="{FF2B5EF4-FFF2-40B4-BE49-F238E27FC236}">
                <a16:creationId xmlns:a16="http://schemas.microsoft.com/office/drawing/2014/main" id="{05D9626F-B05B-4C9C-B96F-45462ABF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9525" cy="1162050"/>
          </a:xfrm>
          <a:custGeom xmlns:a="http://schemas.openxmlformats.org/drawingml/2006/main">
            <a:pathLst>
              <a:path w="952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59" name="wire-719">
            <a:extLst xmlns:a="http://schemas.openxmlformats.org/drawingml/2006/main">
              <a:ext uri="{FF2B5EF4-FFF2-40B4-BE49-F238E27FC236}">
                <a16:creationId xmlns:a16="http://schemas.microsoft.com/office/drawing/2014/main" id="{F9E6C024-B32B-4D1A-A541-00260BFB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381000" cy="9525"/>
          </a:xfrm>
          <a:custGeom xmlns:a="http://schemas.openxmlformats.org/drawingml/2006/main"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0" name="circuit-720">
            <a:extLst xmlns:a="http://schemas.openxmlformats.org/drawingml/2006/main">
              <a:ext uri="{FF2B5EF4-FFF2-40B4-BE49-F238E27FC236}">
                <a16:creationId xmlns:a16="http://schemas.microsoft.com/office/drawing/2014/main" id="{6A182872-A4EB-4522-A146-E7579282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641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1" name="text-721">
            <a:extLst xmlns:a="http://schemas.openxmlformats.org/drawingml/2006/main">
              <a:ext uri="{FF2B5EF4-FFF2-40B4-BE49-F238E27FC236}">
                <a16:creationId xmlns:a16="http://schemas.microsoft.com/office/drawing/2014/main" id="{57C592E8-7178-4707-B191-95C0D219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67025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2" name="wire-722">
            <a:extLst xmlns:a="http://schemas.openxmlformats.org/drawingml/2006/main">
              <a:ext uri="{FF2B5EF4-FFF2-40B4-BE49-F238E27FC236}">
                <a16:creationId xmlns:a16="http://schemas.microsoft.com/office/drawing/2014/main" id="{797DA660-8A81-4BD3-BF6A-B7D055CD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05125"/>
            <a:ext cx="76200" cy="9525"/>
          </a:xfrm>
          <a:custGeom xmlns:a="http://schemas.openxmlformats.org/drawingml/2006/main"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3" name="circuit-723">
            <a:extLst xmlns:a="http://schemas.openxmlformats.org/drawingml/2006/main">
              <a:ext uri="{FF2B5EF4-FFF2-40B4-BE49-F238E27FC236}">
                <a16:creationId xmlns:a16="http://schemas.microsoft.com/office/drawing/2014/main" id="{210C67A0-013A-43E0-A8E9-14B0A71D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73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4" name="wire-724">
            <a:extLst xmlns:a="http://schemas.openxmlformats.org/drawingml/2006/main">
              <a:ext uri="{FF2B5EF4-FFF2-40B4-BE49-F238E27FC236}">
                <a16:creationId xmlns:a16="http://schemas.microsoft.com/office/drawing/2014/main" id="{DD11EE01-283B-44EC-A3FF-5BCAC9FB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52400" cy="9525"/>
          </a:xfrm>
          <a:custGeom xmlns:a="http://schemas.openxmlformats.org/drawingml/2006/main"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5" name="wire-725">
            <a:extLst xmlns:a="http://schemas.openxmlformats.org/drawingml/2006/main">
              <a:ext uri="{FF2B5EF4-FFF2-40B4-BE49-F238E27FC236}">
                <a16:creationId xmlns:a16="http://schemas.microsoft.com/office/drawing/2014/main" id="{ACFA3443-47D9-402C-93EB-2FB40E84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76500"/>
            <a:ext cx="9525" cy="323850"/>
          </a:xfrm>
          <a:custGeom xmlns:a="http://schemas.openxmlformats.org/drawingml/2006/main">
            <a:pathLst>
              <a:path w="9525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6" name="wire-726">
            <a:extLst xmlns:a="http://schemas.openxmlformats.org/drawingml/2006/main">
              <a:ext uri="{FF2B5EF4-FFF2-40B4-BE49-F238E27FC236}">
                <a16:creationId xmlns:a16="http://schemas.microsoft.com/office/drawing/2014/main" id="{FF182DFB-0B74-4FDA-960E-781A89E4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866900" cy="9525"/>
          </a:xfrm>
          <a:custGeom xmlns:a="http://schemas.openxmlformats.org/drawingml/2006/main">
            <a:pathLst>
              <a:path w="1866900" h="9525">
                <a:moveTo>
                  <a:pt x="18669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7" name="wire-727">
            <a:extLst xmlns:a="http://schemas.openxmlformats.org/drawingml/2006/main">
              <a:ext uri="{FF2B5EF4-FFF2-40B4-BE49-F238E27FC236}">
                <a16:creationId xmlns:a16="http://schemas.microsoft.com/office/drawing/2014/main" id="{B191DB05-B99B-4635-BFB0-B6B25E56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9525" cy="1381125"/>
          </a:xfrm>
          <a:custGeom xmlns:a="http://schemas.openxmlformats.org/drawingml/2006/main">
            <a:pathLst>
              <a:path w="9525" h="1381125">
                <a:moveTo>
                  <a:pt x="0" y="0"/>
                </a:moveTo>
                <a:lnTo>
                  <a:pt x="0" y="138112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8" name="wire-728">
            <a:extLst xmlns:a="http://schemas.openxmlformats.org/drawingml/2006/main">
              <a:ext uri="{FF2B5EF4-FFF2-40B4-BE49-F238E27FC236}">
                <a16:creationId xmlns:a16="http://schemas.microsoft.com/office/drawing/2014/main" id="{78F2F399-F5B3-4F59-B536-166B0FD2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57625"/>
            <a:ext cx="285750" cy="9525"/>
          </a:xfrm>
          <a:custGeom xmlns:a="http://schemas.openxmlformats.org/drawingml/2006/main"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69" name="circuit-729">
            <a:extLst xmlns:a="http://schemas.openxmlformats.org/drawingml/2006/main">
              <a:ext uri="{FF2B5EF4-FFF2-40B4-BE49-F238E27FC236}">
                <a16:creationId xmlns:a16="http://schemas.microsoft.com/office/drawing/2014/main" id="{2C0D3A46-7BBD-4C2E-A675-E7AF876C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0" name="text-730">
            <a:extLst xmlns:a="http://schemas.openxmlformats.org/drawingml/2006/main">
              <a:ext uri="{FF2B5EF4-FFF2-40B4-BE49-F238E27FC236}">
                <a16:creationId xmlns:a16="http://schemas.microsoft.com/office/drawing/2014/main" id="{488190D0-28D4-4DB8-9B12-1844395B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907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71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DAB44A91-AA43-4232-9610-E0D14269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714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72" name="text-732">
            <a:extLst xmlns:a="http://schemas.openxmlformats.org/drawingml/2006/main">
              <a:ext uri="{FF2B5EF4-FFF2-40B4-BE49-F238E27FC236}">
                <a16:creationId xmlns:a16="http://schemas.microsoft.com/office/drawing/2014/main" id="{3BF73D96-E63F-4AE6-87EF-C932ADBD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95800"/>
            <a:ext cx="1171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73" name="text-733">
            <a:extLst xmlns:a="http://schemas.openxmlformats.org/drawingml/2006/main">
              <a:ext uri="{FF2B5EF4-FFF2-40B4-BE49-F238E27FC236}">
                <a16:creationId xmlns:a16="http://schemas.microsoft.com/office/drawing/2014/main" id="{D170071E-4CCE-4D52-A358-84CC1C66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67125"/>
            <a:ext cx="9429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74" name="text-734">
            <a:extLst xmlns:a="http://schemas.openxmlformats.org/drawingml/2006/main">
              <a:ext uri="{FF2B5EF4-FFF2-40B4-BE49-F238E27FC236}">
                <a16:creationId xmlns:a16="http://schemas.microsoft.com/office/drawing/2014/main" id="{2D6471DF-BDED-4B77-AB7F-575CBDC6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5" name="text-735">
            <a:extLst xmlns:a="http://schemas.openxmlformats.org/drawingml/2006/main">
              <a:ext uri="{FF2B5EF4-FFF2-40B4-BE49-F238E27FC236}">
                <a16:creationId xmlns:a16="http://schemas.microsoft.com/office/drawing/2014/main" id="{6EEDDE9D-0C5C-45D1-99AF-C326594F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6" name="text-736">
            <a:extLst xmlns:a="http://schemas.openxmlformats.org/drawingml/2006/main">
              <a:ext uri="{FF2B5EF4-FFF2-40B4-BE49-F238E27FC236}">
                <a16:creationId xmlns:a16="http://schemas.microsoft.com/office/drawing/2014/main" id="{8B8E5442-7732-4174-B9A4-FA5B669B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38150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7" name="text-737">
            <a:extLst xmlns:a="http://schemas.openxmlformats.org/drawingml/2006/main">
              <a:ext uri="{FF2B5EF4-FFF2-40B4-BE49-F238E27FC236}">
                <a16:creationId xmlns:a16="http://schemas.microsoft.com/office/drawing/2014/main" id="{A6C7B1CB-A38C-44F7-8B85-68668327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7148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8" name="text-738">
            <a:extLst xmlns:a="http://schemas.openxmlformats.org/drawingml/2006/main">
              <a:ext uri="{FF2B5EF4-FFF2-40B4-BE49-F238E27FC236}">
                <a16:creationId xmlns:a16="http://schemas.microsoft.com/office/drawing/2014/main" id="{ABB81B72-715A-4B36-B13E-1353E2A5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81375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79" name="text-739">
            <a:extLst xmlns:a="http://schemas.openxmlformats.org/drawingml/2006/main">
              <a:ext uri="{FF2B5EF4-FFF2-40B4-BE49-F238E27FC236}">
                <a16:creationId xmlns:a16="http://schemas.microsoft.com/office/drawing/2014/main" id="{78761550-5B69-4583-9E63-3BA01AEB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05250"/>
            <a:ext cx="4095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0" name="circuit-740">
            <a:extLst xmlns:a="http://schemas.openxmlformats.org/drawingml/2006/main">
              <a:ext uri="{FF2B5EF4-FFF2-40B4-BE49-F238E27FC236}">
                <a16:creationId xmlns:a16="http://schemas.microsoft.com/office/drawing/2014/main" id="{C2CE4DBA-AE0C-45A1-9EC0-9134A4D2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95625"/>
            <a:ext cx="171450" cy="95250"/>
          </a:xfrm>
          <a:custGeom xmlns:a="http://schemas.openxmlformats.org/drawingml/2006/main">
            <a:pathLst>
              <a:path w="171450" h="95250">
                <a:moveTo>
                  <a:pt x="0" y="0"/>
                </a:moveTo>
                <a:lnTo>
                  <a:pt x="85725" y="95250"/>
                </a:lnTo>
                <a:lnTo>
                  <a:pt x="17145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81" name="wire-741">
            <a:extLst xmlns:a="http://schemas.openxmlformats.org/drawingml/2006/main">
              <a:ext uri="{FF2B5EF4-FFF2-40B4-BE49-F238E27FC236}">
                <a16:creationId xmlns:a16="http://schemas.microsoft.com/office/drawing/2014/main" id="{EB1D760C-FAA9-4134-B1C9-F1900B11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62275"/>
            <a:ext cx="9525" cy="133350"/>
          </a:xfrm>
          <a:custGeom xmlns:a="http://schemas.openxmlformats.org/drawingml/2006/main"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231F20"/>
            </a:solidFill>
          </a:ln>
        </p:spPr>
      </p:sp>
      <p:sp>
        <p:nvSpPr>
          <p:cNvPr id="82" name="text-742">
            <a:extLst xmlns:a="http://schemas.openxmlformats.org/drawingml/2006/main">
              <a:ext uri="{FF2B5EF4-FFF2-40B4-BE49-F238E27FC236}">
                <a16:creationId xmlns:a16="http://schemas.microsoft.com/office/drawing/2014/main" id="{68460009-7809-4658-856A-EE7C37CB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051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3" name="wire-743">
            <a:extLst xmlns:a="http://schemas.openxmlformats.org/drawingml/2006/main">
              <a:ext uri="{FF2B5EF4-FFF2-40B4-BE49-F238E27FC236}">
                <a16:creationId xmlns:a16="http://schemas.microsoft.com/office/drawing/2014/main" id="{CDBA53EC-CFCF-4E14-ACC6-B2D4220A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242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84" name="circuit-744">
            <a:extLst xmlns:a="http://schemas.openxmlformats.org/drawingml/2006/main">
              <a:ext uri="{FF2B5EF4-FFF2-40B4-BE49-F238E27FC236}">
                <a16:creationId xmlns:a16="http://schemas.microsoft.com/office/drawing/2014/main" id="{D6A2E4E7-2E0B-4A5B-A1B6-42966378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928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5" name="text-745">
            <a:extLst xmlns:a="http://schemas.openxmlformats.org/drawingml/2006/main">
              <a:ext uri="{FF2B5EF4-FFF2-40B4-BE49-F238E27FC236}">
                <a16:creationId xmlns:a16="http://schemas.microsoft.com/office/drawing/2014/main" id="{4E034535-2936-4532-B704-026D447D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9925"/>
            <a:ext cx="57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基準値</a:t>
            </a:r>
          </a:p>
        </p:txBody>
      </p:sp>
      <p:sp>
        <p:nvSpPr>
          <p:cNvPr id="86" name="stable-alu">
            <a:extLst xmlns:a="http://schemas.openxmlformats.org/drawingml/2006/main">
              <a:ext uri="{FF2B5EF4-FFF2-40B4-BE49-F238E27FC236}">
                <a16:creationId xmlns:a16="http://schemas.microsoft.com/office/drawing/2014/main" id="{2007DB7A-04A7-44AF-9F09-097248D8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86125"/>
            <a:ext cx="857250" cy="1143000"/>
          </a:xfrm>
          <a:custGeom xmlns:a="http://schemas.openxmlformats.org/drawingml/2006/main">
            <a:pathLst>
              <a:path w="857250" h="1143000">
                <a:moveTo>
                  <a:pt x="0" y="0"/>
                </a:moveTo>
                <a:lnTo>
                  <a:pt x="857250" y="209550"/>
                </a:lnTo>
                <a:lnTo>
                  <a:pt x="857250" y="933450"/>
                </a:lnTo>
                <a:lnTo>
                  <a:pt x="0" y="1143000"/>
                </a:lnTo>
                <a:lnTo>
                  <a:pt x="0" y="723900"/>
                </a:lnTo>
                <a:lnTo>
                  <a:pt x="219075" y="571500"/>
                </a:lnTo>
                <a:lnTo>
                  <a:pt x="0" y="4000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21908">
            <a:solidFill>
              <a:srgbClr val="231F20"/>
            </a:solidFill>
          </a:ln>
        </p:spPr>
      </p:sp>
      <p:sp>
        <p:nvSpPr>
          <p:cNvPr id="87" name="text-747">
            <a:extLst xmlns:a="http://schemas.openxmlformats.org/drawingml/2006/main">
              <a:ext uri="{FF2B5EF4-FFF2-40B4-BE49-F238E27FC236}">
                <a16:creationId xmlns:a16="http://schemas.microsoft.com/office/drawing/2014/main" id="{8C8C0B88-EF68-4CB6-BFEF-4F59294B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6712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62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8" name="text-748">
            <a:extLst xmlns:a="http://schemas.openxmlformats.org/drawingml/2006/main">
              <a:ext uri="{FF2B5EF4-FFF2-40B4-BE49-F238E27FC236}">
                <a16:creationId xmlns:a16="http://schemas.microsoft.com/office/drawing/2014/main" id="{66DE5A10-AAB0-44C7-AB8D-FD113370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714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9" name="wire-749">
            <a:extLst xmlns:a="http://schemas.openxmlformats.org/drawingml/2006/main">
              <a:ext uri="{FF2B5EF4-FFF2-40B4-BE49-F238E27FC236}">
                <a16:creationId xmlns:a16="http://schemas.microsoft.com/office/drawing/2014/main" id="{C3AAE22B-8898-4312-834C-D9A5C77D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857250" cy="9525"/>
          </a:xfrm>
          <a:custGeom xmlns:a="http://schemas.openxmlformats.org/drawingml/2006/main"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0" name="circuit-750">
            <a:extLst xmlns:a="http://schemas.openxmlformats.org/drawingml/2006/main">
              <a:ext uri="{FF2B5EF4-FFF2-40B4-BE49-F238E27FC236}">
                <a16:creationId xmlns:a16="http://schemas.microsoft.com/office/drawing/2014/main" id="{15F43610-8A20-41C6-AA35-8E2F1A8B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1" name="text-751">
            <a:extLst xmlns:a="http://schemas.openxmlformats.org/drawingml/2006/main">
              <a:ext uri="{FF2B5EF4-FFF2-40B4-BE49-F238E27FC236}">
                <a16:creationId xmlns:a16="http://schemas.microsoft.com/office/drawing/2014/main" id="{968E685C-6AA8-4287-A525-601D69D3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486150"/>
            <a:ext cx="42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92" name="wire-752">
            <a:extLst xmlns:a="http://schemas.openxmlformats.org/drawingml/2006/main">
              <a:ext uri="{FF2B5EF4-FFF2-40B4-BE49-F238E27FC236}">
                <a16:creationId xmlns:a16="http://schemas.microsoft.com/office/drawing/2014/main" id="{F256BF5F-FD1D-4762-AC37-D65C04F1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481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3" name="wire-753">
            <a:extLst xmlns:a="http://schemas.openxmlformats.org/drawingml/2006/main">
              <a:ext uri="{FF2B5EF4-FFF2-40B4-BE49-F238E27FC236}">
                <a16:creationId xmlns:a16="http://schemas.microsoft.com/office/drawing/2014/main" id="{621A5830-DE55-47F3-A3B2-2A1D6A6D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48125"/>
            <a:ext cx="9525" cy="1190625"/>
          </a:xfrm>
          <a:custGeom xmlns:a="http://schemas.openxmlformats.org/drawingml/2006/main">
            <a:pathLst>
              <a:path w="9525" h="1190625">
                <a:moveTo>
                  <a:pt x="0" y="0"/>
                </a:moveTo>
                <a:lnTo>
                  <a:pt x="0" y="11906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4" name="wire-754">
            <a:extLst xmlns:a="http://schemas.openxmlformats.org/drawingml/2006/main">
              <a:ext uri="{FF2B5EF4-FFF2-40B4-BE49-F238E27FC236}">
                <a16:creationId xmlns:a16="http://schemas.microsoft.com/office/drawing/2014/main" id="{C14D602E-5C74-4932-8795-734ABF3E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38750"/>
            <a:ext cx="2190750" cy="9525"/>
          </a:xfrm>
          <a:custGeom xmlns:a="http://schemas.openxmlformats.org/drawingml/2006/main"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5" name="wire-755">
            <a:extLst xmlns:a="http://schemas.openxmlformats.org/drawingml/2006/main">
              <a:ext uri="{FF2B5EF4-FFF2-40B4-BE49-F238E27FC236}">
                <a16:creationId xmlns:a16="http://schemas.microsoft.com/office/drawing/2014/main" id="{54072AF6-2C5C-4A9F-8560-1A6DC8B4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9525" cy="904875"/>
          </a:xfrm>
          <a:custGeom xmlns:a="http://schemas.openxmlformats.org/drawingml/2006/main">
            <a:pathLst>
              <a:path w="9525" h="904875">
                <a:moveTo>
                  <a:pt x="0" y="904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6" name="wire-756">
            <a:extLst xmlns:a="http://schemas.openxmlformats.org/drawingml/2006/main">
              <a:ext uri="{FF2B5EF4-FFF2-40B4-BE49-F238E27FC236}">
                <a16:creationId xmlns:a16="http://schemas.microsoft.com/office/drawing/2014/main" id="{F1AA47DD-03F6-4566-B7CC-1CAAFDF2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33875"/>
            <a:ext cx="200025" cy="9525"/>
          </a:xfrm>
          <a:custGeom xmlns:a="http://schemas.openxmlformats.org/drawingml/2006/main">
            <a:pathLst>
              <a:path w="200025" h="9525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97" name="circuit-757">
            <a:extLst xmlns:a="http://schemas.openxmlformats.org/drawingml/2006/main">
              <a:ext uri="{FF2B5EF4-FFF2-40B4-BE49-F238E27FC236}">
                <a16:creationId xmlns:a16="http://schemas.microsoft.com/office/drawing/2014/main" id="{392A0DEF-7E21-401A-9433-4D9744AB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244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8" name="text-758">
            <a:extLst xmlns:a="http://schemas.openxmlformats.org/drawingml/2006/main">
              <a:ext uri="{FF2B5EF4-FFF2-40B4-BE49-F238E27FC236}">
                <a16:creationId xmlns:a16="http://schemas.microsoft.com/office/drawing/2014/main" id="{9C4670FC-5CAF-4AE5-8F9C-D0839A98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書く値</a:t>
            </a:r>
          </a:p>
        </p:txBody>
      </p:sp>
      <p:sp>
        <p:nvSpPr>
          <p:cNvPr id="99" name="stable-bus">
            <a:extLst xmlns:a="http://schemas.openxmlformats.org/drawingml/2006/main">
              <a:ext uri="{FF2B5EF4-FFF2-40B4-BE49-F238E27FC236}">
                <a16:creationId xmlns:a16="http://schemas.microsoft.com/office/drawing/2014/main" id="{F7EA376B-2C67-4B81-BF72-1716C63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8572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00" name="text-760">
            <a:extLst xmlns:a="http://schemas.openxmlformats.org/drawingml/2006/main">
              <a:ext uri="{FF2B5EF4-FFF2-40B4-BE49-F238E27FC236}">
                <a16:creationId xmlns:a16="http://schemas.microsoft.com/office/drawing/2014/main" id="{E3CB9622-935F-4B0D-9554-C46DD9E7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52775"/>
            <a:ext cx="7048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</a:t>
            </a:r>
          </a:p>
        </p:txBody>
      </p:sp>
      <p:sp>
        <p:nvSpPr>
          <p:cNvPr id="101" name="text-761">
            <a:extLst xmlns:a="http://schemas.openxmlformats.org/drawingml/2006/main">
              <a:ext uri="{FF2B5EF4-FFF2-40B4-BE49-F238E27FC236}">
                <a16:creationId xmlns:a16="http://schemas.microsoft.com/office/drawing/2014/main" id="{FEF8014D-DFDB-4F74-9546-4503CAB9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666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102" name="wire-762">
            <a:extLst xmlns:a="http://schemas.openxmlformats.org/drawingml/2006/main">
              <a:ext uri="{FF2B5EF4-FFF2-40B4-BE49-F238E27FC236}">
                <a16:creationId xmlns:a16="http://schemas.microsoft.com/office/drawing/2014/main" id="{84570256-20A9-4397-AF95-131A19C2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3" name="circuit-763">
            <a:extLst xmlns:a="http://schemas.openxmlformats.org/drawingml/2006/main">
              <a:ext uri="{FF2B5EF4-FFF2-40B4-BE49-F238E27FC236}">
                <a16:creationId xmlns:a16="http://schemas.microsoft.com/office/drawing/2014/main" id="{D7F5A4F6-FA36-48D9-8B2B-035EBD96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4" name="wire-764">
            <a:extLst xmlns:a="http://schemas.openxmlformats.org/drawingml/2006/main">
              <a:ext uri="{FF2B5EF4-FFF2-40B4-BE49-F238E27FC236}">
                <a16:creationId xmlns:a16="http://schemas.microsoft.com/office/drawing/2014/main" id="{6B58A911-BD9B-4D7C-A0FE-72A84ABC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57625"/>
            <a:ext cx="619125" cy="9525"/>
          </a:xfrm>
          <a:custGeom xmlns:a="http://schemas.openxmlformats.org/drawingml/2006/main">
            <a:pathLst>
              <a:path w="619125" h="9525">
                <a:moveTo>
                  <a:pt x="6191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5" name="circuit-765">
            <a:extLst xmlns:a="http://schemas.openxmlformats.org/drawingml/2006/main">
              <a:ext uri="{FF2B5EF4-FFF2-40B4-BE49-F238E27FC236}">
                <a16:creationId xmlns:a16="http://schemas.microsoft.com/office/drawing/2014/main" id="{4FB85348-A24C-45C1-874E-2F588E5D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6" name="wire-766">
            <a:extLst xmlns:a="http://schemas.openxmlformats.org/drawingml/2006/main">
              <a:ext uri="{FF2B5EF4-FFF2-40B4-BE49-F238E27FC236}">
                <a16:creationId xmlns:a16="http://schemas.microsoft.com/office/drawing/2014/main" id="{2F08ACC7-EBC2-4962-BC83-D4931CD8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24125"/>
            <a:ext cx="9525" cy="2667000"/>
          </a:xfrm>
          <a:custGeom xmlns:a="http://schemas.openxmlformats.org/drawingml/2006/main"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 xmlns:a="http://schemas.openxmlformats.org/drawingml/2006/main"/>
          <a:ln xmlns:a="http://schemas.openxmlformats.org/drawingml/2006/main" w="30480">
            <a:solidFill>
              <a:srgbClr val="231F20"/>
            </a:solidFill>
          </a:ln>
        </p:spPr>
      </p:sp>
      <p:sp>
        <p:nvSpPr>
          <p:cNvPr id="107" name="text-767">
            <a:extLst xmlns:a="http://schemas.openxmlformats.org/drawingml/2006/main">
              <a:ext uri="{FF2B5EF4-FFF2-40B4-BE49-F238E27FC236}">
                <a16:creationId xmlns:a16="http://schemas.microsoft.com/office/drawing/2014/main" id="{D0A835CD-2AE7-48BA-8FCC-EC289AAE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400675"/>
            <a:ext cx="97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08" name="wire-768">
            <a:extLst xmlns:a="http://schemas.openxmlformats.org/drawingml/2006/main">
              <a:ext uri="{FF2B5EF4-FFF2-40B4-BE49-F238E27FC236}">
                <a16:creationId xmlns:a16="http://schemas.microsoft.com/office/drawing/2014/main" id="{D7EDF10D-E47F-44BA-8662-EF712C6D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09" name="circuit-769">
            <a:extLst xmlns:a="http://schemas.openxmlformats.org/drawingml/2006/main">
              <a:ext uri="{FF2B5EF4-FFF2-40B4-BE49-F238E27FC236}">
                <a16:creationId xmlns:a16="http://schemas.microsoft.com/office/drawing/2014/main" id="{DFE7FFDE-A27D-4EA1-BCB5-FEC33849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0" name="wire-770">
            <a:extLst xmlns:a="http://schemas.openxmlformats.org/drawingml/2006/main">
              <a:ext uri="{FF2B5EF4-FFF2-40B4-BE49-F238E27FC236}">
                <a16:creationId xmlns:a16="http://schemas.microsoft.com/office/drawing/2014/main" id="{147D7358-5B4D-478E-B8C1-A9283731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11" name="circuit-771">
            <a:extLst xmlns:a="http://schemas.openxmlformats.org/drawingml/2006/main">
              <a:ext uri="{FF2B5EF4-FFF2-40B4-BE49-F238E27FC236}">
                <a16:creationId xmlns:a16="http://schemas.microsoft.com/office/drawing/2014/main" id="{DFC44498-AA6F-4414-87D7-EB0079B6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261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2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1B60B56F-D3B2-4A42-9B6B-18A32A22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333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13" name="text-773">
            <a:extLst xmlns:a="http://schemas.openxmlformats.org/drawingml/2006/main">
              <a:ext uri="{FF2B5EF4-FFF2-40B4-BE49-F238E27FC236}">
                <a16:creationId xmlns:a16="http://schemas.microsoft.com/office/drawing/2014/main" id="{573276AC-97A8-45B1-BF74-DF278E5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286125"/>
            <a:ext cx="1200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14" name="text-774">
            <a:extLst xmlns:a="http://schemas.openxmlformats.org/drawingml/2006/main">
              <a:ext uri="{FF2B5EF4-FFF2-40B4-BE49-F238E27FC236}">
                <a16:creationId xmlns:a16="http://schemas.microsoft.com/office/drawing/2014/main" id="{74483550-C928-491A-B49A-B272A6A5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857625"/>
            <a:ext cx="12001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命令・データ</a:t>
            </a:r>
          </a:p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画素の色</a:t>
            </a:r>
          </a:p>
        </p:txBody>
      </p:sp>
      <p:sp>
        <p:nvSpPr>
          <p:cNvPr id="115" name="wire-775">
            <a:extLst xmlns:a="http://schemas.openxmlformats.org/drawingml/2006/main">
              <a:ext uri="{FF2B5EF4-FFF2-40B4-BE49-F238E27FC236}">
                <a16:creationId xmlns:a16="http://schemas.microsoft.com/office/drawing/2014/main" id="{AB881322-C593-40AF-9F3A-9708FC58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85725" cy="9525"/>
          </a:xfrm>
          <a:custGeom xmlns:a="http://schemas.openxmlformats.org/drawingml/2006/main">
            <a:pathLst>
              <a:path w="85725" h="9525">
                <a:moveTo>
                  <a:pt x="857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6" name="wire-776">
            <a:extLst xmlns:a="http://schemas.openxmlformats.org/drawingml/2006/main">
              <a:ext uri="{FF2B5EF4-FFF2-40B4-BE49-F238E27FC236}">
                <a16:creationId xmlns:a16="http://schemas.microsoft.com/office/drawing/2014/main" id="{86469C5A-C312-46F5-A271-D526960E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762500"/>
            <a:ext cx="9525" cy="981075"/>
          </a:xfrm>
          <a:custGeom xmlns:a="http://schemas.openxmlformats.org/drawingml/2006/main">
            <a:pathLst>
              <a:path w="9525" h="981075">
                <a:moveTo>
                  <a:pt x="0" y="0"/>
                </a:moveTo>
                <a:lnTo>
                  <a:pt x="0" y="9810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7" name="wire-777">
            <a:extLst xmlns:a="http://schemas.openxmlformats.org/drawingml/2006/main">
              <a:ext uri="{FF2B5EF4-FFF2-40B4-BE49-F238E27FC236}">
                <a16:creationId xmlns:a16="http://schemas.microsoft.com/office/drawing/2014/main" id="{0D397515-B385-4B31-8C72-37C16442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743575"/>
            <a:ext cx="4629150" cy="9525"/>
          </a:xfrm>
          <a:custGeom xmlns:a="http://schemas.openxmlformats.org/drawingml/2006/main">
            <a:pathLst>
              <a:path w="4629150" h="9525">
                <a:moveTo>
                  <a:pt x="46291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8" name="wire-778">
            <a:extLst xmlns:a="http://schemas.openxmlformats.org/drawingml/2006/main">
              <a:ext uri="{FF2B5EF4-FFF2-40B4-BE49-F238E27FC236}">
                <a16:creationId xmlns:a16="http://schemas.microsoft.com/office/drawing/2014/main" id="{1CD4C98B-E523-4CB3-8AF0-1C656DDD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9525" cy="885825"/>
          </a:xfrm>
          <a:custGeom xmlns:a="http://schemas.openxmlformats.org/drawingml/2006/main">
            <a:pathLst>
              <a:path w="9525" h="885825">
                <a:moveTo>
                  <a:pt x="0" y="885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19" name="wire-779">
            <a:extLst xmlns:a="http://schemas.openxmlformats.org/drawingml/2006/main">
              <a:ext uri="{FF2B5EF4-FFF2-40B4-BE49-F238E27FC236}">
                <a16:creationId xmlns:a16="http://schemas.microsoft.com/office/drawing/2014/main" id="{8F47BF47-A69E-44EE-9807-EDA8F6A0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577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31F20"/>
            </a:solidFill>
          </a:ln>
        </p:spPr>
      </p:sp>
      <p:sp>
        <p:nvSpPr>
          <p:cNvPr id="120" name="circuit-780">
            <a:extLst xmlns:a="http://schemas.openxmlformats.org/drawingml/2006/main">
              <a:ext uri="{FF2B5EF4-FFF2-40B4-BE49-F238E27FC236}">
                <a16:creationId xmlns:a16="http://schemas.microsoft.com/office/drawing/2014/main" id="{48526463-AEA4-4A86-91A2-740D8175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631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1" name="text-781">
            <a:extLst xmlns:a="http://schemas.openxmlformats.org/drawingml/2006/main">
              <a:ext uri="{FF2B5EF4-FFF2-40B4-BE49-F238E27FC236}">
                <a16:creationId xmlns:a16="http://schemas.microsoft.com/office/drawing/2014/main" id="{7FE2B6B0-8947-46D7-AECC-5EDD21E3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00725"/>
            <a:ext cx="1676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読んだ値</a:t>
            </a:r>
          </a:p>
        </p:txBody>
      </p:sp>
      <p:sp>
        <p:nvSpPr>
          <p:cNvPr id="122" name="wire-782">
            <a:extLst xmlns:a="http://schemas.openxmlformats.org/drawingml/2006/main">
              <a:ext uri="{FF2B5EF4-FFF2-40B4-BE49-F238E27FC236}">
                <a16:creationId xmlns:a16="http://schemas.microsoft.com/office/drawing/2014/main" id="{3E51AA05-E76B-4F3B-9BA2-48A70795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911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23" name="circuit-783">
            <a:extLst xmlns:a="http://schemas.openxmlformats.org/drawingml/2006/main">
              <a:ext uri="{FF2B5EF4-FFF2-40B4-BE49-F238E27FC236}">
                <a16:creationId xmlns:a16="http://schemas.microsoft.com/office/drawing/2014/main" id="{F0E6FA66-A6C8-4496-8BC4-C89A5636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159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2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4" name="wire-784">
            <a:extLst xmlns:a="http://schemas.openxmlformats.org/drawingml/2006/main">
              <a:ext uri="{FF2B5EF4-FFF2-40B4-BE49-F238E27FC236}">
                <a16:creationId xmlns:a16="http://schemas.microsoft.com/office/drawing/2014/main" id="{602B4583-BB75-4060-8C16-8567CA02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91125"/>
            <a:ext cx="523875" cy="9525"/>
          </a:xfrm>
          <a:custGeom xmlns:a="http://schemas.openxmlformats.org/drawingml/2006/main">
            <a:pathLst>
              <a:path w="523875" h="9525">
                <a:moveTo>
                  <a:pt x="523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25" name="circuit-785">
            <a:extLst xmlns:a="http://schemas.openxmlformats.org/drawingml/2006/main">
              <a:ext uri="{FF2B5EF4-FFF2-40B4-BE49-F238E27FC236}">
                <a16:creationId xmlns:a16="http://schemas.microsoft.com/office/drawing/2014/main" id="{1F430195-014C-4FB2-B50A-5B7DF8C0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596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2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6" name="stable-sd">
            <a:extLst xmlns:a="http://schemas.openxmlformats.org/drawingml/2006/main">
              <a:ext uri="{FF2B5EF4-FFF2-40B4-BE49-F238E27FC236}">
                <a16:creationId xmlns:a16="http://schemas.microsoft.com/office/drawing/2014/main" id="{A575118C-9526-484B-9A18-64CD635B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905375"/>
            <a:ext cx="133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27" name="text-787">
            <a:extLst xmlns:a="http://schemas.openxmlformats.org/drawingml/2006/main">
              <a:ext uri="{FF2B5EF4-FFF2-40B4-BE49-F238E27FC236}">
                <a16:creationId xmlns:a16="http://schemas.microsoft.com/office/drawing/2014/main" id="{E4985B06-B9B7-4010-9423-7873664E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962525"/>
            <a:ext cx="118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128" name="wire-788">
            <a:extLst xmlns:a="http://schemas.openxmlformats.org/drawingml/2006/main">
              <a:ext uri="{FF2B5EF4-FFF2-40B4-BE49-F238E27FC236}">
                <a16:creationId xmlns:a16="http://schemas.microsoft.com/office/drawing/2014/main" id="{55E31E9E-17CC-4272-B8B0-604FE334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29" name="circuit-789">
            <a:extLst xmlns:a="http://schemas.openxmlformats.org/drawingml/2006/main">
              <a:ext uri="{FF2B5EF4-FFF2-40B4-BE49-F238E27FC236}">
                <a16:creationId xmlns:a16="http://schemas.microsoft.com/office/drawing/2014/main" id="{0335D369-3EC7-4105-A488-A1F40716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561975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0" name="wire-790">
            <a:extLst xmlns:a="http://schemas.openxmlformats.org/drawingml/2006/main">
              <a:ext uri="{FF2B5EF4-FFF2-40B4-BE49-F238E27FC236}">
                <a16:creationId xmlns:a16="http://schemas.microsoft.com/office/drawing/2014/main" id="{72D2FC91-ACF3-4B2C-8445-1DE9ECAE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9525" cy="219075"/>
          </a:xfrm>
          <a:custGeom xmlns:a="http://schemas.openxmlformats.org/drawingml/2006/main">
            <a:pathLst>
              <a:path w="9525" h="219075">
                <a:moveTo>
                  <a:pt x="0" y="2190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231F20"/>
            </a:solidFill>
          </a:ln>
        </p:spPr>
      </p:sp>
      <p:sp>
        <p:nvSpPr>
          <p:cNvPr id="131" name="circuit-791">
            <a:extLst xmlns:a="http://schemas.openxmlformats.org/drawingml/2006/main">
              <a:ext uri="{FF2B5EF4-FFF2-40B4-BE49-F238E27FC236}">
                <a16:creationId xmlns:a16="http://schemas.microsoft.com/office/drawing/2014/main" id="{A74C7AED-44AD-42C8-ADC2-2D88650D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547687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2" name="stable-card">
            <a:extLst xmlns:a="http://schemas.openxmlformats.org/drawingml/2006/main">
              <a:ext uri="{FF2B5EF4-FFF2-40B4-BE49-F238E27FC236}">
                <a16:creationId xmlns:a16="http://schemas.microsoft.com/office/drawing/2014/main" id="{DA5694F6-2F6F-4005-8B20-73967157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6959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3" name="text-793">
            <a:extLst xmlns:a="http://schemas.openxmlformats.org/drawingml/2006/main">
              <a:ext uri="{FF2B5EF4-FFF2-40B4-BE49-F238E27FC236}">
                <a16:creationId xmlns:a16="http://schemas.microsoft.com/office/drawing/2014/main" id="{63C95920-C73B-4CF8-8FC6-DB9A9A6F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753100"/>
            <a:ext cx="118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SDカード</a:t>
            </a:r>
          </a:p>
        </p:txBody>
      </p:sp>
      <p:sp>
        <p:nvSpPr>
          <p:cNvPr id="134" name="wire-794">
            <a:extLst xmlns:a="http://schemas.openxmlformats.org/drawingml/2006/main">
              <a:ext uri="{FF2B5EF4-FFF2-40B4-BE49-F238E27FC236}">
                <a16:creationId xmlns:a16="http://schemas.microsoft.com/office/drawing/2014/main" id="{749CA306-DE76-4098-99FD-E7B6D375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19625"/>
            <a:ext cx="9525" cy="809625"/>
          </a:xfrm>
          <a:custGeom xmlns:a="http://schemas.openxmlformats.org/drawingml/2006/main">
            <a:pathLst>
              <a:path w="9525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5" name="wire-795">
            <a:extLst xmlns:a="http://schemas.openxmlformats.org/drawingml/2006/main">
              <a:ext uri="{FF2B5EF4-FFF2-40B4-BE49-F238E27FC236}">
                <a16:creationId xmlns:a16="http://schemas.microsoft.com/office/drawing/2014/main" id="{36462B0C-E6CD-4FF1-931B-5DB1B465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6200775" cy="9525"/>
          </a:xfrm>
          <a:custGeom xmlns:a="http://schemas.openxmlformats.org/drawingml/2006/main">
            <a:pathLst>
              <a:path w="6200775" h="9525">
                <a:moveTo>
                  <a:pt x="0" y="0"/>
                </a:moveTo>
                <a:lnTo>
                  <a:pt x="6200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6" name="wire-796">
            <a:extLst xmlns:a="http://schemas.openxmlformats.org/drawingml/2006/main">
              <a:ext uri="{FF2B5EF4-FFF2-40B4-BE49-F238E27FC236}">
                <a16:creationId xmlns:a16="http://schemas.microsoft.com/office/drawing/2014/main" id="{FDFEF8F0-7BBD-4FFD-B8C2-B9D9EA06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9525" cy="2190750"/>
          </a:xfrm>
          <a:custGeom xmlns:a="http://schemas.openxmlformats.org/drawingml/2006/main">
            <a:pathLst>
              <a:path w="9525" h="2190750">
                <a:moveTo>
                  <a:pt x="0" y="2190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7" name="wire-797">
            <a:extLst xmlns:a="http://schemas.openxmlformats.org/drawingml/2006/main">
              <a:ext uri="{FF2B5EF4-FFF2-40B4-BE49-F238E27FC236}">
                <a16:creationId xmlns:a16="http://schemas.microsoft.com/office/drawing/2014/main" id="{BE57A695-2B1D-400C-AB59-2D0779C1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38500"/>
            <a:ext cx="466725" cy="9525"/>
          </a:xfrm>
          <a:custGeom xmlns:a="http://schemas.openxmlformats.org/drawingml/2006/main">
            <a:pathLst>
              <a:path w="466725" h="9525">
                <a:moveTo>
                  <a:pt x="0" y="0"/>
                </a:moveTo>
                <a:lnTo>
                  <a:pt x="466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38" name="circuit-798">
            <a:extLst xmlns:a="http://schemas.openxmlformats.org/drawingml/2006/main">
              <a:ext uri="{FF2B5EF4-FFF2-40B4-BE49-F238E27FC236}">
                <a16:creationId xmlns:a16="http://schemas.microsoft.com/office/drawing/2014/main" id="{4DF6F598-AA57-4A2D-BEF7-E2D3AD66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706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9" name="wire-799">
            <a:extLst xmlns:a="http://schemas.openxmlformats.org/drawingml/2006/main">
              <a:ext uri="{FF2B5EF4-FFF2-40B4-BE49-F238E27FC236}">
                <a16:creationId xmlns:a16="http://schemas.microsoft.com/office/drawing/2014/main" id="{B1725B23-81A8-4EB8-A295-15D79A5E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600075" cy="9525"/>
          </a:xfrm>
          <a:custGeom xmlns:a="http://schemas.openxmlformats.org/drawingml/2006/main">
            <a:pathLst>
              <a:path w="600075" h="9525">
                <a:moveTo>
                  <a:pt x="6000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0" name="wire-800">
            <a:extLst xmlns:a="http://schemas.openxmlformats.org/drawingml/2006/main">
              <a:ext uri="{FF2B5EF4-FFF2-40B4-BE49-F238E27FC236}">
                <a16:creationId xmlns:a16="http://schemas.microsoft.com/office/drawing/2014/main" id="{F761B5B4-CF46-4836-A9D2-AC6BAFB6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29000"/>
            <a:ext cx="9525" cy="2143125"/>
          </a:xfrm>
          <a:custGeom xmlns:a="http://schemas.openxmlformats.org/drawingml/2006/main">
            <a:pathLst>
              <a:path w="9525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1" name="wire-801">
            <a:extLst xmlns:a="http://schemas.openxmlformats.org/drawingml/2006/main">
              <a:ext uri="{FF2B5EF4-FFF2-40B4-BE49-F238E27FC236}">
                <a16:creationId xmlns:a16="http://schemas.microsoft.com/office/drawing/2014/main" id="{EB0F9370-C29B-45A7-9548-C686C8AB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572125"/>
            <a:ext cx="4876800" cy="9525"/>
          </a:xfrm>
          <a:custGeom xmlns:a="http://schemas.openxmlformats.org/drawingml/2006/main">
            <a:pathLst>
              <a:path w="4876800" h="9525">
                <a:moveTo>
                  <a:pt x="48768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2" name="wire-802">
            <a:extLst xmlns:a="http://schemas.openxmlformats.org/drawingml/2006/main">
              <a:ext uri="{FF2B5EF4-FFF2-40B4-BE49-F238E27FC236}">
                <a16:creationId xmlns:a16="http://schemas.microsoft.com/office/drawing/2014/main" id="{1D752D06-BE83-4A73-85AE-C006D49D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619625"/>
            <a:ext cx="9525" cy="952500"/>
          </a:xfrm>
          <a:custGeom xmlns:a="http://schemas.openxmlformats.org/drawingml/2006/main">
            <a:pathLst>
              <a:path w="9525" h="952500">
                <a:moveTo>
                  <a:pt x="0" y="952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3" name="circuit-803">
            <a:extLst xmlns:a="http://schemas.openxmlformats.org/drawingml/2006/main">
              <a:ext uri="{FF2B5EF4-FFF2-40B4-BE49-F238E27FC236}">
                <a16:creationId xmlns:a16="http://schemas.microsoft.com/office/drawing/2014/main" id="{5ABBCEC9-4B79-4EF2-A7B8-C4E42C57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4193" y="461962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4" name="stable-graphics">
            <a:extLst xmlns:a="http://schemas.openxmlformats.org/drawingml/2006/main">
              <a:ext uri="{FF2B5EF4-FFF2-40B4-BE49-F238E27FC236}">
                <a16:creationId xmlns:a16="http://schemas.microsoft.com/office/drawing/2014/main" id="{3F6A5C73-B8A0-4A87-A304-05D5CBBB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238375"/>
            <a:ext cx="133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45" name="text-805">
            <a:extLst xmlns:a="http://schemas.openxmlformats.org/drawingml/2006/main">
              <a:ext uri="{FF2B5EF4-FFF2-40B4-BE49-F238E27FC236}">
                <a16:creationId xmlns:a16="http://schemas.microsoft.com/office/drawing/2014/main" id="{99CA1942-469F-45E5-928E-65FFFFEB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295525"/>
            <a:ext cx="11811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接続回路</a:t>
            </a:r>
          </a:p>
          <a:p xmlns:a="http://schemas.openxmlformats.org/drawingml/2006/main">
            <a:pPr algn="ctr">
              <a:def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＋ RasterIX</a:t>
            </a:r>
          </a:p>
        </p:txBody>
      </p:sp>
      <p:sp>
        <p:nvSpPr>
          <p:cNvPr id="146" name="wire-806">
            <a:extLst xmlns:a="http://schemas.openxmlformats.org/drawingml/2006/main">
              <a:ext uri="{FF2B5EF4-FFF2-40B4-BE49-F238E27FC236}">
                <a16:creationId xmlns:a16="http://schemas.microsoft.com/office/drawing/2014/main" id="{D44854A0-1874-4937-AC09-4ACAC3AB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524125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231F20"/>
            </a:solidFill>
          </a:ln>
        </p:spPr>
      </p:sp>
      <p:sp>
        <p:nvSpPr>
          <p:cNvPr id="147" name="circuit-807">
            <a:extLst xmlns:a="http://schemas.openxmlformats.org/drawingml/2006/main">
              <a:ext uri="{FF2B5EF4-FFF2-40B4-BE49-F238E27FC236}">
                <a16:creationId xmlns:a16="http://schemas.microsoft.com/office/drawing/2014/main" id="{B97F3A40-2739-49B1-A046-E2DE39D7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49269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8" name="wire-808">
            <a:extLst xmlns:a="http://schemas.openxmlformats.org/drawingml/2006/main">
              <a:ext uri="{FF2B5EF4-FFF2-40B4-BE49-F238E27FC236}">
                <a16:creationId xmlns:a16="http://schemas.microsoft.com/office/drawing/2014/main" id="{B7551678-D4B3-4730-A87A-BF7AC1BA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2609850"/>
            <a:ext cx="95250" cy="9525"/>
          </a:xfrm>
          <a:custGeom xmlns:a="http://schemas.openxmlformats.org/drawingml/2006/main"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49" name="wire-809">
            <a:extLst xmlns:a="http://schemas.openxmlformats.org/drawingml/2006/main">
              <a:ext uri="{FF2B5EF4-FFF2-40B4-BE49-F238E27FC236}">
                <a16:creationId xmlns:a16="http://schemas.microsoft.com/office/drawing/2014/main" id="{9569A41F-8182-4EC3-B933-D0DAF4DC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09850"/>
            <a:ext cx="9525" cy="771525"/>
          </a:xfrm>
          <a:custGeom xmlns:a="http://schemas.openxmlformats.org/drawingml/2006/main">
            <a:pathLst>
              <a:path w="9525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0" name="wire-810">
            <a:extLst xmlns:a="http://schemas.openxmlformats.org/drawingml/2006/main">
              <a:ext uri="{FF2B5EF4-FFF2-40B4-BE49-F238E27FC236}">
                <a16:creationId xmlns:a16="http://schemas.microsoft.com/office/drawing/2014/main" id="{F2802EA1-EA19-4A0E-9F7D-F31DC9D0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3381375"/>
            <a:ext cx="95250" cy="9525"/>
          </a:xfrm>
          <a:custGeom xmlns:a="http://schemas.openxmlformats.org/drawingml/2006/main">
            <a:pathLst>
              <a:path w="95250" h="9525">
                <a:moveTo>
                  <a:pt x="95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1" name="circuit-811">
            <a:extLst xmlns:a="http://schemas.openxmlformats.org/drawingml/2006/main">
              <a:ext uri="{FF2B5EF4-FFF2-40B4-BE49-F238E27FC236}">
                <a16:creationId xmlns:a16="http://schemas.microsoft.com/office/drawing/2014/main" id="{73B19429-BCF8-4450-8A47-B3C184BB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334994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52" name="text-812">
            <a:extLst xmlns:a="http://schemas.openxmlformats.org/drawingml/2006/main">
              <a:ext uri="{FF2B5EF4-FFF2-40B4-BE49-F238E27FC236}">
                <a16:creationId xmlns:a16="http://schemas.microsoft.com/office/drawing/2014/main" id="{F4939487-35D3-4015-816E-6A2B76F1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876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画素の書込み</a:t>
            </a:r>
          </a:p>
        </p:txBody>
      </p:sp>
      <p:sp>
        <p:nvSpPr>
          <p:cNvPr id="153" name="stable-display">
            <a:extLst xmlns:a="http://schemas.openxmlformats.org/drawingml/2006/main">
              <a:ext uri="{FF2B5EF4-FFF2-40B4-BE49-F238E27FC236}">
                <a16:creationId xmlns:a16="http://schemas.microsoft.com/office/drawing/2014/main" id="{B33FADBF-2A78-460C-A01C-6C1332BF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4287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20955">
            <a:solidFill>
              <a:srgbClr val="231F20"/>
            </a:solidFill>
          </a:ln>
        </p:spPr>
      </p:sp>
      <p:sp>
        <p:nvSpPr>
          <p:cNvPr id="154" name="text-814">
            <a:extLst xmlns:a="http://schemas.openxmlformats.org/drawingml/2006/main">
              <a:ext uri="{FF2B5EF4-FFF2-40B4-BE49-F238E27FC236}">
                <a16:creationId xmlns:a16="http://schemas.microsoft.com/office/drawing/2014/main" id="{318616C9-FD62-4BDA-82F8-E172FB8D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485900"/>
            <a:ext cx="118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表示回路</a:t>
            </a:r>
          </a:p>
        </p:txBody>
      </p:sp>
      <p:sp>
        <p:nvSpPr>
          <p:cNvPr id="155" name="wire-815">
            <a:extLst xmlns:a="http://schemas.openxmlformats.org/drawingml/2006/main">
              <a:ext uri="{FF2B5EF4-FFF2-40B4-BE49-F238E27FC236}">
                <a16:creationId xmlns:a16="http://schemas.microsoft.com/office/drawing/2014/main" id="{B575A975-35B1-48B5-A8AD-353EBD88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4429125"/>
            <a:ext cx="190500" cy="9525"/>
          </a:xfrm>
          <a:custGeom xmlns:a="http://schemas.openxmlformats.org/drawingml/2006/main">
            <a:pathLst>
              <a:path w="190500" h="9525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6" name="wire-816">
            <a:extLst xmlns:a="http://schemas.openxmlformats.org/drawingml/2006/main">
              <a:ext uri="{FF2B5EF4-FFF2-40B4-BE49-F238E27FC236}">
                <a16:creationId xmlns:a16="http://schemas.microsoft.com/office/drawing/2014/main" id="{8F78715B-2CCF-4F7C-AF18-3BA7CD30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1724025"/>
            <a:ext cx="9525" cy="2705100"/>
          </a:xfrm>
          <a:custGeom xmlns:a="http://schemas.openxmlformats.org/drawingml/2006/main">
            <a:pathLst>
              <a:path w="9525" h="2705100">
                <a:moveTo>
                  <a:pt x="0" y="27051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7" name="wire-817">
            <a:extLst xmlns:a="http://schemas.openxmlformats.org/drawingml/2006/main">
              <a:ext uri="{FF2B5EF4-FFF2-40B4-BE49-F238E27FC236}">
                <a16:creationId xmlns:a16="http://schemas.microsoft.com/office/drawing/2014/main" id="{DF294233-9CA0-43C9-8FEB-1DA7AD2A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1724025"/>
            <a:ext cx="190500" cy="9525"/>
          </a:xfrm>
          <a:custGeom xmlns:a="http://schemas.openxmlformats.org/drawingml/2006/main">
            <a:pathLst>
              <a:path w="190500" h="9525">
                <a:moveTo>
                  <a:pt x="190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572C3"/>
            </a:solidFill>
          </a:ln>
        </p:spPr>
      </p:sp>
      <p:sp>
        <p:nvSpPr>
          <p:cNvPr id="158" name="circuit-818">
            <a:extLst xmlns:a="http://schemas.openxmlformats.org/drawingml/2006/main">
              <a:ext uri="{FF2B5EF4-FFF2-40B4-BE49-F238E27FC236}">
                <a16:creationId xmlns:a16="http://schemas.microsoft.com/office/drawing/2014/main" id="{1F29A5D5-D1FD-4CB6-AE8C-8C58F5D5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1692593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59" name="wire-819">
            <a:extLst xmlns:a="http://schemas.openxmlformats.org/drawingml/2006/main">
              <a:ext uri="{FF2B5EF4-FFF2-40B4-BE49-F238E27FC236}">
                <a16:creationId xmlns:a16="http://schemas.microsoft.com/office/drawing/2014/main" id="{8ABBD41F-EB5D-4D17-8E81-4C470A3C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13144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1143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1572C3"/>
            </a:solidFill>
          </a:ln>
        </p:spPr>
      </p:sp>
      <p:sp>
        <p:nvSpPr>
          <p:cNvPr id="160" name="circuit-820">
            <a:extLst xmlns:a="http://schemas.openxmlformats.org/drawingml/2006/main">
              <a:ext uri="{FF2B5EF4-FFF2-40B4-BE49-F238E27FC236}">
                <a16:creationId xmlns:a16="http://schemas.microsoft.com/office/drawing/2014/main" id="{5009FFC3-1353-42FD-9988-97192332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068" y="131445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61" name="text-821">
            <a:extLst xmlns:a="http://schemas.openxmlformats.org/drawingml/2006/main">
              <a:ext uri="{FF2B5EF4-FFF2-40B4-BE49-F238E27FC236}">
                <a16:creationId xmlns:a16="http://schemas.microsoft.com/office/drawing/2014/main" id="{E340FF93-D9EF-4905-8C9F-E6E2EE40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0572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162" name="text-822">
            <a:extLst xmlns:a="http://schemas.openxmlformats.org/drawingml/2006/main">
              <a:ext uri="{FF2B5EF4-FFF2-40B4-BE49-F238E27FC236}">
                <a16:creationId xmlns:a16="http://schemas.microsoft.com/office/drawing/2014/main" id="{B3AC9B9A-8BAA-468D-BFFF-B265DC1A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CPU：ゲームの処理　RasterIX：描画　表示回路：映像出力</a:t>
            </a:r>
          </a:p>
        </p:txBody>
      </p:sp>
      <p:sp>
        <p:nvSpPr>
          <p:cNvPr id="163" name="text-823">
            <a:extLst xmlns:a="http://schemas.openxmlformats.org/drawingml/2006/main">
              <a:ext uri="{FF2B5EF4-FFF2-40B4-BE49-F238E27FC236}">
                <a16:creationId xmlns:a16="http://schemas.microsoft.com/office/drawing/2014/main" id="{C3038E66-2FC1-4092-B11A-03C3C807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7</a:t>
            </a:r>
          </a:p>
        </p:txBody>
      </p:sp>
      <p:sp>
        <p:nvSpPr>
          <p:cNvPr id="164" name="text-824">
            <a:extLst xmlns:a="http://schemas.openxmlformats.org/drawingml/2006/main">
              <a:ext uri="{FF2B5EF4-FFF2-40B4-BE49-F238E27FC236}">
                <a16:creationId xmlns:a16="http://schemas.microsoft.com/office/drawing/2014/main" id="{CCB9E7E7-606F-462D-98C3-3D2B16D2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画素は画面を作る点。DDR3の画像領域を、描画回路と表示回路から読み書きする</a:t>
            </a:r>
          </a:p>
        </p:txBody>
      </p:sp>
    </p:spTree>
    <p:extLst>
      <p:ext uri="{BB962C8B-B14F-4D97-AF65-F5344CB8AC3E}">
        <p14:creationId xmlns:p14="http://schemas.microsoft.com/office/powerpoint/2010/main" val="3559157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text-825">
            <a:extLst xmlns:a="http://schemas.openxmlformats.org/drawingml/2006/main">
              <a:ext uri="{FF2B5EF4-FFF2-40B4-BE49-F238E27FC236}">
                <a16:creationId xmlns:a16="http://schemas.microsoft.com/office/drawing/2014/main" id="{BCDF4689-025F-422B-9754-219D4997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" name="text-826">
            <a:extLst xmlns:a="http://schemas.openxmlformats.org/drawingml/2006/main">
              <a:ext uri="{FF2B5EF4-FFF2-40B4-BE49-F238E27FC236}">
                <a16:creationId xmlns:a16="http://schemas.microsoft.com/office/drawing/2014/main" id="{4AE3AFFE-3FBD-4C3A-980D-D1C4F2E8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説明した回路を、FPGAに実装する</a:t>
            </a:r>
          </a:p>
        </p:txBody>
      </p:sp>
      <p:sp>
        <p:nvSpPr>
          <p:cNvPr id="3" name="text-827">
            <a:extLst xmlns:a="http://schemas.openxmlformats.org/drawingml/2006/main">
              <a:ext uri="{FF2B5EF4-FFF2-40B4-BE49-F238E27FC236}">
                <a16:creationId xmlns:a16="http://schemas.microsoft.com/office/drawing/2014/main" id="{B7B649F5-22D7-4A87-A1B0-9478FAB1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text-828">
            <a:extLst xmlns:a="http://schemas.openxmlformats.org/drawingml/2006/main">
              <a:ext uri="{FF2B5EF4-FFF2-40B4-BE49-F238E27FC236}">
                <a16:creationId xmlns:a16="http://schemas.microsoft.com/office/drawing/2014/main" id="{40F490E5-3771-4545-AB84-B1FA2BA4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5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同じ回路の接続をHDLで記述し、構成データをFPGAへ設定する</a:t>
            </a:r>
          </a:p>
        </p:txBody>
      </p:sp>
      <p:sp>
        <p:nvSpPr>
          <p:cNvPr id="5" name="text-829">
            <a:extLst xmlns:a="http://schemas.openxmlformats.org/drawingml/2006/main">
              <a:ext uri="{FF2B5EF4-FFF2-40B4-BE49-F238E27FC236}">
                <a16:creationId xmlns:a16="http://schemas.microsoft.com/office/drawing/2014/main" id="{46CE1CFD-D2C3-4DE7-8EB7-07F6CAFE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37352"/>
            <a:ext cx="1988630" cy="278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命令から取り出す内容</a:t>
            </a:r>
          </a:p>
        </p:txBody>
      </p:sp>
      <p:sp>
        <p:nvSpPr>
          <p:cNvPr id="6" name="block-830">
            <a:extLst xmlns:a="http://schemas.openxmlformats.org/drawingml/2006/main">
              <a:ext uri="{FF2B5EF4-FFF2-40B4-BE49-F238E27FC236}">
                <a16:creationId xmlns:a16="http://schemas.microsoft.com/office/drawing/2014/main" id="{2E10254E-4D37-4465-9A12-EF3ABA91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370" y="2479072"/>
            <a:ext cx="1501902" cy="2155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344">
            <a:solidFill>
              <a:srgbClr val="231F20"/>
            </a:solidFill>
          </a:ln>
        </p:spPr>
      </p:sp>
      <p:sp>
        <p:nvSpPr>
          <p:cNvPr id="7" name="text-831">
            <a:extLst xmlns:a="http://schemas.openxmlformats.org/drawingml/2006/main">
              <a:ext uri="{FF2B5EF4-FFF2-40B4-BE49-F238E27FC236}">
                <a16:creationId xmlns:a16="http://schemas.microsoft.com/office/drawing/2014/main" id="{BEB902AE-8665-40A4-A796-B5759FAC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3277" y="2479072"/>
            <a:ext cx="1474089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数値</a:t>
            </a:r>
          </a:p>
        </p:txBody>
      </p:sp>
      <p:sp>
        <p:nvSpPr>
          <p:cNvPr id="8" name="text-832">
            <a:extLst xmlns:a="http://schemas.openxmlformats.org/drawingml/2006/main">
              <a:ext uri="{FF2B5EF4-FFF2-40B4-BE49-F238E27FC236}">
                <a16:creationId xmlns:a16="http://schemas.microsoft.com/office/drawing/2014/main" id="{331B6A93-0270-4A6C-BA4F-39A013AC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370" y="2305241"/>
            <a:ext cx="1501902" cy="166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9" name="block-833">
            <a:extLst xmlns:a="http://schemas.openxmlformats.org/drawingml/2006/main">
              <a:ext uri="{FF2B5EF4-FFF2-40B4-BE49-F238E27FC236}">
                <a16:creationId xmlns:a16="http://schemas.microsoft.com/office/drawing/2014/main" id="{76AFE456-CE47-4993-8200-F4FF536A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272" y="2479072"/>
            <a:ext cx="625793" cy="2155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344">
            <a:solidFill>
              <a:srgbClr val="231F20"/>
            </a:solidFill>
          </a:ln>
        </p:spPr>
      </p:sp>
      <p:sp>
        <p:nvSpPr>
          <p:cNvPr id="10" name="text-834">
            <a:extLst xmlns:a="http://schemas.openxmlformats.org/drawingml/2006/main">
              <a:ext uri="{FF2B5EF4-FFF2-40B4-BE49-F238E27FC236}">
                <a16:creationId xmlns:a16="http://schemas.microsoft.com/office/drawing/2014/main" id="{B383B8AE-A644-401D-8437-88444D7A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179" y="2479072"/>
            <a:ext cx="597980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1" name="text-835">
            <a:extLst xmlns:a="http://schemas.openxmlformats.org/drawingml/2006/main">
              <a:ext uri="{FF2B5EF4-FFF2-40B4-BE49-F238E27FC236}">
                <a16:creationId xmlns:a16="http://schemas.microsoft.com/office/drawing/2014/main" id="{06152D7F-5E64-4AC9-AE10-60895ECA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272" y="2305241"/>
            <a:ext cx="625793" cy="166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A1の番号</a:t>
            </a:r>
          </a:p>
        </p:txBody>
      </p:sp>
      <p:sp>
        <p:nvSpPr>
          <p:cNvPr id="12" name="block-836">
            <a:extLst xmlns:a="http://schemas.openxmlformats.org/drawingml/2006/main">
              <a:ext uri="{FF2B5EF4-FFF2-40B4-BE49-F238E27FC236}">
                <a16:creationId xmlns:a16="http://schemas.microsoft.com/office/drawing/2014/main" id="{20B8E8EF-E17C-4D6B-9568-B145D55C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065" y="2479072"/>
            <a:ext cx="1001268" cy="2155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344">
            <a:solidFill>
              <a:srgbClr val="231F20"/>
            </a:solidFill>
          </a:ln>
        </p:spPr>
      </p:sp>
      <p:sp>
        <p:nvSpPr>
          <p:cNvPr id="13" name="text-837">
            <a:extLst xmlns:a="http://schemas.openxmlformats.org/drawingml/2006/main">
              <a:ext uri="{FF2B5EF4-FFF2-40B4-BE49-F238E27FC236}">
                <a16:creationId xmlns:a16="http://schemas.microsoft.com/office/drawing/2014/main" id="{29F6B06F-3803-498A-90B4-18FCDA6E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971" y="2479072"/>
            <a:ext cx="973455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番号</a:t>
            </a:r>
          </a:p>
        </p:txBody>
      </p:sp>
      <p:sp>
        <p:nvSpPr>
          <p:cNvPr id="14" name="text-838">
            <a:extLst xmlns:a="http://schemas.openxmlformats.org/drawingml/2006/main">
              <a:ext uri="{FF2B5EF4-FFF2-40B4-BE49-F238E27FC236}">
                <a16:creationId xmlns:a16="http://schemas.microsoft.com/office/drawing/2014/main" id="{616502B9-0C12-40A4-8E57-82E8FB3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065" y="2305241"/>
            <a:ext cx="1001268" cy="166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A2の番号</a:t>
            </a:r>
          </a:p>
        </p:txBody>
      </p:sp>
      <p:sp>
        <p:nvSpPr>
          <p:cNvPr id="15" name="block-839">
            <a:extLst xmlns:a="http://schemas.openxmlformats.org/drawingml/2006/main">
              <a:ext uri="{FF2B5EF4-FFF2-40B4-BE49-F238E27FC236}">
                <a16:creationId xmlns:a16="http://schemas.microsoft.com/office/drawing/2014/main" id="{0120F691-527D-4DF2-B8F4-8DF14E77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8333" y="2479072"/>
            <a:ext cx="876110" cy="2155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344">
            <a:solidFill>
              <a:srgbClr val="231F20"/>
            </a:solidFill>
          </a:ln>
        </p:spPr>
      </p:sp>
      <p:sp>
        <p:nvSpPr>
          <p:cNvPr id="16" name="text-840">
            <a:extLst xmlns:a="http://schemas.openxmlformats.org/drawingml/2006/main">
              <a:ext uri="{FF2B5EF4-FFF2-40B4-BE49-F238E27FC236}">
                <a16:creationId xmlns:a16="http://schemas.microsoft.com/office/drawing/2014/main" id="{7D5CB16A-3BDB-44B7-AEBD-FBAC2B89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2239" y="2479072"/>
            <a:ext cx="848297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8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lw / sw</a:t>
            </a:r>
          </a:p>
        </p:txBody>
      </p:sp>
      <p:sp>
        <p:nvSpPr>
          <p:cNvPr id="17" name="text-841">
            <a:extLst xmlns:a="http://schemas.openxmlformats.org/drawingml/2006/main">
              <a:ext uri="{FF2B5EF4-FFF2-40B4-BE49-F238E27FC236}">
                <a16:creationId xmlns:a16="http://schemas.microsoft.com/office/drawing/2014/main" id="{AD02395A-ACDB-4608-8B47-666E268B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8333" y="2305241"/>
            <a:ext cx="876110" cy="166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931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操作</a:t>
            </a:r>
          </a:p>
        </p:txBody>
      </p:sp>
      <p:sp>
        <p:nvSpPr>
          <p:cNvPr id="18" name="wire-842">
            <a:extLst xmlns:a="http://schemas.openxmlformats.org/drawingml/2006/main">
              <a:ext uri="{FF2B5EF4-FFF2-40B4-BE49-F238E27FC236}">
                <a16:creationId xmlns:a16="http://schemas.microsoft.com/office/drawing/2014/main" id="{527A8F8C-2945-49FD-A7B9-92929869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168" y="2694623"/>
            <a:ext cx="9525" cy="375476"/>
          </a:xfrm>
          <a:custGeom xmlns:a="http://schemas.openxmlformats.org/drawingml/2006/main">
            <a:pathLst>
              <a:path w="9525" h="375476">
                <a:moveTo>
                  <a:pt x="0" y="0"/>
                </a:moveTo>
                <a:lnTo>
                  <a:pt x="0" y="375476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19" name="wire-843">
            <a:extLst xmlns:a="http://schemas.openxmlformats.org/drawingml/2006/main">
              <a:ext uri="{FF2B5EF4-FFF2-40B4-BE49-F238E27FC236}">
                <a16:creationId xmlns:a16="http://schemas.microsoft.com/office/drawing/2014/main" id="{052B7F49-7C08-4A40-A09B-3EFA5AE6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752" y="3070098"/>
            <a:ext cx="1425416" cy="9525"/>
          </a:xfrm>
          <a:custGeom xmlns:a="http://schemas.openxmlformats.org/drawingml/2006/main">
            <a:pathLst>
              <a:path w="1425416" h="9525">
                <a:moveTo>
                  <a:pt x="142541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0" name="wire-844">
            <a:extLst xmlns:a="http://schemas.openxmlformats.org/drawingml/2006/main">
              <a:ext uri="{FF2B5EF4-FFF2-40B4-BE49-F238E27FC236}">
                <a16:creationId xmlns:a16="http://schemas.microsoft.com/office/drawing/2014/main" id="{B90BFD0C-58B8-4FAA-B980-CA256FA0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752" y="3070098"/>
            <a:ext cx="9525" cy="597979"/>
          </a:xfrm>
          <a:custGeom xmlns:a="http://schemas.openxmlformats.org/drawingml/2006/main">
            <a:pathLst>
              <a:path w="9525" h="597979">
                <a:moveTo>
                  <a:pt x="0" y="0"/>
                </a:moveTo>
                <a:lnTo>
                  <a:pt x="0" y="597979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1" name="wire-845">
            <a:extLst xmlns:a="http://schemas.openxmlformats.org/drawingml/2006/main">
              <a:ext uri="{FF2B5EF4-FFF2-40B4-BE49-F238E27FC236}">
                <a16:creationId xmlns:a16="http://schemas.microsoft.com/office/drawing/2014/main" id="{B6F84962-3120-4C2A-9B3C-28672882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752" y="3668077"/>
            <a:ext cx="166878" cy="9525"/>
          </a:xfrm>
          <a:custGeom xmlns:a="http://schemas.openxmlformats.org/drawingml/2006/main">
            <a:pathLst>
              <a:path w="166878" h="9525">
                <a:moveTo>
                  <a:pt x="0" y="0"/>
                </a:moveTo>
                <a:lnTo>
                  <a:pt x="1668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2" name="circuit-846">
            <a:extLst xmlns:a="http://schemas.openxmlformats.org/drawingml/2006/main">
              <a:ext uri="{FF2B5EF4-FFF2-40B4-BE49-F238E27FC236}">
                <a16:creationId xmlns:a16="http://schemas.microsoft.com/office/drawing/2014/main" id="{8A4072CA-34D9-4404-B495-8A4AB943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430" y="3636645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3" name="wire-847">
            <a:extLst xmlns:a="http://schemas.openxmlformats.org/drawingml/2006/main">
              <a:ext uri="{FF2B5EF4-FFF2-40B4-BE49-F238E27FC236}">
                <a16:creationId xmlns:a16="http://schemas.microsoft.com/office/drawing/2014/main" id="{63C9FBD1-151C-41E7-A796-E747EFEB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699" y="2694623"/>
            <a:ext cx="9525" cy="451961"/>
          </a:xfrm>
          <a:custGeom xmlns:a="http://schemas.openxmlformats.org/drawingml/2006/main">
            <a:pathLst>
              <a:path w="9525" h="451961">
                <a:moveTo>
                  <a:pt x="0" y="0"/>
                </a:moveTo>
                <a:lnTo>
                  <a:pt x="0" y="451961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4" name="wire-848">
            <a:extLst xmlns:a="http://schemas.openxmlformats.org/drawingml/2006/main">
              <a:ext uri="{FF2B5EF4-FFF2-40B4-BE49-F238E27FC236}">
                <a16:creationId xmlns:a16="http://schemas.microsoft.com/office/drawing/2014/main" id="{A0D7FF13-BB8F-4E4C-A340-526EA722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331" y="3146584"/>
            <a:ext cx="2176367" cy="9525"/>
          </a:xfrm>
          <a:custGeom xmlns:a="http://schemas.openxmlformats.org/drawingml/2006/main">
            <a:pathLst>
              <a:path w="2176367" h="9525">
                <a:moveTo>
                  <a:pt x="2176367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5" name="wire-849">
            <a:extLst xmlns:a="http://schemas.openxmlformats.org/drawingml/2006/main">
              <a:ext uri="{FF2B5EF4-FFF2-40B4-BE49-F238E27FC236}">
                <a16:creationId xmlns:a16="http://schemas.microsoft.com/office/drawing/2014/main" id="{8C0DCEBD-420F-41E0-A267-77D3F631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331" y="3146584"/>
            <a:ext cx="9525" cy="903922"/>
          </a:xfrm>
          <a:custGeom xmlns:a="http://schemas.openxmlformats.org/drawingml/2006/main">
            <a:pathLst>
              <a:path w="9525" h="903922">
                <a:moveTo>
                  <a:pt x="0" y="0"/>
                </a:moveTo>
                <a:lnTo>
                  <a:pt x="0" y="903922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6" name="wire-850">
            <a:extLst xmlns:a="http://schemas.openxmlformats.org/drawingml/2006/main">
              <a:ext uri="{FF2B5EF4-FFF2-40B4-BE49-F238E27FC236}">
                <a16:creationId xmlns:a16="http://schemas.microsoft.com/office/drawing/2014/main" id="{47C24075-C2BC-49FF-8EDD-24E5EEC9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331" y="4050506"/>
            <a:ext cx="104299" cy="9525"/>
          </a:xfrm>
          <a:custGeom xmlns:a="http://schemas.openxmlformats.org/drawingml/2006/main">
            <a:pathLst>
              <a:path w="104299" h="9525">
                <a:moveTo>
                  <a:pt x="0" y="0"/>
                </a:moveTo>
                <a:lnTo>
                  <a:pt x="10429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2">
            <a:solidFill>
              <a:srgbClr val="1572C3"/>
            </a:solidFill>
          </a:ln>
        </p:spPr>
      </p:sp>
      <p:sp>
        <p:nvSpPr>
          <p:cNvPr id="27" name="circuit-851">
            <a:extLst xmlns:a="http://schemas.openxmlformats.org/drawingml/2006/main">
              <a:ext uri="{FF2B5EF4-FFF2-40B4-BE49-F238E27FC236}">
                <a16:creationId xmlns:a16="http://schemas.microsoft.com/office/drawing/2014/main" id="{12E106DC-6A16-4562-93CC-770D7E27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430" y="4019074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28" name="wire-852">
            <a:extLst xmlns:a="http://schemas.openxmlformats.org/drawingml/2006/main">
              <a:ext uri="{FF2B5EF4-FFF2-40B4-BE49-F238E27FC236}">
                <a16:creationId xmlns:a16="http://schemas.microsoft.com/office/drawing/2014/main" id="{B9C23D12-1670-4909-B807-EF4DAD1B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752" y="4398169"/>
            <a:ext cx="166878" cy="9525"/>
          </a:xfrm>
          <a:custGeom xmlns:a="http://schemas.openxmlformats.org/drawingml/2006/main">
            <a:pathLst>
              <a:path w="166878" h="9525">
                <a:moveTo>
                  <a:pt x="0" y="0"/>
                </a:moveTo>
                <a:lnTo>
                  <a:pt x="1668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30">
            <a:solidFill>
              <a:srgbClr val="231F20"/>
            </a:solidFill>
          </a:ln>
        </p:spPr>
      </p:sp>
      <p:sp>
        <p:nvSpPr>
          <p:cNvPr id="29" name="circuit-853">
            <a:extLst xmlns:a="http://schemas.openxmlformats.org/drawingml/2006/main">
              <a:ext uri="{FF2B5EF4-FFF2-40B4-BE49-F238E27FC236}">
                <a16:creationId xmlns:a16="http://schemas.microsoft.com/office/drawing/2014/main" id="{100B80E9-4276-4A7F-8720-8B3283E0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430" y="4366736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30" name="wire-854">
            <a:extLst xmlns:a="http://schemas.openxmlformats.org/drawingml/2006/main">
              <a:ext uri="{FF2B5EF4-FFF2-40B4-BE49-F238E27FC236}">
                <a16:creationId xmlns:a16="http://schemas.microsoft.com/office/drawing/2014/main" id="{83EB93AE-8AEA-48B1-9CA4-288DA91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321" y="2694623"/>
            <a:ext cx="9525" cy="208597"/>
          </a:xfrm>
          <a:custGeom xmlns:a="http://schemas.openxmlformats.org/drawingml/2006/main">
            <a:pathLst>
              <a:path w="9525" h="208597">
                <a:moveTo>
                  <a:pt x="0" y="0"/>
                </a:moveTo>
                <a:lnTo>
                  <a:pt x="0" y="208597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1572C3"/>
            </a:solidFill>
          </a:ln>
        </p:spPr>
      </p:sp>
      <p:sp>
        <p:nvSpPr>
          <p:cNvPr id="31" name="wire-855">
            <a:extLst xmlns:a="http://schemas.openxmlformats.org/drawingml/2006/main">
              <a:ext uri="{FF2B5EF4-FFF2-40B4-BE49-F238E27FC236}">
                <a16:creationId xmlns:a16="http://schemas.microsoft.com/office/drawing/2014/main" id="{9F8DD9F8-E44A-4388-85F9-B7BE951E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321" y="2903220"/>
            <a:ext cx="1522762" cy="9525"/>
          </a:xfrm>
          <a:custGeom xmlns:a="http://schemas.openxmlformats.org/drawingml/2006/main">
            <a:pathLst>
              <a:path w="1522762" h="9525">
                <a:moveTo>
                  <a:pt x="0" y="0"/>
                </a:moveTo>
                <a:lnTo>
                  <a:pt x="15227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1572C3"/>
            </a:solidFill>
          </a:ln>
        </p:spPr>
      </p:sp>
      <p:sp>
        <p:nvSpPr>
          <p:cNvPr id="32" name="wire-856">
            <a:extLst xmlns:a="http://schemas.openxmlformats.org/drawingml/2006/main">
              <a:ext uri="{FF2B5EF4-FFF2-40B4-BE49-F238E27FC236}">
                <a16:creationId xmlns:a16="http://schemas.microsoft.com/office/drawing/2014/main" id="{31BB52B6-7349-4B97-A3B9-99CFBB92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083" y="2903220"/>
            <a:ext cx="9525" cy="1251585"/>
          </a:xfrm>
          <a:custGeom xmlns:a="http://schemas.openxmlformats.org/drawingml/2006/main">
            <a:pathLst>
              <a:path w="9525" h="1251585">
                <a:moveTo>
                  <a:pt x="0" y="0"/>
                </a:moveTo>
                <a:lnTo>
                  <a:pt x="0" y="1251585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1572C3"/>
            </a:solidFill>
          </a:ln>
        </p:spPr>
      </p:sp>
      <p:sp>
        <p:nvSpPr>
          <p:cNvPr id="33" name="wire-857">
            <a:extLst xmlns:a="http://schemas.openxmlformats.org/drawingml/2006/main">
              <a:ext uri="{FF2B5EF4-FFF2-40B4-BE49-F238E27FC236}">
                <a16:creationId xmlns:a16="http://schemas.microsoft.com/office/drawing/2014/main" id="{2E25F324-DD05-4529-806A-CE3CE638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083" y="4154805"/>
            <a:ext cx="229457" cy="9525"/>
          </a:xfrm>
          <a:custGeom xmlns:a="http://schemas.openxmlformats.org/drawingml/2006/main">
            <a:pathLst>
              <a:path w="229457" h="9525">
                <a:moveTo>
                  <a:pt x="0" y="0"/>
                </a:moveTo>
                <a:lnTo>
                  <a:pt x="22945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1572C3"/>
            </a:solidFill>
          </a:ln>
        </p:spPr>
      </p:sp>
      <p:sp>
        <p:nvSpPr>
          <p:cNvPr id="34" name="circuit-858">
            <a:extLst xmlns:a="http://schemas.openxmlformats.org/drawingml/2006/main">
              <a:ext uri="{FF2B5EF4-FFF2-40B4-BE49-F238E27FC236}">
                <a16:creationId xmlns:a16="http://schemas.microsoft.com/office/drawing/2014/main" id="{33EE1508-1A34-41E0-B265-15817FFE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6340" y="4123373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35" name="text-859">
            <a:extLst xmlns:a="http://schemas.openxmlformats.org/drawingml/2006/main">
              <a:ext uri="{FF2B5EF4-FFF2-40B4-BE49-F238E27FC236}">
                <a16:creationId xmlns:a16="http://schemas.microsoft.com/office/drawing/2014/main" id="{5B43AB73-E51C-42AF-9944-47D2D8A4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130" y="4356449"/>
            <a:ext cx="876110" cy="208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即値</a:t>
            </a:r>
          </a:p>
        </p:txBody>
      </p:sp>
      <p:sp>
        <p:nvSpPr>
          <p:cNvPr id="36" name="stable-pc">
            <a:extLst xmlns:a="http://schemas.openxmlformats.org/drawingml/2006/main">
              <a:ext uri="{FF2B5EF4-FFF2-40B4-BE49-F238E27FC236}">
                <a16:creationId xmlns:a16="http://schemas.microsoft.com/office/drawing/2014/main" id="{9B5E17C1-48F5-4EDA-BA48-89021EBB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" y="3633311"/>
            <a:ext cx="292037" cy="556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37" name="text-861">
            <a:extLst xmlns:a="http://schemas.openxmlformats.org/drawingml/2006/main">
              <a:ext uri="{FF2B5EF4-FFF2-40B4-BE49-F238E27FC236}">
                <a16:creationId xmlns:a16="http://schemas.microsoft.com/office/drawing/2014/main" id="{2130FFFA-2093-4246-8D66-FC2B2F15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73" y="3800189"/>
            <a:ext cx="104299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7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38" name="text-862">
            <a:extLst xmlns:a="http://schemas.openxmlformats.org/drawingml/2006/main">
              <a:ext uri="{FF2B5EF4-FFF2-40B4-BE49-F238E27FC236}">
                <a16:creationId xmlns:a16="http://schemas.microsoft.com/office/drawing/2014/main" id="{035F4D97-F6D5-43F3-A37E-007ED42D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385" y="3800189"/>
            <a:ext cx="104299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7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7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39" name="circuit-863">
            <a:extLst xmlns:a="http://schemas.openxmlformats.org/drawingml/2006/main">
              <a:ext uri="{FF2B5EF4-FFF2-40B4-BE49-F238E27FC236}">
                <a16:creationId xmlns:a16="http://schemas.microsoft.com/office/drawing/2014/main" id="{8B59DF9F-2B74-4C45-9EF9-C651AE16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899" y="3633311"/>
            <a:ext cx="125159" cy="76486"/>
          </a:xfrm>
          <a:custGeom xmlns:a="http://schemas.openxmlformats.org/drawingml/2006/main">
            <a:pathLst>
              <a:path w="125159" h="76486">
                <a:moveTo>
                  <a:pt x="0" y="0"/>
                </a:moveTo>
                <a:lnTo>
                  <a:pt x="62579" y="76486"/>
                </a:lnTo>
                <a:lnTo>
                  <a:pt x="125159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40" name="wire-864">
            <a:extLst xmlns:a="http://schemas.openxmlformats.org/drawingml/2006/main">
              <a:ext uri="{FF2B5EF4-FFF2-40B4-BE49-F238E27FC236}">
                <a16:creationId xmlns:a16="http://schemas.microsoft.com/office/drawing/2014/main" id="{73C54D45-5F28-40E5-8379-57E2C5A6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78" y="3466433"/>
            <a:ext cx="9525" cy="166878"/>
          </a:xfrm>
          <a:custGeom xmlns:a="http://schemas.openxmlformats.org/drawingml/2006/main">
            <a:pathLst>
              <a:path w="9525" h="166878">
                <a:moveTo>
                  <a:pt x="0" y="0"/>
                </a:moveTo>
                <a:lnTo>
                  <a:pt x="0" y="166878"/>
                </a:lnTo>
              </a:path>
            </a:pathLst>
          </a:custGeom>
          <a:noFill xmlns:a="http://schemas.openxmlformats.org/drawingml/2006/main"/>
          <a:ln xmlns:a="http://schemas.openxmlformats.org/drawingml/2006/main" w="8344">
            <a:solidFill>
              <a:srgbClr val="231F20"/>
            </a:solidFill>
          </a:ln>
        </p:spPr>
      </p:sp>
      <p:sp>
        <p:nvSpPr>
          <p:cNvPr id="41" name="text-865">
            <a:extLst xmlns:a="http://schemas.openxmlformats.org/drawingml/2006/main">
              <a:ext uri="{FF2B5EF4-FFF2-40B4-BE49-F238E27FC236}">
                <a16:creationId xmlns:a16="http://schemas.microsoft.com/office/drawing/2014/main" id="{1F1C36D4-90FD-4F5E-B663-0B6AB04D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00" y="3250882"/>
            <a:ext cx="340709" cy="187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4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4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clk</a:t>
            </a:r>
          </a:p>
        </p:txBody>
      </p:sp>
      <p:sp>
        <p:nvSpPr>
          <p:cNvPr id="42" name="text-866">
            <a:extLst xmlns:a="http://schemas.openxmlformats.org/drawingml/2006/main">
              <a:ext uri="{FF2B5EF4-FFF2-40B4-BE49-F238E27FC236}">
                <a16:creationId xmlns:a16="http://schemas.microsoft.com/office/drawing/2014/main" id="{BBE8A8DA-116E-4430-82E9-FEEC0336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00" y="4238244"/>
            <a:ext cx="382429" cy="208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43" name="wire-867">
            <a:extLst xmlns:a="http://schemas.openxmlformats.org/drawingml/2006/main">
              <a:ext uri="{FF2B5EF4-FFF2-40B4-BE49-F238E27FC236}">
                <a16:creationId xmlns:a16="http://schemas.microsoft.com/office/drawing/2014/main" id="{16867619-3CE3-43B1-9BBA-2D76D085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97" y="3911441"/>
            <a:ext cx="264223" cy="9525"/>
          </a:xfrm>
          <a:custGeom xmlns:a="http://schemas.openxmlformats.org/drawingml/2006/main">
            <a:pathLst>
              <a:path w="264223" h="9525">
                <a:moveTo>
                  <a:pt x="0" y="0"/>
                </a:moveTo>
                <a:lnTo>
                  <a:pt x="2642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1572C3"/>
            </a:solidFill>
          </a:ln>
        </p:spPr>
      </p:sp>
      <p:sp>
        <p:nvSpPr>
          <p:cNvPr id="44" name="circuit-868">
            <a:extLst xmlns:a="http://schemas.openxmlformats.org/drawingml/2006/main">
              <a:ext uri="{FF2B5EF4-FFF2-40B4-BE49-F238E27FC236}">
                <a16:creationId xmlns:a16="http://schemas.microsoft.com/office/drawing/2014/main" id="{1241AA0F-A217-4121-A8DC-A2E45BD3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45" name="text-869">
            <a:extLst xmlns:a="http://schemas.openxmlformats.org/drawingml/2006/main">
              <a:ext uri="{FF2B5EF4-FFF2-40B4-BE49-F238E27FC236}">
                <a16:creationId xmlns:a16="http://schemas.microsoft.com/office/drawing/2014/main" id="{DAE07670-3B99-456D-A761-378DF6D9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234" y="4641533"/>
            <a:ext cx="903922" cy="208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命令の番地</a:t>
            </a:r>
          </a:p>
        </p:txBody>
      </p:sp>
      <p:sp>
        <p:nvSpPr>
          <p:cNvPr id="46" name="stable-instruction">
            <a:extLst xmlns:a="http://schemas.openxmlformats.org/drawingml/2006/main">
              <a:ext uri="{FF2B5EF4-FFF2-40B4-BE49-F238E27FC236}">
                <a16:creationId xmlns:a16="http://schemas.microsoft.com/office/drawing/2014/main" id="{B10327B6-3EC1-4CB5-8F93-89A95F80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24714"/>
            <a:ext cx="1251585" cy="10429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47" name="text-871">
            <a:extLst xmlns:a="http://schemas.openxmlformats.org/drawingml/2006/main">
              <a:ext uri="{FF2B5EF4-FFF2-40B4-BE49-F238E27FC236}">
                <a16:creationId xmlns:a16="http://schemas.microsoft.com/office/drawing/2014/main" id="{6BB3EF2F-8E9C-4F8F-95A5-BB487752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440" y="3487293"/>
            <a:ext cx="1168146" cy="236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命令側の接続</a:t>
            </a:r>
          </a:p>
        </p:txBody>
      </p:sp>
      <p:sp>
        <p:nvSpPr>
          <p:cNvPr id="48" name="text-872">
            <a:extLst xmlns:a="http://schemas.openxmlformats.org/drawingml/2006/main">
              <a:ext uri="{FF2B5EF4-FFF2-40B4-BE49-F238E27FC236}">
                <a16:creationId xmlns:a16="http://schemas.microsoft.com/office/drawing/2014/main" id="{DC8E48F2-E3C4-4D72-B555-684DDAFA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393" y="3807143"/>
            <a:ext cx="166878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8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9" name="text-873">
            <a:extLst xmlns:a="http://schemas.openxmlformats.org/drawingml/2006/main">
              <a:ext uri="{FF2B5EF4-FFF2-40B4-BE49-F238E27FC236}">
                <a16:creationId xmlns:a16="http://schemas.microsoft.com/office/drawing/2014/main" id="{EB8C9B5C-DA87-4560-8816-162D7A38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9988" y="3807143"/>
            <a:ext cx="229457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8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8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50" name="text-874">
            <a:extLst xmlns:a="http://schemas.openxmlformats.org/drawingml/2006/main">
              <a:ext uri="{FF2B5EF4-FFF2-40B4-BE49-F238E27FC236}">
                <a16:creationId xmlns:a16="http://schemas.microsoft.com/office/drawing/2014/main" id="{42FD433A-DA83-41F7-B607-475403A7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551" y="3834956"/>
            <a:ext cx="834390" cy="451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バス経由で</a:t>
            </a:r>
          </a:p>
          <a:p xmlns:a="http://schemas.openxmlformats.org/drawingml/2006/main">
            <a: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命令を読む</a:t>
            </a:r>
          </a:p>
        </p:txBody>
      </p:sp>
      <p:sp>
        <p:nvSpPr>
          <p:cNvPr id="51" name="wire-875">
            <a:extLst xmlns:a="http://schemas.openxmlformats.org/drawingml/2006/main">
              <a:ext uri="{FF2B5EF4-FFF2-40B4-BE49-F238E27FC236}">
                <a16:creationId xmlns:a16="http://schemas.microsoft.com/office/drawing/2014/main" id="{FF8FF0A2-5493-43FE-9559-68C303D5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911441"/>
            <a:ext cx="83439" cy="9525"/>
          </a:xfrm>
          <a:custGeom xmlns:a="http://schemas.openxmlformats.org/drawingml/2006/main">
            <a:pathLst>
              <a:path w="83439" h="9525">
                <a:moveTo>
                  <a:pt x="0" y="0"/>
                </a:moveTo>
                <a:lnTo>
                  <a:pt x="834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52" name="wire-876">
            <a:extLst xmlns:a="http://schemas.openxmlformats.org/drawingml/2006/main">
              <a:ext uri="{FF2B5EF4-FFF2-40B4-BE49-F238E27FC236}">
                <a16:creationId xmlns:a16="http://schemas.microsoft.com/office/drawing/2014/main" id="{EC5D1DB0-5900-45E2-88ED-65F5A21D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583371"/>
            <a:ext cx="9525" cy="1328071"/>
          </a:xfrm>
          <a:custGeom xmlns:a="http://schemas.openxmlformats.org/drawingml/2006/main">
            <a:pathLst>
              <a:path w="9525" h="1328071">
                <a:moveTo>
                  <a:pt x="0" y="13280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53" name="wire-877">
            <a:extLst xmlns:a="http://schemas.openxmlformats.org/drawingml/2006/main">
              <a:ext uri="{FF2B5EF4-FFF2-40B4-BE49-F238E27FC236}">
                <a16:creationId xmlns:a16="http://schemas.microsoft.com/office/drawing/2014/main" id="{92C0EC64-5B71-4F81-B909-BA21E17A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583371"/>
            <a:ext cx="55626" cy="9525"/>
          </a:xfrm>
          <a:custGeom xmlns:a="http://schemas.openxmlformats.org/drawingml/2006/main">
            <a:pathLst>
              <a:path w="55626" h="9525">
                <a:moveTo>
                  <a:pt x="0" y="0"/>
                </a:moveTo>
                <a:lnTo>
                  <a:pt x="556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54" name="circuit-878">
            <a:extLst xmlns:a="http://schemas.openxmlformats.org/drawingml/2006/main">
              <a:ext uri="{FF2B5EF4-FFF2-40B4-BE49-F238E27FC236}">
                <a16:creationId xmlns:a16="http://schemas.microsoft.com/office/drawing/2014/main" id="{406AC326-FF7E-496D-87C8-6F6EB819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3170" y="255193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55" name="text-879">
            <a:extLst xmlns:a="http://schemas.openxmlformats.org/drawingml/2006/main">
              <a:ext uri="{FF2B5EF4-FFF2-40B4-BE49-F238E27FC236}">
                <a16:creationId xmlns:a16="http://schemas.microsoft.com/office/drawing/2014/main" id="{6D951242-CA2B-4B81-A5BF-38A2430F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5071" y="4120039"/>
            <a:ext cx="458915" cy="187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09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56" name="circuit-880">
            <a:extLst xmlns:a="http://schemas.openxmlformats.org/drawingml/2006/main">
              <a:ext uri="{FF2B5EF4-FFF2-40B4-BE49-F238E27FC236}">
                <a16:creationId xmlns:a16="http://schemas.microsoft.com/office/drawing/2014/main" id="{E4E77B4D-F333-45C9-8C71-4E78B77A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" y="2986659"/>
            <a:ext cx="347663" cy="305943"/>
          </a:xfrm>
          <a:custGeom xmlns:a="http://schemas.openxmlformats.org/drawingml/2006/main">
            <a:pathLst>
              <a:path w="347663" h="305943">
                <a:moveTo>
                  <a:pt x="0" y="0"/>
                </a:moveTo>
                <a:lnTo>
                  <a:pt x="347663" y="83439"/>
                </a:lnTo>
                <a:lnTo>
                  <a:pt x="347663" y="222504"/>
                </a:lnTo>
                <a:lnTo>
                  <a:pt x="0" y="305943"/>
                </a:lnTo>
                <a:lnTo>
                  <a:pt x="0" y="208598"/>
                </a:lnTo>
                <a:lnTo>
                  <a:pt x="69532" y="152972"/>
                </a:lnTo>
                <a:lnTo>
                  <a:pt x="0" y="9039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57" name="text-881">
            <a:extLst xmlns:a="http://schemas.openxmlformats.org/drawingml/2006/main">
              <a:ext uri="{FF2B5EF4-FFF2-40B4-BE49-F238E27FC236}">
                <a16:creationId xmlns:a16="http://schemas.microsoft.com/office/drawing/2014/main" id="{CFF19A0B-1570-446A-8106-5D640DA8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990" y="3035332"/>
            <a:ext cx="208598" cy="208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69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58" name="wire-882">
            <a:extLst xmlns:a="http://schemas.openxmlformats.org/drawingml/2006/main">
              <a:ext uri="{FF2B5EF4-FFF2-40B4-BE49-F238E27FC236}">
                <a16:creationId xmlns:a16="http://schemas.microsoft.com/office/drawing/2014/main" id="{F98E6682-9768-4A57-8829-3A3C7DE6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" y="3063145"/>
            <a:ext cx="9525" cy="848296"/>
          </a:xfrm>
          <a:custGeom xmlns:a="http://schemas.openxmlformats.org/drawingml/2006/main">
            <a:pathLst>
              <a:path w="9525" h="848296">
                <a:moveTo>
                  <a:pt x="0" y="84829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59" name="wire-883">
            <a:extLst xmlns:a="http://schemas.openxmlformats.org/drawingml/2006/main">
              <a:ext uri="{FF2B5EF4-FFF2-40B4-BE49-F238E27FC236}">
                <a16:creationId xmlns:a16="http://schemas.microsoft.com/office/drawing/2014/main" id="{C214605C-3135-4A3D-B8C7-293D609B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" y="3063145"/>
            <a:ext cx="278130" cy="9525"/>
          </a:xfrm>
          <a:custGeom xmlns:a="http://schemas.openxmlformats.org/drawingml/2006/main">
            <a:pathLst>
              <a:path w="278130" h="9525">
                <a:moveTo>
                  <a:pt x="0" y="0"/>
                </a:moveTo>
                <a:lnTo>
                  <a:pt x="2781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0" name="circuit-884">
            <a:extLst xmlns:a="http://schemas.openxmlformats.org/drawingml/2006/main">
              <a:ext uri="{FF2B5EF4-FFF2-40B4-BE49-F238E27FC236}">
                <a16:creationId xmlns:a16="http://schemas.microsoft.com/office/drawing/2014/main" id="{F88DC3CE-CB79-402B-A197-0AE76F17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" y="3031712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1" name="text-885">
            <a:extLst xmlns:a="http://schemas.openxmlformats.org/drawingml/2006/main">
              <a:ext uri="{FF2B5EF4-FFF2-40B4-BE49-F238E27FC236}">
                <a16:creationId xmlns:a16="http://schemas.microsoft.com/office/drawing/2014/main" id="{397C2EAB-415F-4D47-864A-E9B96870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328" y="3188303"/>
            <a:ext cx="173831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2" name="wire-886">
            <a:extLst xmlns:a="http://schemas.openxmlformats.org/drawingml/2006/main">
              <a:ext uri="{FF2B5EF4-FFF2-40B4-BE49-F238E27FC236}">
                <a16:creationId xmlns:a16="http://schemas.microsoft.com/office/drawing/2014/main" id="{906BB7E7-BE58-4BC5-901D-7EBFDE37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159" y="3216116"/>
            <a:ext cx="55626" cy="9525"/>
          </a:xfrm>
          <a:custGeom xmlns:a="http://schemas.openxmlformats.org/drawingml/2006/main">
            <a:pathLst>
              <a:path w="55626" h="9525">
                <a:moveTo>
                  <a:pt x="0" y="0"/>
                </a:moveTo>
                <a:lnTo>
                  <a:pt x="556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3" name="circuit-887">
            <a:extLst xmlns:a="http://schemas.openxmlformats.org/drawingml/2006/main">
              <a:ext uri="{FF2B5EF4-FFF2-40B4-BE49-F238E27FC236}">
                <a16:creationId xmlns:a16="http://schemas.microsoft.com/office/drawing/2014/main" id="{CB837823-00D1-4345-9E28-9ED7049A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" y="3184684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64" name="wire-888">
            <a:extLst xmlns:a="http://schemas.openxmlformats.org/drawingml/2006/main">
              <a:ext uri="{FF2B5EF4-FFF2-40B4-BE49-F238E27FC236}">
                <a16:creationId xmlns:a16="http://schemas.microsoft.com/office/drawing/2014/main" id="{38C8A1B9-A8F5-40E2-AE97-0EA677E8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448" y="3139631"/>
            <a:ext cx="111252" cy="9525"/>
          </a:xfrm>
          <a:custGeom xmlns:a="http://schemas.openxmlformats.org/drawingml/2006/main">
            <a:pathLst>
              <a:path w="111252" h="9525">
                <a:moveTo>
                  <a:pt x="0" y="0"/>
                </a:moveTo>
                <a:lnTo>
                  <a:pt x="1112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5" name="wire-889">
            <a:extLst xmlns:a="http://schemas.openxmlformats.org/drawingml/2006/main">
              <a:ext uri="{FF2B5EF4-FFF2-40B4-BE49-F238E27FC236}">
                <a16:creationId xmlns:a16="http://schemas.microsoft.com/office/drawing/2014/main" id="{6E5DBADC-1CA7-4F95-A6C2-8404015E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6699" y="2903220"/>
            <a:ext cx="9525" cy="236411"/>
          </a:xfrm>
          <a:custGeom xmlns:a="http://schemas.openxmlformats.org/drawingml/2006/main">
            <a:pathLst>
              <a:path w="9525" h="236411">
                <a:moveTo>
                  <a:pt x="0" y="2364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6" name="wire-890">
            <a:extLst xmlns:a="http://schemas.openxmlformats.org/drawingml/2006/main">
              <a:ext uri="{FF2B5EF4-FFF2-40B4-BE49-F238E27FC236}">
                <a16:creationId xmlns:a16="http://schemas.microsoft.com/office/drawing/2014/main" id="{568DC567-9517-446C-BE88-21D28A26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3" y="2903220"/>
            <a:ext cx="1362837" cy="9525"/>
          </a:xfrm>
          <a:custGeom xmlns:a="http://schemas.openxmlformats.org/drawingml/2006/main">
            <a:pathLst>
              <a:path w="1362837" h="9525">
                <a:moveTo>
                  <a:pt x="1362837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7" name="wire-891">
            <a:extLst xmlns:a="http://schemas.openxmlformats.org/drawingml/2006/main">
              <a:ext uri="{FF2B5EF4-FFF2-40B4-BE49-F238E27FC236}">
                <a16:creationId xmlns:a16="http://schemas.microsoft.com/office/drawing/2014/main" id="{3D8CE1BA-D3BA-45CF-943F-2850F28E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3" y="2903220"/>
            <a:ext cx="9525" cy="1008221"/>
          </a:xfrm>
          <a:custGeom xmlns:a="http://schemas.openxmlformats.org/drawingml/2006/main">
            <a:pathLst>
              <a:path w="9525" h="1008221">
                <a:moveTo>
                  <a:pt x="0" y="0"/>
                </a:moveTo>
                <a:lnTo>
                  <a:pt x="0" y="1008221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8" name="wire-892">
            <a:extLst xmlns:a="http://schemas.openxmlformats.org/drawingml/2006/main">
              <a:ext uri="{FF2B5EF4-FFF2-40B4-BE49-F238E27FC236}">
                <a16:creationId xmlns:a16="http://schemas.microsoft.com/office/drawing/2014/main" id="{20E6081B-980B-489C-8DDB-DE5605E7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3" y="3911441"/>
            <a:ext cx="208598" cy="9525"/>
          </a:xfrm>
          <a:custGeom xmlns:a="http://schemas.openxmlformats.org/drawingml/2006/main">
            <a:pathLst>
              <a:path w="208598" h="9525">
                <a:moveTo>
                  <a:pt x="0" y="0"/>
                </a:moveTo>
                <a:lnTo>
                  <a:pt x="2085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69" name="circuit-893">
            <a:extLst xmlns:a="http://schemas.openxmlformats.org/drawingml/2006/main">
              <a:ext uri="{FF2B5EF4-FFF2-40B4-BE49-F238E27FC236}">
                <a16:creationId xmlns:a16="http://schemas.microsoft.com/office/drawing/2014/main" id="{14556334-E4C0-4F96-BD3D-7F0A1038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70" name="text-894">
            <a:extLst xmlns:a="http://schemas.openxmlformats.org/drawingml/2006/main">
              <a:ext uri="{FF2B5EF4-FFF2-40B4-BE49-F238E27FC236}">
                <a16:creationId xmlns:a16="http://schemas.microsoft.com/office/drawing/2014/main" id="{827EE968-73EE-4773-9752-990355E4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348" y="2694623"/>
            <a:ext cx="1077754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5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05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PC + 4</a:t>
            </a:r>
          </a:p>
        </p:txBody>
      </p:sp>
      <p:sp>
        <p:nvSpPr>
          <p:cNvPr id="71" name="stable-registers">
            <a:extLst xmlns:a="http://schemas.openxmlformats.org/drawingml/2006/main">
              <a:ext uri="{FF2B5EF4-FFF2-40B4-BE49-F238E27FC236}">
                <a16:creationId xmlns:a16="http://schemas.microsoft.com/office/drawing/2014/main" id="{71BC733C-ACDE-4474-A21B-FA887E9B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630" y="3355181"/>
            <a:ext cx="1251585" cy="15644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72" name="text-896">
            <a:extLst xmlns:a="http://schemas.openxmlformats.org/drawingml/2006/main">
              <a:ext uri="{FF2B5EF4-FFF2-40B4-BE49-F238E27FC236}">
                <a16:creationId xmlns:a16="http://schemas.microsoft.com/office/drawing/2014/main" id="{7DEAD902-B7F2-4B70-9CF2-B92DF0A3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339" y="4377309"/>
            <a:ext cx="855250" cy="208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04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レジスタ群</a:t>
            </a:r>
          </a:p>
        </p:txBody>
      </p:sp>
      <p:sp>
        <p:nvSpPr>
          <p:cNvPr id="73" name="text-897">
            <a:extLst xmlns:a="http://schemas.openxmlformats.org/drawingml/2006/main">
              <a:ext uri="{FF2B5EF4-FFF2-40B4-BE49-F238E27FC236}">
                <a16:creationId xmlns:a16="http://schemas.microsoft.com/office/drawing/2014/main" id="{06ADE17D-B9CE-4DC9-B6E5-F7306C39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807" y="3772376"/>
            <a:ext cx="688372" cy="3963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Register</a:t>
            </a:r>
          </a:p>
          <a:p xmlns:a="http://schemas.openxmlformats.org/drawingml/2006/main">
            <a:pPr algn="ctr">
              <a:defRPr sz="120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0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File</a:t>
            </a:r>
          </a:p>
        </p:txBody>
      </p:sp>
      <p:sp>
        <p:nvSpPr>
          <p:cNvPr id="74" name="text-898">
            <a:extLst xmlns:a="http://schemas.openxmlformats.org/drawingml/2006/main">
              <a:ext uri="{FF2B5EF4-FFF2-40B4-BE49-F238E27FC236}">
                <a16:creationId xmlns:a16="http://schemas.microsoft.com/office/drawing/2014/main" id="{4B82135B-8EB1-409A-9A83-0C2E28B2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209" y="3563779"/>
            <a:ext cx="298990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3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75" name="text-899">
            <a:extLst xmlns:a="http://schemas.openxmlformats.org/drawingml/2006/main">
              <a:ext uri="{FF2B5EF4-FFF2-40B4-BE49-F238E27FC236}">
                <a16:creationId xmlns:a16="http://schemas.microsoft.com/office/drawing/2014/main" id="{4E66BF1E-C40C-4E75-8DA8-2395386C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209" y="3946208"/>
            <a:ext cx="298990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3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76" name="text-900">
            <a:extLst xmlns:a="http://schemas.openxmlformats.org/drawingml/2006/main">
              <a:ext uri="{FF2B5EF4-FFF2-40B4-BE49-F238E27FC236}">
                <a16:creationId xmlns:a16="http://schemas.microsoft.com/office/drawing/2014/main" id="{883144B6-2E78-45D6-B222-C6FB38DC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209" y="4293870"/>
            <a:ext cx="298990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3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77" name="text-901">
            <a:extLst xmlns:a="http://schemas.openxmlformats.org/drawingml/2006/main">
              <a:ext uri="{FF2B5EF4-FFF2-40B4-BE49-F238E27FC236}">
                <a16:creationId xmlns:a16="http://schemas.microsoft.com/office/drawing/2014/main" id="{52392133-2A5F-4E6F-B69F-F79B5FA8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209" y="4537234"/>
            <a:ext cx="298990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3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78" name="text-902">
            <a:extLst xmlns:a="http://schemas.openxmlformats.org/drawingml/2006/main">
              <a:ext uri="{FF2B5EF4-FFF2-40B4-BE49-F238E27FC236}">
                <a16:creationId xmlns:a16="http://schemas.microsoft.com/office/drawing/2014/main" id="{9C4B0EC8-2C24-409A-A6DE-2B44FA42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366" y="3563779"/>
            <a:ext cx="298990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3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79" name="text-903">
            <a:extLst xmlns:a="http://schemas.openxmlformats.org/drawingml/2006/main">
              <a:ext uri="{FF2B5EF4-FFF2-40B4-BE49-F238E27FC236}">
                <a16:creationId xmlns:a16="http://schemas.microsoft.com/office/drawing/2014/main" id="{D92EC16D-E0A4-4394-A576-DD715841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366" y="3946208"/>
            <a:ext cx="298990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3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3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80" name="circuit-904">
            <a:extLst xmlns:a="http://schemas.openxmlformats.org/drawingml/2006/main">
              <a:ext uri="{FF2B5EF4-FFF2-40B4-BE49-F238E27FC236}">
                <a16:creationId xmlns:a16="http://schemas.microsoft.com/office/drawing/2014/main" id="{E19E1D48-807A-42ED-9F4F-522604EE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713" y="3355181"/>
            <a:ext cx="125158" cy="69532"/>
          </a:xfrm>
          <a:custGeom xmlns:a="http://schemas.openxmlformats.org/drawingml/2006/main">
            <a:pathLst>
              <a:path w="125158" h="69532">
                <a:moveTo>
                  <a:pt x="0" y="0"/>
                </a:moveTo>
                <a:lnTo>
                  <a:pt x="62579" y="69532"/>
                </a:lnTo>
                <a:lnTo>
                  <a:pt x="125158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81" name="wire-905">
            <a:extLst xmlns:a="http://schemas.openxmlformats.org/drawingml/2006/main">
              <a:ext uri="{FF2B5EF4-FFF2-40B4-BE49-F238E27FC236}">
                <a16:creationId xmlns:a16="http://schemas.microsoft.com/office/drawing/2014/main" id="{52AD7E0B-00DF-42E6-8B63-FE08859D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93" y="3257836"/>
            <a:ext cx="9525" cy="97346"/>
          </a:xfrm>
          <a:custGeom xmlns:a="http://schemas.openxmlformats.org/drawingml/2006/main">
            <a:pathLst>
              <a:path w="9525" h="97346">
                <a:moveTo>
                  <a:pt x="0" y="0"/>
                </a:moveTo>
                <a:lnTo>
                  <a:pt x="0" y="97346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231F20"/>
            </a:solidFill>
          </a:ln>
        </p:spPr>
      </p:sp>
      <p:sp>
        <p:nvSpPr>
          <p:cNvPr id="82" name="text-906">
            <a:extLst xmlns:a="http://schemas.openxmlformats.org/drawingml/2006/main">
              <a:ext uri="{FF2B5EF4-FFF2-40B4-BE49-F238E27FC236}">
                <a16:creationId xmlns:a16="http://schemas.microsoft.com/office/drawing/2014/main" id="{E505A259-D325-4D89-9DE6-26CBBDF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646" y="3362135"/>
            <a:ext cx="305943" cy="173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7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876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83" name="wire-907">
            <a:extLst xmlns:a="http://schemas.openxmlformats.org/drawingml/2006/main">
              <a:ext uri="{FF2B5EF4-FFF2-40B4-BE49-F238E27FC236}">
                <a16:creationId xmlns:a16="http://schemas.microsoft.com/office/drawing/2014/main" id="{B5BC1C21-CF9C-4847-9948-A7AC9DB1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215" y="3668077"/>
            <a:ext cx="695325" cy="9525"/>
          </a:xfrm>
          <a:custGeom xmlns:a="http://schemas.openxmlformats.org/drawingml/2006/main">
            <a:pathLst>
              <a:path w="695325" h="9525">
                <a:moveTo>
                  <a:pt x="0" y="0"/>
                </a:moveTo>
                <a:lnTo>
                  <a:pt x="695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84" name="circuit-908">
            <a:extLst xmlns:a="http://schemas.openxmlformats.org/drawingml/2006/main">
              <a:ext uri="{FF2B5EF4-FFF2-40B4-BE49-F238E27FC236}">
                <a16:creationId xmlns:a16="http://schemas.microsoft.com/office/drawing/2014/main" id="{14F73816-EA6B-4088-8924-FD2D1B8D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6340" y="3636645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85" name="text-909">
            <a:extLst xmlns:a="http://schemas.openxmlformats.org/drawingml/2006/main">
              <a:ext uri="{FF2B5EF4-FFF2-40B4-BE49-F238E27FC236}">
                <a16:creationId xmlns:a16="http://schemas.microsoft.com/office/drawing/2014/main" id="{A89DC2AD-D1AB-46E8-A6BD-6A69775F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5028" y="3438620"/>
            <a:ext cx="417195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4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基準値</a:t>
            </a:r>
          </a:p>
        </p:txBody>
      </p:sp>
      <p:sp>
        <p:nvSpPr>
          <p:cNvPr id="86" name="stable-alu">
            <a:extLst xmlns:a="http://schemas.openxmlformats.org/drawingml/2006/main">
              <a:ext uri="{FF2B5EF4-FFF2-40B4-BE49-F238E27FC236}">
                <a16:creationId xmlns:a16="http://schemas.microsoft.com/office/drawing/2014/main" id="{A9B7C41D-A6FD-47EC-81B5-D881D571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3494246"/>
            <a:ext cx="625792" cy="834390"/>
          </a:xfrm>
          <a:custGeom xmlns:a="http://schemas.openxmlformats.org/drawingml/2006/main">
            <a:pathLst>
              <a:path w="625792" h="834390">
                <a:moveTo>
                  <a:pt x="0" y="0"/>
                </a:moveTo>
                <a:lnTo>
                  <a:pt x="625792" y="152971"/>
                </a:lnTo>
                <a:lnTo>
                  <a:pt x="625792" y="681418"/>
                </a:lnTo>
                <a:lnTo>
                  <a:pt x="0" y="834390"/>
                </a:lnTo>
                <a:lnTo>
                  <a:pt x="0" y="528447"/>
                </a:lnTo>
                <a:lnTo>
                  <a:pt x="159925" y="417195"/>
                </a:lnTo>
                <a:lnTo>
                  <a:pt x="0" y="292036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5992">
            <a:solidFill>
              <a:srgbClr val="231F20"/>
            </a:solidFill>
          </a:ln>
        </p:spPr>
      </p:sp>
      <p:sp>
        <p:nvSpPr>
          <p:cNvPr id="87" name="text-911">
            <a:extLst xmlns:a="http://schemas.openxmlformats.org/drawingml/2006/main">
              <a:ext uri="{FF2B5EF4-FFF2-40B4-BE49-F238E27FC236}">
                <a16:creationId xmlns:a16="http://schemas.microsoft.com/office/drawing/2014/main" id="{525CC57E-3E79-4E99-A88B-90501ADB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810" y="3772376"/>
            <a:ext cx="305943" cy="292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91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88" name="text-912">
            <a:extLst xmlns:a="http://schemas.openxmlformats.org/drawingml/2006/main">
              <a:ext uri="{FF2B5EF4-FFF2-40B4-BE49-F238E27FC236}">
                <a16:creationId xmlns:a16="http://schemas.microsoft.com/office/drawing/2014/main" id="{15523E31-4FAF-43A6-9B46-54CB9B0D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605" y="3216116"/>
            <a:ext cx="521494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2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89" name="wire-913">
            <a:extLst xmlns:a="http://schemas.openxmlformats.org/drawingml/2006/main">
              <a:ext uri="{FF2B5EF4-FFF2-40B4-BE49-F238E27FC236}">
                <a16:creationId xmlns:a16="http://schemas.microsoft.com/office/drawing/2014/main" id="{CA453E2B-05A4-4201-A7C8-D256F991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8333" y="3911441"/>
            <a:ext cx="625793" cy="9525"/>
          </a:xfrm>
          <a:custGeom xmlns:a="http://schemas.openxmlformats.org/drawingml/2006/main">
            <a:pathLst>
              <a:path w="625793" h="9525">
                <a:moveTo>
                  <a:pt x="0" y="0"/>
                </a:moveTo>
                <a:lnTo>
                  <a:pt x="6257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90" name="circuit-914">
            <a:extLst xmlns:a="http://schemas.openxmlformats.org/drawingml/2006/main">
              <a:ext uri="{FF2B5EF4-FFF2-40B4-BE49-F238E27FC236}">
                <a16:creationId xmlns:a16="http://schemas.microsoft.com/office/drawing/2014/main" id="{10A5370A-A0CF-4B6E-A4B6-CBD1C314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1" name="text-915">
            <a:extLst xmlns:a="http://schemas.openxmlformats.org/drawingml/2006/main">
              <a:ext uri="{FF2B5EF4-FFF2-40B4-BE49-F238E27FC236}">
                <a16:creationId xmlns:a16="http://schemas.microsoft.com/office/drawing/2014/main" id="{35CD7B5C-6128-4BB5-B1B9-3AD57232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22" y="3640265"/>
            <a:ext cx="312896" cy="215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09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番地</a:t>
            </a:r>
          </a:p>
        </p:txBody>
      </p:sp>
      <p:sp>
        <p:nvSpPr>
          <p:cNvPr id="92" name="wire-916">
            <a:extLst xmlns:a="http://schemas.openxmlformats.org/drawingml/2006/main">
              <a:ext uri="{FF2B5EF4-FFF2-40B4-BE49-F238E27FC236}">
                <a16:creationId xmlns:a16="http://schemas.microsoft.com/office/drawing/2014/main" id="{49BC647F-04EE-4124-AB94-2C98AFA0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215" y="4050506"/>
            <a:ext cx="201644" cy="9525"/>
          </a:xfrm>
          <a:custGeom xmlns:a="http://schemas.openxmlformats.org/drawingml/2006/main">
            <a:pathLst>
              <a:path w="201644" h="9525">
                <a:moveTo>
                  <a:pt x="0" y="0"/>
                </a:moveTo>
                <a:lnTo>
                  <a:pt x="2016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93" name="wire-917">
            <a:extLst xmlns:a="http://schemas.openxmlformats.org/drawingml/2006/main">
              <a:ext uri="{FF2B5EF4-FFF2-40B4-BE49-F238E27FC236}">
                <a16:creationId xmlns:a16="http://schemas.microsoft.com/office/drawing/2014/main" id="{91878C48-315B-4A9C-9B32-6D376C7F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859" y="4050506"/>
            <a:ext cx="9525" cy="869156"/>
          </a:xfrm>
          <a:custGeom xmlns:a="http://schemas.openxmlformats.org/drawingml/2006/main">
            <a:pathLst>
              <a:path w="9525" h="869156">
                <a:moveTo>
                  <a:pt x="0" y="0"/>
                </a:moveTo>
                <a:lnTo>
                  <a:pt x="0" y="869156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94" name="wire-918">
            <a:extLst xmlns:a="http://schemas.openxmlformats.org/drawingml/2006/main">
              <a:ext uri="{FF2B5EF4-FFF2-40B4-BE49-F238E27FC236}">
                <a16:creationId xmlns:a16="http://schemas.microsoft.com/office/drawing/2014/main" id="{2946B73B-46CD-45D2-9CBC-06EAAD97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859" y="4919663"/>
            <a:ext cx="1599247" cy="9525"/>
          </a:xfrm>
          <a:custGeom xmlns:a="http://schemas.openxmlformats.org/drawingml/2006/main">
            <a:pathLst>
              <a:path w="1599247" h="9525">
                <a:moveTo>
                  <a:pt x="0" y="0"/>
                </a:moveTo>
                <a:lnTo>
                  <a:pt x="159924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95" name="wire-919">
            <a:extLst xmlns:a="http://schemas.openxmlformats.org/drawingml/2006/main">
              <a:ext uri="{FF2B5EF4-FFF2-40B4-BE49-F238E27FC236}">
                <a16:creationId xmlns:a16="http://schemas.microsoft.com/office/drawing/2014/main" id="{5291A8DD-BFEA-4484-82F2-70ACD32D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8107" y="4259104"/>
            <a:ext cx="9525" cy="660559"/>
          </a:xfrm>
          <a:custGeom xmlns:a="http://schemas.openxmlformats.org/drawingml/2006/main">
            <a:pathLst>
              <a:path w="9525" h="660559">
                <a:moveTo>
                  <a:pt x="0" y="66055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96" name="wire-920">
            <a:extLst xmlns:a="http://schemas.openxmlformats.org/drawingml/2006/main">
              <a:ext uri="{FF2B5EF4-FFF2-40B4-BE49-F238E27FC236}">
                <a16:creationId xmlns:a16="http://schemas.microsoft.com/office/drawing/2014/main" id="{03D6B12B-1484-4020-919D-E50D8D43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8107" y="4259104"/>
            <a:ext cx="146018" cy="9525"/>
          </a:xfrm>
          <a:custGeom xmlns:a="http://schemas.openxmlformats.org/drawingml/2006/main">
            <a:pathLst>
              <a:path w="146018" h="9525">
                <a:moveTo>
                  <a:pt x="0" y="0"/>
                </a:moveTo>
                <a:lnTo>
                  <a:pt x="14601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97" name="circuit-921">
            <a:extLst xmlns:a="http://schemas.openxmlformats.org/drawingml/2006/main">
              <a:ext uri="{FF2B5EF4-FFF2-40B4-BE49-F238E27FC236}">
                <a16:creationId xmlns:a16="http://schemas.microsoft.com/office/drawing/2014/main" id="{F6C1272D-9710-48E8-A843-13544354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227671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98" name="text-922">
            <a:extLst xmlns:a="http://schemas.openxmlformats.org/drawingml/2006/main">
              <a:ext uri="{FF2B5EF4-FFF2-40B4-BE49-F238E27FC236}">
                <a16:creationId xmlns:a16="http://schemas.microsoft.com/office/drawing/2014/main" id="{A9BB6344-4CEE-4538-A083-25416644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669346"/>
            <a:ext cx="1223772" cy="2085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259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書く値</a:t>
            </a:r>
          </a:p>
        </p:txBody>
      </p:sp>
      <p:sp>
        <p:nvSpPr>
          <p:cNvPr id="99" name="stable-bus">
            <a:extLst xmlns:a="http://schemas.openxmlformats.org/drawingml/2006/main">
              <a:ext uri="{FF2B5EF4-FFF2-40B4-BE49-F238E27FC236}">
                <a16:creationId xmlns:a16="http://schemas.microsoft.com/office/drawing/2014/main" id="{50818142-BFD3-462F-837C-58AD9E81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55181"/>
            <a:ext cx="625793" cy="15644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00" name="text-924">
            <a:extLst xmlns:a="http://schemas.openxmlformats.org/drawingml/2006/main">
              <a:ext uri="{FF2B5EF4-FFF2-40B4-BE49-F238E27FC236}">
                <a16:creationId xmlns:a16="http://schemas.microsoft.com/office/drawing/2014/main" id="{DB7485F9-CD93-4453-B631-8F1DD75B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9751" y="3396901"/>
            <a:ext cx="514540" cy="1481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  <a:p xmlns:a="http://schemas.openxmlformats.org/drawingml/2006/main">
            <a: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</a:t>
            </a:r>
          </a:p>
        </p:txBody>
      </p:sp>
      <p:sp>
        <p:nvSpPr>
          <p:cNvPr id="101" name="text-925">
            <a:extLst xmlns:a="http://schemas.openxmlformats.org/drawingml/2006/main">
              <a:ext uri="{FF2B5EF4-FFF2-40B4-BE49-F238E27FC236}">
                <a16:creationId xmlns:a16="http://schemas.microsoft.com/office/drawing/2014/main" id="{0CC21E56-FC30-4ACA-8D3F-054FEA75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658" y="3403854"/>
            <a:ext cx="486728" cy="187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986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</a:t>
            </a:r>
          </a:p>
        </p:txBody>
      </p:sp>
      <p:sp>
        <p:nvSpPr>
          <p:cNvPr id="102" name="wire-926">
            <a:extLst xmlns:a="http://schemas.openxmlformats.org/drawingml/2006/main">
              <a:ext uri="{FF2B5EF4-FFF2-40B4-BE49-F238E27FC236}">
                <a16:creationId xmlns:a16="http://schemas.microsoft.com/office/drawing/2014/main" id="{F1482075-C084-499C-857E-03523DFD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17" y="3911441"/>
            <a:ext cx="451961" cy="9525"/>
          </a:xfrm>
          <a:custGeom xmlns:a="http://schemas.openxmlformats.org/drawingml/2006/main">
            <a:pathLst>
              <a:path w="451961" h="9525">
                <a:moveTo>
                  <a:pt x="0" y="0"/>
                </a:moveTo>
                <a:lnTo>
                  <a:pt x="45196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03" name="circuit-927">
            <a:extLst xmlns:a="http://schemas.openxmlformats.org/drawingml/2006/main">
              <a:ext uri="{FF2B5EF4-FFF2-40B4-BE49-F238E27FC236}">
                <a16:creationId xmlns:a16="http://schemas.microsoft.com/office/drawing/2014/main" id="{669C3C2F-CF27-4294-858F-D81F1B44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679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4" name="wire-928">
            <a:extLst xmlns:a="http://schemas.openxmlformats.org/drawingml/2006/main">
              <a:ext uri="{FF2B5EF4-FFF2-40B4-BE49-F238E27FC236}">
                <a16:creationId xmlns:a16="http://schemas.microsoft.com/office/drawing/2014/main" id="{74292650-06FA-4935-93EB-3B196789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17" y="3911441"/>
            <a:ext cx="451961" cy="9525"/>
          </a:xfrm>
          <a:custGeom xmlns:a="http://schemas.openxmlformats.org/drawingml/2006/main">
            <a:pathLst>
              <a:path w="451961" h="9525">
                <a:moveTo>
                  <a:pt x="45196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05" name="circuit-929">
            <a:extLst xmlns:a="http://schemas.openxmlformats.org/drawingml/2006/main">
              <a:ext uri="{FF2B5EF4-FFF2-40B4-BE49-F238E27FC236}">
                <a16:creationId xmlns:a16="http://schemas.microsoft.com/office/drawing/2014/main" id="{D2EB0B6C-AF77-4EB8-8278-407A93DD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17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06" name="wire-930">
            <a:extLst xmlns:a="http://schemas.openxmlformats.org/drawingml/2006/main">
              <a:ext uri="{FF2B5EF4-FFF2-40B4-BE49-F238E27FC236}">
                <a16:creationId xmlns:a16="http://schemas.microsoft.com/office/drawing/2014/main" id="{9D7DF58A-5F7C-4516-A073-3449F014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2937986"/>
            <a:ext cx="9525" cy="1946910"/>
          </a:xfrm>
          <a:custGeom xmlns:a="http://schemas.openxmlformats.org/drawingml/2006/main">
            <a:pathLst>
              <a:path w="9525" h="1946910">
                <a:moveTo>
                  <a:pt x="0" y="0"/>
                </a:moveTo>
                <a:lnTo>
                  <a:pt x="0" y="1946910"/>
                </a:lnTo>
              </a:path>
            </a:pathLst>
          </a:custGeom>
          <a:noFill xmlns:a="http://schemas.openxmlformats.org/drawingml/2006/main"/>
          <a:ln xmlns:a="http://schemas.openxmlformats.org/drawingml/2006/main" w="22250">
            <a:solidFill>
              <a:srgbClr val="231F20"/>
            </a:solidFill>
          </a:ln>
        </p:spPr>
      </p:sp>
      <p:sp>
        <p:nvSpPr>
          <p:cNvPr id="107" name="text-931">
            <a:extLst xmlns:a="http://schemas.openxmlformats.org/drawingml/2006/main">
              <a:ext uri="{FF2B5EF4-FFF2-40B4-BE49-F238E27FC236}">
                <a16:creationId xmlns:a16="http://schemas.microsoft.com/office/drawing/2014/main" id="{9D61B4BF-02DF-4B31-AF49-500249B8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4684" y="5037868"/>
            <a:ext cx="709231" cy="2294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69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バス</a:t>
            </a:r>
          </a:p>
        </p:txBody>
      </p:sp>
      <p:sp>
        <p:nvSpPr>
          <p:cNvPr id="108" name="wire-932">
            <a:extLst xmlns:a="http://schemas.openxmlformats.org/drawingml/2006/main">
              <a:ext uri="{FF2B5EF4-FFF2-40B4-BE49-F238E27FC236}">
                <a16:creationId xmlns:a16="http://schemas.microsoft.com/office/drawing/2014/main" id="{CDA3F545-9193-4462-9003-112951B6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3911441"/>
            <a:ext cx="382429" cy="9525"/>
          </a:xfrm>
          <a:custGeom xmlns:a="http://schemas.openxmlformats.org/drawingml/2006/main">
            <a:pathLst>
              <a:path w="382429" h="9525">
                <a:moveTo>
                  <a:pt x="0" y="0"/>
                </a:moveTo>
                <a:lnTo>
                  <a:pt x="382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09" name="circuit-933">
            <a:extLst xmlns:a="http://schemas.openxmlformats.org/drawingml/2006/main">
              <a:ext uri="{FF2B5EF4-FFF2-40B4-BE49-F238E27FC236}">
                <a16:creationId xmlns:a16="http://schemas.microsoft.com/office/drawing/2014/main" id="{AECCB5F5-AAED-4A1C-9C5F-010F7A09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108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0" name="wire-934">
            <a:extLst xmlns:a="http://schemas.openxmlformats.org/drawingml/2006/main">
              <a:ext uri="{FF2B5EF4-FFF2-40B4-BE49-F238E27FC236}">
                <a16:creationId xmlns:a16="http://schemas.microsoft.com/office/drawing/2014/main" id="{3E79E393-DF9D-4D14-B9BE-6C715436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3911441"/>
            <a:ext cx="382429" cy="9525"/>
          </a:xfrm>
          <a:custGeom xmlns:a="http://schemas.openxmlformats.org/drawingml/2006/main">
            <a:pathLst>
              <a:path w="382429" h="9525">
                <a:moveTo>
                  <a:pt x="38242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11" name="circuit-935">
            <a:extLst xmlns:a="http://schemas.openxmlformats.org/drawingml/2006/main">
              <a:ext uri="{FF2B5EF4-FFF2-40B4-BE49-F238E27FC236}">
                <a16:creationId xmlns:a16="http://schemas.microsoft.com/office/drawing/2014/main" id="{D06C114D-6409-4345-9D1A-5D0942DA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3880009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12" name="stable-memory">
            <a:extLst xmlns:a="http://schemas.openxmlformats.org/drawingml/2006/main">
              <a:ext uri="{FF2B5EF4-FFF2-40B4-BE49-F238E27FC236}">
                <a16:creationId xmlns:a16="http://schemas.microsoft.com/office/drawing/2014/main" id="{76AC1006-8C5C-4B7A-9CD1-A593EFF4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3424714"/>
            <a:ext cx="973455" cy="1112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13" name="text-937">
            <a:extLst xmlns:a="http://schemas.openxmlformats.org/drawingml/2006/main">
              <a:ext uri="{FF2B5EF4-FFF2-40B4-BE49-F238E27FC236}">
                <a16:creationId xmlns:a16="http://schemas.microsoft.com/office/drawing/2014/main" id="{49197204-F05C-4FF8-9A74-6E5BF235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980" y="3494246"/>
            <a:ext cx="876110" cy="257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6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69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114" name="text-938">
            <a:extLst xmlns:a="http://schemas.openxmlformats.org/drawingml/2006/main">
              <a:ext uri="{FF2B5EF4-FFF2-40B4-BE49-F238E27FC236}">
                <a16:creationId xmlns:a16="http://schemas.microsoft.com/office/drawing/2014/main" id="{EFDF9F99-59AA-48CD-8DE0-937B2DD4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980" y="3911441"/>
            <a:ext cx="876110" cy="4658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命令・データ</a:t>
            </a:r>
          </a:p>
          <a:p xmlns:a="http://schemas.openxmlformats.org/drawingml/2006/main">
            <a:pPr algn="ctr">
              <a:def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04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画素の色</a:t>
            </a:r>
          </a:p>
        </p:txBody>
      </p:sp>
      <p:sp>
        <p:nvSpPr>
          <p:cNvPr id="115" name="wire-939">
            <a:extLst xmlns:a="http://schemas.openxmlformats.org/drawingml/2006/main">
              <a:ext uri="{FF2B5EF4-FFF2-40B4-BE49-F238E27FC236}">
                <a16:creationId xmlns:a16="http://schemas.microsoft.com/office/drawing/2014/main" id="{BA6FDD23-F00C-4B64-8D54-1369A345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546" y="4572000"/>
            <a:ext cx="62579" cy="9525"/>
          </a:xfrm>
          <a:custGeom xmlns:a="http://schemas.openxmlformats.org/drawingml/2006/main">
            <a:pathLst>
              <a:path w="62579" h="9525">
                <a:moveTo>
                  <a:pt x="6257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116" name="wire-940">
            <a:extLst xmlns:a="http://schemas.openxmlformats.org/drawingml/2006/main">
              <a:ext uri="{FF2B5EF4-FFF2-40B4-BE49-F238E27FC236}">
                <a16:creationId xmlns:a16="http://schemas.microsoft.com/office/drawing/2014/main" id="{E3AAE912-70E3-406A-BB52-1620BA16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546" y="4572000"/>
            <a:ext cx="9525" cy="716185"/>
          </a:xfrm>
          <a:custGeom xmlns:a="http://schemas.openxmlformats.org/drawingml/2006/main">
            <a:pathLst>
              <a:path w="9525" h="716185">
                <a:moveTo>
                  <a:pt x="0" y="0"/>
                </a:moveTo>
                <a:lnTo>
                  <a:pt x="0" y="716185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117" name="wire-941">
            <a:extLst xmlns:a="http://schemas.openxmlformats.org/drawingml/2006/main">
              <a:ext uri="{FF2B5EF4-FFF2-40B4-BE49-F238E27FC236}">
                <a16:creationId xmlns:a16="http://schemas.microsoft.com/office/drawing/2014/main" id="{6AABF241-5363-49AB-B20D-F41BDE7C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266" y="5288185"/>
            <a:ext cx="3379279" cy="9525"/>
          </a:xfrm>
          <a:custGeom xmlns:a="http://schemas.openxmlformats.org/drawingml/2006/main">
            <a:pathLst>
              <a:path w="3379279" h="9525">
                <a:moveTo>
                  <a:pt x="337927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118" name="wire-942">
            <a:extLst xmlns:a="http://schemas.openxmlformats.org/drawingml/2006/main">
              <a:ext uri="{FF2B5EF4-FFF2-40B4-BE49-F238E27FC236}">
                <a16:creationId xmlns:a16="http://schemas.microsoft.com/office/drawing/2014/main" id="{AA43C1D7-5074-4D05-B9DC-85F68694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266" y="4641533"/>
            <a:ext cx="9525" cy="646652"/>
          </a:xfrm>
          <a:custGeom xmlns:a="http://schemas.openxmlformats.org/drawingml/2006/main">
            <a:pathLst>
              <a:path w="9525" h="646652">
                <a:moveTo>
                  <a:pt x="0" y="6466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119" name="wire-943">
            <a:extLst xmlns:a="http://schemas.openxmlformats.org/drawingml/2006/main">
              <a:ext uri="{FF2B5EF4-FFF2-40B4-BE49-F238E27FC236}">
                <a16:creationId xmlns:a16="http://schemas.microsoft.com/office/drawing/2014/main" id="{2338A27D-A41A-402A-9EEC-2145C2A9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266" y="4641533"/>
            <a:ext cx="243364" cy="9525"/>
          </a:xfrm>
          <a:custGeom xmlns:a="http://schemas.openxmlformats.org/drawingml/2006/main">
            <a:pathLst>
              <a:path w="243364" h="9525">
                <a:moveTo>
                  <a:pt x="0" y="0"/>
                </a:moveTo>
                <a:lnTo>
                  <a:pt x="24336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83">
            <a:solidFill>
              <a:srgbClr val="231F20"/>
            </a:solidFill>
          </a:ln>
        </p:spPr>
      </p:sp>
      <p:sp>
        <p:nvSpPr>
          <p:cNvPr id="120" name="circuit-944">
            <a:extLst xmlns:a="http://schemas.openxmlformats.org/drawingml/2006/main">
              <a:ext uri="{FF2B5EF4-FFF2-40B4-BE49-F238E27FC236}">
                <a16:creationId xmlns:a16="http://schemas.microsoft.com/office/drawing/2014/main" id="{A6E0A816-72D4-4977-906F-DD414623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430" y="4610100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1" name="text-945">
            <a:extLst xmlns:a="http://schemas.openxmlformats.org/drawingml/2006/main">
              <a:ext uri="{FF2B5EF4-FFF2-40B4-BE49-F238E27FC236}">
                <a16:creationId xmlns:a16="http://schemas.microsoft.com/office/drawing/2014/main" id="{F957AE55-0D2E-47D2-B22D-FE70E8E4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329904"/>
            <a:ext cx="1223772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1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読んだ値</a:t>
            </a:r>
          </a:p>
        </p:txBody>
      </p:sp>
      <p:sp>
        <p:nvSpPr>
          <p:cNvPr id="122" name="wire-946">
            <a:extLst xmlns:a="http://schemas.openxmlformats.org/drawingml/2006/main">
              <a:ext uri="{FF2B5EF4-FFF2-40B4-BE49-F238E27FC236}">
                <a16:creationId xmlns:a16="http://schemas.microsoft.com/office/drawing/2014/main" id="{82765D9A-BB9B-4F71-81EF-EEC2948C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4884896"/>
            <a:ext cx="382429" cy="9525"/>
          </a:xfrm>
          <a:custGeom xmlns:a="http://schemas.openxmlformats.org/drawingml/2006/main">
            <a:pathLst>
              <a:path w="382429" h="9525">
                <a:moveTo>
                  <a:pt x="0" y="0"/>
                </a:moveTo>
                <a:lnTo>
                  <a:pt x="382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23" name="circuit-947">
            <a:extLst xmlns:a="http://schemas.openxmlformats.org/drawingml/2006/main">
              <a:ext uri="{FF2B5EF4-FFF2-40B4-BE49-F238E27FC236}">
                <a16:creationId xmlns:a16="http://schemas.microsoft.com/office/drawing/2014/main" id="{C7B0B93A-C3A2-4289-87AB-4BFEFC60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108" y="4853464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4" name="wire-948">
            <a:extLst xmlns:a="http://schemas.openxmlformats.org/drawingml/2006/main">
              <a:ext uri="{FF2B5EF4-FFF2-40B4-BE49-F238E27FC236}">
                <a16:creationId xmlns:a16="http://schemas.microsoft.com/office/drawing/2014/main" id="{582514A2-0770-4DCA-97AB-D15A05C4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4884896"/>
            <a:ext cx="382429" cy="9525"/>
          </a:xfrm>
          <a:custGeom xmlns:a="http://schemas.openxmlformats.org/drawingml/2006/main">
            <a:pathLst>
              <a:path w="382429" h="9525">
                <a:moveTo>
                  <a:pt x="38242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25" name="circuit-949">
            <a:extLst xmlns:a="http://schemas.openxmlformats.org/drawingml/2006/main">
              <a:ext uri="{FF2B5EF4-FFF2-40B4-BE49-F238E27FC236}">
                <a16:creationId xmlns:a16="http://schemas.microsoft.com/office/drawing/2014/main" id="{4F1FD18B-A5AA-4351-911B-2FA53FED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4853464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26" name="stable-sd">
            <a:extLst xmlns:a="http://schemas.openxmlformats.org/drawingml/2006/main">
              <a:ext uri="{FF2B5EF4-FFF2-40B4-BE49-F238E27FC236}">
                <a16:creationId xmlns:a16="http://schemas.microsoft.com/office/drawing/2014/main" id="{98CBDBC4-F2CE-4DD6-B5A3-CAF49547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4676299"/>
            <a:ext cx="973455" cy="4171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27" name="text-951">
            <a:extLst xmlns:a="http://schemas.openxmlformats.org/drawingml/2006/main">
              <a:ext uri="{FF2B5EF4-FFF2-40B4-BE49-F238E27FC236}">
                <a16:creationId xmlns:a16="http://schemas.microsoft.com/office/drawing/2014/main" id="{A8ABB127-2BE7-45D6-AEFC-80334AB7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9934" y="4718018"/>
            <a:ext cx="862203" cy="333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SD制御</a:t>
            </a:r>
          </a:p>
        </p:txBody>
      </p:sp>
      <p:sp>
        <p:nvSpPr>
          <p:cNvPr id="128" name="wire-952">
            <a:extLst xmlns:a="http://schemas.openxmlformats.org/drawingml/2006/main">
              <a:ext uri="{FF2B5EF4-FFF2-40B4-BE49-F238E27FC236}">
                <a16:creationId xmlns:a16="http://schemas.microsoft.com/office/drawing/2014/main" id="{14064EB2-D1D6-4328-B4D1-9033C156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035" y="5093494"/>
            <a:ext cx="9525" cy="159925"/>
          </a:xfrm>
          <a:custGeom xmlns:a="http://schemas.openxmlformats.org/drawingml/2006/main">
            <a:pathLst>
              <a:path w="9525" h="159925">
                <a:moveTo>
                  <a:pt x="0" y="0"/>
                </a:moveTo>
                <a:lnTo>
                  <a:pt x="0" y="159925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29" name="circuit-953">
            <a:extLst xmlns:a="http://schemas.openxmlformats.org/drawingml/2006/main">
              <a:ext uri="{FF2B5EF4-FFF2-40B4-BE49-F238E27FC236}">
                <a16:creationId xmlns:a16="http://schemas.microsoft.com/office/drawing/2014/main" id="{CC32CB1F-9EC0-4F46-9183-1AC7BD19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603" y="5177219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0" name="wire-954">
            <a:extLst xmlns:a="http://schemas.openxmlformats.org/drawingml/2006/main">
              <a:ext uri="{FF2B5EF4-FFF2-40B4-BE49-F238E27FC236}">
                <a16:creationId xmlns:a16="http://schemas.microsoft.com/office/drawing/2014/main" id="{8320C743-CCDF-454C-BD31-2F1CD4B3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035" y="5093494"/>
            <a:ext cx="9525" cy="159925"/>
          </a:xfrm>
          <a:custGeom xmlns:a="http://schemas.openxmlformats.org/drawingml/2006/main">
            <a:pathLst>
              <a:path w="9525" h="159925">
                <a:moveTo>
                  <a:pt x="0" y="1599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231F20"/>
            </a:solidFill>
          </a:ln>
        </p:spPr>
      </p:sp>
      <p:sp>
        <p:nvSpPr>
          <p:cNvPr id="131" name="circuit-955">
            <a:extLst xmlns:a="http://schemas.openxmlformats.org/drawingml/2006/main">
              <a:ext uri="{FF2B5EF4-FFF2-40B4-BE49-F238E27FC236}">
                <a16:creationId xmlns:a16="http://schemas.microsoft.com/office/drawing/2014/main" id="{6B42C208-6CDE-4858-B545-E2F10623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603" y="5093494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2" name="stable-card">
            <a:extLst xmlns:a="http://schemas.openxmlformats.org/drawingml/2006/main">
              <a:ext uri="{FF2B5EF4-FFF2-40B4-BE49-F238E27FC236}">
                <a16:creationId xmlns:a16="http://schemas.microsoft.com/office/drawing/2014/main" id="{41AFD423-C183-483A-BE0D-5C57C3A7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5253419"/>
            <a:ext cx="973455" cy="30594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33" name="text-957">
            <a:extLst xmlns:a="http://schemas.openxmlformats.org/drawingml/2006/main">
              <a:ext uri="{FF2B5EF4-FFF2-40B4-BE49-F238E27FC236}">
                <a16:creationId xmlns:a16="http://schemas.microsoft.com/office/drawing/2014/main" id="{FD6321ED-35B2-4834-8CEC-A1E345E4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9934" y="5295138"/>
            <a:ext cx="862203" cy="222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59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SDカード</a:t>
            </a:r>
          </a:p>
        </p:txBody>
      </p:sp>
      <p:sp>
        <p:nvSpPr>
          <p:cNvPr id="134" name="wire-958">
            <a:extLst xmlns:a="http://schemas.openxmlformats.org/drawingml/2006/main">
              <a:ext uri="{FF2B5EF4-FFF2-40B4-BE49-F238E27FC236}">
                <a16:creationId xmlns:a16="http://schemas.microsoft.com/office/drawing/2014/main" id="{C8C0EBE3-4877-4C11-89A6-C58E2D0B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67701"/>
            <a:ext cx="9525" cy="591026"/>
          </a:xfrm>
          <a:custGeom xmlns:a="http://schemas.openxmlformats.org/drawingml/2006/main">
            <a:pathLst>
              <a:path w="9525" h="591026">
                <a:moveTo>
                  <a:pt x="0" y="0"/>
                </a:moveTo>
                <a:lnTo>
                  <a:pt x="0" y="591026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35" name="wire-959">
            <a:extLst xmlns:a="http://schemas.openxmlformats.org/drawingml/2006/main">
              <a:ext uri="{FF2B5EF4-FFF2-40B4-BE49-F238E27FC236}">
                <a16:creationId xmlns:a16="http://schemas.microsoft.com/office/drawing/2014/main" id="{D852CAC4-0204-4C77-8642-0BBE4C9F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058727"/>
            <a:ext cx="4526566" cy="9525"/>
          </a:xfrm>
          <a:custGeom xmlns:a="http://schemas.openxmlformats.org/drawingml/2006/main">
            <a:pathLst>
              <a:path w="4526566" h="9525">
                <a:moveTo>
                  <a:pt x="0" y="0"/>
                </a:moveTo>
                <a:lnTo>
                  <a:pt x="45265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36" name="wire-960">
            <a:extLst xmlns:a="http://schemas.openxmlformats.org/drawingml/2006/main">
              <a:ext uri="{FF2B5EF4-FFF2-40B4-BE49-F238E27FC236}">
                <a16:creationId xmlns:a16="http://schemas.microsoft.com/office/drawing/2014/main" id="{744AF152-8073-451D-89AE-F0302F48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416" y="3459480"/>
            <a:ext cx="9525" cy="1599247"/>
          </a:xfrm>
          <a:custGeom xmlns:a="http://schemas.openxmlformats.org/drawingml/2006/main">
            <a:pathLst>
              <a:path w="9525" h="1599247">
                <a:moveTo>
                  <a:pt x="0" y="159924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37" name="wire-961">
            <a:extLst xmlns:a="http://schemas.openxmlformats.org/drawingml/2006/main">
              <a:ext uri="{FF2B5EF4-FFF2-40B4-BE49-F238E27FC236}">
                <a16:creationId xmlns:a16="http://schemas.microsoft.com/office/drawing/2014/main" id="{935B467A-CBD1-4AD7-981E-F8C0563B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416" y="3459480"/>
            <a:ext cx="340709" cy="9525"/>
          </a:xfrm>
          <a:custGeom xmlns:a="http://schemas.openxmlformats.org/drawingml/2006/main">
            <a:pathLst>
              <a:path w="340709" h="9525">
                <a:moveTo>
                  <a:pt x="0" y="0"/>
                </a:moveTo>
                <a:lnTo>
                  <a:pt x="34070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38" name="circuit-962">
            <a:extLst xmlns:a="http://schemas.openxmlformats.org/drawingml/2006/main">
              <a:ext uri="{FF2B5EF4-FFF2-40B4-BE49-F238E27FC236}">
                <a16:creationId xmlns:a16="http://schemas.microsoft.com/office/drawing/2014/main" id="{1CCA5E10-9B81-4EC3-80EA-6C73FA94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428048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39" name="wire-963">
            <a:extLst xmlns:a="http://schemas.openxmlformats.org/drawingml/2006/main">
              <a:ext uri="{FF2B5EF4-FFF2-40B4-BE49-F238E27FC236}">
                <a16:creationId xmlns:a16="http://schemas.microsoft.com/office/drawing/2014/main" id="{8F2A1275-814A-4167-BBFB-DF8089EF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070" y="3598545"/>
            <a:ext cx="438055" cy="9525"/>
          </a:xfrm>
          <a:custGeom xmlns:a="http://schemas.openxmlformats.org/drawingml/2006/main">
            <a:pathLst>
              <a:path w="438055" h="9525">
                <a:moveTo>
                  <a:pt x="43805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40" name="wire-964">
            <a:extLst xmlns:a="http://schemas.openxmlformats.org/drawingml/2006/main">
              <a:ext uri="{FF2B5EF4-FFF2-40B4-BE49-F238E27FC236}">
                <a16:creationId xmlns:a16="http://schemas.microsoft.com/office/drawing/2014/main" id="{636346AE-F955-4A2D-9E9B-BE1D7AF0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070" y="3598545"/>
            <a:ext cx="9525" cy="1564481"/>
          </a:xfrm>
          <a:custGeom xmlns:a="http://schemas.openxmlformats.org/drawingml/2006/main">
            <a:pathLst>
              <a:path w="9525" h="1564481">
                <a:moveTo>
                  <a:pt x="0" y="0"/>
                </a:moveTo>
                <a:lnTo>
                  <a:pt x="0" y="1564481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41" name="wire-965">
            <a:extLst xmlns:a="http://schemas.openxmlformats.org/drawingml/2006/main">
              <a:ext uri="{FF2B5EF4-FFF2-40B4-BE49-F238E27FC236}">
                <a16:creationId xmlns:a16="http://schemas.microsoft.com/office/drawing/2014/main" id="{9532DF00-DE09-4186-828F-532700A1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5163026"/>
            <a:ext cx="3560064" cy="9525"/>
          </a:xfrm>
          <a:custGeom xmlns:a="http://schemas.openxmlformats.org/drawingml/2006/main">
            <a:pathLst>
              <a:path w="3560064" h="9525">
                <a:moveTo>
                  <a:pt x="3560064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42" name="wire-966">
            <a:extLst xmlns:a="http://schemas.openxmlformats.org/drawingml/2006/main">
              <a:ext uri="{FF2B5EF4-FFF2-40B4-BE49-F238E27FC236}">
                <a16:creationId xmlns:a16="http://schemas.microsoft.com/office/drawing/2014/main" id="{022EAD20-1804-44B5-B4AD-EF708930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4467701"/>
            <a:ext cx="9525" cy="695325"/>
          </a:xfrm>
          <a:custGeom xmlns:a="http://schemas.openxmlformats.org/drawingml/2006/main">
            <a:pathLst>
              <a:path w="9525" h="695325">
                <a:moveTo>
                  <a:pt x="0" y="6953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43" name="circuit-967">
            <a:extLst xmlns:a="http://schemas.openxmlformats.org/drawingml/2006/main">
              <a:ext uri="{FF2B5EF4-FFF2-40B4-BE49-F238E27FC236}">
                <a16:creationId xmlns:a16="http://schemas.microsoft.com/office/drawing/2014/main" id="{2FE42554-DADB-4725-9404-1517BFA4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574" y="4467701"/>
            <a:ext cx="62865" cy="76200"/>
          </a:xfrm>
          <a:custGeom xmlns:a="http://schemas.openxmlformats.org/drawingml/2006/main">
            <a:pathLst>
              <a:path w="62865" h="76200">
                <a:moveTo>
                  <a:pt x="31433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4" name="stable-graphics">
            <a:extLst xmlns:a="http://schemas.openxmlformats.org/drawingml/2006/main">
              <a:ext uri="{FF2B5EF4-FFF2-40B4-BE49-F238E27FC236}">
                <a16:creationId xmlns:a16="http://schemas.microsoft.com/office/drawing/2014/main" id="{9B3B4EEF-2F5F-4C48-8082-D3ECDA9D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2729389"/>
            <a:ext cx="973455" cy="4519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45" name="text-969">
            <a:extLst xmlns:a="http://schemas.openxmlformats.org/drawingml/2006/main">
              <a:ext uri="{FF2B5EF4-FFF2-40B4-BE49-F238E27FC236}">
                <a16:creationId xmlns:a16="http://schemas.microsoft.com/office/drawing/2014/main" id="{A983C26E-F65F-4A8C-BEC8-F6A1828A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9934" y="2771108"/>
            <a:ext cx="862203" cy="3685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接続回路</a:t>
            </a:r>
          </a:p>
          <a:p xmlns:a="http://schemas.openxmlformats.org/drawingml/2006/main">
            <a:pPr algn="ctr">
              <a:def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＋ RasterIX</a:t>
            </a:r>
          </a:p>
        </p:txBody>
      </p:sp>
      <p:sp>
        <p:nvSpPr>
          <p:cNvPr id="146" name="wire-970">
            <a:extLst xmlns:a="http://schemas.openxmlformats.org/drawingml/2006/main">
              <a:ext uri="{FF2B5EF4-FFF2-40B4-BE49-F238E27FC236}">
                <a16:creationId xmlns:a16="http://schemas.microsoft.com/office/drawing/2014/main" id="{0B5E8338-06A1-49D0-B257-127B2265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879" y="2937986"/>
            <a:ext cx="382429" cy="9525"/>
          </a:xfrm>
          <a:custGeom xmlns:a="http://schemas.openxmlformats.org/drawingml/2006/main">
            <a:pathLst>
              <a:path w="382429" h="9525">
                <a:moveTo>
                  <a:pt x="0" y="0"/>
                </a:moveTo>
                <a:lnTo>
                  <a:pt x="382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231F20"/>
            </a:solidFill>
          </a:ln>
        </p:spPr>
      </p:sp>
      <p:sp>
        <p:nvSpPr>
          <p:cNvPr id="147" name="circuit-971">
            <a:extLst xmlns:a="http://schemas.openxmlformats.org/drawingml/2006/main">
              <a:ext uri="{FF2B5EF4-FFF2-40B4-BE49-F238E27FC236}">
                <a16:creationId xmlns:a16="http://schemas.microsoft.com/office/drawing/2014/main" id="{A5FD3224-1BAE-4768-8839-E8DE9F8E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108" y="2906554"/>
            <a:ext cx="76200" cy="62865"/>
          </a:xfrm>
          <a:custGeom xmlns:a="http://schemas.openxmlformats.org/drawingml/2006/main">
            <a:pathLst>
              <a:path w="76200" h="62865">
                <a:moveTo>
                  <a:pt x="76200" y="31433"/>
                </a:moveTo>
                <a:lnTo>
                  <a:pt x="0" y="0"/>
                </a:lnTo>
                <a:lnTo>
                  <a:pt x="0" y="6286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solidFill>
              <a:srgbClr val="231F20"/>
            </a:solidFill>
          </a:ln>
        </p:spPr>
      </p:sp>
      <p:sp>
        <p:nvSpPr>
          <p:cNvPr id="148" name="wire-972">
            <a:extLst xmlns:a="http://schemas.openxmlformats.org/drawingml/2006/main">
              <a:ext uri="{FF2B5EF4-FFF2-40B4-BE49-F238E27FC236}">
                <a16:creationId xmlns:a16="http://schemas.microsoft.com/office/drawing/2014/main" id="{D1157A61-6B92-457E-B395-A4557E9D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63" y="3000566"/>
            <a:ext cx="69532" cy="9525"/>
          </a:xfrm>
          <a:custGeom xmlns:a="http://schemas.openxmlformats.org/drawingml/2006/main">
            <a:pathLst>
              <a:path w="69532" h="9525">
                <a:moveTo>
                  <a:pt x="0" y="0"/>
                </a:moveTo>
                <a:lnTo>
                  <a:pt x="695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1572C3"/>
            </a:solidFill>
          </a:ln>
        </p:spPr>
      </p:sp>
      <p:sp>
        <p:nvSpPr>
          <p:cNvPr id="149" name="wire-973">
            <a:extLst xmlns:a="http://schemas.openxmlformats.org/drawingml/2006/main">
              <a:ext uri="{FF2B5EF4-FFF2-40B4-BE49-F238E27FC236}">
                <a16:creationId xmlns:a16="http://schemas.microsoft.com/office/drawing/2014/main" id="{E2D0A524-C937-48E6-BE7F-DAB33FD4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295" y="3000566"/>
            <a:ext cx="9525" cy="563213"/>
          </a:xfrm>
          <a:custGeom xmlns:a="http://schemas.openxmlformats.org/drawingml/2006/main">
            <a:pathLst>
              <a:path w="9525" h="563213">
                <a:moveTo>
                  <a:pt x="0" y="0"/>
                </a:moveTo>
                <a:lnTo>
                  <a:pt x="0" y="563213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1572C3"/>
            </a:solidFill>
          </a:ln>
        </p:spPr>
      </p:sp>
      <p:sp>
        <p:nvSpPr>
          <p:cNvPr id="150" name="wire-974">
            <a:extLst xmlns:a="http://schemas.openxmlformats.org/drawingml/2006/main">
              <a:ext uri="{FF2B5EF4-FFF2-40B4-BE49-F238E27FC236}">
                <a16:creationId xmlns:a16="http://schemas.microsoft.com/office/drawing/2014/main" id="{D7F63390-C9B1-43FB-90CC-218A6204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63" y="3563779"/>
            <a:ext cx="69532" cy="9525"/>
          </a:xfrm>
          <a:custGeom xmlns:a="http://schemas.openxmlformats.org/drawingml/2006/main">
            <a:pathLst>
              <a:path w="69532" h="9525">
                <a:moveTo>
                  <a:pt x="6953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1572C3"/>
            </a:solidFill>
          </a:ln>
        </p:spPr>
      </p:sp>
      <p:sp>
        <p:nvSpPr>
          <p:cNvPr id="151" name="circuit-975">
            <a:extLst xmlns:a="http://schemas.openxmlformats.org/drawingml/2006/main">
              <a:ext uri="{FF2B5EF4-FFF2-40B4-BE49-F238E27FC236}">
                <a16:creationId xmlns:a16="http://schemas.microsoft.com/office/drawing/2014/main" id="{96D4CEF4-8082-4221-875E-022909DB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63" y="3532346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52" name="text-976">
            <a:extLst xmlns:a="http://schemas.openxmlformats.org/drawingml/2006/main">
              <a:ext uri="{FF2B5EF4-FFF2-40B4-BE49-F238E27FC236}">
                <a16:creationId xmlns:a16="http://schemas.microsoft.com/office/drawing/2014/main" id="{1375D0DD-A280-4D84-929A-313627A8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3195257"/>
            <a:ext cx="973455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986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画素の書込み</a:t>
            </a:r>
          </a:p>
        </p:txBody>
      </p:sp>
      <p:sp>
        <p:nvSpPr>
          <p:cNvPr id="153" name="stable-display">
            <a:extLst xmlns:a="http://schemas.openxmlformats.org/drawingml/2006/main">
              <a:ext uri="{FF2B5EF4-FFF2-40B4-BE49-F238E27FC236}">
                <a16:creationId xmlns:a16="http://schemas.microsoft.com/office/drawing/2014/main" id="{1F6C488B-9547-4E45-ADFF-F38FFA18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2138363"/>
            <a:ext cx="973455" cy="4311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5297">
            <a:solidFill>
              <a:srgbClr val="231F20"/>
            </a:solidFill>
          </a:ln>
        </p:spPr>
      </p:sp>
      <p:sp>
        <p:nvSpPr>
          <p:cNvPr id="154" name="text-978">
            <a:extLst xmlns:a="http://schemas.openxmlformats.org/drawingml/2006/main">
              <a:ext uri="{FF2B5EF4-FFF2-40B4-BE49-F238E27FC236}">
                <a16:creationId xmlns:a16="http://schemas.microsoft.com/office/drawing/2014/main" id="{30C38379-E999-4721-A337-6B11278E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9934" y="2180082"/>
            <a:ext cx="862203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314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表示回路</a:t>
            </a:r>
          </a:p>
        </p:txBody>
      </p:sp>
      <p:sp>
        <p:nvSpPr>
          <p:cNvPr id="155" name="wire-979">
            <a:extLst xmlns:a="http://schemas.openxmlformats.org/drawingml/2006/main">
              <a:ext uri="{FF2B5EF4-FFF2-40B4-BE49-F238E27FC236}">
                <a16:creationId xmlns:a16="http://schemas.microsoft.com/office/drawing/2014/main" id="{4A6F00E8-D238-4940-89C1-80394117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63" y="4328636"/>
            <a:ext cx="139065" cy="9525"/>
          </a:xfrm>
          <a:custGeom xmlns:a="http://schemas.openxmlformats.org/drawingml/2006/main">
            <a:pathLst>
              <a:path w="139065" h="9525">
                <a:moveTo>
                  <a:pt x="0" y="0"/>
                </a:moveTo>
                <a:lnTo>
                  <a:pt x="139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1572C3"/>
            </a:solidFill>
          </a:ln>
        </p:spPr>
      </p:sp>
      <p:sp>
        <p:nvSpPr>
          <p:cNvPr id="156" name="wire-980">
            <a:extLst xmlns:a="http://schemas.openxmlformats.org/drawingml/2006/main">
              <a:ext uri="{FF2B5EF4-FFF2-40B4-BE49-F238E27FC236}">
                <a16:creationId xmlns:a16="http://schemas.microsoft.com/office/drawing/2014/main" id="{04641451-A910-4454-A7F8-8031A2A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828" y="2353913"/>
            <a:ext cx="9525" cy="1974723"/>
          </a:xfrm>
          <a:custGeom xmlns:a="http://schemas.openxmlformats.org/drawingml/2006/main">
            <a:pathLst>
              <a:path w="9525" h="1974723">
                <a:moveTo>
                  <a:pt x="0" y="197472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1572C3"/>
            </a:solidFill>
          </a:ln>
        </p:spPr>
      </p:sp>
      <p:sp>
        <p:nvSpPr>
          <p:cNvPr id="157" name="wire-981">
            <a:extLst xmlns:a="http://schemas.openxmlformats.org/drawingml/2006/main">
              <a:ext uri="{FF2B5EF4-FFF2-40B4-BE49-F238E27FC236}">
                <a16:creationId xmlns:a16="http://schemas.microsoft.com/office/drawing/2014/main" id="{B65469DA-965D-436E-B9A4-56B9CD6E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63" y="2353913"/>
            <a:ext cx="139065" cy="9525"/>
          </a:xfrm>
          <a:custGeom xmlns:a="http://schemas.openxmlformats.org/drawingml/2006/main">
            <a:pathLst>
              <a:path w="139065" h="9525">
                <a:moveTo>
                  <a:pt x="13906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60">
            <a:solidFill>
              <a:srgbClr val="1572C3"/>
            </a:solidFill>
          </a:ln>
        </p:spPr>
      </p:sp>
      <p:sp>
        <p:nvSpPr>
          <p:cNvPr id="158" name="circuit-982">
            <a:extLst xmlns:a="http://schemas.openxmlformats.org/drawingml/2006/main">
              <a:ext uri="{FF2B5EF4-FFF2-40B4-BE49-F238E27FC236}">
                <a16:creationId xmlns:a16="http://schemas.microsoft.com/office/drawing/2014/main" id="{1AAC1E3B-27D2-496C-A148-50DD7366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63" y="2322481"/>
            <a:ext cx="76200" cy="62865"/>
          </a:xfrm>
          <a:custGeom xmlns:a="http://schemas.openxmlformats.org/drawingml/2006/main">
            <a:pathLst>
              <a:path w="76200" h="62865">
                <a:moveTo>
                  <a:pt x="0" y="31433"/>
                </a:moveTo>
                <a:lnTo>
                  <a:pt x="76200" y="62865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59" name="wire-983">
            <a:extLst xmlns:a="http://schemas.openxmlformats.org/drawingml/2006/main">
              <a:ext uri="{FF2B5EF4-FFF2-40B4-BE49-F238E27FC236}">
                <a16:creationId xmlns:a16="http://schemas.microsoft.com/office/drawing/2014/main" id="{8F6BB6D0-C540-494A-9112-B8A2200C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035" y="2054924"/>
            <a:ext cx="9525" cy="83439"/>
          </a:xfrm>
          <a:custGeom xmlns:a="http://schemas.openxmlformats.org/drawingml/2006/main">
            <a:pathLst>
              <a:path w="9525" h="83439">
                <a:moveTo>
                  <a:pt x="0" y="8343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469">
            <a:solidFill>
              <a:srgbClr val="1572C3"/>
            </a:solidFill>
          </a:ln>
        </p:spPr>
      </p:sp>
      <p:sp>
        <p:nvSpPr>
          <p:cNvPr id="160" name="circuit-984">
            <a:extLst xmlns:a="http://schemas.openxmlformats.org/drawingml/2006/main">
              <a:ext uri="{FF2B5EF4-FFF2-40B4-BE49-F238E27FC236}">
                <a16:creationId xmlns:a16="http://schemas.microsoft.com/office/drawing/2014/main" id="{C889E293-3618-40A4-B4F1-EC3F71C1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603" y="2054924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0"/>
                </a:moveTo>
                <a:lnTo>
                  <a:pt x="0" y="76200"/>
                </a:lnTo>
                <a:lnTo>
                  <a:pt x="62865" y="7620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61" name="text-985">
            <a:extLst xmlns:a="http://schemas.openxmlformats.org/drawingml/2006/main">
              <a:ext uri="{FF2B5EF4-FFF2-40B4-BE49-F238E27FC236}">
                <a16:creationId xmlns:a16="http://schemas.microsoft.com/office/drawing/2014/main" id="{8D31DDCC-608D-481D-BFF6-EE07703C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0401" y="1867186"/>
            <a:ext cx="1029081" cy="194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162" name="text-986">
            <a:extLst xmlns:a="http://schemas.openxmlformats.org/drawingml/2006/main">
              <a:ext uri="{FF2B5EF4-FFF2-40B4-BE49-F238E27FC236}">
                <a16:creationId xmlns:a16="http://schemas.microsoft.com/office/drawing/2014/main" id="{0F99BD6B-9287-4424-8457-C34E61DF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76425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HDLの記述例：PC</a:t>
            </a:r>
          </a:p>
        </p:txBody>
      </p:sp>
      <p:sp>
        <p:nvSpPr>
          <p:cNvPr id="163" name="text-987">
            <a:extLst xmlns:a="http://schemas.openxmlformats.org/drawingml/2006/main">
              <a:ext uri="{FF2B5EF4-FFF2-40B4-BE49-F238E27FC236}">
                <a16:creationId xmlns:a16="http://schemas.microsoft.com/office/drawing/2014/main" id="{42E55993-454C-4ECA-9CA5-04C050AB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314575"/>
            <a:ext cx="228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always_ff</a:t>
            </a:r>
          </a:p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@(posedge clk)</a:t>
            </a:r>
          </a:p>
          <a:p xmlns:a="http://schemas.openxmlformats.org/drawingml/2006/main">
            <a:pPr algn="ctr">
              <a:defRPr sz="15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  PC &lt;= NextPC;</a:t>
            </a:r>
          </a:p>
        </p:txBody>
      </p:sp>
      <p:sp>
        <p:nvSpPr>
          <p:cNvPr id="164" name="wire-988">
            <a:extLst xmlns:a="http://schemas.openxmlformats.org/drawingml/2006/main">
              <a:ext uri="{FF2B5EF4-FFF2-40B4-BE49-F238E27FC236}">
                <a16:creationId xmlns:a16="http://schemas.microsoft.com/office/drawing/2014/main" id="{F3712385-3FC3-4B9E-9BAE-AC9F7052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19450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165" name="circuit-989">
            <a:extLst xmlns:a="http://schemas.openxmlformats.org/drawingml/2006/main">
              <a:ext uri="{FF2B5EF4-FFF2-40B4-BE49-F238E27FC236}">
                <a16:creationId xmlns:a16="http://schemas.microsoft.com/office/drawing/2014/main" id="{F7E7D02E-E415-4BAD-A3FE-45066F57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7018" y="342900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166" name="text-990">
            <a:extLst xmlns:a="http://schemas.openxmlformats.org/drawingml/2006/main">
              <a:ext uri="{FF2B5EF4-FFF2-40B4-BE49-F238E27FC236}">
                <a16:creationId xmlns:a16="http://schemas.microsoft.com/office/drawing/2014/main" id="{A48ECFFC-D2F4-4F8D-A9E0-A30BC21D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00450"/>
            <a:ext cx="2286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設計ツールで</a:t>
            </a:r>
          </a:p>
          <a:p xmlns:a="http://schemas.openxmlformats.org/drawingml/2006/main">
            <a:pPr algn="ctr">
              <a:def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構成データを作成</a:t>
            </a:r>
          </a:p>
        </p:txBody>
      </p:sp>
      <p:sp>
        <p:nvSpPr>
          <p:cNvPr id="167" name="wire-991">
            <a:extLst xmlns:a="http://schemas.openxmlformats.org/drawingml/2006/main">
              <a:ext uri="{FF2B5EF4-FFF2-40B4-BE49-F238E27FC236}">
                <a16:creationId xmlns:a16="http://schemas.microsoft.com/office/drawing/2014/main" id="{A6C1690A-3F9E-4F2E-8243-F2D95C2C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276725"/>
            <a:ext cx="9525" cy="209550"/>
          </a:xfrm>
          <a:custGeom xmlns:a="http://schemas.openxmlformats.org/drawingml/2006/main"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168" name="circuit-992">
            <a:extLst xmlns:a="http://schemas.openxmlformats.org/drawingml/2006/main">
              <a:ext uri="{FF2B5EF4-FFF2-40B4-BE49-F238E27FC236}">
                <a16:creationId xmlns:a16="http://schemas.microsoft.com/office/drawing/2014/main" id="{A7C653C3-E901-44FA-942F-A5CA22D1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7018" y="441007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pic>
        <p:nvPic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2324A50-9F0D-4E7F-BDAA-7ADE748C8F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90b63181b408c"/>
          <a:stretch xmlns:a="http://schemas.openxmlformats.org/drawingml/2006/main"/>
        </p:blipFill>
        <p:spPr>
          <a:xfrm xmlns:a="http://schemas.openxmlformats.org/drawingml/2006/main">
            <a:off x="9652167" y="4581525"/>
            <a:ext cx="1612566" cy="1428750"/>
          </a:xfrm>
          <a:prstGeom xmlns:a="http://schemas.openxmlformats.org/drawingml/2006/main" prst="rect">
            <a:avLst/>
          </a:prstGeom>
        </p:spPr>
      </p:pic>
      <p:sp>
        <p:nvSpPr>
          <p:cNvPr id="170" name="block-993">
            <a:extLst xmlns:a="http://schemas.openxmlformats.org/drawingml/2006/main">
              <a:ext uri="{FF2B5EF4-FFF2-40B4-BE49-F238E27FC236}">
                <a16:creationId xmlns:a16="http://schemas.microsoft.com/office/drawing/2014/main" id="{27EEDAD4-BD47-4757-8634-BCC04802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048250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572C3"/>
            </a:solidFill>
          </a:ln>
        </p:spPr>
      </p:sp>
      <p:sp>
        <p:nvSpPr>
          <p:cNvPr id="171" name="text-994">
            <a:extLst xmlns:a="http://schemas.openxmlformats.org/drawingml/2006/main">
              <a:ext uri="{FF2B5EF4-FFF2-40B4-BE49-F238E27FC236}">
                <a16:creationId xmlns:a16="http://schemas.microsoft.com/office/drawing/2014/main" id="{E2096EA5-F3D4-4BF2-A7A5-5AADB158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6000750"/>
            <a:ext cx="2286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FPGAチップへ設定</a:t>
            </a:r>
          </a:p>
        </p:txBody>
      </p:sp>
      <p:sp>
        <p:nvSpPr>
          <p:cNvPr id="172" name="text-995">
            <a:extLst xmlns:a="http://schemas.openxmlformats.org/drawingml/2006/main">
              <a:ext uri="{FF2B5EF4-FFF2-40B4-BE49-F238E27FC236}">
                <a16:creationId xmlns:a16="http://schemas.microsoft.com/office/drawing/2014/main" id="{50023A7C-45B1-493A-8102-FA286D54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8477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CPU・接続・描画・表示の回路をFPGA内に実装</a:t>
            </a:r>
          </a:p>
        </p:txBody>
      </p:sp>
      <p:sp>
        <p:nvSpPr>
          <p:cNvPr id="173" name="text-996">
            <a:extLst xmlns:a="http://schemas.openxmlformats.org/drawingml/2006/main">
              <a:ext uri="{FF2B5EF4-FFF2-40B4-BE49-F238E27FC236}">
                <a16:creationId xmlns:a16="http://schemas.microsoft.com/office/drawing/2014/main" id="{4C819F93-E569-47CD-B833-CD4A6695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8</a:t>
            </a:r>
          </a:p>
        </p:txBody>
      </p:sp>
      <p:sp>
        <p:nvSpPr>
          <p:cNvPr id="174" name="text-997">
            <a:extLst xmlns:a="http://schemas.openxmlformats.org/drawingml/2006/main">
              <a:ext uri="{FF2B5EF4-FFF2-40B4-BE49-F238E27FC236}">
                <a16:creationId xmlns:a16="http://schemas.microsoft.com/office/drawing/2014/main" id="{5D12D238-8170-474A-BD6B-9CC799FE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DDR3・SDカードはチップ外。写真：Digilent。回路とゲームプログラムは別に用意する</a:t>
            </a:r>
          </a:p>
        </p:txBody>
      </p:sp>
    </p:spTree>
    <p:extLst>
      <p:ext uri="{BB962C8B-B14F-4D97-AF65-F5344CB8AC3E}">
        <p14:creationId xmlns:p14="http://schemas.microsoft.com/office/powerpoint/2010/main" val="18702002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998">
            <a:extLst xmlns:a="http://schemas.openxmlformats.org/drawingml/2006/main">
              <a:ext uri="{FF2B5EF4-FFF2-40B4-BE49-F238E27FC236}">
                <a16:creationId xmlns:a16="http://schemas.microsoft.com/office/drawing/2014/main" id="{BAB08592-D32D-4CE4-BC98-DAC8FDDE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" name="text-999">
            <a:extLst xmlns:a="http://schemas.openxmlformats.org/drawingml/2006/main">
              <a:ext uri="{FF2B5EF4-FFF2-40B4-BE49-F238E27FC236}">
                <a16:creationId xmlns:a16="http://schemas.microsoft.com/office/drawing/2014/main" id="{7C93776D-8764-4530-A77E-35B2E6A6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接続した構成で、ブロック崩しを動かした</a:t>
            </a:r>
          </a:p>
        </p:txBody>
      </p:sp>
      <p:sp>
        <p:nvSpPr>
          <p:cNvPr id="3" name="text-1000">
            <a:extLst xmlns:a="http://schemas.openxmlformats.org/drawingml/2006/main">
              <a:ext uri="{FF2B5EF4-FFF2-40B4-BE49-F238E27FC236}">
                <a16:creationId xmlns:a16="http://schemas.microsoft.com/office/drawing/2014/main" id="{777A237C-682C-4A17-BF0C-EAED5F89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CE044-D7FE-43C3-9AA5-B42DE07EA3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25b03905c4302"/>
          <a:stretch xmlns:a="http://schemas.openxmlformats.org/drawingml/2006/main"/>
        </p:blipFill>
        <p:spPr>
          <a:xfrm xmlns:a="http://schemas.openxmlformats.org/drawingml/2006/main">
            <a:off x="609600" y="1541859"/>
            <a:ext cx="6438900" cy="3621881"/>
          </a:xfrm>
          <a:prstGeom xmlns:a="http://schemas.openxmlformats.org/drawingml/2006/main" prst="rect">
            <a:avLst/>
          </a:prstGeom>
        </p:spPr>
      </p:pic>
      <p:sp>
        <p:nvSpPr>
          <p:cNvPr id="5" name="text-1001">
            <a:extLst xmlns:a="http://schemas.openxmlformats.org/drawingml/2006/main">
              <a:ext uri="{FF2B5EF4-FFF2-40B4-BE49-F238E27FC236}">
                <a16:creationId xmlns:a16="http://schemas.microsoft.com/office/drawing/2014/main" id="{F64D4874-934D-4893-96AD-FAE51606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33525"/>
            <a:ext cx="4048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640 × 480 画素</a:t>
            </a:r>
          </a:p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4条件で期待画像と一致</a:t>
            </a:r>
          </a:p>
        </p:txBody>
      </p:sp>
      <p:sp>
        <p:nvSpPr>
          <p:cNvPr id="6" name="text-1002">
            <a:extLst xmlns:a="http://schemas.openxmlformats.org/drawingml/2006/main">
              <a:ext uri="{FF2B5EF4-FFF2-40B4-BE49-F238E27FC236}">
                <a16:creationId xmlns:a16="http://schemas.microsoft.com/office/drawing/2014/main" id="{F0D0390B-6B61-40C3-BFD2-54475E68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914650"/>
            <a:ext cx="4048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5分間の自動プレイ</a:t>
            </a:r>
          </a:p>
          <a:p xmlns:a="http://schemas.openxmlformats.org/drawingml/2006/main">
            <a:pPr algn="l">
              <a:def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別に30秒の映像を確認</a:t>
            </a:r>
          </a:p>
        </p:txBody>
      </p:sp>
      <p:sp>
        <p:nvSpPr>
          <p:cNvPr id="7" name="text-1003">
            <a:extLst xmlns:a="http://schemas.openxmlformats.org/drawingml/2006/main">
              <a:ext uri="{FF2B5EF4-FFF2-40B4-BE49-F238E27FC236}">
                <a16:creationId xmlns:a16="http://schemas.microsoft.com/office/drawing/2014/main" id="{22227FA7-A220-4C38-8EAC-0AD5AC1F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305300"/>
            <a:ext cx="4048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現在は自動操作</a:t>
            </a:r>
          </a:p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画像・継続実行・映像を確認</a:t>
            </a:r>
          </a:p>
        </p:txBody>
      </p:sp>
      <p:sp>
        <p:nvSpPr>
          <p:cNvPr id="8" name="text-1004">
            <a:extLst xmlns:a="http://schemas.openxmlformats.org/drawingml/2006/main">
              <a:ext uri="{FF2B5EF4-FFF2-40B4-BE49-F238E27FC236}">
                <a16:creationId xmlns:a16="http://schemas.microsoft.com/office/drawing/2014/main" id="{46259B5A-5BFE-4FEC-ACA7-E4A79C7C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CPU・描画・メモリ・表示をつなぎ、ゲーム画面を生成</a:t>
            </a:r>
          </a:p>
        </p:txBody>
      </p:sp>
      <p:sp>
        <p:nvSpPr>
          <p:cNvPr id="9" name="text-1005">
            <a:extLst xmlns:a="http://schemas.openxmlformats.org/drawingml/2006/main">
              <a:ext uri="{FF2B5EF4-FFF2-40B4-BE49-F238E27FC236}">
                <a16:creationId xmlns:a16="http://schemas.microsoft.com/office/drawing/2014/main" id="{8A863E8C-EDB1-4D5C-A2F1-AD7EEAE5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残る課題：映像を受信できない場合の条件の特定</a:t>
            </a:r>
          </a:p>
        </p:txBody>
      </p:sp>
      <p:sp>
        <p:nvSpPr>
          <p:cNvPr id="10" name="text-1006">
            <a:extLst xmlns:a="http://schemas.openxmlformats.org/drawingml/2006/main">
              <a:ext uri="{FF2B5EF4-FFF2-40B4-BE49-F238E27FC236}">
                <a16:creationId xmlns:a16="http://schemas.microsoft.com/office/drawing/2014/main" id="{DB394418-A70E-4E5B-B2CD-C47C7C2A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9</a:t>
            </a:r>
          </a:p>
        </p:txBody>
      </p:sp>
      <p:sp>
        <p:nvSpPr>
          <p:cNvPr id="11" name="text-1007">
            <a:extLst xmlns:a="http://schemas.openxmlformats.org/drawingml/2006/main">
              <a:ext uri="{FF2B5EF4-FFF2-40B4-BE49-F238E27FC236}">
                <a16:creationId xmlns:a16="http://schemas.microsoft.com/office/drawing/2014/main" id="{CD74887C-A000-493E-9BE7-81CF4249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実験記録 E6。継続実行・画像比較・映像取得は別々の記録。現在は自動操作</a:t>
            </a:r>
          </a:p>
        </p:txBody>
      </p:sp>
    </p:spTree>
    <p:extLst>
      <p:ext uri="{BB962C8B-B14F-4D97-AF65-F5344CB8AC3E}">
        <p14:creationId xmlns:p14="http://schemas.microsoft.com/office/powerpoint/2010/main" val="4832480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08">
            <a:extLst xmlns:a="http://schemas.openxmlformats.org/drawingml/2006/main">
              <a:ext uri="{FF2B5EF4-FFF2-40B4-BE49-F238E27FC236}">
                <a16:creationId xmlns:a16="http://schemas.microsoft.com/office/drawing/2014/main" id="{BFE76F26-3BD1-4D0C-8571-3773E81D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text-1009">
            <a:extLst xmlns:a="http://schemas.openxmlformats.org/drawingml/2006/main">
              <a:ext uri="{FF2B5EF4-FFF2-40B4-BE49-F238E27FC236}">
                <a16:creationId xmlns:a16="http://schemas.microsoft.com/office/drawing/2014/main" id="{331E366D-D6C1-4046-916F-CF107A24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Wallyをゲーム機へ拡張する設計例を示した</a:t>
            </a:r>
          </a:p>
        </p:txBody>
      </p:sp>
      <p:sp>
        <p:nvSpPr>
          <p:cNvPr id="3" name="text-1010">
            <a:extLst xmlns:a="http://schemas.openxmlformats.org/drawingml/2006/main">
              <a:ext uri="{FF2B5EF4-FFF2-40B4-BE49-F238E27FC236}">
                <a16:creationId xmlns:a16="http://schemas.microsoft.com/office/drawing/2014/main" id="{45392095-A639-4158-8A67-1EFA8D6E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-1011">
            <a:extLst xmlns:a="http://schemas.openxmlformats.org/drawingml/2006/main">
              <a:ext uri="{FF2B5EF4-FFF2-40B4-BE49-F238E27FC236}">
                <a16:creationId xmlns:a16="http://schemas.microsoft.com/office/drawing/2014/main" id="{E9DD3130-9A23-42F8-9B62-8CA4DB02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本研究で設計・確認した接続</a:t>
            </a:r>
          </a:p>
        </p:txBody>
      </p:sp>
      <p:sp>
        <p:nvSpPr>
          <p:cNvPr id="5" name="text-1012">
            <a:extLst xmlns:a="http://schemas.openxmlformats.org/drawingml/2006/main">
              <a:ext uri="{FF2B5EF4-FFF2-40B4-BE49-F238E27FC236}">
                <a16:creationId xmlns:a16="http://schemas.microsoft.com/office/drawing/2014/main" id="{333B816C-DAFE-4602-A388-41B65301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▸</a:t>
            </a:r>
          </a:p>
        </p:txBody>
      </p:sp>
      <p:sp>
        <p:nvSpPr>
          <p:cNvPr id="6" name="text-1013">
            <a:extLst xmlns:a="http://schemas.openxmlformats.org/drawingml/2006/main">
              <a:ext uri="{FF2B5EF4-FFF2-40B4-BE49-F238E27FC236}">
                <a16:creationId xmlns:a16="http://schemas.microsoft.com/office/drawing/2014/main" id="{E024078E-4623-4350-82DE-DED44411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479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番地の割当て</a:t>
            </a:r>
          </a:p>
        </p:txBody>
      </p:sp>
      <p:sp>
        <p:nvSpPr>
          <p:cNvPr id="7" name="text-1014">
            <a:extLst xmlns:a="http://schemas.openxmlformats.org/drawingml/2006/main">
              <a:ext uri="{FF2B5EF4-FFF2-40B4-BE49-F238E27FC236}">
                <a16:creationId xmlns:a16="http://schemas.microsoft.com/office/drawing/2014/main" id="{91126F7A-D4F0-4AF2-AEFB-83A37A0A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7572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番地の比較で描画用の窓口を選ぶ</a:t>
            </a:r>
          </a:p>
        </p:txBody>
      </p:sp>
      <p:sp>
        <p:nvSpPr>
          <p:cNvPr id="8" name="text-1015">
            <a:extLst xmlns:a="http://schemas.openxmlformats.org/drawingml/2006/main">
              <a:ext uri="{FF2B5EF4-FFF2-40B4-BE49-F238E27FC236}">
                <a16:creationId xmlns:a16="http://schemas.microsoft.com/office/drawing/2014/main" id="{D7CAF5B6-A455-43DC-B799-585A57BB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▸</a:t>
            </a:r>
          </a:p>
        </p:txBody>
      </p:sp>
      <p:sp>
        <p:nvSpPr>
          <p:cNvPr id="9" name="text-1016">
            <a:extLst xmlns:a="http://schemas.openxmlformats.org/drawingml/2006/main">
              <a:ext uri="{FF2B5EF4-FFF2-40B4-BE49-F238E27FC236}">
                <a16:creationId xmlns:a16="http://schemas.microsoft.com/office/drawing/2014/main" id="{0360D1A7-0A00-4C1E-845D-2F40DF8E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描画への接続</a:t>
            </a:r>
          </a:p>
        </p:txBody>
      </p:sp>
      <p:sp>
        <p:nvSpPr>
          <p:cNvPr id="10" name="text-1017">
            <a:extLst xmlns:a="http://schemas.openxmlformats.org/drawingml/2006/main">
              <a:ext uri="{FF2B5EF4-FFF2-40B4-BE49-F238E27FC236}">
                <a16:creationId xmlns:a16="http://schemas.microsoft.com/office/drawing/2014/main" id="{849B8FF5-7742-4DC2-A538-DE8AFCB0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7572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CPUの書込みで描画命令を渡す</a:t>
            </a:r>
          </a:p>
        </p:txBody>
      </p:sp>
      <p:sp>
        <p:nvSpPr>
          <p:cNvPr id="11" name="text-1018">
            <a:extLst xmlns:a="http://schemas.openxmlformats.org/drawingml/2006/main">
              <a:ext uri="{FF2B5EF4-FFF2-40B4-BE49-F238E27FC236}">
                <a16:creationId xmlns:a16="http://schemas.microsoft.com/office/drawing/2014/main" id="{7E29A461-88A9-4E76-A641-1DAE32AB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▸</a:t>
            </a:r>
          </a:p>
        </p:txBody>
      </p:sp>
      <p:sp>
        <p:nvSpPr>
          <p:cNvPr id="12" name="text-1019">
            <a:extLst xmlns:a="http://schemas.openxmlformats.org/drawingml/2006/main">
              <a:ext uri="{FF2B5EF4-FFF2-40B4-BE49-F238E27FC236}">
                <a16:creationId xmlns:a16="http://schemas.microsoft.com/office/drawing/2014/main" id="{02CFC537-368F-4899-838B-A9920C8E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671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実機での確認</a:t>
            </a:r>
          </a:p>
        </p:txBody>
      </p:sp>
      <p:sp>
        <p:nvSpPr>
          <p:cNvPr id="13" name="text-1020">
            <a:extLst xmlns:a="http://schemas.openxmlformats.org/drawingml/2006/main">
              <a:ext uri="{FF2B5EF4-FFF2-40B4-BE49-F238E27FC236}">
                <a16:creationId xmlns:a16="http://schemas.microsoft.com/office/drawing/2014/main" id="{B040EF0C-5404-450D-882A-6CE21FF4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67100"/>
            <a:ext cx="7572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ゲーム画面の生成と継続動作を確認</a:t>
            </a:r>
          </a:p>
        </p:txBody>
      </p:sp>
      <p:sp>
        <p:nvSpPr>
          <p:cNvPr id="14" name="text-1021">
            <a:extLst xmlns:a="http://schemas.openxmlformats.org/drawingml/2006/main">
              <a:ext uri="{FF2B5EF4-FFF2-40B4-BE49-F238E27FC236}">
                <a16:creationId xmlns:a16="http://schemas.microsoft.com/office/drawing/2014/main" id="{A2AB5C11-F886-4F80-A188-84094AC0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Wallyの拡張を学ぶ人が参照できる、</a:t>
            </a:r>
          </a:p>
          <a:p xmlns:a="http://schemas.openxmlformats.org/drawingml/2006/main">
            <a:pPr algn="l">
              <a:def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接続設計と実機での動作確認の例</a:t>
            </a:r>
          </a:p>
        </p:txBody>
      </p:sp>
      <p:sp>
        <p:nvSpPr>
          <p:cNvPr id="15" name="text-1022">
            <a:extLst xmlns:a="http://schemas.openxmlformats.org/drawingml/2006/main">
              <a:ext uri="{FF2B5EF4-FFF2-40B4-BE49-F238E27FC236}">
                <a16:creationId xmlns:a16="http://schemas.microsoft.com/office/drawing/2014/main" id="{9D72C43E-A400-4A81-A3C8-26C97BBB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次の段階：コントローラーを加え、手で操作する</a:t>
            </a:r>
          </a:p>
        </p:txBody>
      </p:sp>
      <p:sp>
        <p:nvSpPr>
          <p:cNvPr id="16" name="text-1023">
            <a:extLst xmlns:a="http://schemas.openxmlformats.org/drawingml/2006/main">
              <a:ext uri="{FF2B5EF4-FFF2-40B4-BE49-F238E27FC236}">
                <a16:creationId xmlns:a16="http://schemas.microsoft.com/office/drawing/2014/main" id="{D137B2B6-6FA5-45D1-BE5E-EC40265E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CPU・RasterIXは既存回路を利用。学習効果そのものを実験したという主張ではない</a:t>
            </a:r>
          </a:p>
        </p:txBody>
      </p:sp>
    </p:spTree>
    <p:extLst>
      <p:ext uri="{BB962C8B-B14F-4D97-AF65-F5344CB8AC3E}">
        <p14:creationId xmlns:p14="http://schemas.microsoft.com/office/powerpoint/2010/main" val="1074645862"/>
      </p:ext>
    </p:extLst>
  </p:cSld>
</p:sld>
</file>

<file path=ppt/slides/slide1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4" name="text-1024">
            <a:extLst xmlns:a="http://schemas.openxmlformats.org/drawingml/2006/main">
              <a:ext uri="{FF2B5EF4-FFF2-40B4-BE49-F238E27FC236}">
                <a16:creationId xmlns:a16="http://schemas.microsoft.com/office/drawing/2014/main" id="{054DD616-54CA-4895-8C02-5B3E4182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"/>
            <a:ext cx="5619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text-1025">
            <a:extLst xmlns:a="http://schemas.openxmlformats.org/drawingml/2006/main">
              <a:ext uri="{FF2B5EF4-FFF2-40B4-BE49-F238E27FC236}">
                <a16:creationId xmlns:a16="http://schemas.microsoft.com/office/drawing/2014/main" id="{CB598E40-6FBE-428E-B474-1A2C6732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"/>
            <a:ext cx="10325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質問用：Wallyの内部構成</a:t>
            </a:r>
          </a:p>
        </p:txBody>
      </p:sp>
      <p:sp>
        <p:nvSpPr>
          <p:cNvPr id="3" name="text-1026">
            <a:extLst xmlns:a="http://schemas.openxmlformats.org/drawingml/2006/main">
              <a:ext uri="{FF2B5EF4-FFF2-40B4-BE49-F238E27FC236}">
                <a16:creationId xmlns:a16="http://schemas.microsoft.com/office/drawing/2014/main" id="{A72F2327-2CF1-48CD-969F-1940816C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block-1027">
            <a:extLst xmlns:a="http://schemas.openxmlformats.org/drawingml/2006/main">
              <a:ext uri="{FF2B5EF4-FFF2-40B4-BE49-F238E27FC236}">
                <a16:creationId xmlns:a16="http://schemas.microsoft.com/office/drawing/2014/main" id="{269AA70E-2D60-4892-8BA5-D1C2E62B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095375"/>
            <a:ext cx="1248156" cy="3120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5" name="text-1028">
            <a:extLst xmlns:a="http://schemas.openxmlformats.org/drawingml/2006/main">
              <a:ext uri="{FF2B5EF4-FFF2-40B4-BE49-F238E27FC236}">
                <a16:creationId xmlns:a16="http://schemas.microsoft.com/office/drawing/2014/main" id="{82773F7E-153D-44DB-8972-9204DCAE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6453" y="1104043"/>
            <a:ext cx="1196150" cy="294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97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</a:t>
            </a:r>
          </a:p>
        </p:txBody>
      </p:sp>
      <p:sp>
        <p:nvSpPr>
          <p:cNvPr id="6" name="block-1029">
            <a:extLst xmlns:a="http://schemas.openxmlformats.org/drawingml/2006/main">
              <a:ext uri="{FF2B5EF4-FFF2-40B4-BE49-F238E27FC236}">
                <a16:creationId xmlns:a16="http://schemas.microsoft.com/office/drawing/2014/main" id="{BD9B0777-EE87-4029-A61D-6069B185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3968" y="1095375"/>
            <a:ext cx="1170146" cy="3120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7" name="text-1030">
            <a:extLst xmlns:a="http://schemas.openxmlformats.org/drawingml/2006/main">
              <a:ext uri="{FF2B5EF4-FFF2-40B4-BE49-F238E27FC236}">
                <a16:creationId xmlns:a16="http://schemas.microsoft.com/office/drawing/2014/main" id="{DA20D4E5-2011-41C4-B8C3-79809EE8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9971" y="1104043"/>
            <a:ext cx="1118140" cy="294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9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97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SD card</a:t>
            </a:r>
          </a:p>
        </p:txBody>
      </p:sp>
      <p:sp>
        <p:nvSpPr>
          <p:cNvPr id="8" name="block-1031">
            <a:extLst xmlns:a="http://schemas.openxmlformats.org/drawingml/2006/main">
              <a:ext uri="{FF2B5EF4-FFF2-40B4-BE49-F238E27FC236}">
                <a16:creationId xmlns:a16="http://schemas.microsoft.com/office/drawing/2014/main" id="{4A5BE5ED-DDBE-4E32-A18F-E8966CCD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37430"/>
            <a:ext cx="9707880" cy="46719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F1"/>
          </a:solidFill>
          <a:ln xmlns:a="http://schemas.openxmlformats.org/drawingml/2006/main" w="19069">
            <a:solidFill>
              <a:srgbClr val="231F20"/>
            </a:solidFill>
          </a:ln>
        </p:spPr>
      </p:sp>
      <p:sp>
        <p:nvSpPr>
          <p:cNvPr id="9" name="text-1032">
            <a:extLst xmlns:a="http://schemas.openxmlformats.org/drawingml/2006/main">
              <a:ext uri="{FF2B5EF4-FFF2-40B4-BE49-F238E27FC236}">
                <a16:creationId xmlns:a16="http://schemas.microsoft.com/office/drawing/2014/main" id="{D39C09A9-2EFD-40ED-9013-06945D31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" y="1572101"/>
            <a:ext cx="3077051" cy="251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3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63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FPGA / fpgaTop</a:t>
            </a:r>
          </a:p>
        </p:txBody>
      </p:sp>
      <p:sp>
        <p:nvSpPr>
          <p:cNvPr id="10" name="text-1033">
            <a:extLst xmlns:a="http://schemas.openxmlformats.org/drawingml/2006/main">
              <a:ext uri="{FF2B5EF4-FFF2-40B4-BE49-F238E27FC236}">
                <a16:creationId xmlns:a16="http://schemas.microsoft.com/office/drawing/2014/main" id="{D65690E8-8AB2-4C6D-A6D0-60AEB6CE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1572101"/>
            <a:ext cx="1170146" cy="234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6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Artix-7</a:t>
            </a:r>
          </a:p>
        </p:txBody>
      </p:sp>
      <p:sp>
        <p:nvSpPr>
          <p:cNvPr id="11" name="block-1034">
            <a:extLst xmlns:a="http://schemas.openxmlformats.org/drawingml/2006/main">
              <a:ext uri="{FF2B5EF4-FFF2-40B4-BE49-F238E27FC236}">
                <a16:creationId xmlns:a16="http://schemas.microsoft.com/office/drawing/2014/main" id="{011C5D99-C7AE-4C4C-A462-AC0B2D8E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" y="1884140"/>
            <a:ext cx="7584281" cy="41778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602">
            <a:solidFill>
              <a:srgbClr val="231F20"/>
            </a:solidFill>
          </a:ln>
        </p:spPr>
      </p:sp>
      <p:sp>
        <p:nvSpPr>
          <p:cNvPr id="12" name="text-1035">
            <a:extLst xmlns:a="http://schemas.openxmlformats.org/drawingml/2006/main">
              <a:ext uri="{FF2B5EF4-FFF2-40B4-BE49-F238E27FC236}">
                <a16:creationId xmlns:a16="http://schemas.microsoft.com/office/drawing/2014/main" id="{4D32FE26-C90B-4C31-9763-6A66DE60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3" y="1910144"/>
            <a:ext cx="2860358" cy="2166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33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433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wallypipelinedsoc</a:t>
            </a:r>
          </a:p>
        </p:txBody>
      </p:sp>
      <p:sp>
        <p:nvSpPr>
          <p:cNvPr id="13" name="block-1036">
            <a:extLst xmlns:a="http://schemas.openxmlformats.org/drawingml/2006/main">
              <a:ext uri="{FF2B5EF4-FFF2-40B4-BE49-F238E27FC236}">
                <a16:creationId xmlns:a16="http://schemas.microsoft.com/office/drawing/2014/main" id="{0977EB49-E3B2-4FB0-A053-0A4E30DD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947" y="2170176"/>
            <a:ext cx="7341584" cy="9014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14" name="text-1037">
            <a:extLst xmlns:a="http://schemas.openxmlformats.org/drawingml/2006/main">
              <a:ext uri="{FF2B5EF4-FFF2-40B4-BE49-F238E27FC236}">
                <a16:creationId xmlns:a16="http://schemas.microsoft.com/office/drawing/2014/main" id="{8896257D-19A7-4FE1-9CB5-D89151ED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25" y="2204847"/>
            <a:ext cx="823436" cy="199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2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uncore</a:t>
            </a:r>
          </a:p>
        </p:txBody>
      </p:sp>
      <p:sp>
        <p:nvSpPr>
          <p:cNvPr id="15" name="block-1038">
            <a:extLst xmlns:a="http://schemas.openxmlformats.org/drawingml/2006/main">
              <a:ext uri="{FF2B5EF4-FFF2-40B4-BE49-F238E27FC236}">
                <a16:creationId xmlns:a16="http://schemas.microsoft.com/office/drawing/2014/main" id="{C78351FE-0DE8-458A-8658-32658797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" y="2265521"/>
            <a:ext cx="780098" cy="26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6" name="text-1039">
            <a:extLst xmlns:a="http://schemas.openxmlformats.org/drawingml/2006/main">
              <a:ext uri="{FF2B5EF4-FFF2-40B4-BE49-F238E27FC236}">
                <a16:creationId xmlns:a16="http://schemas.microsoft.com/office/drawing/2014/main" id="{5E0620C5-6426-4338-A3E8-32849520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738" y="2274189"/>
            <a:ext cx="728091" cy="251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2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adrdecs</a:t>
            </a:r>
          </a:p>
        </p:txBody>
      </p:sp>
      <p:sp>
        <p:nvSpPr>
          <p:cNvPr id="17" name="block-1040">
            <a:extLst xmlns:a="http://schemas.openxmlformats.org/drawingml/2006/main">
              <a:ext uri="{FF2B5EF4-FFF2-40B4-BE49-F238E27FC236}">
                <a16:creationId xmlns:a16="http://schemas.microsoft.com/office/drawing/2014/main" id="{58D86F41-9CC7-4CBF-885F-CCA1FDCD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529" y="2265521"/>
            <a:ext cx="849440" cy="26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8" name="text-1041">
            <a:extLst xmlns:a="http://schemas.openxmlformats.org/drawingml/2006/main">
              <a:ext uri="{FF2B5EF4-FFF2-40B4-BE49-F238E27FC236}">
                <a16:creationId xmlns:a16="http://schemas.microsoft.com/office/drawing/2014/main" id="{DFADF7B2-1476-4323-A1C0-6E7992B5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8533" y="2274189"/>
            <a:ext cx="797433" cy="251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2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Boot ROM</a:t>
            </a:r>
          </a:p>
        </p:txBody>
      </p:sp>
      <p:sp>
        <p:nvSpPr>
          <p:cNvPr id="19" name="block-1042">
            <a:extLst xmlns:a="http://schemas.openxmlformats.org/drawingml/2006/main">
              <a:ext uri="{FF2B5EF4-FFF2-40B4-BE49-F238E27FC236}">
                <a16:creationId xmlns:a16="http://schemas.microsoft.com/office/drawing/2014/main" id="{C16651D3-ABA1-43CF-BE5B-027DA31D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12" y="2404205"/>
            <a:ext cx="1291495" cy="390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0" name="text-1043">
            <a:extLst xmlns:a="http://schemas.openxmlformats.org/drawingml/2006/main">
              <a:ext uri="{FF2B5EF4-FFF2-40B4-BE49-F238E27FC236}">
                <a16:creationId xmlns:a16="http://schemas.microsoft.com/office/drawing/2014/main" id="{2A2877F4-AC5F-4BDC-955E-0000EB4E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351" y="2785586"/>
            <a:ext cx="589407" cy="173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092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AHB</a:t>
            </a:r>
          </a:p>
        </p:txBody>
      </p:sp>
      <p:sp>
        <p:nvSpPr>
          <p:cNvPr id="21" name="text-1044">
            <a:extLst xmlns:a="http://schemas.openxmlformats.org/drawingml/2006/main">
              <a:ext uri="{FF2B5EF4-FFF2-40B4-BE49-F238E27FC236}">
                <a16:creationId xmlns:a16="http://schemas.microsoft.com/office/drawing/2014/main" id="{9F761890-3E2E-4558-BF3E-574998EE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4894" y="2785586"/>
            <a:ext cx="606743" cy="173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92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092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APB</a:t>
            </a:r>
          </a:p>
        </p:txBody>
      </p:sp>
      <p:sp>
        <p:nvSpPr>
          <p:cNvPr id="22" name="wire-1045">
            <a:extLst xmlns:a="http://schemas.openxmlformats.org/drawingml/2006/main">
              <a:ext uri="{FF2B5EF4-FFF2-40B4-BE49-F238E27FC236}">
                <a16:creationId xmlns:a16="http://schemas.microsoft.com/office/drawing/2014/main" id="{4658D1D6-1332-497A-8288-D2E6F25C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696" y="2690241"/>
            <a:ext cx="2791016" cy="9525"/>
          </a:xfrm>
          <a:custGeom xmlns:a="http://schemas.openxmlformats.org/drawingml/2006/main">
            <a:pathLst>
              <a:path w="2791016" h="9525">
                <a:moveTo>
                  <a:pt x="0" y="0"/>
                </a:moveTo>
                <a:lnTo>
                  <a:pt x="2791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03">
            <a:solidFill>
              <a:srgbClr val="1572C3"/>
            </a:solidFill>
          </a:ln>
        </p:spPr>
      </p:sp>
      <p:sp>
        <p:nvSpPr>
          <p:cNvPr id="23" name="wire-1046">
            <a:extLst xmlns:a="http://schemas.openxmlformats.org/drawingml/2006/main">
              <a:ext uri="{FF2B5EF4-FFF2-40B4-BE49-F238E27FC236}">
                <a16:creationId xmlns:a16="http://schemas.microsoft.com/office/drawing/2014/main" id="{E000D5B8-3411-4F79-999D-ADF8CF77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9784" y="2534222"/>
            <a:ext cx="9525" cy="156019"/>
          </a:xfrm>
          <a:custGeom xmlns:a="http://schemas.openxmlformats.org/drawingml/2006/main">
            <a:pathLst>
              <a:path w="9525" h="156019">
                <a:moveTo>
                  <a:pt x="0" y="0"/>
                </a:moveTo>
                <a:lnTo>
                  <a:pt x="0" y="156019"/>
                </a:lnTo>
              </a:path>
            </a:pathLst>
          </a:custGeom>
          <a:noFill xmlns:a="http://schemas.openxmlformats.org/drawingml/2006/main"/>
          <a:ln xmlns:a="http://schemas.openxmlformats.org/drawingml/2006/main" w="8668">
            <a:solidFill>
              <a:srgbClr val="1572C3"/>
            </a:solidFill>
          </a:ln>
        </p:spPr>
      </p:sp>
      <p:sp>
        <p:nvSpPr>
          <p:cNvPr id="24" name="wire-1047">
            <a:extLst xmlns:a="http://schemas.openxmlformats.org/drawingml/2006/main">
              <a:ext uri="{FF2B5EF4-FFF2-40B4-BE49-F238E27FC236}">
                <a16:creationId xmlns:a16="http://schemas.microsoft.com/office/drawing/2014/main" id="{43623046-FF8E-4868-9EC4-01AC4E98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2534222"/>
            <a:ext cx="9525" cy="156019"/>
          </a:xfrm>
          <a:custGeom xmlns:a="http://schemas.openxmlformats.org/drawingml/2006/main">
            <a:pathLst>
              <a:path w="9525" h="156019">
                <a:moveTo>
                  <a:pt x="0" y="0"/>
                </a:moveTo>
                <a:lnTo>
                  <a:pt x="0" y="156019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231F20"/>
            </a:solidFill>
          </a:ln>
        </p:spPr>
      </p:sp>
      <p:sp>
        <p:nvSpPr>
          <p:cNvPr id="25" name="wire-1048">
            <a:extLst xmlns:a="http://schemas.openxmlformats.org/drawingml/2006/main">
              <a:ext uri="{FF2B5EF4-FFF2-40B4-BE49-F238E27FC236}">
                <a16:creationId xmlns:a16="http://schemas.microsoft.com/office/drawing/2014/main" id="{36B9DD48-B9C7-4A89-AA76-94150E15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0206" y="2612231"/>
            <a:ext cx="2565654" cy="9525"/>
          </a:xfrm>
          <a:custGeom xmlns:a="http://schemas.openxmlformats.org/drawingml/2006/main">
            <a:pathLst>
              <a:path w="2565654" h="9525">
                <a:moveTo>
                  <a:pt x="0" y="0"/>
                </a:moveTo>
                <a:lnTo>
                  <a:pt x="25656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03">
            <a:solidFill>
              <a:srgbClr val="1572C3"/>
            </a:solidFill>
          </a:ln>
        </p:spPr>
      </p:sp>
      <p:sp>
        <p:nvSpPr>
          <p:cNvPr id="26" name="wire-1049">
            <a:extLst xmlns:a="http://schemas.openxmlformats.org/drawingml/2006/main">
              <a:ext uri="{FF2B5EF4-FFF2-40B4-BE49-F238E27FC236}">
                <a16:creationId xmlns:a16="http://schemas.microsoft.com/office/drawing/2014/main" id="{3B7657DD-6F94-4055-AC07-FDB7CDB9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860" y="2612231"/>
            <a:ext cx="355378" cy="9525"/>
          </a:xfrm>
          <a:custGeom xmlns:a="http://schemas.openxmlformats.org/drawingml/2006/main">
            <a:pathLst>
              <a:path w="355378" h="9525">
                <a:moveTo>
                  <a:pt x="0" y="0"/>
                </a:moveTo>
                <a:lnTo>
                  <a:pt x="3553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03">
            <a:solidFill>
              <a:srgbClr val="1572C3"/>
            </a:solidFill>
          </a:ln>
        </p:spPr>
      </p:sp>
      <p:sp>
        <p:nvSpPr>
          <p:cNvPr id="27" name="wire-1050">
            <a:extLst xmlns:a="http://schemas.openxmlformats.org/drawingml/2006/main">
              <a:ext uri="{FF2B5EF4-FFF2-40B4-BE49-F238E27FC236}">
                <a16:creationId xmlns:a16="http://schemas.microsoft.com/office/drawing/2014/main" id="{714359A4-7EA0-49A0-9E20-D764B3D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238" y="2612231"/>
            <a:ext cx="9525" cy="1213485"/>
          </a:xfrm>
          <a:custGeom xmlns:a="http://schemas.openxmlformats.org/drawingml/2006/main">
            <a:pathLst>
              <a:path w="9525" h="1213485">
                <a:moveTo>
                  <a:pt x="0" y="0"/>
                </a:moveTo>
                <a:lnTo>
                  <a:pt x="0" y="1213485"/>
                </a:lnTo>
              </a:path>
            </a:pathLst>
          </a:custGeom>
          <a:noFill xmlns:a="http://schemas.openxmlformats.org/drawingml/2006/main"/>
          <a:ln xmlns:a="http://schemas.openxmlformats.org/drawingml/2006/main" w="20803">
            <a:solidFill>
              <a:srgbClr val="1572C3"/>
            </a:solidFill>
          </a:ln>
        </p:spPr>
      </p:sp>
      <p:sp>
        <p:nvSpPr>
          <p:cNvPr id="28" name="wire-1051">
            <a:extLst xmlns:a="http://schemas.openxmlformats.org/drawingml/2006/main">
              <a:ext uri="{FF2B5EF4-FFF2-40B4-BE49-F238E27FC236}">
                <a16:creationId xmlns:a16="http://schemas.microsoft.com/office/drawing/2014/main" id="{D73AC307-CA08-4AE3-BDAA-23423A08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238" y="3825716"/>
            <a:ext cx="338042" cy="9525"/>
          </a:xfrm>
          <a:custGeom xmlns:a="http://schemas.openxmlformats.org/drawingml/2006/main">
            <a:pathLst>
              <a:path w="338042" h="9525">
                <a:moveTo>
                  <a:pt x="0" y="0"/>
                </a:moveTo>
                <a:lnTo>
                  <a:pt x="3380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803">
            <a:solidFill>
              <a:srgbClr val="1572C3"/>
            </a:solidFill>
          </a:ln>
        </p:spPr>
      </p:sp>
      <p:sp>
        <p:nvSpPr>
          <p:cNvPr id="29" name="circuit-1052">
            <a:extLst xmlns:a="http://schemas.openxmlformats.org/drawingml/2006/main">
              <a:ext uri="{FF2B5EF4-FFF2-40B4-BE49-F238E27FC236}">
                <a16:creationId xmlns:a16="http://schemas.microsoft.com/office/drawing/2014/main" id="{829E524B-2EC0-4B87-ABCE-AAC3D8B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942" y="380751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0" name="block-1053">
            <a:extLst xmlns:a="http://schemas.openxmlformats.org/drawingml/2006/main">
              <a:ext uri="{FF2B5EF4-FFF2-40B4-BE49-F238E27FC236}">
                <a16:creationId xmlns:a16="http://schemas.microsoft.com/office/drawing/2014/main" id="{AC1FD336-01EC-4361-9D86-C76EE3FA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26" y="2274189"/>
            <a:ext cx="806101" cy="251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1" name="block-1054">
            <a:extLst xmlns:a="http://schemas.openxmlformats.org/drawingml/2006/main">
              <a:ext uri="{FF2B5EF4-FFF2-40B4-BE49-F238E27FC236}">
                <a16:creationId xmlns:a16="http://schemas.microsoft.com/office/drawing/2014/main" id="{48B7A0D0-F62C-4D38-8316-1E36C088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6340" y="2274189"/>
            <a:ext cx="762762" cy="251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2" name="block-1055">
            <a:extLst xmlns:a="http://schemas.openxmlformats.org/drawingml/2006/main">
              <a:ext uri="{FF2B5EF4-FFF2-40B4-BE49-F238E27FC236}">
                <a16:creationId xmlns:a16="http://schemas.microsoft.com/office/drawing/2014/main" id="{9E107AB0-BCAD-4B38-A1E7-433CE5C6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779" y="2274189"/>
            <a:ext cx="598075" cy="251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3" name="text-1056">
            <a:extLst xmlns:a="http://schemas.openxmlformats.org/drawingml/2006/main">
              <a:ext uri="{FF2B5EF4-FFF2-40B4-BE49-F238E27FC236}">
                <a16:creationId xmlns:a16="http://schemas.microsoft.com/office/drawing/2014/main" id="{571715A9-B0FD-4B81-B01E-C05A4B2C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782" y="2282857"/>
            <a:ext cx="546068" cy="234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56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spi_apb</a:t>
            </a:r>
          </a:p>
        </p:txBody>
      </p:sp>
      <p:sp>
        <p:nvSpPr>
          <p:cNvPr id="34" name="wire-1057">
            <a:extLst xmlns:a="http://schemas.openxmlformats.org/drawingml/2006/main">
              <a:ext uri="{FF2B5EF4-FFF2-40B4-BE49-F238E27FC236}">
                <a16:creationId xmlns:a16="http://schemas.microsoft.com/office/drawing/2014/main" id="{8C91A268-5E2A-4135-8752-9E8FA0D4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275" y="2525554"/>
            <a:ext cx="9525" cy="86678"/>
          </a:xfrm>
          <a:custGeom xmlns:a="http://schemas.openxmlformats.org/drawingml/2006/main">
            <a:pathLst>
              <a:path w="9525" h="86678">
                <a:moveTo>
                  <a:pt x="0" y="0"/>
                </a:moveTo>
                <a:lnTo>
                  <a:pt x="0" y="86678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35" name="wire-1058">
            <a:extLst xmlns:a="http://schemas.openxmlformats.org/drawingml/2006/main">
              <a:ext uri="{FF2B5EF4-FFF2-40B4-BE49-F238E27FC236}">
                <a16:creationId xmlns:a16="http://schemas.microsoft.com/office/drawing/2014/main" id="{82E4E53C-9400-4BCA-AF4C-90921DC8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9053" y="2525554"/>
            <a:ext cx="9525" cy="86678"/>
          </a:xfrm>
          <a:custGeom xmlns:a="http://schemas.openxmlformats.org/drawingml/2006/main">
            <a:pathLst>
              <a:path w="9525" h="86678">
                <a:moveTo>
                  <a:pt x="0" y="0"/>
                </a:moveTo>
                <a:lnTo>
                  <a:pt x="0" y="86678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36" name="wire-1059">
            <a:extLst xmlns:a="http://schemas.openxmlformats.org/drawingml/2006/main">
              <a:ext uri="{FF2B5EF4-FFF2-40B4-BE49-F238E27FC236}">
                <a16:creationId xmlns:a16="http://schemas.microsoft.com/office/drawing/2014/main" id="{ECCBA079-D18E-43F7-B025-C6E3CEC1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483" y="2525554"/>
            <a:ext cx="9525" cy="86678"/>
          </a:xfrm>
          <a:custGeom xmlns:a="http://schemas.openxmlformats.org/drawingml/2006/main">
            <a:pathLst>
              <a:path w="9525" h="86678">
                <a:moveTo>
                  <a:pt x="0" y="0"/>
                </a:moveTo>
                <a:lnTo>
                  <a:pt x="0" y="86678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37" name="text-1060">
            <a:extLst xmlns:a="http://schemas.openxmlformats.org/drawingml/2006/main">
              <a:ext uri="{FF2B5EF4-FFF2-40B4-BE49-F238E27FC236}">
                <a16:creationId xmlns:a16="http://schemas.microsoft.com/office/drawing/2014/main" id="{3B3C17C8-02E9-4108-B687-F584E1AF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769" y="2092166"/>
            <a:ext cx="320707" cy="173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81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19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sdc</a:t>
            </a:r>
          </a:p>
        </p:txBody>
      </p:sp>
      <p:sp>
        <p:nvSpPr>
          <p:cNvPr id="38" name="wire-1061">
            <a:extLst xmlns:a="http://schemas.openxmlformats.org/drawingml/2006/main">
              <a:ext uri="{FF2B5EF4-FFF2-40B4-BE49-F238E27FC236}">
                <a16:creationId xmlns:a16="http://schemas.microsoft.com/office/drawing/2014/main" id="{D2DCFDCC-EA56-4A42-BC45-D5CC7B27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499" y="2126837"/>
            <a:ext cx="9525" cy="147352"/>
          </a:xfrm>
          <a:custGeom xmlns:a="http://schemas.openxmlformats.org/drawingml/2006/main">
            <a:pathLst>
              <a:path w="9525" h="147352">
                <a:moveTo>
                  <a:pt x="0" y="1473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39" name="wire-1062">
            <a:extLst xmlns:a="http://schemas.openxmlformats.org/drawingml/2006/main">
              <a:ext uri="{FF2B5EF4-FFF2-40B4-BE49-F238E27FC236}">
                <a16:creationId xmlns:a16="http://schemas.microsoft.com/office/drawing/2014/main" id="{2D1AC725-27FC-4AD0-A49E-3B3B9033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499" y="2126837"/>
            <a:ext cx="502729" cy="9525"/>
          </a:xfrm>
          <a:custGeom xmlns:a="http://schemas.openxmlformats.org/drawingml/2006/main">
            <a:pathLst>
              <a:path w="502729" h="9525">
                <a:moveTo>
                  <a:pt x="0" y="0"/>
                </a:moveTo>
                <a:lnTo>
                  <a:pt x="5027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40" name="wire-1063">
            <a:extLst xmlns:a="http://schemas.openxmlformats.org/drawingml/2006/main">
              <a:ext uri="{FF2B5EF4-FFF2-40B4-BE49-F238E27FC236}">
                <a16:creationId xmlns:a16="http://schemas.microsoft.com/office/drawing/2014/main" id="{74D63735-DA93-4B98-A58E-25F7711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228" y="1788795"/>
            <a:ext cx="9525" cy="338042"/>
          </a:xfrm>
          <a:custGeom xmlns:a="http://schemas.openxmlformats.org/drawingml/2006/main">
            <a:pathLst>
              <a:path w="9525" h="338042">
                <a:moveTo>
                  <a:pt x="0" y="33804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41" name="wire-1064">
            <a:extLst xmlns:a="http://schemas.openxmlformats.org/drawingml/2006/main">
              <a:ext uri="{FF2B5EF4-FFF2-40B4-BE49-F238E27FC236}">
                <a16:creationId xmlns:a16="http://schemas.microsoft.com/office/drawing/2014/main" id="{367D3C03-2C50-4BA7-9137-D1868972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228" y="1788795"/>
            <a:ext cx="1170146" cy="9525"/>
          </a:xfrm>
          <a:custGeom xmlns:a="http://schemas.openxmlformats.org/drawingml/2006/main">
            <a:pathLst>
              <a:path w="1170146" h="9525">
                <a:moveTo>
                  <a:pt x="0" y="0"/>
                </a:moveTo>
                <a:lnTo>
                  <a:pt x="11701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42" name="wire-1065">
            <a:extLst xmlns:a="http://schemas.openxmlformats.org/drawingml/2006/main">
              <a:ext uri="{FF2B5EF4-FFF2-40B4-BE49-F238E27FC236}">
                <a16:creationId xmlns:a16="http://schemas.microsoft.com/office/drawing/2014/main" id="{5D6B0410-5114-4048-8759-676B855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375" y="1407414"/>
            <a:ext cx="9525" cy="381381"/>
          </a:xfrm>
          <a:custGeom xmlns:a="http://schemas.openxmlformats.org/drawingml/2006/main">
            <a:pathLst>
              <a:path w="9525" h="381381">
                <a:moveTo>
                  <a:pt x="0" y="38138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43" name="circuit-1066">
            <a:extLst xmlns:a="http://schemas.openxmlformats.org/drawingml/2006/main">
              <a:ext uri="{FF2B5EF4-FFF2-40B4-BE49-F238E27FC236}">
                <a16:creationId xmlns:a16="http://schemas.microsoft.com/office/drawing/2014/main" id="{3240978A-60FB-4608-9A39-32EE80DA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5172" y="1407414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44" name="wire-1067">
            <a:extLst xmlns:a="http://schemas.openxmlformats.org/drawingml/2006/main">
              <a:ext uri="{FF2B5EF4-FFF2-40B4-BE49-F238E27FC236}">
                <a16:creationId xmlns:a16="http://schemas.microsoft.com/office/drawing/2014/main" id="{1CDC139C-3ABB-443A-B9FC-A0E283B0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499" y="2126837"/>
            <a:ext cx="9525" cy="147352"/>
          </a:xfrm>
          <a:custGeom xmlns:a="http://schemas.openxmlformats.org/drawingml/2006/main">
            <a:pathLst>
              <a:path w="9525" h="147352">
                <a:moveTo>
                  <a:pt x="0" y="0"/>
                </a:moveTo>
                <a:lnTo>
                  <a:pt x="0" y="147352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45" name="circuit-1068">
            <a:extLst xmlns:a="http://schemas.openxmlformats.org/drawingml/2006/main">
              <a:ext uri="{FF2B5EF4-FFF2-40B4-BE49-F238E27FC236}">
                <a16:creationId xmlns:a16="http://schemas.microsoft.com/office/drawing/2014/main" id="{1143A379-8853-4D0E-B32C-922808EC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2296" y="2230850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46" name="text-1069">
            <a:extLst xmlns:a="http://schemas.openxmlformats.org/drawingml/2006/main">
              <a:ext uri="{FF2B5EF4-FFF2-40B4-BE49-F238E27FC236}">
                <a16:creationId xmlns:a16="http://schemas.microsoft.com/office/drawing/2014/main" id="{267AE0BF-B865-40EC-A619-3ADF6725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18" y="1797463"/>
            <a:ext cx="329375" cy="173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87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87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SPI</a:t>
            </a:r>
          </a:p>
        </p:txBody>
      </p:sp>
      <p:sp>
        <p:nvSpPr>
          <p:cNvPr id="47" name="text-1070">
            <a:extLst xmlns:a="http://schemas.openxmlformats.org/drawingml/2006/main">
              <a:ext uri="{FF2B5EF4-FFF2-40B4-BE49-F238E27FC236}">
                <a16:creationId xmlns:a16="http://schemas.microsoft.com/office/drawing/2014/main" id="{22562E68-7C46-4120-84B9-3DC6805A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968" y="2828925"/>
            <a:ext cx="1724882" cy="173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887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CLINT / PLIC 等</a:t>
            </a:r>
          </a:p>
        </p:txBody>
      </p:sp>
      <p:sp>
        <p:nvSpPr>
          <p:cNvPr id="48" name="wire-1071">
            <a:extLst xmlns:a="http://schemas.openxmlformats.org/drawingml/2006/main">
              <a:ext uri="{FF2B5EF4-FFF2-40B4-BE49-F238E27FC236}">
                <a16:creationId xmlns:a16="http://schemas.microsoft.com/office/drawing/2014/main" id="{0C78E16B-9614-44C5-804D-998F0AB9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972" y="2690241"/>
            <a:ext cx="303371" cy="9525"/>
          </a:xfrm>
          <a:custGeom xmlns:a="http://schemas.openxmlformats.org/drawingml/2006/main">
            <a:pathLst>
              <a:path w="303371" h="9525">
                <a:moveTo>
                  <a:pt x="0" y="0"/>
                </a:moveTo>
                <a:lnTo>
                  <a:pt x="3033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69">
            <a:solidFill>
              <a:srgbClr val="1572C3"/>
            </a:solidFill>
          </a:ln>
        </p:spPr>
      </p:sp>
      <p:sp>
        <p:nvSpPr>
          <p:cNvPr id="49" name="wire-1072">
            <a:extLst xmlns:a="http://schemas.openxmlformats.org/drawingml/2006/main">
              <a:ext uri="{FF2B5EF4-FFF2-40B4-BE49-F238E27FC236}">
                <a16:creationId xmlns:a16="http://schemas.microsoft.com/office/drawing/2014/main" id="{B89CDF87-F18B-4AC1-8509-74E1053A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344" y="2014157"/>
            <a:ext cx="9525" cy="676084"/>
          </a:xfrm>
          <a:custGeom xmlns:a="http://schemas.openxmlformats.org/drawingml/2006/main">
            <a:pathLst>
              <a:path w="9525" h="676084">
                <a:moveTo>
                  <a:pt x="0" y="67608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69">
            <a:solidFill>
              <a:srgbClr val="1572C3"/>
            </a:solidFill>
          </a:ln>
        </p:spPr>
      </p:sp>
      <p:sp>
        <p:nvSpPr>
          <p:cNvPr id="50" name="wire-1073">
            <a:extLst xmlns:a="http://schemas.openxmlformats.org/drawingml/2006/main">
              <a:ext uri="{FF2B5EF4-FFF2-40B4-BE49-F238E27FC236}">
                <a16:creationId xmlns:a16="http://schemas.microsoft.com/office/drawing/2014/main" id="{40CA01AC-F4EA-427A-8F57-1C62D891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1344" y="2014157"/>
            <a:ext cx="4437888" cy="9525"/>
          </a:xfrm>
          <a:custGeom xmlns:a="http://schemas.openxmlformats.org/drawingml/2006/main">
            <a:pathLst>
              <a:path w="4437888" h="9525">
                <a:moveTo>
                  <a:pt x="0" y="0"/>
                </a:moveTo>
                <a:lnTo>
                  <a:pt x="4437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69">
            <a:solidFill>
              <a:srgbClr val="1572C3"/>
            </a:solidFill>
          </a:ln>
        </p:spPr>
      </p:sp>
      <p:sp>
        <p:nvSpPr>
          <p:cNvPr id="51" name="wire-1074">
            <a:extLst xmlns:a="http://schemas.openxmlformats.org/drawingml/2006/main">
              <a:ext uri="{FF2B5EF4-FFF2-40B4-BE49-F238E27FC236}">
                <a16:creationId xmlns:a16="http://schemas.microsoft.com/office/drawing/2014/main" id="{8A6BC657-EE54-412D-B75B-DB1F77A3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232" y="2014157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69">
            <a:solidFill>
              <a:srgbClr val="1572C3"/>
            </a:solidFill>
          </a:ln>
        </p:spPr>
      </p:sp>
      <p:sp>
        <p:nvSpPr>
          <p:cNvPr id="52" name="circuit-1075">
            <a:extLst xmlns:a="http://schemas.openxmlformats.org/drawingml/2006/main">
              <a:ext uri="{FF2B5EF4-FFF2-40B4-BE49-F238E27FC236}">
                <a16:creationId xmlns:a16="http://schemas.microsoft.com/office/drawing/2014/main" id="{478D1115-3458-49A2-A99A-368E658A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577" y="199595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53" name="wire-1076">
            <a:extLst xmlns:a="http://schemas.openxmlformats.org/drawingml/2006/main">
              <a:ext uri="{FF2B5EF4-FFF2-40B4-BE49-F238E27FC236}">
                <a16:creationId xmlns:a16="http://schemas.microsoft.com/office/drawing/2014/main" id="{90DC3731-B246-4EF6-8E3E-E909734D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972" y="2690241"/>
            <a:ext cx="303371" cy="9525"/>
          </a:xfrm>
          <a:custGeom xmlns:a="http://schemas.openxmlformats.org/drawingml/2006/main">
            <a:pathLst>
              <a:path w="303371" h="9525">
                <a:moveTo>
                  <a:pt x="3033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69">
            <a:solidFill>
              <a:srgbClr val="1572C3"/>
            </a:solidFill>
          </a:ln>
        </p:spPr>
      </p:sp>
      <p:sp>
        <p:nvSpPr>
          <p:cNvPr id="54" name="circuit-1077">
            <a:extLst xmlns:a="http://schemas.openxmlformats.org/drawingml/2006/main">
              <a:ext uri="{FF2B5EF4-FFF2-40B4-BE49-F238E27FC236}">
                <a16:creationId xmlns:a16="http://schemas.microsoft.com/office/drawing/2014/main" id="{3F9D113B-A6A0-4A26-843C-946DC9BB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972" y="2672039"/>
            <a:ext cx="43339" cy="36405"/>
          </a:xfrm>
          <a:custGeom xmlns:a="http://schemas.openxmlformats.org/drawingml/2006/main">
            <a:pathLst>
              <a:path w="43339" h="36405">
                <a:moveTo>
                  <a:pt x="0" y="18202"/>
                </a:moveTo>
                <a:lnTo>
                  <a:pt x="43339" y="36405"/>
                </a:lnTo>
                <a:lnTo>
                  <a:pt x="43339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55" name="block-1078">
            <a:extLst xmlns:a="http://schemas.openxmlformats.org/drawingml/2006/main">
              <a:ext uri="{FF2B5EF4-FFF2-40B4-BE49-F238E27FC236}">
                <a16:creationId xmlns:a16="http://schemas.microsoft.com/office/drawing/2014/main" id="{7544604C-0567-490B-83DB-E1C89C9A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916" y="1866805"/>
            <a:ext cx="1568863" cy="294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56" name="text-1079">
            <a:extLst xmlns:a="http://schemas.openxmlformats.org/drawingml/2006/main">
              <a:ext uri="{FF2B5EF4-FFF2-40B4-BE49-F238E27FC236}">
                <a16:creationId xmlns:a16="http://schemas.microsoft.com/office/drawing/2014/main" id="{DABBF004-E152-47E7-A60F-953150D3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919" y="1875473"/>
            <a:ext cx="1516856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92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ahbaxibridge</a:t>
            </a:r>
          </a:p>
        </p:txBody>
      </p:sp>
      <p:sp>
        <p:nvSpPr>
          <p:cNvPr id="57" name="block-1080">
            <a:extLst xmlns:a="http://schemas.openxmlformats.org/drawingml/2006/main">
              <a:ext uri="{FF2B5EF4-FFF2-40B4-BE49-F238E27FC236}">
                <a16:creationId xmlns:a16="http://schemas.microsoft.com/office/drawing/2014/main" id="{68A56BF1-FB25-4E2B-BA8D-78D33708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916" y="2291525"/>
            <a:ext cx="1568863" cy="294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58" name="text-1081">
            <a:extLst xmlns:a="http://schemas.openxmlformats.org/drawingml/2006/main">
              <a:ext uri="{FF2B5EF4-FFF2-40B4-BE49-F238E27FC236}">
                <a16:creationId xmlns:a16="http://schemas.microsoft.com/office/drawing/2014/main" id="{D30F76CE-92CF-469B-9705-57E08494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919" y="2300192"/>
            <a:ext cx="1516856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92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clkconverter</a:t>
            </a:r>
          </a:p>
        </p:txBody>
      </p:sp>
      <p:sp>
        <p:nvSpPr>
          <p:cNvPr id="59" name="block-1082">
            <a:extLst xmlns:a="http://schemas.openxmlformats.org/drawingml/2006/main">
              <a:ext uri="{FF2B5EF4-FFF2-40B4-BE49-F238E27FC236}">
                <a16:creationId xmlns:a16="http://schemas.microsoft.com/office/drawing/2014/main" id="{B76A4E27-263D-408E-8573-659F5AC6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916" y="2724912"/>
            <a:ext cx="1568863" cy="294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60" name="text-1083">
            <a:extLst xmlns:a="http://schemas.openxmlformats.org/drawingml/2006/main">
              <a:ext uri="{FF2B5EF4-FFF2-40B4-BE49-F238E27FC236}">
                <a16:creationId xmlns:a16="http://schemas.microsoft.com/office/drawing/2014/main" id="{744263FD-CB61-4E6F-8549-62A631E8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919" y="2733580"/>
            <a:ext cx="1516856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2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2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AXI shared fabric</a:t>
            </a:r>
          </a:p>
        </p:txBody>
      </p:sp>
      <p:sp>
        <p:nvSpPr>
          <p:cNvPr id="61" name="block-1084">
            <a:extLst xmlns:a="http://schemas.openxmlformats.org/drawingml/2006/main">
              <a:ext uri="{FF2B5EF4-FFF2-40B4-BE49-F238E27FC236}">
                <a16:creationId xmlns:a16="http://schemas.microsoft.com/office/drawing/2014/main" id="{84CBF108-6CF5-43B4-B523-86F81FAC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916" y="3158300"/>
            <a:ext cx="1568863" cy="294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62" name="text-1085">
            <a:extLst xmlns:a="http://schemas.openxmlformats.org/drawingml/2006/main">
              <a:ext uri="{FF2B5EF4-FFF2-40B4-BE49-F238E27FC236}">
                <a16:creationId xmlns:a16="http://schemas.microsoft.com/office/drawing/2014/main" id="{33CD4E1D-4BE1-401A-8DD3-6F5C96FB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919" y="3166967"/>
            <a:ext cx="1516856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09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092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ddr3 / MIG</a:t>
            </a:r>
          </a:p>
        </p:txBody>
      </p:sp>
      <p:sp>
        <p:nvSpPr>
          <p:cNvPr id="63" name="wire-1086">
            <a:extLst xmlns:a="http://schemas.openxmlformats.org/drawingml/2006/main">
              <a:ext uri="{FF2B5EF4-FFF2-40B4-BE49-F238E27FC236}">
                <a16:creationId xmlns:a16="http://schemas.microsoft.com/office/drawing/2014/main" id="{80430D3D-EDBE-4753-81BB-48E1B01B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2161508"/>
            <a:ext cx="9525" cy="130016"/>
          </a:xfrm>
          <a:custGeom xmlns:a="http://schemas.openxmlformats.org/drawingml/2006/main">
            <a:pathLst>
              <a:path w="9525" h="130016">
                <a:moveTo>
                  <a:pt x="0" y="0"/>
                </a:moveTo>
                <a:lnTo>
                  <a:pt x="0" y="130016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64" name="circuit-1087">
            <a:extLst xmlns:a="http://schemas.openxmlformats.org/drawingml/2006/main">
              <a:ext uri="{FF2B5EF4-FFF2-40B4-BE49-F238E27FC236}">
                <a16:creationId xmlns:a16="http://schemas.microsoft.com/office/drawing/2014/main" id="{866B6EE5-B5BA-4B78-8BBC-130B57CF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811" y="2248186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65" name="wire-1088">
            <a:extLst xmlns:a="http://schemas.openxmlformats.org/drawingml/2006/main">
              <a:ext uri="{FF2B5EF4-FFF2-40B4-BE49-F238E27FC236}">
                <a16:creationId xmlns:a16="http://schemas.microsoft.com/office/drawing/2014/main" id="{288EEAC9-CE23-48BD-AF8C-EFCEDADF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2161508"/>
            <a:ext cx="9525" cy="130016"/>
          </a:xfrm>
          <a:custGeom xmlns:a="http://schemas.openxmlformats.org/drawingml/2006/main">
            <a:pathLst>
              <a:path w="9525" h="130016">
                <a:moveTo>
                  <a:pt x="0" y="13001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66" name="circuit-1089">
            <a:extLst xmlns:a="http://schemas.openxmlformats.org/drawingml/2006/main">
              <a:ext uri="{FF2B5EF4-FFF2-40B4-BE49-F238E27FC236}">
                <a16:creationId xmlns:a16="http://schemas.microsoft.com/office/drawing/2014/main" id="{FB626390-1115-4BB9-A8D5-F4746A64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811" y="2161508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67" name="wire-1090">
            <a:extLst xmlns:a="http://schemas.openxmlformats.org/drawingml/2006/main">
              <a:ext uri="{FF2B5EF4-FFF2-40B4-BE49-F238E27FC236}">
                <a16:creationId xmlns:a16="http://schemas.microsoft.com/office/drawing/2014/main" id="{C984E225-8DD6-4DD1-9E06-F4E4EF1D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2586228"/>
            <a:ext cx="9525" cy="138684"/>
          </a:xfrm>
          <a:custGeom xmlns:a="http://schemas.openxmlformats.org/drawingml/2006/main">
            <a:pathLst>
              <a:path w="9525" h="138684">
                <a:moveTo>
                  <a:pt x="0" y="0"/>
                </a:moveTo>
                <a:lnTo>
                  <a:pt x="0" y="138684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68" name="circuit-1091">
            <a:extLst xmlns:a="http://schemas.openxmlformats.org/drawingml/2006/main">
              <a:ext uri="{FF2B5EF4-FFF2-40B4-BE49-F238E27FC236}">
                <a16:creationId xmlns:a16="http://schemas.microsoft.com/office/drawing/2014/main" id="{510BFDB5-918B-499D-A6F2-193AA41D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811" y="2681573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69" name="wire-1092">
            <a:extLst xmlns:a="http://schemas.openxmlformats.org/drawingml/2006/main">
              <a:ext uri="{FF2B5EF4-FFF2-40B4-BE49-F238E27FC236}">
                <a16:creationId xmlns:a16="http://schemas.microsoft.com/office/drawing/2014/main" id="{0F2C4AD2-C45F-48C0-A0DF-1C7532E6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2586228"/>
            <a:ext cx="9525" cy="138684"/>
          </a:xfrm>
          <a:custGeom xmlns:a="http://schemas.openxmlformats.org/drawingml/2006/main">
            <a:pathLst>
              <a:path w="9525" h="138684">
                <a:moveTo>
                  <a:pt x="0" y="13868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0" name="circuit-1093">
            <a:extLst xmlns:a="http://schemas.openxmlformats.org/drawingml/2006/main">
              <a:ext uri="{FF2B5EF4-FFF2-40B4-BE49-F238E27FC236}">
                <a16:creationId xmlns:a16="http://schemas.microsoft.com/office/drawing/2014/main" id="{79C0DA1C-7AC9-4B37-9B72-04F6F6A0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811" y="2586228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71" name="wire-1094">
            <a:extLst xmlns:a="http://schemas.openxmlformats.org/drawingml/2006/main">
              <a:ext uri="{FF2B5EF4-FFF2-40B4-BE49-F238E27FC236}">
                <a16:creationId xmlns:a16="http://schemas.microsoft.com/office/drawing/2014/main" id="{369E4E8E-7826-430E-A664-0F4888DD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3019616"/>
            <a:ext cx="9525" cy="138684"/>
          </a:xfrm>
          <a:custGeom xmlns:a="http://schemas.openxmlformats.org/drawingml/2006/main">
            <a:pathLst>
              <a:path w="9525" h="138684">
                <a:moveTo>
                  <a:pt x="0" y="0"/>
                </a:moveTo>
                <a:lnTo>
                  <a:pt x="0" y="138684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2" name="circuit-1095">
            <a:extLst xmlns:a="http://schemas.openxmlformats.org/drawingml/2006/main">
              <a:ext uri="{FF2B5EF4-FFF2-40B4-BE49-F238E27FC236}">
                <a16:creationId xmlns:a16="http://schemas.microsoft.com/office/drawing/2014/main" id="{ADF2552A-2F75-4D6D-9C1C-2CD75290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811" y="311496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73" name="wire-1096">
            <a:extLst xmlns:a="http://schemas.openxmlformats.org/drawingml/2006/main">
              <a:ext uri="{FF2B5EF4-FFF2-40B4-BE49-F238E27FC236}">
                <a16:creationId xmlns:a16="http://schemas.microsoft.com/office/drawing/2014/main" id="{9085B159-C0FD-4CF8-B56F-2F755E99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3019616"/>
            <a:ext cx="9525" cy="138684"/>
          </a:xfrm>
          <a:custGeom xmlns:a="http://schemas.openxmlformats.org/drawingml/2006/main">
            <a:pathLst>
              <a:path w="9525" h="138684">
                <a:moveTo>
                  <a:pt x="0" y="13868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4" name="circuit-1097">
            <a:extLst xmlns:a="http://schemas.openxmlformats.org/drawingml/2006/main">
              <a:ext uri="{FF2B5EF4-FFF2-40B4-BE49-F238E27FC236}">
                <a16:creationId xmlns:a16="http://schemas.microsoft.com/office/drawing/2014/main" id="{BE85C0A5-09B0-4A4D-B5FF-24D6907C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811" y="3019616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75" name="wire-1098">
            <a:extLst xmlns:a="http://schemas.openxmlformats.org/drawingml/2006/main">
              <a:ext uri="{FF2B5EF4-FFF2-40B4-BE49-F238E27FC236}">
                <a16:creationId xmlns:a16="http://schemas.microsoft.com/office/drawing/2014/main" id="{DE3E50C6-FDB0-4C5A-939E-3E5E108E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6778" y="3305651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6" name="wire-1099">
            <a:extLst xmlns:a="http://schemas.openxmlformats.org/drawingml/2006/main">
              <a:ext uri="{FF2B5EF4-FFF2-40B4-BE49-F238E27FC236}">
                <a16:creationId xmlns:a16="http://schemas.microsoft.com/office/drawing/2014/main" id="{6C5575E6-08A8-457C-9030-E8A1B32F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120" y="1468088"/>
            <a:ext cx="9525" cy="1837563"/>
          </a:xfrm>
          <a:custGeom xmlns:a="http://schemas.openxmlformats.org/drawingml/2006/main">
            <a:pathLst>
              <a:path w="9525" h="1837563">
                <a:moveTo>
                  <a:pt x="0" y="183756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7" name="wire-1100">
            <a:extLst xmlns:a="http://schemas.openxmlformats.org/drawingml/2006/main">
              <a:ext uri="{FF2B5EF4-FFF2-40B4-BE49-F238E27FC236}">
                <a16:creationId xmlns:a16="http://schemas.microsoft.com/office/drawing/2014/main" id="{852D7FEB-FEE3-49A0-BF76-93FA9333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528" y="1468088"/>
            <a:ext cx="2071592" cy="9525"/>
          </a:xfrm>
          <a:custGeom xmlns:a="http://schemas.openxmlformats.org/drawingml/2006/main">
            <a:pathLst>
              <a:path w="2071592" h="9525">
                <a:moveTo>
                  <a:pt x="207159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8" name="wire-1101">
            <a:extLst xmlns:a="http://schemas.openxmlformats.org/drawingml/2006/main">
              <a:ext uri="{FF2B5EF4-FFF2-40B4-BE49-F238E27FC236}">
                <a16:creationId xmlns:a16="http://schemas.microsoft.com/office/drawing/2014/main" id="{9C494F82-05BA-4D26-BF08-B28B0617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528" y="1407414"/>
            <a:ext cx="9525" cy="60674"/>
          </a:xfrm>
          <a:custGeom xmlns:a="http://schemas.openxmlformats.org/drawingml/2006/main">
            <a:pathLst>
              <a:path w="9525" h="60674">
                <a:moveTo>
                  <a:pt x="0" y="606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79" name="circuit-1102">
            <a:extLst xmlns:a="http://schemas.openxmlformats.org/drawingml/2006/main">
              <a:ext uri="{FF2B5EF4-FFF2-40B4-BE49-F238E27FC236}">
                <a16:creationId xmlns:a16="http://schemas.microsoft.com/office/drawing/2014/main" id="{5ECD5CF8-6A32-4AFD-B9AA-F5A85A60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326" y="1407414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80" name="wire-1103">
            <a:extLst xmlns:a="http://schemas.openxmlformats.org/drawingml/2006/main">
              <a:ext uri="{FF2B5EF4-FFF2-40B4-BE49-F238E27FC236}">
                <a16:creationId xmlns:a16="http://schemas.microsoft.com/office/drawing/2014/main" id="{4BE907F5-869B-4F23-B44F-05EA1C63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6778" y="3305651"/>
            <a:ext cx="69342" cy="9525"/>
          </a:xfrm>
          <a:custGeom xmlns:a="http://schemas.openxmlformats.org/drawingml/2006/main">
            <a:pathLst>
              <a:path w="69342" h="9525">
                <a:moveTo>
                  <a:pt x="6934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81" name="circuit-1104">
            <a:extLst xmlns:a="http://schemas.openxmlformats.org/drawingml/2006/main">
              <a:ext uri="{FF2B5EF4-FFF2-40B4-BE49-F238E27FC236}">
                <a16:creationId xmlns:a16="http://schemas.microsoft.com/office/drawing/2014/main" id="{71D9B9F6-4147-4030-9741-8D8A9E5F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6778" y="3287449"/>
            <a:ext cx="43339" cy="36405"/>
          </a:xfrm>
          <a:custGeom xmlns:a="http://schemas.openxmlformats.org/drawingml/2006/main">
            <a:pathLst>
              <a:path w="43339" h="36405">
                <a:moveTo>
                  <a:pt x="0" y="18202"/>
                </a:moveTo>
                <a:lnTo>
                  <a:pt x="43339" y="36405"/>
                </a:lnTo>
                <a:lnTo>
                  <a:pt x="43339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82" name="block-1105">
            <a:extLst xmlns:a="http://schemas.openxmlformats.org/drawingml/2006/main">
              <a:ext uri="{FF2B5EF4-FFF2-40B4-BE49-F238E27FC236}">
                <a16:creationId xmlns:a16="http://schemas.microsoft.com/office/drawing/2014/main" id="{902A7045-2341-40E6-826E-441339BE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947" y="3175635"/>
            <a:ext cx="7341584" cy="27823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83" name="text-1106">
            <a:extLst xmlns:a="http://schemas.openxmlformats.org/drawingml/2006/main">
              <a:ext uri="{FF2B5EF4-FFF2-40B4-BE49-F238E27FC236}">
                <a16:creationId xmlns:a16="http://schemas.microsoft.com/office/drawing/2014/main" id="{FD3AF358-FA0B-47C9-90B7-4687F04D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25" y="3184303"/>
            <a:ext cx="2687003" cy="208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65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365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wallypipelinedcore</a:t>
            </a:r>
          </a:p>
        </p:txBody>
      </p:sp>
      <p:sp>
        <p:nvSpPr>
          <p:cNvPr id="84" name="text-1107">
            <a:extLst xmlns:a="http://schemas.openxmlformats.org/drawingml/2006/main">
              <a:ext uri="{FF2B5EF4-FFF2-40B4-BE49-F238E27FC236}">
                <a16:creationId xmlns:a16="http://schemas.microsoft.com/office/drawing/2014/main" id="{54052C89-0A5A-4D6B-9928-0EC2E5C2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318" y="3201638"/>
            <a:ext cx="953453" cy="190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6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16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20 MHz</a:t>
            </a:r>
          </a:p>
        </p:txBody>
      </p:sp>
      <p:sp>
        <p:nvSpPr>
          <p:cNvPr id="85" name="block-1108">
            <a:extLst xmlns:a="http://schemas.openxmlformats.org/drawingml/2006/main">
              <a:ext uri="{FF2B5EF4-FFF2-40B4-BE49-F238E27FC236}">
                <a16:creationId xmlns:a16="http://schemas.microsoft.com/office/drawing/2014/main" id="{68210B21-B07E-440E-A824-1B8724DF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0401" y="3244977"/>
            <a:ext cx="901446" cy="251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86" name="wire-1109">
            <a:extLst xmlns:a="http://schemas.openxmlformats.org/drawingml/2006/main">
              <a:ext uri="{FF2B5EF4-FFF2-40B4-BE49-F238E27FC236}">
                <a16:creationId xmlns:a16="http://schemas.microsoft.com/office/drawing/2014/main" id="{17F50D0B-3BAA-4AC6-A7E2-D5B3FF45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2457" y="3149632"/>
            <a:ext cx="9525" cy="95345"/>
          </a:xfrm>
          <a:custGeom xmlns:a="http://schemas.openxmlformats.org/drawingml/2006/main">
            <a:pathLst>
              <a:path w="9525" h="95345">
                <a:moveTo>
                  <a:pt x="0" y="9534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87" name="wire-1110">
            <a:extLst xmlns:a="http://schemas.openxmlformats.org/drawingml/2006/main">
              <a:ext uri="{FF2B5EF4-FFF2-40B4-BE49-F238E27FC236}">
                <a16:creationId xmlns:a16="http://schemas.microsoft.com/office/drawing/2014/main" id="{270F61EA-6C2D-4327-98BE-7C3E40A2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364" y="3149632"/>
            <a:ext cx="6076093" cy="9525"/>
          </a:xfrm>
          <a:custGeom xmlns:a="http://schemas.openxmlformats.org/drawingml/2006/main">
            <a:pathLst>
              <a:path w="6076093" h="9525">
                <a:moveTo>
                  <a:pt x="607609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88" name="wire-1111">
            <a:extLst xmlns:a="http://schemas.openxmlformats.org/drawingml/2006/main">
              <a:ext uri="{FF2B5EF4-FFF2-40B4-BE49-F238E27FC236}">
                <a16:creationId xmlns:a16="http://schemas.microsoft.com/office/drawing/2014/main" id="{724B0A24-9CA5-4A14-92FF-F635E85F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364" y="2690241"/>
            <a:ext cx="9525" cy="459391"/>
          </a:xfrm>
          <a:custGeom xmlns:a="http://schemas.openxmlformats.org/drawingml/2006/main">
            <a:pathLst>
              <a:path w="9525" h="459391">
                <a:moveTo>
                  <a:pt x="0" y="45939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89" name="circuit-1112">
            <a:extLst xmlns:a="http://schemas.openxmlformats.org/drawingml/2006/main">
              <a:ext uri="{FF2B5EF4-FFF2-40B4-BE49-F238E27FC236}">
                <a16:creationId xmlns:a16="http://schemas.microsoft.com/office/drawing/2014/main" id="{D211361B-CEE3-4A79-9ADF-9A195B77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161" y="269024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90" name="wire-1113">
            <a:extLst xmlns:a="http://schemas.openxmlformats.org/drawingml/2006/main">
              <a:ext uri="{FF2B5EF4-FFF2-40B4-BE49-F238E27FC236}">
                <a16:creationId xmlns:a16="http://schemas.microsoft.com/office/drawing/2014/main" id="{4FB17743-D173-4CCB-A4F9-2257E963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2457" y="3149632"/>
            <a:ext cx="9525" cy="95345"/>
          </a:xfrm>
          <a:custGeom xmlns:a="http://schemas.openxmlformats.org/drawingml/2006/main">
            <a:pathLst>
              <a:path w="9525" h="95345">
                <a:moveTo>
                  <a:pt x="0" y="0"/>
                </a:moveTo>
                <a:lnTo>
                  <a:pt x="0" y="95345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91" name="circuit-1114">
            <a:extLst xmlns:a="http://schemas.openxmlformats.org/drawingml/2006/main">
              <a:ext uri="{FF2B5EF4-FFF2-40B4-BE49-F238E27FC236}">
                <a16:creationId xmlns:a16="http://schemas.microsoft.com/office/drawing/2014/main" id="{1466A596-2BB4-4B65-A815-A5617B55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254" y="3201638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92" name="text-1115">
            <a:extLst xmlns:a="http://schemas.openxmlformats.org/drawingml/2006/main">
              <a:ext uri="{FF2B5EF4-FFF2-40B4-BE49-F238E27FC236}">
                <a16:creationId xmlns:a16="http://schemas.microsoft.com/office/drawing/2014/main" id="{C7F6CE20-FB0F-4E70-B24A-D348F500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017" y="3279648"/>
            <a:ext cx="416052" cy="173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56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956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AHB</a:t>
            </a:r>
          </a:p>
        </p:txBody>
      </p:sp>
      <p:sp>
        <p:nvSpPr>
          <p:cNvPr id="93" name="block-1116">
            <a:extLst xmlns:a="http://schemas.openxmlformats.org/drawingml/2006/main">
              <a:ext uri="{FF2B5EF4-FFF2-40B4-BE49-F238E27FC236}">
                <a16:creationId xmlns:a16="http://schemas.microsoft.com/office/drawing/2014/main" id="{D81818CC-CBA7-4490-BAE7-C6B9039B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292" y="3496342"/>
            <a:ext cx="1178814" cy="2132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4" name="block-1117">
            <a:extLst xmlns:a="http://schemas.openxmlformats.org/drawingml/2006/main">
              <a:ext uri="{FF2B5EF4-FFF2-40B4-BE49-F238E27FC236}">
                <a16:creationId xmlns:a16="http://schemas.microsoft.com/office/drawing/2014/main" id="{A2CB1CEE-822A-48B0-8EB6-6AC9FE56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1116" y="3496342"/>
            <a:ext cx="3033713" cy="2132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5" name="block-1118">
            <a:extLst xmlns:a="http://schemas.openxmlformats.org/drawingml/2006/main">
              <a:ext uri="{FF2B5EF4-FFF2-40B4-BE49-F238E27FC236}">
                <a16:creationId xmlns:a16="http://schemas.microsoft.com/office/drawing/2014/main" id="{BB6344F7-EA34-4BBE-9CB0-1DA61D73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180" y="3496342"/>
            <a:ext cx="2062925" cy="2132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6" name="block-1119">
            <a:extLst xmlns:a="http://schemas.openxmlformats.org/drawingml/2006/main">
              <a:ext uri="{FF2B5EF4-FFF2-40B4-BE49-F238E27FC236}">
                <a16:creationId xmlns:a16="http://schemas.microsoft.com/office/drawing/2014/main" id="{7E1BB275-A171-439F-B2D8-831A2F94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96342"/>
            <a:ext cx="554736" cy="2132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0">
            <a:noFill/>
          </a:ln>
        </p:spPr>
      </p:sp>
      <p:sp>
        <p:nvSpPr>
          <p:cNvPr id="97" name="text-1120">
            <a:extLst xmlns:a="http://schemas.openxmlformats.org/drawingml/2006/main">
              <a:ext uri="{FF2B5EF4-FFF2-40B4-BE49-F238E27FC236}">
                <a16:creationId xmlns:a16="http://schemas.microsoft.com/office/drawing/2014/main" id="{424D4E6C-733A-422C-930F-301C5CAB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631" y="3522345"/>
            <a:ext cx="780098" cy="208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2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ifu</a:t>
            </a:r>
          </a:p>
        </p:txBody>
      </p:sp>
      <p:sp>
        <p:nvSpPr>
          <p:cNvPr id="98" name="text-1121">
            <a:extLst xmlns:a="http://schemas.openxmlformats.org/drawingml/2006/main">
              <a:ext uri="{FF2B5EF4-FFF2-40B4-BE49-F238E27FC236}">
                <a16:creationId xmlns:a16="http://schemas.microsoft.com/office/drawing/2014/main" id="{9B856D8A-0A28-4C56-9D8F-72BF8820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123" y="3522345"/>
            <a:ext cx="2002250" cy="208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2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ieu / datapath</a:t>
            </a:r>
          </a:p>
        </p:txBody>
      </p:sp>
      <p:sp>
        <p:nvSpPr>
          <p:cNvPr id="99" name="text-1122">
            <a:extLst xmlns:a="http://schemas.openxmlformats.org/drawingml/2006/main">
              <a:ext uri="{FF2B5EF4-FFF2-40B4-BE49-F238E27FC236}">
                <a16:creationId xmlns:a16="http://schemas.microsoft.com/office/drawing/2014/main" id="{D8EAACCC-5C2A-4338-AB64-8D82DDA6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187" y="3522345"/>
            <a:ext cx="780098" cy="208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2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122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lsu</a:t>
            </a:r>
          </a:p>
        </p:txBody>
      </p:sp>
      <p:sp>
        <p:nvSpPr>
          <p:cNvPr id="100" name="block-1123">
            <a:extLst xmlns:a="http://schemas.openxmlformats.org/drawingml/2006/main">
              <a:ext uri="{FF2B5EF4-FFF2-40B4-BE49-F238E27FC236}">
                <a16:creationId xmlns:a16="http://schemas.microsoft.com/office/drawing/2014/main" id="{D063ED25-5F18-48F9-9E08-B8A5058A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667" y="4259104"/>
            <a:ext cx="104013" cy="3727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01" name="circuit-1124">
            <a:extLst xmlns:a="http://schemas.openxmlformats.org/drawingml/2006/main">
              <a:ext uri="{FF2B5EF4-FFF2-40B4-BE49-F238E27FC236}">
                <a16:creationId xmlns:a16="http://schemas.microsoft.com/office/drawing/2014/main" id="{BF7DBADC-5496-4BEA-830D-8EE9B3A9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02" y="4259104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02" name="wire-1125">
            <a:extLst xmlns:a="http://schemas.openxmlformats.org/drawingml/2006/main">
              <a:ext uri="{FF2B5EF4-FFF2-40B4-BE49-F238E27FC236}">
                <a16:creationId xmlns:a16="http://schemas.microsoft.com/office/drawing/2014/main" id="{981F4642-A433-47E0-85C5-16E3F6CC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673" y="4207097"/>
            <a:ext cx="9525" cy="52007"/>
          </a:xfrm>
          <a:custGeom xmlns:a="http://schemas.openxmlformats.org/drawingml/2006/main">
            <a:pathLst>
              <a:path w="9525" h="52007">
                <a:moveTo>
                  <a:pt x="0" y="0"/>
                </a:moveTo>
                <a:lnTo>
                  <a:pt x="0" y="52007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03" name="text-1126">
            <a:extLst xmlns:a="http://schemas.openxmlformats.org/drawingml/2006/main">
              <a:ext uri="{FF2B5EF4-FFF2-40B4-BE49-F238E27FC236}">
                <a16:creationId xmlns:a16="http://schemas.microsoft.com/office/drawing/2014/main" id="{EFB7E9D7-E88D-4A48-9851-7E6ADAF5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328" y="4085749"/>
            <a:ext cx="303371" cy="164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87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87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PC</a:t>
            </a:r>
          </a:p>
        </p:txBody>
      </p:sp>
      <p:sp>
        <p:nvSpPr>
          <p:cNvPr id="104" name="block-1127">
            <a:extLst xmlns:a="http://schemas.openxmlformats.org/drawingml/2006/main">
              <a:ext uri="{FF2B5EF4-FFF2-40B4-BE49-F238E27FC236}">
                <a16:creationId xmlns:a16="http://schemas.microsoft.com/office/drawing/2014/main" id="{94381138-5831-42C9-8160-40D81242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038" y="3938397"/>
            <a:ext cx="476726" cy="251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05" name="block-1128">
            <a:extLst xmlns:a="http://schemas.openxmlformats.org/drawingml/2006/main">
              <a:ext uri="{FF2B5EF4-FFF2-40B4-BE49-F238E27FC236}">
                <a16:creationId xmlns:a16="http://schemas.microsoft.com/office/drawing/2014/main" id="{0085103B-39B0-4DC8-A51D-9ECF3024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370" y="4345781"/>
            <a:ext cx="494062" cy="3467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06" name="block-1129">
            <a:extLst xmlns:a="http://schemas.openxmlformats.org/drawingml/2006/main">
              <a:ext uri="{FF2B5EF4-FFF2-40B4-BE49-F238E27FC236}">
                <a16:creationId xmlns:a16="http://schemas.microsoft.com/office/drawing/2014/main" id="{1383A2FB-FB3D-4DE7-BA06-4C25AFFA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038" y="4952524"/>
            <a:ext cx="468059" cy="2340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07" name="text-1130">
            <a:extLst xmlns:a="http://schemas.openxmlformats.org/drawingml/2006/main">
              <a:ext uri="{FF2B5EF4-FFF2-40B4-BE49-F238E27FC236}">
                <a16:creationId xmlns:a16="http://schemas.microsoft.com/office/drawing/2014/main" id="{7E5A5386-CFC1-4A81-9CE7-0D6D5103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41" y="4961192"/>
            <a:ext cx="416052" cy="2166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19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bus I/F</a:t>
            </a:r>
          </a:p>
        </p:txBody>
      </p:sp>
      <p:sp>
        <p:nvSpPr>
          <p:cNvPr id="108" name="wire-1131">
            <a:extLst xmlns:a="http://schemas.openxmlformats.org/drawingml/2006/main">
              <a:ext uri="{FF2B5EF4-FFF2-40B4-BE49-F238E27FC236}">
                <a16:creationId xmlns:a16="http://schemas.microsoft.com/office/drawing/2014/main" id="{489BFA6A-B7E6-44EF-9DC9-814FB411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680" y="4441127"/>
            <a:ext cx="95345" cy="9525"/>
          </a:xfrm>
          <a:custGeom xmlns:a="http://schemas.openxmlformats.org/drawingml/2006/main">
            <a:pathLst>
              <a:path w="95345" h="9525">
                <a:moveTo>
                  <a:pt x="0" y="0"/>
                </a:moveTo>
                <a:lnTo>
                  <a:pt x="953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231F20"/>
            </a:solidFill>
          </a:ln>
        </p:spPr>
      </p:sp>
      <p:sp>
        <p:nvSpPr>
          <p:cNvPr id="109" name="wire-1132">
            <a:extLst xmlns:a="http://schemas.openxmlformats.org/drawingml/2006/main">
              <a:ext uri="{FF2B5EF4-FFF2-40B4-BE49-F238E27FC236}">
                <a16:creationId xmlns:a16="http://schemas.microsoft.com/office/drawing/2014/main" id="{D292D0CD-8EB8-40CC-8C19-E8115BF5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068413"/>
            <a:ext cx="9525" cy="372713"/>
          </a:xfrm>
          <a:custGeom xmlns:a="http://schemas.openxmlformats.org/drawingml/2006/main">
            <a:pathLst>
              <a:path w="9525" h="372713">
                <a:moveTo>
                  <a:pt x="0" y="37271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231F20"/>
            </a:solidFill>
          </a:ln>
        </p:spPr>
      </p:sp>
      <p:sp>
        <p:nvSpPr>
          <p:cNvPr id="110" name="wire-1133">
            <a:extLst xmlns:a="http://schemas.openxmlformats.org/drawingml/2006/main">
              <a:ext uri="{FF2B5EF4-FFF2-40B4-BE49-F238E27FC236}">
                <a16:creationId xmlns:a16="http://schemas.microsoft.com/office/drawing/2014/main" id="{78C035ED-DAE9-4BE4-819D-06F95FC1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068413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231F20"/>
            </a:solidFill>
          </a:ln>
        </p:spPr>
      </p:sp>
      <p:sp>
        <p:nvSpPr>
          <p:cNvPr id="111" name="circuit-1134">
            <a:extLst xmlns:a="http://schemas.openxmlformats.org/drawingml/2006/main">
              <a:ext uri="{FF2B5EF4-FFF2-40B4-BE49-F238E27FC236}">
                <a16:creationId xmlns:a16="http://schemas.microsoft.com/office/drawing/2014/main" id="{6AE95724-2797-4406-9177-147024A1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99" y="4050211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12" name="wire-1135">
            <a:extLst xmlns:a="http://schemas.openxmlformats.org/drawingml/2006/main">
              <a:ext uri="{FF2B5EF4-FFF2-40B4-BE49-F238E27FC236}">
                <a16:creationId xmlns:a16="http://schemas.microsoft.com/office/drawing/2014/main" id="{E1CFEB3A-6700-43C9-9A5F-CE4E7E37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189762"/>
            <a:ext cx="9525" cy="156019"/>
          </a:xfrm>
          <a:custGeom xmlns:a="http://schemas.openxmlformats.org/drawingml/2006/main">
            <a:pathLst>
              <a:path w="9525" h="156019">
                <a:moveTo>
                  <a:pt x="0" y="0"/>
                </a:moveTo>
                <a:lnTo>
                  <a:pt x="0" y="156019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231F20"/>
            </a:solidFill>
          </a:ln>
        </p:spPr>
      </p:sp>
      <p:sp>
        <p:nvSpPr>
          <p:cNvPr id="113" name="circuit-1136">
            <a:extLst xmlns:a="http://schemas.openxmlformats.org/drawingml/2006/main">
              <a:ext uri="{FF2B5EF4-FFF2-40B4-BE49-F238E27FC236}">
                <a16:creationId xmlns:a16="http://schemas.microsoft.com/office/drawing/2014/main" id="{B2A3582C-FC9A-4996-9871-9D1D01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865" y="4302443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14" name="wire-1137">
            <a:extLst xmlns:a="http://schemas.openxmlformats.org/drawingml/2006/main">
              <a:ext uri="{FF2B5EF4-FFF2-40B4-BE49-F238E27FC236}">
                <a16:creationId xmlns:a16="http://schemas.microsoft.com/office/drawing/2014/main" id="{9501B35E-CD70-40A3-AA96-AE665F06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692491"/>
            <a:ext cx="9525" cy="260033"/>
          </a:xfrm>
          <a:custGeom xmlns:a="http://schemas.openxmlformats.org/drawingml/2006/main">
            <a:pathLst>
              <a:path w="9525" h="260033">
                <a:moveTo>
                  <a:pt x="0" y="0"/>
                </a:moveTo>
                <a:lnTo>
                  <a:pt x="0" y="260033"/>
                </a:lnTo>
              </a:path>
            </a:pathLst>
          </a:custGeom>
          <a:noFill xmlns:a="http://schemas.openxmlformats.org/drawingml/2006/main"/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115" name="circuit-1138">
            <a:extLst xmlns:a="http://schemas.openxmlformats.org/drawingml/2006/main">
              <a:ext uri="{FF2B5EF4-FFF2-40B4-BE49-F238E27FC236}">
                <a16:creationId xmlns:a16="http://schemas.microsoft.com/office/drawing/2014/main" id="{BB45106D-7D40-44C7-AA72-AD1F4EC2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865" y="4909185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16" name="wire-1139">
            <a:extLst xmlns:a="http://schemas.openxmlformats.org/drawingml/2006/main">
              <a:ext uri="{FF2B5EF4-FFF2-40B4-BE49-F238E27FC236}">
                <a16:creationId xmlns:a16="http://schemas.microsoft.com/office/drawing/2014/main" id="{8A8DD743-3B10-4883-BB8A-16D68962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692491"/>
            <a:ext cx="9525" cy="260033"/>
          </a:xfrm>
          <a:custGeom xmlns:a="http://schemas.openxmlformats.org/drawingml/2006/main">
            <a:pathLst>
              <a:path w="9525" h="260033">
                <a:moveTo>
                  <a:pt x="0" y="2600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117" name="circuit-1140">
            <a:extLst xmlns:a="http://schemas.openxmlformats.org/drawingml/2006/main">
              <a:ext uri="{FF2B5EF4-FFF2-40B4-BE49-F238E27FC236}">
                <a16:creationId xmlns:a16="http://schemas.microsoft.com/office/drawing/2014/main" id="{D21040BE-E0FD-404C-98B3-3BB428A4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865" y="469249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18" name="wire-1141">
            <a:extLst xmlns:a="http://schemas.openxmlformats.org/drawingml/2006/main">
              <a:ext uri="{FF2B5EF4-FFF2-40B4-BE49-F238E27FC236}">
                <a16:creationId xmlns:a16="http://schemas.microsoft.com/office/drawing/2014/main" id="{0D6D80C1-B23C-4951-A5CD-6E6AE629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097" y="5065205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119" name="wire-1142">
            <a:extLst xmlns:a="http://schemas.openxmlformats.org/drawingml/2006/main">
              <a:ext uri="{FF2B5EF4-FFF2-40B4-BE49-F238E27FC236}">
                <a16:creationId xmlns:a16="http://schemas.microsoft.com/office/drawing/2014/main" id="{BD6E1D85-FD6F-4AD7-BB79-45FB6BD4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8435" y="3427000"/>
            <a:ext cx="9525" cy="1638205"/>
          </a:xfrm>
          <a:custGeom xmlns:a="http://schemas.openxmlformats.org/drawingml/2006/main">
            <a:pathLst>
              <a:path w="9525" h="1638205">
                <a:moveTo>
                  <a:pt x="0" y="163820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120" name="wire-1143">
            <a:extLst xmlns:a="http://schemas.openxmlformats.org/drawingml/2006/main">
              <a:ext uri="{FF2B5EF4-FFF2-40B4-BE49-F238E27FC236}">
                <a16:creationId xmlns:a16="http://schemas.microsoft.com/office/drawing/2014/main" id="{5427938A-3AA4-460A-ADC5-AE69B2B4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8435" y="3427000"/>
            <a:ext cx="5165979" cy="9525"/>
          </a:xfrm>
          <a:custGeom xmlns:a="http://schemas.openxmlformats.org/drawingml/2006/main">
            <a:pathLst>
              <a:path w="5165979" h="9525">
                <a:moveTo>
                  <a:pt x="0" y="0"/>
                </a:moveTo>
                <a:lnTo>
                  <a:pt x="51659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121" name="circuit-1144">
            <a:extLst xmlns:a="http://schemas.openxmlformats.org/drawingml/2006/main">
              <a:ext uri="{FF2B5EF4-FFF2-40B4-BE49-F238E27FC236}">
                <a16:creationId xmlns:a16="http://schemas.microsoft.com/office/drawing/2014/main" id="{7532F644-2967-4ECF-B4C9-B078F4D0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1076" y="3408797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22" name="wire-1145">
            <a:extLst xmlns:a="http://schemas.openxmlformats.org/drawingml/2006/main">
              <a:ext uri="{FF2B5EF4-FFF2-40B4-BE49-F238E27FC236}">
                <a16:creationId xmlns:a16="http://schemas.microsoft.com/office/drawing/2014/main" id="{4CF0F9AC-6C70-444B-90C2-E98BE977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097" y="5065205"/>
            <a:ext cx="43339" cy="9525"/>
          </a:xfrm>
          <a:custGeom xmlns:a="http://schemas.openxmlformats.org/drawingml/2006/main">
            <a:pathLst>
              <a:path w="43339" h="9525">
                <a:moveTo>
                  <a:pt x="4333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123" name="circuit-1146">
            <a:extLst xmlns:a="http://schemas.openxmlformats.org/drawingml/2006/main">
              <a:ext uri="{FF2B5EF4-FFF2-40B4-BE49-F238E27FC236}">
                <a16:creationId xmlns:a16="http://schemas.microsoft.com/office/drawing/2014/main" id="{BFF04AB5-B7F8-422B-99C9-8BD974FC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097" y="5047002"/>
            <a:ext cx="43339" cy="36405"/>
          </a:xfrm>
          <a:custGeom xmlns:a="http://schemas.openxmlformats.org/drawingml/2006/main">
            <a:pathLst>
              <a:path w="43339" h="36405">
                <a:moveTo>
                  <a:pt x="0" y="18202"/>
                </a:moveTo>
                <a:lnTo>
                  <a:pt x="43339" y="36405"/>
                </a:lnTo>
                <a:lnTo>
                  <a:pt x="43339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24" name="block-1147">
            <a:extLst xmlns:a="http://schemas.openxmlformats.org/drawingml/2006/main">
              <a:ext uri="{FF2B5EF4-FFF2-40B4-BE49-F238E27FC236}">
                <a16:creationId xmlns:a16="http://schemas.microsoft.com/office/drawing/2014/main" id="{088D631B-6BB5-499A-BB69-33F06502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9" y="5247227"/>
            <a:ext cx="1057466" cy="3033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25" name="text-1148">
            <a:extLst xmlns:a="http://schemas.openxmlformats.org/drawingml/2006/main">
              <a:ext uri="{FF2B5EF4-FFF2-40B4-BE49-F238E27FC236}">
                <a16:creationId xmlns:a16="http://schemas.microsoft.com/office/drawing/2014/main" id="{E4DE16D5-E42E-4720-8233-DC284A55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02" y="5255895"/>
            <a:ext cx="1005459" cy="286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19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+2 / +4</a:t>
            </a:r>
          </a:p>
          <a:p xmlns:a="http://schemas.openxmlformats.org/drawingml/2006/main">
            <a: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19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branch / trap</a:t>
            </a:r>
          </a:p>
        </p:txBody>
      </p:sp>
      <p:sp>
        <p:nvSpPr>
          <p:cNvPr id="126" name="wire-1149">
            <a:extLst xmlns:a="http://schemas.openxmlformats.org/drawingml/2006/main">
              <a:ext uri="{FF2B5EF4-FFF2-40B4-BE49-F238E27FC236}">
                <a16:creationId xmlns:a16="http://schemas.microsoft.com/office/drawing/2014/main" id="{EE20DA0C-630E-4A9A-8B62-97EA74CB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680" y="4441127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27" name="wire-1150">
            <a:extLst xmlns:a="http://schemas.openxmlformats.org/drawingml/2006/main">
              <a:ext uri="{FF2B5EF4-FFF2-40B4-BE49-F238E27FC236}">
                <a16:creationId xmlns:a16="http://schemas.microsoft.com/office/drawing/2014/main" id="{B6FC30D1-6B0F-419C-BDC4-5C28F5A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686" y="4441127"/>
            <a:ext cx="9525" cy="719423"/>
          </a:xfrm>
          <a:custGeom xmlns:a="http://schemas.openxmlformats.org/drawingml/2006/main">
            <a:pathLst>
              <a:path w="9525" h="719423">
                <a:moveTo>
                  <a:pt x="0" y="0"/>
                </a:moveTo>
                <a:lnTo>
                  <a:pt x="0" y="719423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28" name="wire-1151">
            <a:extLst xmlns:a="http://schemas.openxmlformats.org/drawingml/2006/main">
              <a:ext uri="{FF2B5EF4-FFF2-40B4-BE49-F238E27FC236}">
                <a16:creationId xmlns:a16="http://schemas.microsoft.com/office/drawing/2014/main" id="{EDD47967-0821-4054-8B4B-6C3E42BF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351" y="5160550"/>
            <a:ext cx="17335" cy="9525"/>
          </a:xfrm>
          <a:custGeom xmlns:a="http://schemas.openxmlformats.org/drawingml/2006/main">
            <a:pathLst>
              <a:path w="17335" h="9525">
                <a:moveTo>
                  <a:pt x="1733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29" name="wire-1152">
            <a:extLst xmlns:a="http://schemas.openxmlformats.org/drawingml/2006/main">
              <a:ext uri="{FF2B5EF4-FFF2-40B4-BE49-F238E27FC236}">
                <a16:creationId xmlns:a16="http://schemas.microsoft.com/office/drawing/2014/main" id="{3AA6DA3B-49C8-48CC-A217-EF62ACBE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351" y="5160550"/>
            <a:ext cx="9525" cy="86678"/>
          </a:xfrm>
          <a:custGeom xmlns:a="http://schemas.openxmlformats.org/drawingml/2006/main">
            <a:pathLst>
              <a:path w="9525" h="86678">
                <a:moveTo>
                  <a:pt x="0" y="0"/>
                </a:moveTo>
                <a:lnTo>
                  <a:pt x="0" y="86678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30" name="circuit-1153">
            <a:extLst xmlns:a="http://schemas.openxmlformats.org/drawingml/2006/main">
              <a:ext uri="{FF2B5EF4-FFF2-40B4-BE49-F238E27FC236}">
                <a16:creationId xmlns:a16="http://schemas.microsoft.com/office/drawing/2014/main" id="{228D0047-F733-4DBE-A7B4-1C235D0A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48" y="5203889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31" name="wire-1154">
            <a:extLst xmlns:a="http://schemas.openxmlformats.org/drawingml/2006/main">
              <a:ext uri="{FF2B5EF4-FFF2-40B4-BE49-F238E27FC236}">
                <a16:creationId xmlns:a16="http://schemas.microsoft.com/office/drawing/2014/main" id="{5F5052E5-9C77-465E-B7C1-A188C7E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28" y="5394579"/>
            <a:ext cx="34671" cy="9525"/>
          </a:xfrm>
          <a:custGeom xmlns:a="http://schemas.openxmlformats.org/drawingml/2006/main">
            <a:pathLst>
              <a:path w="34671" h="9525">
                <a:moveTo>
                  <a:pt x="346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32" name="wire-1155">
            <a:extLst xmlns:a="http://schemas.openxmlformats.org/drawingml/2006/main">
              <a:ext uri="{FF2B5EF4-FFF2-40B4-BE49-F238E27FC236}">
                <a16:creationId xmlns:a16="http://schemas.microsoft.com/office/drawing/2014/main" id="{CF8CCF48-5EF4-4C97-B584-E6110CCB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28" y="4441127"/>
            <a:ext cx="9525" cy="953453"/>
          </a:xfrm>
          <a:custGeom xmlns:a="http://schemas.openxmlformats.org/drawingml/2006/main">
            <a:pathLst>
              <a:path w="9525" h="953453">
                <a:moveTo>
                  <a:pt x="0" y="95345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33" name="wire-1156">
            <a:extLst xmlns:a="http://schemas.openxmlformats.org/drawingml/2006/main">
              <a:ext uri="{FF2B5EF4-FFF2-40B4-BE49-F238E27FC236}">
                <a16:creationId xmlns:a16="http://schemas.microsoft.com/office/drawing/2014/main" id="{E1EF30E8-6046-4BCB-9C98-09264B77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28" y="4441127"/>
            <a:ext cx="312039" cy="9525"/>
          </a:xfrm>
          <a:custGeom xmlns:a="http://schemas.openxmlformats.org/drawingml/2006/main">
            <a:pathLst>
              <a:path w="312039" h="9525">
                <a:moveTo>
                  <a:pt x="0" y="0"/>
                </a:moveTo>
                <a:lnTo>
                  <a:pt x="3120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34" name="circuit-1157">
            <a:extLst xmlns:a="http://schemas.openxmlformats.org/drawingml/2006/main">
              <a:ext uri="{FF2B5EF4-FFF2-40B4-BE49-F238E27FC236}">
                <a16:creationId xmlns:a16="http://schemas.microsoft.com/office/drawing/2014/main" id="{BD18AFF5-C177-499C-B4C8-2DE7444E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328" y="442292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35" name="block-1158">
            <a:extLst xmlns:a="http://schemas.openxmlformats.org/drawingml/2006/main">
              <a:ext uri="{FF2B5EF4-FFF2-40B4-BE49-F238E27FC236}">
                <a16:creationId xmlns:a16="http://schemas.microsoft.com/office/drawing/2014/main" id="{86BE3907-DBF6-4A7D-80E7-841CD444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442" y="4285107"/>
            <a:ext cx="104013" cy="12134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36" name="circuit-1159">
            <a:extLst xmlns:a="http://schemas.openxmlformats.org/drawingml/2006/main">
              <a:ext uri="{FF2B5EF4-FFF2-40B4-BE49-F238E27FC236}">
                <a16:creationId xmlns:a16="http://schemas.microsoft.com/office/drawing/2014/main" id="{D9D56E1A-66E7-4495-926E-DC7288D9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7777" y="4285107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37" name="wire-1160">
            <a:extLst xmlns:a="http://schemas.openxmlformats.org/drawingml/2006/main">
              <a:ext uri="{FF2B5EF4-FFF2-40B4-BE49-F238E27FC236}">
                <a16:creationId xmlns:a16="http://schemas.microsoft.com/office/drawing/2014/main" id="{2333C844-68A2-4E45-8724-44F5133D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448" y="4233101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38" name="wire-1161">
            <a:extLst xmlns:a="http://schemas.openxmlformats.org/drawingml/2006/main">
              <a:ext uri="{FF2B5EF4-FFF2-40B4-BE49-F238E27FC236}">
                <a16:creationId xmlns:a16="http://schemas.microsoft.com/office/drawing/2014/main" id="{5FEE9EBC-D4AF-4B62-AB77-7AA50FA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432" y="4519136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139" name="wire-1162">
            <a:extLst xmlns:a="http://schemas.openxmlformats.org/drawingml/2006/main">
              <a:ext uri="{FF2B5EF4-FFF2-40B4-BE49-F238E27FC236}">
                <a16:creationId xmlns:a16="http://schemas.microsoft.com/office/drawing/2014/main" id="{8D0B0368-54BB-4C20-8C15-DDCDFDB3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455" y="4519136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0" name="wire-1163">
            <a:extLst xmlns:a="http://schemas.openxmlformats.org/drawingml/2006/main">
              <a:ext uri="{FF2B5EF4-FFF2-40B4-BE49-F238E27FC236}">
                <a16:creationId xmlns:a16="http://schemas.microsoft.com/office/drawing/2014/main" id="{03AA0D6E-FBEB-4501-BFFE-AEF24890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4441127"/>
            <a:ext cx="9525" cy="78010"/>
          </a:xfrm>
          <a:custGeom xmlns:a="http://schemas.openxmlformats.org/drawingml/2006/main">
            <a:pathLst>
              <a:path w="9525" h="78010">
                <a:moveTo>
                  <a:pt x="0" y="780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1" name="wire-1164">
            <a:extLst xmlns:a="http://schemas.openxmlformats.org/drawingml/2006/main">
              <a:ext uri="{FF2B5EF4-FFF2-40B4-BE49-F238E27FC236}">
                <a16:creationId xmlns:a16="http://schemas.microsoft.com/office/drawing/2014/main" id="{D7FD8555-BFCC-46C0-91ED-26242F0F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4441127"/>
            <a:ext cx="86678" cy="9525"/>
          </a:xfrm>
          <a:custGeom xmlns:a="http://schemas.openxmlformats.org/drawingml/2006/main">
            <a:pathLst>
              <a:path w="86678" h="9525">
                <a:moveTo>
                  <a:pt x="0" y="0"/>
                </a:moveTo>
                <a:lnTo>
                  <a:pt x="866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2" name="circuit-1165">
            <a:extLst xmlns:a="http://schemas.openxmlformats.org/drawingml/2006/main">
              <a:ext uri="{FF2B5EF4-FFF2-40B4-BE49-F238E27FC236}">
                <a16:creationId xmlns:a16="http://schemas.microsoft.com/office/drawing/2014/main" id="{7CD1A9F9-8A10-49AB-B12B-B018293A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132" y="442292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43" name="wire-1166">
            <a:extLst xmlns:a="http://schemas.openxmlformats.org/drawingml/2006/main">
              <a:ext uri="{FF2B5EF4-FFF2-40B4-BE49-F238E27FC236}">
                <a16:creationId xmlns:a16="http://schemas.microsoft.com/office/drawing/2014/main" id="{DFDAEB25-A42E-45FD-9C21-1BC3B6C3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4519136"/>
            <a:ext cx="9525" cy="95345"/>
          </a:xfrm>
          <a:custGeom xmlns:a="http://schemas.openxmlformats.org/drawingml/2006/main">
            <a:pathLst>
              <a:path w="9525" h="95345">
                <a:moveTo>
                  <a:pt x="0" y="0"/>
                </a:moveTo>
                <a:lnTo>
                  <a:pt x="0" y="95345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4" name="wire-1167">
            <a:extLst xmlns:a="http://schemas.openxmlformats.org/drawingml/2006/main">
              <a:ext uri="{FF2B5EF4-FFF2-40B4-BE49-F238E27FC236}">
                <a16:creationId xmlns:a16="http://schemas.microsoft.com/office/drawing/2014/main" id="{91530611-A0A1-41F0-A6F1-468AD0CE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4614482"/>
            <a:ext cx="86678" cy="9525"/>
          </a:xfrm>
          <a:custGeom xmlns:a="http://schemas.openxmlformats.org/drawingml/2006/main">
            <a:pathLst>
              <a:path w="86678" h="9525">
                <a:moveTo>
                  <a:pt x="0" y="0"/>
                </a:moveTo>
                <a:lnTo>
                  <a:pt x="866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5" name="circuit-1168">
            <a:extLst xmlns:a="http://schemas.openxmlformats.org/drawingml/2006/main">
              <a:ext uri="{FF2B5EF4-FFF2-40B4-BE49-F238E27FC236}">
                <a16:creationId xmlns:a16="http://schemas.microsoft.com/office/drawing/2014/main" id="{0A93B402-CA55-4B31-BC62-3C0ECD79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132" y="4596279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680C46F-76DD-4CF0-8BAC-61D5EFD1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792" y="4506135"/>
            <a:ext cx="26003" cy="26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147" name="wire-1169">
            <a:extLst xmlns:a="http://schemas.openxmlformats.org/drawingml/2006/main">
              <a:ext uri="{FF2B5EF4-FFF2-40B4-BE49-F238E27FC236}">
                <a16:creationId xmlns:a16="http://schemas.microsoft.com/office/drawing/2014/main" id="{E69A2A18-F24C-49C3-AB52-CFA3596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4614482"/>
            <a:ext cx="9525" cy="728091"/>
          </a:xfrm>
          <a:custGeom xmlns:a="http://schemas.openxmlformats.org/drawingml/2006/main">
            <a:pathLst>
              <a:path w="9525" h="728091">
                <a:moveTo>
                  <a:pt x="0" y="0"/>
                </a:moveTo>
                <a:lnTo>
                  <a:pt x="0" y="728091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8" name="wire-1170">
            <a:extLst xmlns:a="http://schemas.openxmlformats.org/drawingml/2006/main">
              <a:ext uri="{FF2B5EF4-FFF2-40B4-BE49-F238E27FC236}">
                <a16:creationId xmlns:a16="http://schemas.microsoft.com/office/drawing/2014/main" id="{688F0263-293D-4CC8-9248-BA8618C6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5342573"/>
            <a:ext cx="86678" cy="9525"/>
          </a:xfrm>
          <a:custGeom xmlns:a="http://schemas.openxmlformats.org/drawingml/2006/main">
            <a:pathLst>
              <a:path w="86678" h="9525">
                <a:moveTo>
                  <a:pt x="0" y="0"/>
                </a:moveTo>
                <a:lnTo>
                  <a:pt x="866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149" name="circuit-1171">
            <a:extLst xmlns:a="http://schemas.openxmlformats.org/drawingml/2006/main">
              <a:ext uri="{FF2B5EF4-FFF2-40B4-BE49-F238E27FC236}">
                <a16:creationId xmlns:a16="http://schemas.microsoft.com/office/drawing/2014/main" id="{E689F9F7-44AD-4D55-9903-E21D527F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132" y="5324370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A00B1BAB-236F-492D-9884-270309E6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792" y="4601480"/>
            <a:ext cx="26003" cy="26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151" name="wire-1172">
            <a:extLst xmlns:a="http://schemas.openxmlformats.org/drawingml/2006/main">
              <a:ext uri="{FF2B5EF4-FFF2-40B4-BE49-F238E27FC236}">
                <a16:creationId xmlns:a16="http://schemas.microsoft.com/office/drawing/2014/main" id="{9FBB25BE-FC64-4868-82C2-BB6EB14D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3912394"/>
            <a:ext cx="9525" cy="528733"/>
          </a:xfrm>
          <a:custGeom xmlns:a="http://schemas.openxmlformats.org/drawingml/2006/main">
            <a:pathLst>
              <a:path w="9525" h="528733">
                <a:moveTo>
                  <a:pt x="0" y="5287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52" name="wire-1173">
            <a:extLst xmlns:a="http://schemas.openxmlformats.org/drawingml/2006/main">
              <a:ext uri="{FF2B5EF4-FFF2-40B4-BE49-F238E27FC236}">
                <a16:creationId xmlns:a16="http://schemas.microsoft.com/office/drawing/2014/main" id="{B491603B-9185-4F5F-9CE5-54EDC607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794" y="3912394"/>
            <a:ext cx="95345" cy="9525"/>
          </a:xfrm>
          <a:custGeom xmlns:a="http://schemas.openxmlformats.org/drawingml/2006/main">
            <a:pathLst>
              <a:path w="95345" h="9525">
                <a:moveTo>
                  <a:pt x="0" y="0"/>
                </a:moveTo>
                <a:lnTo>
                  <a:pt x="953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231F20"/>
            </a:solidFill>
          </a:ln>
        </p:spPr>
      </p:sp>
      <p:sp>
        <p:nvSpPr>
          <p:cNvPr id="153" name="circuit-1174">
            <a:extLst xmlns:a="http://schemas.openxmlformats.org/drawingml/2006/main">
              <a:ext uri="{FF2B5EF4-FFF2-40B4-BE49-F238E27FC236}">
                <a16:creationId xmlns:a16="http://schemas.microsoft.com/office/drawing/2014/main" id="{1E6E64DC-AC49-4C92-B1B4-C139FE97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94191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FA4A7DA-D2AE-4D31-B606-81A2D840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792" y="4428125"/>
            <a:ext cx="26003" cy="26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155" name="block-1175">
            <a:extLst xmlns:a="http://schemas.openxmlformats.org/drawingml/2006/main">
              <a:ext uri="{FF2B5EF4-FFF2-40B4-BE49-F238E27FC236}">
                <a16:creationId xmlns:a16="http://schemas.microsoft.com/office/drawing/2014/main" id="{FD1DD181-DED1-4120-BDC2-6A3367AD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139" y="3782378"/>
            <a:ext cx="875443" cy="2947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56" name="text-1176">
            <a:extLst xmlns:a="http://schemas.openxmlformats.org/drawingml/2006/main">
              <a:ext uri="{FF2B5EF4-FFF2-40B4-BE49-F238E27FC236}">
                <a16:creationId xmlns:a16="http://schemas.microsoft.com/office/drawing/2014/main" id="{A352E2F0-1DCE-4EF7-8CFD-FFB390B8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3583019"/>
            <a:ext cx="1022795" cy="147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ResultSrcW</a:t>
            </a:r>
          </a:p>
        </p:txBody>
      </p:sp>
      <p:sp>
        <p:nvSpPr>
          <p:cNvPr id="157" name="wire-1177">
            <a:extLst xmlns:a="http://schemas.openxmlformats.org/drawingml/2006/main">
              <a:ext uri="{FF2B5EF4-FFF2-40B4-BE49-F238E27FC236}">
                <a16:creationId xmlns:a16="http://schemas.microsoft.com/office/drawing/2014/main" id="{0A0F0217-A9A7-4C60-ACFA-6D6D7899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3851720"/>
            <a:ext cx="95345" cy="9525"/>
          </a:xfrm>
          <a:custGeom xmlns:a="http://schemas.openxmlformats.org/drawingml/2006/main">
            <a:pathLst>
              <a:path w="95345" h="9525">
                <a:moveTo>
                  <a:pt x="0" y="0"/>
                </a:moveTo>
                <a:lnTo>
                  <a:pt x="953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58" name="wire-1178">
            <a:extLst xmlns:a="http://schemas.openxmlformats.org/drawingml/2006/main">
              <a:ext uri="{FF2B5EF4-FFF2-40B4-BE49-F238E27FC236}">
                <a16:creationId xmlns:a16="http://schemas.microsoft.com/office/drawing/2014/main" id="{8AB36904-5DB6-440D-98F8-E8F95743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3927" y="3756374"/>
            <a:ext cx="9525" cy="95345"/>
          </a:xfrm>
          <a:custGeom xmlns:a="http://schemas.openxmlformats.org/drawingml/2006/main">
            <a:pathLst>
              <a:path w="9525" h="95345">
                <a:moveTo>
                  <a:pt x="0" y="9534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59" name="wire-1179">
            <a:extLst xmlns:a="http://schemas.openxmlformats.org/drawingml/2006/main">
              <a:ext uri="{FF2B5EF4-FFF2-40B4-BE49-F238E27FC236}">
                <a16:creationId xmlns:a16="http://schemas.microsoft.com/office/drawing/2014/main" id="{F75B7D9B-2580-416F-AE8F-83FD7811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3927" y="3756374"/>
            <a:ext cx="4429220" cy="9525"/>
          </a:xfrm>
          <a:custGeom xmlns:a="http://schemas.openxmlformats.org/drawingml/2006/main">
            <a:pathLst>
              <a:path w="4429220" h="9525">
                <a:moveTo>
                  <a:pt x="0" y="0"/>
                </a:moveTo>
                <a:lnTo>
                  <a:pt x="44292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0" name="wire-1180">
            <a:extLst xmlns:a="http://schemas.openxmlformats.org/drawingml/2006/main">
              <a:ext uri="{FF2B5EF4-FFF2-40B4-BE49-F238E27FC236}">
                <a16:creationId xmlns:a16="http://schemas.microsoft.com/office/drawing/2014/main" id="{6F94D4B1-63DC-4AB6-9FA4-B05A4BA7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147" y="3756374"/>
            <a:ext cx="9525" cy="364046"/>
          </a:xfrm>
          <a:custGeom xmlns:a="http://schemas.openxmlformats.org/drawingml/2006/main">
            <a:pathLst>
              <a:path w="9525" h="364046">
                <a:moveTo>
                  <a:pt x="0" y="0"/>
                </a:moveTo>
                <a:lnTo>
                  <a:pt x="0" y="36404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1" name="circuit-1181">
            <a:extLst xmlns:a="http://schemas.openxmlformats.org/drawingml/2006/main">
              <a:ext uri="{FF2B5EF4-FFF2-40B4-BE49-F238E27FC236}">
                <a16:creationId xmlns:a16="http://schemas.microsoft.com/office/drawing/2014/main" id="{8E625A3B-AB56-43E3-9D9B-16FA95AD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945" y="407708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62" name="wire-1182">
            <a:extLst xmlns:a="http://schemas.openxmlformats.org/drawingml/2006/main">
              <a:ext uri="{FF2B5EF4-FFF2-40B4-BE49-F238E27FC236}">
                <a16:creationId xmlns:a16="http://schemas.microsoft.com/office/drawing/2014/main" id="{A2E4A39B-F389-4C56-ABD3-EC3E71B4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3947065"/>
            <a:ext cx="745426" cy="9525"/>
          </a:xfrm>
          <a:custGeom xmlns:a="http://schemas.openxmlformats.org/drawingml/2006/main">
            <a:pathLst>
              <a:path w="745426" h="9525">
                <a:moveTo>
                  <a:pt x="0" y="0"/>
                </a:moveTo>
                <a:lnTo>
                  <a:pt x="7454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3" name="wire-1183">
            <a:extLst xmlns:a="http://schemas.openxmlformats.org/drawingml/2006/main">
              <a:ext uri="{FF2B5EF4-FFF2-40B4-BE49-F238E27FC236}">
                <a16:creationId xmlns:a16="http://schemas.microsoft.com/office/drawing/2014/main" id="{4FD723EB-C50B-4FC1-BE66-147ED873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4008" y="3947065"/>
            <a:ext cx="9525" cy="190691"/>
          </a:xfrm>
          <a:custGeom xmlns:a="http://schemas.openxmlformats.org/drawingml/2006/main">
            <a:pathLst>
              <a:path w="9525" h="190691">
                <a:moveTo>
                  <a:pt x="0" y="0"/>
                </a:moveTo>
                <a:lnTo>
                  <a:pt x="0" y="190691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4" name="wire-1184">
            <a:extLst xmlns:a="http://schemas.openxmlformats.org/drawingml/2006/main">
              <a:ext uri="{FF2B5EF4-FFF2-40B4-BE49-F238E27FC236}">
                <a16:creationId xmlns:a16="http://schemas.microsoft.com/office/drawing/2014/main" id="{85586DE0-1FD5-4B4E-8D7C-4665BCAE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4008" y="4137755"/>
            <a:ext cx="190690" cy="9525"/>
          </a:xfrm>
          <a:custGeom xmlns:a="http://schemas.openxmlformats.org/drawingml/2006/main">
            <a:pathLst>
              <a:path w="190690" h="9525">
                <a:moveTo>
                  <a:pt x="0" y="0"/>
                </a:moveTo>
                <a:lnTo>
                  <a:pt x="1906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5" name="wire-1185">
            <a:extLst xmlns:a="http://schemas.openxmlformats.org/drawingml/2006/main">
              <a:ext uri="{FF2B5EF4-FFF2-40B4-BE49-F238E27FC236}">
                <a16:creationId xmlns:a16="http://schemas.microsoft.com/office/drawing/2014/main" id="{7715F7C4-D224-47BC-A7EA-386E6695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699" y="4137755"/>
            <a:ext cx="9525" cy="69342"/>
          </a:xfrm>
          <a:custGeom xmlns:a="http://schemas.openxmlformats.org/drawingml/2006/main">
            <a:pathLst>
              <a:path w="9525" h="69342">
                <a:moveTo>
                  <a:pt x="0" y="0"/>
                </a:moveTo>
                <a:lnTo>
                  <a:pt x="0" y="69342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6" name="circuit-1186">
            <a:extLst xmlns:a="http://schemas.openxmlformats.org/drawingml/2006/main">
              <a:ext uri="{FF2B5EF4-FFF2-40B4-BE49-F238E27FC236}">
                <a16:creationId xmlns:a16="http://schemas.microsoft.com/office/drawing/2014/main" id="{9CA3EFFC-E363-4C40-8623-859ED491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6496" y="4163759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67" name="wire-1187">
            <a:extLst xmlns:a="http://schemas.openxmlformats.org/drawingml/2006/main">
              <a:ext uri="{FF2B5EF4-FFF2-40B4-BE49-F238E27FC236}">
                <a16:creationId xmlns:a16="http://schemas.microsoft.com/office/drawing/2014/main" id="{029A7E6A-4151-4955-B767-55F9A9E5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4033742"/>
            <a:ext cx="86677" cy="9525"/>
          </a:xfrm>
          <a:custGeom xmlns:a="http://schemas.openxmlformats.org/drawingml/2006/main">
            <a:pathLst>
              <a:path w="86677" h="9525">
                <a:moveTo>
                  <a:pt x="0" y="0"/>
                </a:moveTo>
                <a:lnTo>
                  <a:pt x="86677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8" name="wire-1188">
            <a:extLst xmlns:a="http://schemas.openxmlformats.org/drawingml/2006/main">
              <a:ext uri="{FF2B5EF4-FFF2-40B4-BE49-F238E27FC236}">
                <a16:creationId xmlns:a16="http://schemas.microsoft.com/office/drawing/2014/main" id="{6FCC6323-C5BB-4616-98E6-9CE5708B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5259" y="4033742"/>
            <a:ext cx="9525" cy="1170146"/>
          </a:xfrm>
          <a:custGeom xmlns:a="http://schemas.openxmlformats.org/drawingml/2006/main">
            <a:pathLst>
              <a:path w="9525" h="1170146">
                <a:moveTo>
                  <a:pt x="0" y="0"/>
                </a:moveTo>
                <a:lnTo>
                  <a:pt x="0" y="117014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69" name="wire-1189">
            <a:extLst xmlns:a="http://schemas.openxmlformats.org/drawingml/2006/main">
              <a:ext uri="{FF2B5EF4-FFF2-40B4-BE49-F238E27FC236}">
                <a16:creationId xmlns:a16="http://schemas.microsoft.com/office/drawing/2014/main" id="{CECB7803-77BC-4B30-B74B-272FE78B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5259" y="5203889"/>
            <a:ext cx="849440" cy="9525"/>
          </a:xfrm>
          <a:custGeom xmlns:a="http://schemas.openxmlformats.org/drawingml/2006/main">
            <a:pathLst>
              <a:path w="849440" h="9525">
                <a:moveTo>
                  <a:pt x="0" y="0"/>
                </a:moveTo>
                <a:lnTo>
                  <a:pt x="8494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70" name="wire-1190">
            <a:extLst xmlns:a="http://schemas.openxmlformats.org/drawingml/2006/main">
              <a:ext uri="{FF2B5EF4-FFF2-40B4-BE49-F238E27FC236}">
                <a16:creationId xmlns:a16="http://schemas.microsoft.com/office/drawing/2014/main" id="{7868204D-55EB-4825-BFD4-DFEF8EA8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699" y="5151882"/>
            <a:ext cx="9525" cy="52007"/>
          </a:xfrm>
          <a:custGeom xmlns:a="http://schemas.openxmlformats.org/drawingml/2006/main">
            <a:pathLst>
              <a:path w="9525" h="52007">
                <a:moveTo>
                  <a:pt x="0" y="5200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71" name="circuit-1191">
            <a:extLst xmlns:a="http://schemas.openxmlformats.org/drawingml/2006/main">
              <a:ext uri="{FF2B5EF4-FFF2-40B4-BE49-F238E27FC236}">
                <a16:creationId xmlns:a16="http://schemas.microsoft.com/office/drawing/2014/main" id="{15031281-DE02-4624-BA6C-B7508B88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6496" y="5151882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172" name="block-1192">
            <a:extLst xmlns:a="http://schemas.openxmlformats.org/drawingml/2006/main">
              <a:ext uri="{FF2B5EF4-FFF2-40B4-BE49-F238E27FC236}">
                <a16:creationId xmlns:a16="http://schemas.microsoft.com/office/drawing/2014/main" id="{1DA1D901-3288-4840-852F-4D791554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471" y="4259104"/>
            <a:ext cx="884111" cy="8147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73" name="circuit-1193">
            <a:extLst xmlns:a="http://schemas.openxmlformats.org/drawingml/2006/main">
              <a:ext uri="{FF2B5EF4-FFF2-40B4-BE49-F238E27FC236}">
                <a16:creationId xmlns:a16="http://schemas.microsoft.com/office/drawing/2014/main" id="{90F75BF7-7C8B-455A-A1EA-0D1F1A07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8533" y="4259104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74" name="circuit-1194">
            <a:extLst xmlns:a="http://schemas.openxmlformats.org/drawingml/2006/main">
              <a:ext uri="{FF2B5EF4-FFF2-40B4-BE49-F238E27FC236}">
                <a16:creationId xmlns:a16="http://schemas.microsoft.com/office/drawing/2014/main" id="{85E260F9-87D1-45E3-828F-7FD167F8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471" y="5229892"/>
            <a:ext cx="884111" cy="251365"/>
          </a:xfrm>
          <a:custGeom xmlns:a="http://schemas.openxmlformats.org/drawingml/2006/main">
            <a:pathLst>
              <a:path w="884111" h="251365">
                <a:moveTo>
                  <a:pt x="0" y="95345"/>
                </a:moveTo>
                <a:lnTo>
                  <a:pt x="884111" y="0"/>
                </a:lnTo>
                <a:lnTo>
                  <a:pt x="884111" y="251365"/>
                </a:lnTo>
                <a:lnTo>
                  <a:pt x="0" y="251365"/>
                </a:lnTo>
                <a:close/>
              </a:path>
            </a:pathLst>
          </a:cu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75" name="text-1195">
            <a:extLst xmlns:a="http://schemas.openxmlformats.org/drawingml/2006/main">
              <a:ext uri="{FF2B5EF4-FFF2-40B4-BE49-F238E27FC236}">
                <a16:creationId xmlns:a16="http://schemas.microsoft.com/office/drawing/2014/main" id="{79B2096E-3536-47E2-B87E-95F26B05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5290566"/>
            <a:ext cx="624078" cy="164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56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956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extend</a:t>
            </a:r>
          </a:p>
        </p:txBody>
      </p:sp>
      <p:sp>
        <p:nvSpPr>
          <p:cNvPr id="176" name="block-1196">
            <a:extLst xmlns:a="http://schemas.openxmlformats.org/drawingml/2006/main">
              <a:ext uri="{FF2B5EF4-FFF2-40B4-BE49-F238E27FC236}">
                <a16:creationId xmlns:a16="http://schemas.microsoft.com/office/drawing/2014/main" id="{2E1ED16B-9924-4663-A202-5AA0B0AF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4302443"/>
            <a:ext cx="104013" cy="2340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77" name="circuit-1197">
            <a:extLst xmlns:a="http://schemas.openxmlformats.org/drawingml/2006/main">
              <a:ext uri="{FF2B5EF4-FFF2-40B4-BE49-F238E27FC236}">
                <a16:creationId xmlns:a16="http://schemas.microsoft.com/office/drawing/2014/main" id="{663C8ACA-DB45-4391-8A70-36E36A27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604" y="4302443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78" name="wire-1198">
            <a:extLst xmlns:a="http://schemas.openxmlformats.org/drawingml/2006/main">
              <a:ext uri="{FF2B5EF4-FFF2-40B4-BE49-F238E27FC236}">
                <a16:creationId xmlns:a16="http://schemas.microsoft.com/office/drawing/2014/main" id="{EA60A3D9-F7E0-4605-9F48-3A07980D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275" y="4250436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79" name="block-1199">
            <a:extLst xmlns:a="http://schemas.openxmlformats.org/drawingml/2006/main">
              <a:ext uri="{FF2B5EF4-FFF2-40B4-BE49-F238E27FC236}">
                <a16:creationId xmlns:a16="http://schemas.microsoft.com/office/drawing/2014/main" id="{877FCFDA-524F-4100-BB6C-E3284F50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4605814"/>
            <a:ext cx="104013" cy="2340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80" name="circuit-1200">
            <a:extLst xmlns:a="http://schemas.openxmlformats.org/drawingml/2006/main">
              <a:ext uri="{FF2B5EF4-FFF2-40B4-BE49-F238E27FC236}">
                <a16:creationId xmlns:a16="http://schemas.microsoft.com/office/drawing/2014/main" id="{DB6DF017-5CA8-4458-B445-92BBF4FD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604" y="4605814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81" name="wire-1201">
            <a:extLst xmlns:a="http://schemas.openxmlformats.org/drawingml/2006/main">
              <a:ext uri="{FF2B5EF4-FFF2-40B4-BE49-F238E27FC236}">
                <a16:creationId xmlns:a16="http://schemas.microsoft.com/office/drawing/2014/main" id="{3B8F6C22-9204-459E-BB99-A87AB9AA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275" y="4553807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82" name="block-1202">
            <a:extLst xmlns:a="http://schemas.openxmlformats.org/drawingml/2006/main">
              <a:ext uri="{FF2B5EF4-FFF2-40B4-BE49-F238E27FC236}">
                <a16:creationId xmlns:a16="http://schemas.microsoft.com/office/drawing/2014/main" id="{A29DDF31-BF82-4407-B9F9-5E6D08ED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5264563"/>
            <a:ext cx="104013" cy="2340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83" name="circuit-1203">
            <a:extLst xmlns:a="http://schemas.openxmlformats.org/drawingml/2006/main">
              <a:ext uri="{FF2B5EF4-FFF2-40B4-BE49-F238E27FC236}">
                <a16:creationId xmlns:a16="http://schemas.microsoft.com/office/drawing/2014/main" id="{49758979-24B7-4FDB-9841-D5865664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604" y="5264563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84" name="wire-1204">
            <a:extLst xmlns:a="http://schemas.openxmlformats.org/drawingml/2006/main">
              <a:ext uri="{FF2B5EF4-FFF2-40B4-BE49-F238E27FC236}">
                <a16:creationId xmlns:a16="http://schemas.microsoft.com/office/drawing/2014/main" id="{488F424D-DCBC-4DE1-83D4-20889F8E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275" y="5212556"/>
            <a:ext cx="9525" cy="52007"/>
          </a:xfrm>
          <a:custGeom xmlns:a="http://schemas.openxmlformats.org/drawingml/2006/main">
            <a:pathLst>
              <a:path w="9525" h="52007">
                <a:moveTo>
                  <a:pt x="0" y="0"/>
                </a:moveTo>
                <a:lnTo>
                  <a:pt x="0" y="52007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185" name="wire-1205">
            <a:extLst xmlns:a="http://schemas.openxmlformats.org/drawingml/2006/main">
              <a:ext uri="{FF2B5EF4-FFF2-40B4-BE49-F238E27FC236}">
                <a16:creationId xmlns:a16="http://schemas.microsoft.com/office/drawing/2014/main" id="{44AC99B5-365A-4067-8D93-57C85747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4423791"/>
            <a:ext cx="164687" cy="9525"/>
          </a:xfrm>
          <a:custGeom xmlns:a="http://schemas.openxmlformats.org/drawingml/2006/main">
            <a:pathLst>
              <a:path w="164687" h="9525">
                <a:moveTo>
                  <a:pt x="0" y="0"/>
                </a:moveTo>
                <a:lnTo>
                  <a:pt x="1646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186" name="wire-1206">
            <a:extLst xmlns:a="http://schemas.openxmlformats.org/drawingml/2006/main">
              <a:ext uri="{FF2B5EF4-FFF2-40B4-BE49-F238E27FC236}">
                <a16:creationId xmlns:a16="http://schemas.microsoft.com/office/drawing/2014/main" id="{EDE386A9-8DD8-46E4-9890-C86311F5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4727162"/>
            <a:ext cx="164687" cy="9525"/>
          </a:xfrm>
          <a:custGeom xmlns:a="http://schemas.openxmlformats.org/drawingml/2006/main">
            <a:pathLst>
              <a:path w="164687" h="9525">
                <a:moveTo>
                  <a:pt x="0" y="0"/>
                </a:moveTo>
                <a:lnTo>
                  <a:pt x="1646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187" name="wire-1207">
            <a:extLst xmlns:a="http://schemas.openxmlformats.org/drawingml/2006/main">
              <a:ext uri="{FF2B5EF4-FFF2-40B4-BE49-F238E27FC236}">
                <a16:creationId xmlns:a16="http://schemas.microsoft.com/office/drawing/2014/main" id="{2C112626-841B-4694-A457-6874D6BC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582" y="5385911"/>
            <a:ext cx="164687" cy="9525"/>
          </a:xfrm>
          <a:custGeom xmlns:a="http://schemas.openxmlformats.org/drawingml/2006/main">
            <a:pathLst>
              <a:path w="164687" h="9525">
                <a:moveTo>
                  <a:pt x="0" y="0"/>
                </a:moveTo>
                <a:lnTo>
                  <a:pt x="1646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188" name="circuit-1208">
            <a:extLst xmlns:a="http://schemas.openxmlformats.org/drawingml/2006/main">
              <a:ext uri="{FF2B5EF4-FFF2-40B4-BE49-F238E27FC236}">
                <a16:creationId xmlns:a16="http://schemas.microsoft.com/office/drawing/2014/main" id="{A5279AD8-18CA-4834-AE37-9EBAE91D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640" y="4267772"/>
            <a:ext cx="147352" cy="329374"/>
          </a:xfrm>
          <a:custGeom xmlns:a="http://schemas.openxmlformats.org/drawingml/2006/main">
            <a:pathLst>
              <a:path w="147352" h="329374">
                <a:moveTo>
                  <a:pt x="0" y="0"/>
                </a:moveTo>
                <a:lnTo>
                  <a:pt x="147352" y="52007"/>
                </a:lnTo>
                <a:lnTo>
                  <a:pt x="147352" y="277368"/>
                </a:lnTo>
                <a:lnTo>
                  <a:pt x="0" y="329374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89" name="text-1209">
            <a:extLst xmlns:a="http://schemas.openxmlformats.org/drawingml/2006/main">
              <a:ext uri="{FF2B5EF4-FFF2-40B4-BE49-F238E27FC236}">
                <a16:creationId xmlns:a16="http://schemas.microsoft.com/office/drawing/2014/main" id="{4A111361-5896-4B66-A8FA-6850A87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308" y="4293775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90" name="text-1210">
            <a:extLst xmlns:a="http://schemas.openxmlformats.org/drawingml/2006/main">
              <a:ext uri="{FF2B5EF4-FFF2-40B4-BE49-F238E27FC236}">
                <a16:creationId xmlns:a16="http://schemas.microsoft.com/office/drawing/2014/main" id="{1671F8F0-2570-4D9C-B327-E0B24028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308" y="4441127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1" name="circuit-1211">
            <a:extLst xmlns:a="http://schemas.openxmlformats.org/drawingml/2006/main">
              <a:ext uri="{FF2B5EF4-FFF2-40B4-BE49-F238E27FC236}">
                <a16:creationId xmlns:a16="http://schemas.microsoft.com/office/drawing/2014/main" id="{7E20CE0A-3712-4F64-AF8C-DAFED1A9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640" y="4623149"/>
            <a:ext cx="147352" cy="390049"/>
          </a:xfrm>
          <a:custGeom xmlns:a="http://schemas.openxmlformats.org/drawingml/2006/main">
            <a:pathLst>
              <a:path w="147352" h="390049">
                <a:moveTo>
                  <a:pt x="0" y="0"/>
                </a:moveTo>
                <a:lnTo>
                  <a:pt x="147352" y="52007"/>
                </a:lnTo>
                <a:lnTo>
                  <a:pt x="147352" y="338042"/>
                </a:lnTo>
                <a:lnTo>
                  <a:pt x="0" y="390049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92" name="text-1212">
            <a:extLst xmlns:a="http://schemas.openxmlformats.org/drawingml/2006/main">
              <a:ext uri="{FF2B5EF4-FFF2-40B4-BE49-F238E27FC236}">
                <a16:creationId xmlns:a16="http://schemas.microsoft.com/office/drawing/2014/main" id="{224E2FF9-89FF-4077-A8FD-707E8C6E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308" y="4649153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93" name="text-1213">
            <a:extLst xmlns:a="http://schemas.openxmlformats.org/drawingml/2006/main">
              <a:ext uri="{FF2B5EF4-FFF2-40B4-BE49-F238E27FC236}">
                <a16:creationId xmlns:a16="http://schemas.microsoft.com/office/drawing/2014/main" id="{E084E650-4A5B-40F6-9667-47DD9CF8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308" y="4857179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4" name="circuit-1214">
            <a:extLst xmlns:a="http://schemas.openxmlformats.org/drawingml/2006/main">
              <a:ext uri="{FF2B5EF4-FFF2-40B4-BE49-F238E27FC236}">
                <a16:creationId xmlns:a16="http://schemas.microsoft.com/office/drawing/2014/main" id="{96DFF4D9-524C-4A6E-875B-0CE5E82B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689" y="4207097"/>
            <a:ext cx="147352" cy="416052"/>
          </a:xfrm>
          <a:custGeom xmlns:a="http://schemas.openxmlformats.org/drawingml/2006/main">
            <a:pathLst>
              <a:path w="147352" h="416052">
                <a:moveTo>
                  <a:pt x="0" y="0"/>
                </a:moveTo>
                <a:lnTo>
                  <a:pt x="147352" y="52007"/>
                </a:lnTo>
                <a:lnTo>
                  <a:pt x="147352" y="364046"/>
                </a:lnTo>
                <a:lnTo>
                  <a:pt x="0" y="4160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95" name="text-1215">
            <a:extLst xmlns:a="http://schemas.openxmlformats.org/drawingml/2006/main">
              <a:ext uri="{FF2B5EF4-FFF2-40B4-BE49-F238E27FC236}">
                <a16:creationId xmlns:a16="http://schemas.microsoft.com/office/drawing/2014/main" id="{CF9996E1-5D81-40BA-AD29-87560183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357" y="4233101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96" name="text-1216">
            <a:extLst xmlns:a="http://schemas.openxmlformats.org/drawingml/2006/main">
              <a:ext uri="{FF2B5EF4-FFF2-40B4-BE49-F238E27FC236}">
                <a16:creationId xmlns:a16="http://schemas.microsoft.com/office/drawing/2014/main" id="{93D31828-4B7F-4BD5-A8DB-6EF3473D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357" y="4467130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7" name="circuit-1217">
            <a:extLst xmlns:a="http://schemas.openxmlformats.org/drawingml/2006/main">
              <a:ext uri="{FF2B5EF4-FFF2-40B4-BE49-F238E27FC236}">
                <a16:creationId xmlns:a16="http://schemas.microsoft.com/office/drawing/2014/main" id="{E0401AEC-6B23-45C9-9D45-AB2A864D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689" y="4744498"/>
            <a:ext cx="147352" cy="407384"/>
          </a:xfrm>
          <a:custGeom xmlns:a="http://schemas.openxmlformats.org/drawingml/2006/main">
            <a:pathLst>
              <a:path w="147352" h="407384">
                <a:moveTo>
                  <a:pt x="0" y="0"/>
                </a:moveTo>
                <a:lnTo>
                  <a:pt x="147352" y="52006"/>
                </a:lnTo>
                <a:lnTo>
                  <a:pt x="147352" y="355378"/>
                </a:lnTo>
                <a:lnTo>
                  <a:pt x="0" y="407384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198" name="text-1218">
            <a:extLst xmlns:a="http://schemas.openxmlformats.org/drawingml/2006/main">
              <a:ext uri="{FF2B5EF4-FFF2-40B4-BE49-F238E27FC236}">
                <a16:creationId xmlns:a16="http://schemas.microsoft.com/office/drawing/2014/main" id="{F5C0F5C1-574E-46E4-BD0A-598A6022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357" y="4770501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99" name="text-1219">
            <a:extLst xmlns:a="http://schemas.openxmlformats.org/drawingml/2006/main">
              <a:ext uri="{FF2B5EF4-FFF2-40B4-BE49-F238E27FC236}">
                <a16:creationId xmlns:a16="http://schemas.microsoft.com/office/drawing/2014/main" id="{4EADA6F6-3649-4B67-90F0-A1AA332B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357" y="4995863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0" name="text-1220">
            <a:extLst xmlns:a="http://schemas.openxmlformats.org/drawingml/2006/main">
              <a:ext uri="{FF2B5EF4-FFF2-40B4-BE49-F238E27FC236}">
                <a16:creationId xmlns:a16="http://schemas.microsoft.com/office/drawing/2014/main" id="{79B90A76-F990-4B2A-A742-EA71CAEF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82" y="4051078"/>
            <a:ext cx="563404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1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ForwardAE</a:t>
            </a:r>
          </a:p>
        </p:txBody>
      </p:sp>
      <p:sp>
        <p:nvSpPr>
          <p:cNvPr id="201" name="text-1221">
            <a:extLst xmlns:a="http://schemas.openxmlformats.org/drawingml/2006/main">
              <a:ext uri="{FF2B5EF4-FFF2-40B4-BE49-F238E27FC236}">
                <a16:creationId xmlns:a16="http://schemas.microsoft.com/office/drawing/2014/main" id="{5A466F2D-E2F2-47B4-B443-F63DFFF6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82" y="5082540"/>
            <a:ext cx="563404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1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1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ForwardBE</a:t>
            </a:r>
          </a:p>
        </p:txBody>
      </p:sp>
      <p:sp>
        <p:nvSpPr>
          <p:cNvPr id="202" name="wire-1222">
            <a:extLst xmlns:a="http://schemas.openxmlformats.org/drawingml/2006/main">
              <a:ext uri="{FF2B5EF4-FFF2-40B4-BE49-F238E27FC236}">
                <a16:creationId xmlns:a16="http://schemas.microsoft.com/office/drawing/2014/main" id="{D6EA6EC5-46AE-46E6-BF30-A379ECA8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82" y="4423791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03" name="wire-1223">
            <a:extLst xmlns:a="http://schemas.openxmlformats.org/drawingml/2006/main">
              <a:ext uri="{FF2B5EF4-FFF2-40B4-BE49-F238E27FC236}">
                <a16:creationId xmlns:a16="http://schemas.microsoft.com/office/drawing/2014/main" id="{13AA56CA-8807-4075-BCBA-8F390C69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4371785"/>
            <a:ext cx="9525" cy="52006"/>
          </a:xfrm>
          <a:custGeom xmlns:a="http://schemas.openxmlformats.org/drawingml/2006/main">
            <a:pathLst>
              <a:path w="9525" h="52006">
                <a:moveTo>
                  <a:pt x="0" y="5200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04" name="wire-1224">
            <a:extLst xmlns:a="http://schemas.openxmlformats.org/drawingml/2006/main">
              <a:ext uri="{FF2B5EF4-FFF2-40B4-BE49-F238E27FC236}">
                <a16:creationId xmlns:a16="http://schemas.microsoft.com/office/drawing/2014/main" id="{3B92CFB5-544C-4A92-8742-34015F66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4371785"/>
            <a:ext cx="86678" cy="9525"/>
          </a:xfrm>
          <a:custGeom xmlns:a="http://schemas.openxmlformats.org/drawingml/2006/main">
            <a:pathLst>
              <a:path w="86678" h="9525">
                <a:moveTo>
                  <a:pt x="0" y="0"/>
                </a:moveTo>
                <a:lnTo>
                  <a:pt x="866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05" name="circuit-1225">
            <a:extLst xmlns:a="http://schemas.openxmlformats.org/drawingml/2006/main">
              <a:ext uri="{FF2B5EF4-FFF2-40B4-BE49-F238E27FC236}">
                <a16:creationId xmlns:a16="http://schemas.microsoft.com/office/drawing/2014/main" id="{1FFE2E42-5AE0-4B47-A326-C4A812F2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301" y="4353582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06" name="wire-1226">
            <a:extLst xmlns:a="http://schemas.openxmlformats.org/drawingml/2006/main">
              <a:ext uri="{FF2B5EF4-FFF2-40B4-BE49-F238E27FC236}">
                <a16:creationId xmlns:a16="http://schemas.microsoft.com/office/drawing/2014/main" id="{0231BCC2-DD88-42A8-9646-0DD3F716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82" y="4727162"/>
            <a:ext cx="199358" cy="9525"/>
          </a:xfrm>
          <a:custGeom xmlns:a="http://schemas.openxmlformats.org/drawingml/2006/main">
            <a:pathLst>
              <a:path w="199358" h="9525">
                <a:moveTo>
                  <a:pt x="0" y="0"/>
                </a:moveTo>
                <a:lnTo>
                  <a:pt x="1993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07" name="circuit-1227">
            <a:extLst xmlns:a="http://schemas.openxmlformats.org/drawingml/2006/main">
              <a:ext uri="{FF2B5EF4-FFF2-40B4-BE49-F238E27FC236}">
                <a16:creationId xmlns:a16="http://schemas.microsoft.com/office/drawing/2014/main" id="{D2D73B14-1A7C-4C71-89C7-BDEEE9D8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301" y="4708960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08" name="wire-1228">
            <a:extLst xmlns:a="http://schemas.openxmlformats.org/drawingml/2006/main">
              <a:ext uri="{FF2B5EF4-FFF2-40B4-BE49-F238E27FC236}">
                <a16:creationId xmlns:a16="http://schemas.microsoft.com/office/drawing/2014/main" id="{D5825F35-4C46-49A0-9883-30AFC376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992" y="4432459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09" name="wire-1229">
            <a:extLst xmlns:a="http://schemas.openxmlformats.org/drawingml/2006/main">
              <a:ext uri="{FF2B5EF4-FFF2-40B4-BE49-F238E27FC236}">
                <a16:creationId xmlns:a16="http://schemas.microsoft.com/office/drawing/2014/main" id="{8D5C8B73-6558-4E45-B26A-32D3C632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676" y="4319778"/>
            <a:ext cx="9525" cy="112681"/>
          </a:xfrm>
          <a:custGeom xmlns:a="http://schemas.openxmlformats.org/drawingml/2006/main">
            <a:pathLst>
              <a:path w="9525" h="112681">
                <a:moveTo>
                  <a:pt x="0" y="11268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10" name="wire-1230">
            <a:extLst xmlns:a="http://schemas.openxmlformats.org/drawingml/2006/main">
              <a:ext uri="{FF2B5EF4-FFF2-40B4-BE49-F238E27FC236}">
                <a16:creationId xmlns:a16="http://schemas.microsoft.com/office/drawing/2014/main" id="{36A903F9-E486-491D-AA91-ABADDEFD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676" y="4319778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11" name="circuit-1231">
            <a:extLst xmlns:a="http://schemas.openxmlformats.org/drawingml/2006/main">
              <a:ext uri="{FF2B5EF4-FFF2-40B4-BE49-F238E27FC236}">
                <a16:creationId xmlns:a16="http://schemas.microsoft.com/office/drawing/2014/main" id="{77A991F1-0151-43A7-9C42-BE7B802D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01576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12" name="wire-1232">
            <a:extLst xmlns:a="http://schemas.openxmlformats.org/drawingml/2006/main">
              <a:ext uri="{FF2B5EF4-FFF2-40B4-BE49-F238E27FC236}">
                <a16:creationId xmlns:a16="http://schemas.microsoft.com/office/drawing/2014/main" id="{B540378B-59CB-4B6E-BB55-5B9BFA5B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992" y="4822508"/>
            <a:ext cx="242697" cy="9525"/>
          </a:xfrm>
          <a:custGeom xmlns:a="http://schemas.openxmlformats.org/drawingml/2006/main">
            <a:pathLst>
              <a:path w="242697" h="9525">
                <a:moveTo>
                  <a:pt x="0" y="0"/>
                </a:moveTo>
                <a:lnTo>
                  <a:pt x="242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13" name="circuit-1233">
            <a:extLst xmlns:a="http://schemas.openxmlformats.org/drawingml/2006/main">
              <a:ext uri="{FF2B5EF4-FFF2-40B4-BE49-F238E27FC236}">
                <a16:creationId xmlns:a16="http://schemas.microsoft.com/office/drawing/2014/main" id="{3B2D033F-0D7C-4170-B23B-6C3D7565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804305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14" name="wire-1234">
            <a:extLst xmlns:a="http://schemas.openxmlformats.org/drawingml/2006/main">
              <a:ext uri="{FF2B5EF4-FFF2-40B4-BE49-F238E27FC236}">
                <a16:creationId xmlns:a16="http://schemas.microsoft.com/office/drawing/2014/main" id="{14B82D9F-DFD6-4309-9019-EC25CB4E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82" y="5385911"/>
            <a:ext cx="468058" cy="9525"/>
          </a:xfrm>
          <a:custGeom xmlns:a="http://schemas.openxmlformats.org/drawingml/2006/main">
            <a:pathLst>
              <a:path w="468058" h="9525">
                <a:moveTo>
                  <a:pt x="0" y="0"/>
                </a:moveTo>
                <a:lnTo>
                  <a:pt x="4680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15" name="wire-1235">
            <a:extLst xmlns:a="http://schemas.openxmlformats.org/drawingml/2006/main">
              <a:ext uri="{FF2B5EF4-FFF2-40B4-BE49-F238E27FC236}">
                <a16:creationId xmlns:a16="http://schemas.microsoft.com/office/drawing/2014/main" id="{7A0B3F20-C14D-46B7-B530-9A52DB6F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340" y="5030534"/>
            <a:ext cx="9525" cy="355378"/>
          </a:xfrm>
          <a:custGeom xmlns:a="http://schemas.openxmlformats.org/drawingml/2006/main">
            <a:pathLst>
              <a:path w="9525" h="355378">
                <a:moveTo>
                  <a:pt x="0" y="3553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16" name="wire-1236">
            <a:extLst xmlns:a="http://schemas.openxmlformats.org/drawingml/2006/main">
              <a:ext uri="{FF2B5EF4-FFF2-40B4-BE49-F238E27FC236}">
                <a16:creationId xmlns:a16="http://schemas.microsoft.com/office/drawing/2014/main" id="{44150A77-C9E1-463C-95E9-5F110F17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340" y="5030534"/>
            <a:ext cx="121349" cy="9525"/>
          </a:xfrm>
          <a:custGeom xmlns:a="http://schemas.openxmlformats.org/drawingml/2006/main">
            <a:pathLst>
              <a:path w="121349" h="9525">
                <a:moveTo>
                  <a:pt x="0" y="0"/>
                </a:moveTo>
                <a:lnTo>
                  <a:pt x="1213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17" name="circuit-1237">
            <a:extLst xmlns:a="http://schemas.openxmlformats.org/drawingml/2006/main">
              <a:ext uri="{FF2B5EF4-FFF2-40B4-BE49-F238E27FC236}">
                <a16:creationId xmlns:a16="http://schemas.microsoft.com/office/drawing/2014/main" id="{1DD95197-1847-48BA-9FA5-3D89D752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12331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18" name="wire-1238">
            <a:extLst xmlns:a="http://schemas.openxmlformats.org/drawingml/2006/main">
              <a:ext uri="{FF2B5EF4-FFF2-40B4-BE49-F238E27FC236}">
                <a16:creationId xmlns:a16="http://schemas.microsoft.com/office/drawing/2014/main" id="{423D436A-28B1-42CF-BCD6-71D6E78E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4666" y="4519136"/>
            <a:ext cx="182023" cy="9525"/>
          </a:xfrm>
          <a:custGeom xmlns:a="http://schemas.openxmlformats.org/drawingml/2006/main">
            <a:pathLst>
              <a:path w="182023" h="9525">
                <a:moveTo>
                  <a:pt x="0" y="0"/>
                </a:moveTo>
                <a:lnTo>
                  <a:pt x="1820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01">
            <a:solidFill>
              <a:srgbClr val="231F20"/>
            </a:solidFill>
          </a:ln>
        </p:spPr>
      </p:sp>
      <p:sp>
        <p:nvSpPr>
          <p:cNvPr id="219" name="circuit-1239">
            <a:extLst xmlns:a="http://schemas.openxmlformats.org/drawingml/2006/main">
              <a:ext uri="{FF2B5EF4-FFF2-40B4-BE49-F238E27FC236}">
                <a16:creationId xmlns:a16="http://schemas.microsoft.com/office/drawing/2014/main" id="{E5BD26BB-31F3-43C4-A15B-77952E3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0093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20" name="text-1240">
            <a:extLst xmlns:a="http://schemas.openxmlformats.org/drawingml/2006/main">
              <a:ext uri="{FF2B5EF4-FFF2-40B4-BE49-F238E27FC236}">
                <a16:creationId xmlns:a16="http://schemas.microsoft.com/office/drawing/2014/main" id="{7CAD1C0D-1684-474B-9F96-03993EC6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9321" y="4545140"/>
            <a:ext cx="268700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PCE</a:t>
            </a:r>
          </a:p>
        </p:txBody>
      </p:sp>
      <p:sp>
        <p:nvSpPr>
          <p:cNvPr id="221" name="block-1241">
            <a:extLst xmlns:a="http://schemas.openxmlformats.org/drawingml/2006/main">
              <a:ext uri="{FF2B5EF4-FFF2-40B4-BE49-F238E27FC236}">
                <a16:creationId xmlns:a16="http://schemas.microsoft.com/office/drawing/2014/main" id="{763302C7-CA0C-4E3C-BC23-7119BBC6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402" y="3921062"/>
            <a:ext cx="572072" cy="2340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22" name="wire-1242">
            <a:extLst xmlns:a="http://schemas.openxmlformats.org/drawingml/2006/main">
              <a:ext uri="{FF2B5EF4-FFF2-40B4-BE49-F238E27FC236}">
                <a16:creationId xmlns:a16="http://schemas.microsoft.com/office/drawing/2014/main" id="{F53D3AE9-2F55-4E9D-AD1B-D39FD20E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0669" y="4016407"/>
            <a:ext cx="9525" cy="416052"/>
          </a:xfrm>
          <a:custGeom xmlns:a="http://schemas.openxmlformats.org/drawingml/2006/main">
            <a:pathLst>
              <a:path w="9525" h="416052">
                <a:moveTo>
                  <a:pt x="0" y="4160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668">
            <a:solidFill>
              <a:srgbClr val="231F20"/>
            </a:solidFill>
          </a:ln>
        </p:spPr>
      </p:sp>
      <p:sp>
        <p:nvSpPr>
          <p:cNvPr id="223" name="wire-1243">
            <a:extLst xmlns:a="http://schemas.openxmlformats.org/drawingml/2006/main">
              <a:ext uri="{FF2B5EF4-FFF2-40B4-BE49-F238E27FC236}">
                <a16:creationId xmlns:a16="http://schemas.microsoft.com/office/drawing/2014/main" id="{2341F3F0-4A69-4269-8C85-C5A63D28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0669" y="4016407"/>
            <a:ext cx="528733" cy="9525"/>
          </a:xfrm>
          <a:custGeom xmlns:a="http://schemas.openxmlformats.org/drawingml/2006/main">
            <a:pathLst>
              <a:path w="528733" h="9525">
                <a:moveTo>
                  <a:pt x="0" y="0"/>
                </a:moveTo>
                <a:lnTo>
                  <a:pt x="5287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8668">
            <a:solidFill>
              <a:srgbClr val="231F20"/>
            </a:solidFill>
          </a:ln>
        </p:spPr>
      </p:sp>
      <p:sp>
        <p:nvSpPr>
          <p:cNvPr id="224" name="circuit-1244">
            <a:extLst xmlns:a="http://schemas.openxmlformats.org/drawingml/2006/main">
              <a:ext uri="{FF2B5EF4-FFF2-40B4-BE49-F238E27FC236}">
                <a16:creationId xmlns:a16="http://schemas.microsoft.com/office/drawing/2014/main" id="{3DEBBD10-2D92-4C78-912B-21EBC56A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063" y="399820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25" name="wire-1245">
            <a:extLst xmlns:a="http://schemas.openxmlformats.org/drawingml/2006/main">
              <a:ext uri="{FF2B5EF4-FFF2-40B4-BE49-F238E27FC236}">
                <a16:creationId xmlns:a16="http://schemas.microsoft.com/office/drawing/2014/main" id="{8A85FA79-54DB-4C27-B4CF-C2F3DA35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02" y="4111752"/>
            <a:ext cx="9525" cy="710756"/>
          </a:xfrm>
          <a:custGeom xmlns:a="http://schemas.openxmlformats.org/drawingml/2006/main">
            <a:pathLst>
              <a:path w="9525" h="710756">
                <a:moveTo>
                  <a:pt x="0" y="71075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668">
            <a:solidFill>
              <a:srgbClr val="231F20"/>
            </a:solidFill>
          </a:ln>
        </p:spPr>
      </p:sp>
      <p:sp>
        <p:nvSpPr>
          <p:cNvPr id="226" name="wire-1246">
            <a:extLst xmlns:a="http://schemas.openxmlformats.org/drawingml/2006/main">
              <a:ext uri="{FF2B5EF4-FFF2-40B4-BE49-F238E27FC236}">
                <a16:creationId xmlns:a16="http://schemas.microsoft.com/office/drawing/2014/main" id="{5D1F4AB9-0222-4243-BB49-AA5D1F02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02" y="4111752"/>
            <a:ext cx="537401" cy="9525"/>
          </a:xfrm>
          <a:custGeom xmlns:a="http://schemas.openxmlformats.org/drawingml/2006/main">
            <a:pathLst>
              <a:path w="537401" h="9525">
                <a:moveTo>
                  <a:pt x="0" y="0"/>
                </a:moveTo>
                <a:lnTo>
                  <a:pt x="537401" y="0"/>
                </a:lnTo>
              </a:path>
            </a:pathLst>
          </a:custGeom>
          <a:noFill xmlns:a="http://schemas.openxmlformats.org/drawingml/2006/main"/>
          <a:ln xmlns:a="http://schemas.openxmlformats.org/drawingml/2006/main" w="8668">
            <a:solidFill>
              <a:srgbClr val="231F20"/>
            </a:solidFill>
          </a:ln>
        </p:spPr>
      </p:sp>
      <p:sp>
        <p:nvSpPr>
          <p:cNvPr id="227" name="circuit-1247">
            <a:extLst xmlns:a="http://schemas.openxmlformats.org/drawingml/2006/main">
              <a:ext uri="{FF2B5EF4-FFF2-40B4-BE49-F238E27FC236}">
                <a16:creationId xmlns:a16="http://schemas.microsoft.com/office/drawing/2014/main" id="{F116BF4A-4311-4B9E-B307-73C012FB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063" y="4093550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28" name="text-1248">
            <a:extLst xmlns:a="http://schemas.openxmlformats.org/drawingml/2006/main">
              <a:ext uri="{FF2B5EF4-FFF2-40B4-BE49-F238E27FC236}">
                <a16:creationId xmlns:a16="http://schemas.microsoft.com/office/drawing/2014/main" id="{EF8B742A-B12C-406B-BD10-CDA2E2B4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3765042"/>
            <a:ext cx="580739" cy="1300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FlagsE</a:t>
            </a:r>
          </a:p>
        </p:txBody>
      </p:sp>
      <p:sp>
        <p:nvSpPr>
          <p:cNvPr id="229" name="wire-1249">
            <a:extLst xmlns:a="http://schemas.openxmlformats.org/drawingml/2006/main">
              <a:ext uri="{FF2B5EF4-FFF2-40B4-BE49-F238E27FC236}">
                <a16:creationId xmlns:a16="http://schemas.microsoft.com/office/drawing/2014/main" id="{5C166880-CC1F-4B18-B366-3DB770C3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438" y="3886391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230" name="circuit-1250">
            <a:extLst xmlns:a="http://schemas.openxmlformats.org/drawingml/2006/main">
              <a:ext uri="{FF2B5EF4-FFF2-40B4-BE49-F238E27FC236}">
                <a16:creationId xmlns:a16="http://schemas.microsoft.com/office/drawing/2014/main" id="{3E179128-1527-4DAD-B009-B0E07276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235" y="388639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31" name="circuit-1251">
            <a:extLst xmlns:a="http://schemas.openxmlformats.org/drawingml/2006/main">
              <a:ext uri="{FF2B5EF4-FFF2-40B4-BE49-F238E27FC236}">
                <a16:creationId xmlns:a16="http://schemas.microsoft.com/office/drawing/2014/main" id="{785A9AB3-9100-41AB-9057-6ED57791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070" y="4345781"/>
            <a:ext cx="537400" cy="702088"/>
          </a:xfrm>
          <a:custGeom xmlns:a="http://schemas.openxmlformats.org/drawingml/2006/main">
            <a:pathLst>
              <a:path w="537400" h="702088">
                <a:moveTo>
                  <a:pt x="0" y="0"/>
                </a:moveTo>
                <a:lnTo>
                  <a:pt x="537400" y="138684"/>
                </a:lnTo>
                <a:lnTo>
                  <a:pt x="537400" y="572071"/>
                </a:lnTo>
                <a:lnTo>
                  <a:pt x="0" y="702088"/>
                </a:lnTo>
                <a:lnTo>
                  <a:pt x="0" y="468058"/>
                </a:lnTo>
                <a:lnTo>
                  <a:pt x="147352" y="355378"/>
                </a:lnTo>
                <a:lnTo>
                  <a:pt x="0" y="242697"/>
                </a:lnTo>
                <a:close/>
              </a:path>
            </a:pathLst>
          </a:cu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32" name="wire-1252">
            <a:extLst xmlns:a="http://schemas.openxmlformats.org/drawingml/2006/main">
              <a:ext uri="{FF2B5EF4-FFF2-40B4-BE49-F238E27FC236}">
                <a16:creationId xmlns:a16="http://schemas.microsoft.com/office/drawing/2014/main" id="{B641C9A9-0142-4D91-B065-962C15DF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4041" y="4415123"/>
            <a:ext cx="234029" cy="60674"/>
          </a:xfrm>
          <a:custGeom xmlns:a="http://schemas.openxmlformats.org/drawingml/2006/main">
            <a:pathLst>
              <a:path w="234029" h="60674">
                <a:moveTo>
                  <a:pt x="0" y="0"/>
                </a:moveTo>
                <a:lnTo>
                  <a:pt x="234029" y="60674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33" name="circuit-1253">
            <a:extLst xmlns:a="http://schemas.openxmlformats.org/drawingml/2006/main">
              <a:ext uri="{FF2B5EF4-FFF2-40B4-BE49-F238E27FC236}">
                <a16:creationId xmlns:a16="http://schemas.microsoft.com/office/drawing/2014/main" id="{24E3B79F-F5A4-4A5B-A2E3-82684D75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550" y="4447301"/>
            <a:ext cx="46520" cy="35239"/>
          </a:xfrm>
          <a:custGeom xmlns:a="http://schemas.openxmlformats.org/drawingml/2006/main">
            <a:pathLst>
              <a:path w="46520" h="35239">
                <a:moveTo>
                  <a:pt x="46520" y="28496"/>
                </a:moveTo>
                <a:lnTo>
                  <a:pt x="9136" y="0"/>
                </a:lnTo>
                <a:lnTo>
                  <a:pt x="0" y="352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34" name="wire-1254">
            <a:extLst xmlns:a="http://schemas.openxmlformats.org/drawingml/2006/main">
              <a:ext uri="{FF2B5EF4-FFF2-40B4-BE49-F238E27FC236}">
                <a16:creationId xmlns:a16="http://schemas.microsoft.com/office/drawing/2014/main" id="{71AE7D75-7E31-4D93-9235-709BD526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4041" y="4943856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35" name="wire-1255">
            <a:extLst xmlns:a="http://schemas.openxmlformats.org/drawingml/2006/main">
              <a:ext uri="{FF2B5EF4-FFF2-40B4-BE49-F238E27FC236}">
                <a16:creationId xmlns:a16="http://schemas.microsoft.com/office/drawing/2014/main" id="{F1AEE4EC-88C8-4B29-9806-1D82143E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6721" y="4909185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36" name="wire-1256">
            <a:extLst xmlns:a="http://schemas.openxmlformats.org/drawingml/2006/main">
              <a:ext uri="{FF2B5EF4-FFF2-40B4-BE49-F238E27FC236}">
                <a16:creationId xmlns:a16="http://schemas.microsoft.com/office/drawing/2014/main" id="{EB45D854-4F01-4CDF-A5BF-F2EC0D36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6721" y="4909185"/>
            <a:ext cx="121349" cy="9525"/>
          </a:xfrm>
          <a:custGeom xmlns:a="http://schemas.openxmlformats.org/drawingml/2006/main">
            <a:pathLst>
              <a:path w="121349" h="9525">
                <a:moveTo>
                  <a:pt x="0" y="0"/>
                </a:moveTo>
                <a:lnTo>
                  <a:pt x="1213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37" name="circuit-1257">
            <a:extLst xmlns:a="http://schemas.openxmlformats.org/drawingml/2006/main">
              <a:ext uri="{FF2B5EF4-FFF2-40B4-BE49-F238E27FC236}">
                <a16:creationId xmlns:a16="http://schemas.microsoft.com/office/drawing/2014/main" id="{F164EA69-15C0-443B-993D-762F534F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731" y="4890983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38" name="text-1258">
            <a:extLst xmlns:a="http://schemas.openxmlformats.org/drawingml/2006/main">
              <a:ext uri="{FF2B5EF4-FFF2-40B4-BE49-F238E27FC236}">
                <a16:creationId xmlns:a16="http://schemas.microsoft.com/office/drawing/2014/main" id="{2B7E645F-7146-4911-B176-2696B026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044" y="4267772"/>
            <a:ext cx="520065" cy="138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SrcAE</a:t>
            </a:r>
          </a:p>
        </p:txBody>
      </p:sp>
      <p:sp>
        <p:nvSpPr>
          <p:cNvPr id="239" name="text-1259">
            <a:extLst xmlns:a="http://schemas.openxmlformats.org/drawingml/2006/main">
              <a:ext uri="{FF2B5EF4-FFF2-40B4-BE49-F238E27FC236}">
                <a16:creationId xmlns:a16="http://schemas.microsoft.com/office/drawing/2014/main" id="{425DC2E0-6D10-4E48-97A1-AF4D96F5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044" y="5047869"/>
            <a:ext cx="537401" cy="138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SrcBE</a:t>
            </a:r>
          </a:p>
        </p:txBody>
      </p:sp>
      <p:sp>
        <p:nvSpPr>
          <p:cNvPr id="240" name="block-1260">
            <a:extLst xmlns:a="http://schemas.openxmlformats.org/drawingml/2006/main">
              <a:ext uri="{FF2B5EF4-FFF2-40B4-BE49-F238E27FC236}">
                <a16:creationId xmlns:a16="http://schemas.microsoft.com/office/drawing/2014/main" id="{20EA980E-BEE6-41A4-88F6-3ECE0522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6177" y="3999071"/>
            <a:ext cx="104013" cy="2426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41" name="circuit-1261">
            <a:extLst xmlns:a="http://schemas.openxmlformats.org/drawingml/2006/main">
              <a:ext uri="{FF2B5EF4-FFF2-40B4-BE49-F238E27FC236}">
                <a16:creationId xmlns:a16="http://schemas.microsoft.com/office/drawing/2014/main" id="{D46AE5DC-1CCA-446B-800A-0339ACDF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3513" y="3999071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42" name="wire-1262">
            <a:extLst xmlns:a="http://schemas.openxmlformats.org/drawingml/2006/main">
              <a:ext uri="{FF2B5EF4-FFF2-40B4-BE49-F238E27FC236}">
                <a16:creationId xmlns:a16="http://schemas.microsoft.com/office/drawing/2014/main" id="{A0CA6704-3848-472B-AFC4-8991AD18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184" y="3947065"/>
            <a:ext cx="9525" cy="52007"/>
          </a:xfrm>
          <a:custGeom xmlns:a="http://schemas.openxmlformats.org/drawingml/2006/main">
            <a:pathLst>
              <a:path w="9525" h="52007">
                <a:moveTo>
                  <a:pt x="0" y="0"/>
                </a:moveTo>
                <a:lnTo>
                  <a:pt x="0" y="52007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243" name="block-1263">
            <a:extLst xmlns:a="http://schemas.openxmlformats.org/drawingml/2006/main">
              <a:ext uri="{FF2B5EF4-FFF2-40B4-BE49-F238E27FC236}">
                <a16:creationId xmlns:a16="http://schemas.microsoft.com/office/drawing/2014/main" id="{E1C547B6-E8A6-4383-B93E-8FF690C2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6177" y="4701159"/>
            <a:ext cx="104013" cy="2426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44" name="circuit-1264">
            <a:extLst xmlns:a="http://schemas.openxmlformats.org/drawingml/2006/main">
              <a:ext uri="{FF2B5EF4-FFF2-40B4-BE49-F238E27FC236}">
                <a16:creationId xmlns:a16="http://schemas.microsoft.com/office/drawing/2014/main" id="{9D94C95D-ADD8-4F9A-AE43-858974F3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3513" y="4701159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45" name="wire-1265">
            <a:extLst xmlns:a="http://schemas.openxmlformats.org/drawingml/2006/main">
              <a:ext uri="{FF2B5EF4-FFF2-40B4-BE49-F238E27FC236}">
                <a16:creationId xmlns:a16="http://schemas.microsoft.com/office/drawing/2014/main" id="{9173330D-6028-49FA-B7E8-A3111EEE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184" y="4649153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246" name="block-1266">
            <a:extLst xmlns:a="http://schemas.openxmlformats.org/drawingml/2006/main">
              <a:ext uri="{FF2B5EF4-FFF2-40B4-BE49-F238E27FC236}">
                <a16:creationId xmlns:a16="http://schemas.microsoft.com/office/drawing/2014/main" id="{D78A1449-A006-413A-9D99-10CEE889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6177" y="5333905"/>
            <a:ext cx="104013" cy="2426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47" name="circuit-1267">
            <a:extLst xmlns:a="http://schemas.openxmlformats.org/drawingml/2006/main">
              <a:ext uri="{FF2B5EF4-FFF2-40B4-BE49-F238E27FC236}">
                <a16:creationId xmlns:a16="http://schemas.microsoft.com/office/drawing/2014/main" id="{B3D4EED2-2F74-488F-A5BE-5D91F13B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3513" y="5333905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48" name="wire-1268">
            <a:extLst xmlns:a="http://schemas.openxmlformats.org/drawingml/2006/main">
              <a:ext uri="{FF2B5EF4-FFF2-40B4-BE49-F238E27FC236}">
                <a16:creationId xmlns:a16="http://schemas.microsoft.com/office/drawing/2014/main" id="{3FAB8DD8-A827-4F27-BD59-E17207D3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184" y="5281898"/>
            <a:ext cx="9525" cy="52007"/>
          </a:xfrm>
          <a:custGeom xmlns:a="http://schemas.openxmlformats.org/drawingml/2006/main">
            <a:pathLst>
              <a:path w="9525" h="52007">
                <a:moveTo>
                  <a:pt x="0" y="0"/>
                </a:moveTo>
                <a:lnTo>
                  <a:pt x="0" y="52007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249" name="wire-1269">
            <a:extLst xmlns:a="http://schemas.openxmlformats.org/drawingml/2006/main">
              <a:ext uri="{FF2B5EF4-FFF2-40B4-BE49-F238E27FC236}">
                <a16:creationId xmlns:a16="http://schemas.microsoft.com/office/drawing/2014/main" id="{63FCDB61-09A6-4721-8FAC-D4E14A46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470" y="4545140"/>
            <a:ext cx="164687" cy="9525"/>
          </a:xfrm>
          <a:custGeom xmlns:a="http://schemas.openxmlformats.org/drawingml/2006/main">
            <a:pathLst>
              <a:path w="164687" h="9525">
                <a:moveTo>
                  <a:pt x="0" y="0"/>
                </a:moveTo>
                <a:lnTo>
                  <a:pt x="1646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50" name="wire-1270">
            <a:extLst xmlns:a="http://schemas.openxmlformats.org/drawingml/2006/main">
              <a:ext uri="{FF2B5EF4-FFF2-40B4-BE49-F238E27FC236}">
                <a16:creationId xmlns:a16="http://schemas.microsoft.com/office/drawing/2014/main" id="{84E0F787-51E2-4300-8BBC-0E636B4F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0158" y="4120420"/>
            <a:ext cx="9525" cy="424720"/>
          </a:xfrm>
          <a:custGeom xmlns:a="http://schemas.openxmlformats.org/drawingml/2006/main">
            <a:pathLst>
              <a:path w="9525" h="424720">
                <a:moveTo>
                  <a:pt x="0" y="42472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51" name="wire-1271">
            <a:extLst xmlns:a="http://schemas.openxmlformats.org/drawingml/2006/main">
              <a:ext uri="{FF2B5EF4-FFF2-40B4-BE49-F238E27FC236}">
                <a16:creationId xmlns:a16="http://schemas.microsoft.com/office/drawing/2014/main" id="{DA6496B8-B9F6-4809-BFCA-AA548C5B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0158" y="4120420"/>
            <a:ext cx="156020" cy="9525"/>
          </a:xfrm>
          <a:custGeom xmlns:a="http://schemas.openxmlformats.org/drawingml/2006/main">
            <a:pathLst>
              <a:path w="156020" h="9525">
                <a:moveTo>
                  <a:pt x="0" y="0"/>
                </a:moveTo>
                <a:lnTo>
                  <a:pt x="1560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52" name="circuit-1272">
            <a:extLst xmlns:a="http://schemas.openxmlformats.org/drawingml/2006/main">
              <a:ext uri="{FF2B5EF4-FFF2-40B4-BE49-F238E27FC236}">
                <a16:creationId xmlns:a16="http://schemas.microsoft.com/office/drawing/2014/main" id="{21ED9B8C-60BB-4BC0-8CE6-133A7FB8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2838" y="4102217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53" name="text-1273">
            <a:extLst xmlns:a="http://schemas.openxmlformats.org/drawingml/2006/main">
              <a:ext uri="{FF2B5EF4-FFF2-40B4-BE49-F238E27FC236}">
                <a16:creationId xmlns:a16="http://schemas.microsoft.com/office/drawing/2014/main" id="{743A5EBC-9BE5-45AE-84E1-206BD7B8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438" y="4172426"/>
            <a:ext cx="546068" cy="138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IEUAdrE</a:t>
            </a:r>
          </a:p>
        </p:txBody>
      </p:sp>
      <p:sp>
        <p:nvSpPr>
          <p:cNvPr id="254" name="wire-1274">
            <a:extLst xmlns:a="http://schemas.openxmlformats.org/drawingml/2006/main">
              <a:ext uri="{FF2B5EF4-FFF2-40B4-BE49-F238E27FC236}">
                <a16:creationId xmlns:a16="http://schemas.microsoft.com/office/drawing/2014/main" id="{A17A781D-0887-4F8A-BC4E-04CC0EB0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4120420"/>
            <a:ext cx="173355" cy="9525"/>
          </a:xfrm>
          <a:custGeom xmlns:a="http://schemas.openxmlformats.org/drawingml/2006/main">
            <a:pathLst>
              <a:path w="173355" h="9525">
                <a:moveTo>
                  <a:pt x="0" y="0"/>
                </a:moveTo>
                <a:lnTo>
                  <a:pt x="1733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255" name="circuit-1275">
            <a:extLst xmlns:a="http://schemas.openxmlformats.org/drawingml/2006/main">
              <a:ext uri="{FF2B5EF4-FFF2-40B4-BE49-F238E27FC236}">
                <a16:creationId xmlns:a16="http://schemas.microsoft.com/office/drawing/2014/main" id="{C1D9A273-F19F-4404-879A-4475F9FA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0206" y="4102217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56" name="block-1276">
            <a:extLst xmlns:a="http://schemas.openxmlformats.org/drawingml/2006/main">
              <a:ext uri="{FF2B5EF4-FFF2-40B4-BE49-F238E27FC236}">
                <a16:creationId xmlns:a16="http://schemas.microsoft.com/office/drawing/2014/main" id="{97C06E58-07CD-4114-A436-34033306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3545" y="3981736"/>
            <a:ext cx="1386840" cy="2600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57" name="text-1277">
            <a:extLst xmlns:a="http://schemas.openxmlformats.org/drawingml/2006/main">
              <a:ext uri="{FF2B5EF4-FFF2-40B4-BE49-F238E27FC236}">
                <a16:creationId xmlns:a16="http://schemas.microsoft.com/office/drawing/2014/main" id="{55EC5B5F-3FEE-4E80-870A-F0680649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9662" y="4371785"/>
            <a:ext cx="606743" cy="104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PAdrM</a:t>
            </a:r>
          </a:p>
        </p:txBody>
      </p:sp>
      <p:sp>
        <p:nvSpPr>
          <p:cNvPr id="258" name="wire-1278">
            <a:extLst xmlns:a="http://schemas.openxmlformats.org/drawingml/2006/main">
              <a:ext uri="{FF2B5EF4-FFF2-40B4-BE49-F238E27FC236}">
                <a16:creationId xmlns:a16="http://schemas.microsoft.com/office/drawing/2014/main" id="{74697D45-8599-4870-B956-1E2F8BD3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470" y="4831175"/>
            <a:ext cx="320707" cy="9525"/>
          </a:xfrm>
          <a:custGeom xmlns:a="http://schemas.openxmlformats.org/drawingml/2006/main">
            <a:pathLst>
              <a:path w="320707" h="9525">
                <a:moveTo>
                  <a:pt x="0" y="0"/>
                </a:moveTo>
                <a:lnTo>
                  <a:pt x="3207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59" name="wire-1279">
            <a:extLst xmlns:a="http://schemas.openxmlformats.org/drawingml/2006/main">
              <a:ext uri="{FF2B5EF4-FFF2-40B4-BE49-F238E27FC236}">
                <a16:creationId xmlns:a16="http://schemas.microsoft.com/office/drawing/2014/main" id="{02488C4A-52A3-4DA9-A3B3-11473558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4831175"/>
            <a:ext cx="60674" cy="9525"/>
          </a:xfrm>
          <a:custGeom xmlns:a="http://schemas.openxmlformats.org/drawingml/2006/main">
            <a:pathLst>
              <a:path w="60674" h="9525">
                <a:moveTo>
                  <a:pt x="0" y="0"/>
                </a:moveTo>
                <a:lnTo>
                  <a:pt x="606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260" name="wire-1280">
            <a:extLst xmlns:a="http://schemas.openxmlformats.org/drawingml/2006/main">
              <a:ext uri="{FF2B5EF4-FFF2-40B4-BE49-F238E27FC236}">
                <a16:creationId xmlns:a16="http://schemas.microsoft.com/office/drawing/2014/main" id="{7E97274A-4C0C-42DE-91AC-D4CBA0A1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864" y="3851720"/>
            <a:ext cx="9525" cy="979456"/>
          </a:xfrm>
          <a:custGeom xmlns:a="http://schemas.openxmlformats.org/drawingml/2006/main">
            <a:pathLst>
              <a:path w="9525" h="979456">
                <a:moveTo>
                  <a:pt x="0" y="97945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261" name="wire-1281">
            <a:extLst xmlns:a="http://schemas.openxmlformats.org/drawingml/2006/main">
              <a:ext uri="{FF2B5EF4-FFF2-40B4-BE49-F238E27FC236}">
                <a16:creationId xmlns:a16="http://schemas.microsoft.com/office/drawing/2014/main" id="{68FCB830-3FB3-4371-858F-AE95D565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864" y="3851720"/>
            <a:ext cx="1837563" cy="9525"/>
          </a:xfrm>
          <a:custGeom xmlns:a="http://schemas.openxmlformats.org/drawingml/2006/main">
            <a:pathLst>
              <a:path w="1837563" h="9525">
                <a:moveTo>
                  <a:pt x="0" y="0"/>
                </a:moveTo>
                <a:lnTo>
                  <a:pt x="1837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262" name="block-1282">
            <a:extLst xmlns:a="http://schemas.openxmlformats.org/drawingml/2006/main">
              <a:ext uri="{FF2B5EF4-FFF2-40B4-BE49-F238E27FC236}">
                <a16:creationId xmlns:a16="http://schemas.microsoft.com/office/drawing/2014/main" id="{3746B7FB-C3A6-43A7-9074-82B251FC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427" y="3730371"/>
            <a:ext cx="104013" cy="2426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63" name="circuit-1283">
            <a:extLst xmlns:a="http://schemas.openxmlformats.org/drawingml/2006/main">
              <a:ext uri="{FF2B5EF4-FFF2-40B4-BE49-F238E27FC236}">
                <a16:creationId xmlns:a16="http://schemas.microsoft.com/office/drawing/2014/main" id="{285AB789-80CD-4D7D-965D-688DD3DF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763" y="3730371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64" name="wire-1284">
            <a:extLst xmlns:a="http://schemas.openxmlformats.org/drawingml/2006/main">
              <a:ext uri="{FF2B5EF4-FFF2-40B4-BE49-F238E27FC236}">
                <a16:creationId xmlns:a16="http://schemas.microsoft.com/office/drawing/2014/main" id="{A65B9E28-97D8-484D-A7C3-41E54BE6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434" y="3678365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265" name="wire-1285">
            <a:extLst xmlns:a="http://schemas.openxmlformats.org/drawingml/2006/main">
              <a:ext uri="{FF2B5EF4-FFF2-40B4-BE49-F238E27FC236}">
                <a16:creationId xmlns:a16="http://schemas.microsoft.com/office/drawing/2014/main" id="{2E798525-D031-4426-AD7D-181C66A2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440" y="3851720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266" name="wire-1286">
            <a:extLst xmlns:a="http://schemas.openxmlformats.org/drawingml/2006/main">
              <a:ext uri="{FF2B5EF4-FFF2-40B4-BE49-F238E27FC236}">
                <a16:creationId xmlns:a16="http://schemas.microsoft.com/office/drawing/2014/main" id="{31AF6308-86B4-4E13-9915-124A10A8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111" y="3851720"/>
            <a:ext cx="9525" cy="364046"/>
          </a:xfrm>
          <a:custGeom xmlns:a="http://schemas.openxmlformats.org/drawingml/2006/main">
            <a:pathLst>
              <a:path w="9525" h="364046">
                <a:moveTo>
                  <a:pt x="0" y="0"/>
                </a:moveTo>
                <a:lnTo>
                  <a:pt x="0" y="364046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267" name="wire-1287">
            <a:extLst xmlns:a="http://schemas.openxmlformats.org/drawingml/2006/main">
              <a:ext uri="{FF2B5EF4-FFF2-40B4-BE49-F238E27FC236}">
                <a16:creationId xmlns:a16="http://schemas.microsoft.com/office/drawing/2014/main" id="{4A11827A-867A-4C2C-86E7-4EEA2DA2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111" y="4215765"/>
            <a:ext cx="182023" cy="9525"/>
          </a:xfrm>
          <a:custGeom xmlns:a="http://schemas.openxmlformats.org/drawingml/2006/main">
            <a:pathLst>
              <a:path w="182023" h="9525">
                <a:moveTo>
                  <a:pt x="0" y="0"/>
                </a:moveTo>
                <a:lnTo>
                  <a:pt x="1820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268">
            <a:solidFill>
              <a:srgbClr val="231F20"/>
            </a:solidFill>
          </a:ln>
        </p:spPr>
      </p:sp>
      <p:sp>
        <p:nvSpPr>
          <p:cNvPr id="268" name="circuit-1288">
            <a:extLst xmlns:a="http://schemas.openxmlformats.org/drawingml/2006/main">
              <a:ext uri="{FF2B5EF4-FFF2-40B4-BE49-F238E27FC236}">
                <a16:creationId xmlns:a16="http://schemas.microsoft.com/office/drawing/2014/main" id="{03CAF716-C315-47BF-9D42-A56F13ED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95" y="4197563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69" name="text-1289">
            <a:extLst xmlns:a="http://schemas.openxmlformats.org/drawingml/2006/main">
              <a:ext uri="{FF2B5EF4-FFF2-40B4-BE49-F238E27FC236}">
                <a16:creationId xmlns:a16="http://schemas.microsoft.com/office/drawing/2014/main" id="{BCB5FBC4-CEF1-46F8-B295-A275CFAB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6884" y="3860387"/>
            <a:ext cx="1568863" cy="104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IEUResultM / IFResultW</a:t>
            </a:r>
          </a:p>
        </p:txBody>
      </p:sp>
      <p:sp>
        <p:nvSpPr>
          <p:cNvPr id="270" name="wire-1290">
            <a:extLst xmlns:a="http://schemas.openxmlformats.org/drawingml/2006/main">
              <a:ext uri="{FF2B5EF4-FFF2-40B4-BE49-F238E27FC236}">
                <a16:creationId xmlns:a16="http://schemas.microsoft.com/office/drawing/2014/main" id="{6E8E1D76-9286-4BC1-9244-C36A8944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02" y="4822508"/>
            <a:ext cx="9525" cy="754094"/>
          </a:xfrm>
          <a:custGeom xmlns:a="http://schemas.openxmlformats.org/drawingml/2006/main">
            <a:pathLst>
              <a:path w="9525" h="754094">
                <a:moveTo>
                  <a:pt x="0" y="0"/>
                </a:moveTo>
                <a:lnTo>
                  <a:pt x="0" y="754094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1" name="wire-1291">
            <a:extLst xmlns:a="http://schemas.openxmlformats.org/drawingml/2006/main">
              <a:ext uri="{FF2B5EF4-FFF2-40B4-BE49-F238E27FC236}">
                <a16:creationId xmlns:a16="http://schemas.microsoft.com/office/drawing/2014/main" id="{884EEE67-5F73-4280-9631-43679BF8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02" y="5576602"/>
            <a:ext cx="1239488" cy="9525"/>
          </a:xfrm>
          <a:custGeom xmlns:a="http://schemas.openxmlformats.org/drawingml/2006/main">
            <a:pathLst>
              <a:path w="1239488" h="9525">
                <a:moveTo>
                  <a:pt x="0" y="0"/>
                </a:moveTo>
                <a:lnTo>
                  <a:pt x="12394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2" name="wire-1292">
            <a:extLst xmlns:a="http://schemas.openxmlformats.org/drawingml/2006/main">
              <a:ext uri="{FF2B5EF4-FFF2-40B4-BE49-F238E27FC236}">
                <a16:creationId xmlns:a16="http://schemas.microsoft.com/office/drawing/2014/main" id="{8202E1EE-6CE2-4CA4-BBF2-FEB8B926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490" y="5455253"/>
            <a:ext cx="9525" cy="121349"/>
          </a:xfrm>
          <a:custGeom xmlns:a="http://schemas.openxmlformats.org/drawingml/2006/main">
            <a:pathLst>
              <a:path w="9525" h="121349">
                <a:moveTo>
                  <a:pt x="0" y="12134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3" name="wire-1293">
            <a:extLst xmlns:a="http://schemas.openxmlformats.org/drawingml/2006/main">
              <a:ext uri="{FF2B5EF4-FFF2-40B4-BE49-F238E27FC236}">
                <a16:creationId xmlns:a16="http://schemas.microsoft.com/office/drawing/2014/main" id="{666C1BD5-1C41-4062-A2DD-C49A5BB9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490" y="5455253"/>
            <a:ext cx="164687" cy="9525"/>
          </a:xfrm>
          <a:custGeom xmlns:a="http://schemas.openxmlformats.org/drawingml/2006/main">
            <a:pathLst>
              <a:path w="164687" h="9525">
                <a:moveTo>
                  <a:pt x="0" y="0"/>
                </a:moveTo>
                <a:lnTo>
                  <a:pt x="1646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4" name="wire-1294">
            <a:extLst xmlns:a="http://schemas.openxmlformats.org/drawingml/2006/main">
              <a:ext uri="{FF2B5EF4-FFF2-40B4-BE49-F238E27FC236}">
                <a16:creationId xmlns:a16="http://schemas.microsoft.com/office/drawing/2014/main" id="{5B05D9C7-C922-4AA8-A585-7F04B8B9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5455253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5" name="wire-1295">
            <a:extLst xmlns:a="http://schemas.openxmlformats.org/drawingml/2006/main">
              <a:ext uri="{FF2B5EF4-FFF2-40B4-BE49-F238E27FC236}">
                <a16:creationId xmlns:a16="http://schemas.microsoft.com/office/drawing/2014/main" id="{3F945AF8-0CAE-42A9-AA7F-D37A971C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71" y="5307902"/>
            <a:ext cx="9525" cy="147352"/>
          </a:xfrm>
          <a:custGeom xmlns:a="http://schemas.openxmlformats.org/drawingml/2006/main">
            <a:pathLst>
              <a:path w="9525" h="147352">
                <a:moveTo>
                  <a:pt x="0" y="1473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6" name="wire-1296">
            <a:extLst xmlns:a="http://schemas.openxmlformats.org/drawingml/2006/main">
              <a:ext uri="{FF2B5EF4-FFF2-40B4-BE49-F238E27FC236}">
                <a16:creationId xmlns:a16="http://schemas.microsoft.com/office/drawing/2014/main" id="{42BC45E3-3133-4B98-A0E3-46B5971D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71" y="5307902"/>
            <a:ext cx="60674" cy="9525"/>
          </a:xfrm>
          <a:custGeom xmlns:a="http://schemas.openxmlformats.org/drawingml/2006/main">
            <a:pathLst>
              <a:path w="60674" h="9525">
                <a:moveTo>
                  <a:pt x="0" y="0"/>
                </a:moveTo>
                <a:lnTo>
                  <a:pt x="606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277" name="circuit-1297">
            <a:extLst xmlns:a="http://schemas.openxmlformats.org/drawingml/2006/main">
              <a:ext uri="{FF2B5EF4-FFF2-40B4-BE49-F238E27FC236}">
                <a16:creationId xmlns:a16="http://schemas.microsoft.com/office/drawing/2014/main" id="{B7284427-9601-42E7-8C08-2BAEFB8C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0206" y="5289699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78" name="text-1298">
            <a:extLst xmlns:a="http://schemas.openxmlformats.org/drawingml/2006/main">
              <a:ext uri="{FF2B5EF4-FFF2-40B4-BE49-F238E27FC236}">
                <a16:creationId xmlns:a16="http://schemas.microsoft.com/office/drawing/2014/main" id="{7F5546FB-27D6-4075-A700-C3E7A2C7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060" y="5403247"/>
            <a:ext cx="806101" cy="147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WriteDataM</a:t>
            </a:r>
          </a:p>
        </p:txBody>
      </p:sp>
      <p:sp>
        <p:nvSpPr>
          <p:cNvPr id="279" name="block-1299">
            <a:extLst xmlns:a="http://schemas.openxmlformats.org/drawingml/2006/main">
              <a:ext uri="{FF2B5EF4-FFF2-40B4-BE49-F238E27FC236}">
                <a16:creationId xmlns:a16="http://schemas.microsoft.com/office/drawing/2014/main" id="{4E06634C-97BE-49B7-9D98-363DDFF3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3545" y="4519136"/>
            <a:ext cx="719423" cy="4420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80" name="block-1300">
            <a:extLst xmlns:a="http://schemas.openxmlformats.org/drawingml/2006/main">
              <a:ext uri="{FF2B5EF4-FFF2-40B4-BE49-F238E27FC236}">
                <a16:creationId xmlns:a16="http://schemas.microsoft.com/office/drawing/2014/main" id="{2E4A9FD5-978D-47AE-9B06-B6A5DED2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3545" y="5212556"/>
            <a:ext cx="1386840" cy="2860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81" name="text-1301">
            <a:extLst xmlns:a="http://schemas.openxmlformats.org/drawingml/2006/main">
              <a:ext uri="{FF2B5EF4-FFF2-40B4-BE49-F238E27FC236}">
                <a16:creationId xmlns:a16="http://schemas.microsoft.com/office/drawing/2014/main" id="{38AC4C52-6D70-411F-AD05-5237C207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548" y="5221224"/>
            <a:ext cx="1334834" cy="26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819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819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ahbcacheinterface</a:t>
            </a:r>
          </a:p>
        </p:txBody>
      </p:sp>
      <p:sp>
        <p:nvSpPr>
          <p:cNvPr id="282" name="wire-1302">
            <a:extLst xmlns:a="http://schemas.openxmlformats.org/drawingml/2006/main">
              <a:ext uri="{FF2B5EF4-FFF2-40B4-BE49-F238E27FC236}">
                <a16:creationId xmlns:a16="http://schemas.microsoft.com/office/drawing/2014/main" id="{39D1AC75-2D77-4088-B58B-2156150F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965" y="4241768"/>
            <a:ext cx="9525" cy="104013"/>
          </a:xfrm>
          <a:custGeom xmlns:a="http://schemas.openxmlformats.org/drawingml/2006/main">
            <a:pathLst>
              <a:path w="9525" h="104013">
                <a:moveTo>
                  <a:pt x="0" y="0"/>
                </a:moveTo>
                <a:lnTo>
                  <a:pt x="0" y="104013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283" name="wire-1303">
            <a:extLst xmlns:a="http://schemas.openxmlformats.org/drawingml/2006/main">
              <a:ext uri="{FF2B5EF4-FFF2-40B4-BE49-F238E27FC236}">
                <a16:creationId xmlns:a16="http://schemas.microsoft.com/office/drawing/2014/main" id="{E519F804-9AB8-4414-A84F-89CC908A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920" y="4345781"/>
            <a:ext cx="364046" cy="9525"/>
          </a:xfrm>
          <a:custGeom xmlns:a="http://schemas.openxmlformats.org/drawingml/2006/main">
            <a:pathLst>
              <a:path w="364046" h="9525">
                <a:moveTo>
                  <a:pt x="36404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284" name="wire-1304">
            <a:extLst xmlns:a="http://schemas.openxmlformats.org/drawingml/2006/main">
              <a:ext uri="{FF2B5EF4-FFF2-40B4-BE49-F238E27FC236}">
                <a16:creationId xmlns:a16="http://schemas.microsoft.com/office/drawing/2014/main" id="{86A4E778-399B-4D71-A7C5-ED908C32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920" y="4345781"/>
            <a:ext cx="9525" cy="173355"/>
          </a:xfrm>
          <a:custGeom xmlns:a="http://schemas.openxmlformats.org/drawingml/2006/main">
            <a:pathLst>
              <a:path w="9525" h="173355">
                <a:moveTo>
                  <a:pt x="0" y="0"/>
                </a:moveTo>
                <a:lnTo>
                  <a:pt x="0" y="173355"/>
                </a:lnTo>
              </a:path>
            </a:pathLst>
          </a:custGeom>
          <a:noFill xmlns:a="http://schemas.openxmlformats.org/drawingml/2006/main"/>
          <a:ln xmlns:a="http://schemas.openxmlformats.org/drawingml/2006/main" w="12135">
            <a:solidFill>
              <a:srgbClr val="231F20"/>
            </a:solidFill>
          </a:ln>
        </p:spPr>
      </p:sp>
      <p:sp>
        <p:nvSpPr>
          <p:cNvPr id="285" name="circuit-1305">
            <a:extLst xmlns:a="http://schemas.openxmlformats.org/drawingml/2006/main">
              <a:ext uri="{FF2B5EF4-FFF2-40B4-BE49-F238E27FC236}">
                <a16:creationId xmlns:a16="http://schemas.microsoft.com/office/drawing/2014/main" id="{BBBF5D3B-6FD4-4FD8-AD15-B48804BA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4717" y="4475798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86" name="wire-1306">
            <a:extLst xmlns:a="http://schemas.openxmlformats.org/drawingml/2006/main">
              <a:ext uri="{FF2B5EF4-FFF2-40B4-BE49-F238E27FC236}">
                <a16:creationId xmlns:a16="http://schemas.microsoft.com/office/drawing/2014/main" id="{63863AF0-99C0-497D-9981-6B1641B2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965" y="4345781"/>
            <a:ext cx="788765" cy="9525"/>
          </a:xfrm>
          <a:custGeom xmlns:a="http://schemas.openxmlformats.org/drawingml/2006/main">
            <a:pathLst>
              <a:path w="788765" h="9525">
                <a:moveTo>
                  <a:pt x="0" y="0"/>
                </a:moveTo>
                <a:lnTo>
                  <a:pt x="7887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287" name="wire-1307">
            <a:extLst xmlns:a="http://schemas.openxmlformats.org/drawingml/2006/main">
              <a:ext uri="{FF2B5EF4-FFF2-40B4-BE49-F238E27FC236}">
                <a16:creationId xmlns:a16="http://schemas.microsoft.com/office/drawing/2014/main" id="{60660B3F-1691-4C83-BAA3-6CC26D4D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730" y="4345781"/>
            <a:ext cx="9525" cy="944785"/>
          </a:xfrm>
          <a:custGeom xmlns:a="http://schemas.openxmlformats.org/drawingml/2006/main">
            <a:pathLst>
              <a:path w="9525" h="944785">
                <a:moveTo>
                  <a:pt x="0" y="0"/>
                </a:moveTo>
                <a:lnTo>
                  <a:pt x="0" y="944785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288" name="wire-1308">
            <a:extLst xmlns:a="http://schemas.openxmlformats.org/drawingml/2006/main">
              <a:ext uri="{FF2B5EF4-FFF2-40B4-BE49-F238E27FC236}">
                <a16:creationId xmlns:a16="http://schemas.microsoft.com/office/drawing/2014/main" id="{001E0D7E-B5E2-493E-85EB-DFB16A4B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385" y="5290566"/>
            <a:ext cx="95345" cy="9525"/>
          </a:xfrm>
          <a:custGeom xmlns:a="http://schemas.openxmlformats.org/drawingml/2006/main">
            <a:pathLst>
              <a:path w="95345" h="9525">
                <a:moveTo>
                  <a:pt x="9534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289" name="circuit-1309">
            <a:extLst xmlns:a="http://schemas.openxmlformats.org/drawingml/2006/main">
              <a:ext uri="{FF2B5EF4-FFF2-40B4-BE49-F238E27FC236}">
                <a16:creationId xmlns:a16="http://schemas.microsoft.com/office/drawing/2014/main" id="{5976F737-68A0-44FD-9E87-E6CCB970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385" y="5272364"/>
            <a:ext cx="43339" cy="36405"/>
          </a:xfrm>
          <a:custGeom xmlns:a="http://schemas.openxmlformats.org/drawingml/2006/main">
            <a:pathLst>
              <a:path w="43339" h="36405">
                <a:moveTo>
                  <a:pt x="0" y="18202"/>
                </a:moveTo>
                <a:lnTo>
                  <a:pt x="43339" y="36405"/>
                </a:lnTo>
                <a:lnTo>
                  <a:pt x="43339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CD79CFAA-0DE3-483F-A0B9-6DC44EB0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3963" y="4332780"/>
            <a:ext cx="26003" cy="26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291" name="text-1310">
            <a:extLst xmlns:a="http://schemas.openxmlformats.org/drawingml/2006/main">
              <a:ext uri="{FF2B5EF4-FFF2-40B4-BE49-F238E27FC236}">
                <a16:creationId xmlns:a16="http://schemas.microsoft.com/office/drawing/2014/main" id="{1B5AC926-7232-47E0-9CD3-46B03287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665" y="4527804"/>
            <a:ext cx="537401" cy="147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MMIO</a:t>
            </a:r>
          </a:p>
        </p:txBody>
      </p:sp>
      <p:sp>
        <p:nvSpPr>
          <p:cNvPr id="292" name="wire-1311">
            <a:extLst xmlns:a="http://schemas.openxmlformats.org/drawingml/2006/main">
              <a:ext uri="{FF2B5EF4-FFF2-40B4-BE49-F238E27FC236}">
                <a16:creationId xmlns:a16="http://schemas.microsoft.com/office/drawing/2014/main" id="{2B9546B3-0390-4B93-8065-FCEB3AA9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591" y="4961192"/>
            <a:ext cx="9525" cy="251365"/>
          </a:xfrm>
          <a:custGeom xmlns:a="http://schemas.openxmlformats.org/drawingml/2006/main">
            <a:pathLst>
              <a:path w="9525" h="251365">
                <a:moveTo>
                  <a:pt x="0" y="0"/>
                </a:moveTo>
                <a:lnTo>
                  <a:pt x="0" y="251365"/>
                </a:lnTo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93" name="circuit-1312">
            <a:extLst xmlns:a="http://schemas.openxmlformats.org/drawingml/2006/main">
              <a:ext uri="{FF2B5EF4-FFF2-40B4-BE49-F238E27FC236}">
                <a16:creationId xmlns:a16="http://schemas.microsoft.com/office/drawing/2014/main" id="{DCF3EEE1-3C10-4E25-A075-9593191F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9388" y="5169218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94" name="wire-1313">
            <a:extLst xmlns:a="http://schemas.openxmlformats.org/drawingml/2006/main">
              <a:ext uri="{FF2B5EF4-FFF2-40B4-BE49-F238E27FC236}">
                <a16:creationId xmlns:a16="http://schemas.microsoft.com/office/drawing/2014/main" id="{1F19FE5B-8A63-42C3-AF39-E72A912F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591" y="4961192"/>
            <a:ext cx="9525" cy="251365"/>
          </a:xfrm>
          <a:custGeom xmlns:a="http://schemas.openxmlformats.org/drawingml/2006/main">
            <a:pathLst>
              <a:path w="9525" h="251365">
                <a:moveTo>
                  <a:pt x="0" y="25136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95" name="circuit-1314">
            <a:extLst xmlns:a="http://schemas.openxmlformats.org/drawingml/2006/main">
              <a:ext uri="{FF2B5EF4-FFF2-40B4-BE49-F238E27FC236}">
                <a16:creationId xmlns:a16="http://schemas.microsoft.com/office/drawing/2014/main" id="{71CDABC6-9BF6-4C4F-A58F-4D03C384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9388" y="4961192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296" name="circuit-1315">
            <a:extLst xmlns:a="http://schemas.openxmlformats.org/drawingml/2006/main">
              <a:ext uri="{FF2B5EF4-FFF2-40B4-BE49-F238E27FC236}">
                <a16:creationId xmlns:a16="http://schemas.microsoft.com/office/drawing/2014/main" id="{2978550F-D27D-4D0C-AF1B-1F17E013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734" y="4675156"/>
            <a:ext cx="147352" cy="407384"/>
          </a:xfrm>
          <a:custGeom xmlns:a="http://schemas.openxmlformats.org/drawingml/2006/main">
            <a:pathLst>
              <a:path w="147352" h="407384">
                <a:moveTo>
                  <a:pt x="0" y="0"/>
                </a:moveTo>
                <a:lnTo>
                  <a:pt x="147352" y="52006"/>
                </a:lnTo>
                <a:lnTo>
                  <a:pt x="147352" y="355378"/>
                </a:lnTo>
                <a:lnTo>
                  <a:pt x="0" y="407384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297" name="text-1316">
            <a:extLst xmlns:a="http://schemas.openxmlformats.org/drawingml/2006/main">
              <a:ext uri="{FF2B5EF4-FFF2-40B4-BE49-F238E27FC236}">
                <a16:creationId xmlns:a16="http://schemas.microsoft.com/office/drawing/2014/main" id="{D5B8426C-BDEC-4847-985A-FCD13586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0401" y="4701159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98" name="text-1317">
            <a:extLst xmlns:a="http://schemas.openxmlformats.org/drawingml/2006/main">
              <a:ext uri="{FF2B5EF4-FFF2-40B4-BE49-F238E27FC236}">
                <a16:creationId xmlns:a16="http://schemas.microsoft.com/office/drawing/2014/main" id="{33590573-AB4A-41A9-A4DE-5D0FE939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0401" y="4926521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9" name="wire-1318">
            <a:extLst xmlns:a="http://schemas.openxmlformats.org/drawingml/2006/main">
              <a:ext uri="{FF2B5EF4-FFF2-40B4-BE49-F238E27FC236}">
                <a16:creationId xmlns:a16="http://schemas.microsoft.com/office/drawing/2014/main" id="{F87F9C72-FBAA-4CA4-8562-2196FB63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968" y="4735830"/>
            <a:ext cx="788765" cy="34671"/>
          </a:xfrm>
          <a:custGeom xmlns:a="http://schemas.openxmlformats.org/drawingml/2006/main">
            <a:pathLst>
              <a:path w="788765" h="34671">
                <a:moveTo>
                  <a:pt x="0" y="0"/>
                </a:moveTo>
                <a:lnTo>
                  <a:pt x="788765" y="34671"/>
                </a:lnTo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00" name="circuit-1319">
            <a:extLst xmlns:a="http://schemas.openxmlformats.org/drawingml/2006/main">
              <a:ext uri="{FF2B5EF4-FFF2-40B4-BE49-F238E27FC236}">
                <a16:creationId xmlns:a16="http://schemas.microsoft.com/office/drawing/2014/main" id="{5030A8E6-6180-4246-8E01-AD34CFC6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637" y="4750413"/>
            <a:ext cx="44096" cy="36369"/>
          </a:xfrm>
          <a:custGeom xmlns:a="http://schemas.openxmlformats.org/drawingml/2006/main">
            <a:pathLst>
              <a:path w="44096" h="36369">
                <a:moveTo>
                  <a:pt x="44096" y="20088"/>
                </a:moveTo>
                <a:lnTo>
                  <a:pt x="1599" y="0"/>
                </a:lnTo>
                <a:lnTo>
                  <a:pt x="0" y="3636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01" name="wire-1320">
            <a:extLst xmlns:a="http://schemas.openxmlformats.org/drawingml/2006/main">
              <a:ext uri="{FF2B5EF4-FFF2-40B4-BE49-F238E27FC236}">
                <a16:creationId xmlns:a16="http://schemas.microsoft.com/office/drawing/2014/main" id="{519168A7-F5D5-4410-9A27-8A7F5A8B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007" y="4978527"/>
            <a:ext cx="9525" cy="234029"/>
          </a:xfrm>
          <a:custGeom xmlns:a="http://schemas.openxmlformats.org/drawingml/2006/main">
            <a:pathLst>
              <a:path w="9525" h="234029">
                <a:moveTo>
                  <a:pt x="0" y="23402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02" name="wire-1321">
            <a:extLst xmlns:a="http://schemas.openxmlformats.org/drawingml/2006/main">
              <a:ext uri="{FF2B5EF4-FFF2-40B4-BE49-F238E27FC236}">
                <a16:creationId xmlns:a16="http://schemas.microsoft.com/office/drawing/2014/main" id="{A4452370-299C-4F1B-9C97-639A0B27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007" y="4978527"/>
            <a:ext cx="476726" cy="9525"/>
          </a:xfrm>
          <a:custGeom xmlns:a="http://schemas.openxmlformats.org/drawingml/2006/main">
            <a:pathLst>
              <a:path w="476726" h="9525">
                <a:moveTo>
                  <a:pt x="0" y="0"/>
                </a:moveTo>
                <a:lnTo>
                  <a:pt x="4767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03" name="circuit-1322">
            <a:extLst xmlns:a="http://schemas.openxmlformats.org/drawingml/2006/main">
              <a:ext uri="{FF2B5EF4-FFF2-40B4-BE49-F238E27FC236}">
                <a16:creationId xmlns:a16="http://schemas.microsoft.com/office/drawing/2014/main" id="{BFED75BC-49C9-4478-96ED-AB3C544F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8395" y="4960325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04" name="block-1323">
            <a:extLst xmlns:a="http://schemas.openxmlformats.org/drawingml/2006/main">
              <a:ext uri="{FF2B5EF4-FFF2-40B4-BE49-F238E27FC236}">
                <a16:creationId xmlns:a16="http://schemas.microsoft.com/office/drawing/2014/main" id="{A2A22327-8510-4F97-8E20-0471B22A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440" y="4727162"/>
            <a:ext cx="104013" cy="3120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05" name="circuit-1324">
            <a:extLst xmlns:a="http://schemas.openxmlformats.org/drawingml/2006/main">
              <a:ext uri="{FF2B5EF4-FFF2-40B4-BE49-F238E27FC236}">
                <a16:creationId xmlns:a16="http://schemas.microsoft.com/office/drawing/2014/main" id="{06E199BC-2616-47AC-82C3-6ADC38F1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776" y="4727162"/>
            <a:ext cx="69342" cy="43339"/>
          </a:xfrm>
          <a:custGeom xmlns:a="http://schemas.openxmlformats.org/drawingml/2006/main">
            <a:pathLst>
              <a:path w="69342" h="43339">
                <a:moveTo>
                  <a:pt x="0" y="0"/>
                </a:moveTo>
                <a:lnTo>
                  <a:pt x="34671" y="43339"/>
                </a:lnTo>
                <a:lnTo>
                  <a:pt x="69342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06" name="wire-1325">
            <a:extLst xmlns:a="http://schemas.openxmlformats.org/drawingml/2006/main">
              <a:ext uri="{FF2B5EF4-FFF2-40B4-BE49-F238E27FC236}">
                <a16:creationId xmlns:a16="http://schemas.microsoft.com/office/drawing/2014/main" id="{7E147102-BABA-4C1E-AE17-203238F0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4447" y="4675156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307" name="wire-1326">
            <a:extLst xmlns:a="http://schemas.openxmlformats.org/drawingml/2006/main">
              <a:ext uri="{FF2B5EF4-FFF2-40B4-BE49-F238E27FC236}">
                <a16:creationId xmlns:a16="http://schemas.microsoft.com/office/drawing/2014/main" id="{FAFC66A9-024A-49C9-AF50-ACCEB117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085" y="4883182"/>
            <a:ext cx="173355" cy="9525"/>
          </a:xfrm>
          <a:custGeom xmlns:a="http://schemas.openxmlformats.org/drawingml/2006/main">
            <a:pathLst>
              <a:path w="173355" h="9525">
                <a:moveTo>
                  <a:pt x="0" y="0"/>
                </a:moveTo>
                <a:lnTo>
                  <a:pt x="1733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308" name="wire-1327">
            <a:extLst xmlns:a="http://schemas.openxmlformats.org/drawingml/2006/main">
              <a:ext uri="{FF2B5EF4-FFF2-40B4-BE49-F238E27FC236}">
                <a16:creationId xmlns:a16="http://schemas.microsoft.com/office/drawing/2014/main" id="{F68B860A-1EAA-483F-8407-4BC8FBA2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6453" y="4883182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868">
            <a:solidFill>
              <a:srgbClr val="231F20"/>
            </a:solidFill>
          </a:ln>
        </p:spPr>
      </p:sp>
      <p:sp>
        <p:nvSpPr>
          <p:cNvPr id="309" name="circuit-1328">
            <a:extLst xmlns:a="http://schemas.openxmlformats.org/drawingml/2006/main">
              <a:ext uri="{FF2B5EF4-FFF2-40B4-BE49-F238E27FC236}">
                <a16:creationId xmlns:a16="http://schemas.microsoft.com/office/drawing/2014/main" id="{F6E832A0-A0F8-4E29-BBC9-2C53A664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95" y="4864979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10" name="text-1329">
            <a:extLst xmlns:a="http://schemas.openxmlformats.org/drawingml/2006/main">
              <a:ext uri="{FF2B5EF4-FFF2-40B4-BE49-F238E27FC236}">
                <a16:creationId xmlns:a16="http://schemas.microsoft.com/office/drawing/2014/main" id="{5BAFAE65-B56F-4381-AE8D-BB7778D6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3691" y="5065205"/>
            <a:ext cx="962120" cy="164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ReadDataW</a:t>
            </a:r>
          </a:p>
        </p:txBody>
      </p:sp>
      <p:sp>
        <p:nvSpPr>
          <p:cNvPr id="311" name="wire-1330">
            <a:extLst xmlns:a="http://schemas.openxmlformats.org/drawingml/2006/main">
              <a:ext uri="{FF2B5EF4-FFF2-40B4-BE49-F238E27FC236}">
                <a16:creationId xmlns:a16="http://schemas.microsoft.com/office/drawing/2014/main" id="{67F40DDA-1449-4A64-9D4C-A8A28BC7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385" y="5385911"/>
            <a:ext cx="364046" cy="9525"/>
          </a:xfrm>
          <a:custGeom xmlns:a="http://schemas.openxmlformats.org/drawingml/2006/main">
            <a:pathLst>
              <a:path w="364046" h="9525">
                <a:moveTo>
                  <a:pt x="0" y="0"/>
                </a:moveTo>
                <a:lnTo>
                  <a:pt x="364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312" name="wire-1331">
            <a:extLst xmlns:a="http://schemas.openxmlformats.org/drawingml/2006/main">
              <a:ext uri="{FF2B5EF4-FFF2-40B4-BE49-F238E27FC236}">
                <a16:creationId xmlns:a16="http://schemas.microsoft.com/office/drawing/2014/main" id="{2D807DDF-8B86-4402-94D1-DD34213E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4431" y="3496342"/>
            <a:ext cx="9525" cy="1889570"/>
          </a:xfrm>
          <a:custGeom xmlns:a="http://schemas.openxmlformats.org/drawingml/2006/main">
            <a:pathLst>
              <a:path w="9525" h="1889570">
                <a:moveTo>
                  <a:pt x="0" y="188957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313" name="wire-1332">
            <a:extLst xmlns:a="http://schemas.openxmlformats.org/drawingml/2006/main">
              <a:ext uri="{FF2B5EF4-FFF2-40B4-BE49-F238E27FC236}">
                <a16:creationId xmlns:a16="http://schemas.microsoft.com/office/drawing/2014/main" id="{3C930C52-A9A4-4099-B0FB-93E67BDD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4431" y="3496342"/>
            <a:ext cx="130016" cy="9525"/>
          </a:xfrm>
          <a:custGeom xmlns:a="http://schemas.openxmlformats.org/drawingml/2006/main">
            <a:pathLst>
              <a:path w="130016" h="9525">
                <a:moveTo>
                  <a:pt x="0" y="0"/>
                </a:moveTo>
                <a:lnTo>
                  <a:pt x="130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314" name="circuit-1333">
            <a:extLst xmlns:a="http://schemas.openxmlformats.org/drawingml/2006/main">
              <a:ext uri="{FF2B5EF4-FFF2-40B4-BE49-F238E27FC236}">
                <a16:creationId xmlns:a16="http://schemas.microsoft.com/office/drawing/2014/main" id="{0F1B05F0-1024-415A-9C6A-A6CAB3EB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08" y="3478139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15" name="wire-1334">
            <a:extLst xmlns:a="http://schemas.openxmlformats.org/drawingml/2006/main">
              <a:ext uri="{FF2B5EF4-FFF2-40B4-BE49-F238E27FC236}">
                <a16:creationId xmlns:a16="http://schemas.microsoft.com/office/drawing/2014/main" id="{7E8EA40B-ED69-45A6-A41C-919382DD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385" y="5385911"/>
            <a:ext cx="364046" cy="9525"/>
          </a:xfrm>
          <a:custGeom xmlns:a="http://schemas.openxmlformats.org/drawingml/2006/main">
            <a:pathLst>
              <a:path w="364046" h="9525">
                <a:moveTo>
                  <a:pt x="36404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202">
            <a:solidFill>
              <a:srgbClr val="1572C3"/>
            </a:solidFill>
          </a:ln>
        </p:spPr>
      </p:sp>
      <p:sp>
        <p:nvSpPr>
          <p:cNvPr id="316" name="circuit-1335">
            <a:extLst xmlns:a="http://schemas.openxmlformats.org/drawingml/2006/main">
              <a:ext uri="{FF2B5EF4-FFF2-40B4-BE49-F238E27FC236}">
                <a16:creationId xmlns:a16="http://schemas.microsoft.com/office/drawing/2014/main" id="{B527054E-6B06-4B99-98E4-548818F9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385" y="5367709"/>
            <a:ext cx="43339" cy="36405"/>
          </a:xfrm>
          <a:custGeom xmlns:a="http://schemas.openxmlformats.org/drawingml/2006/main">
            <a:pathLst>
              <a:path w="43339" h="36405">
                <a:moveTo>
                  <a:pt x="0" y="18202"/>
                </a:moveTo>
                <a:lnTo>
                  <a:pt x="43339" y="36405"/>
                </a:lnTo>
                <a:lnTo>
                  <a:pt x="43339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17" name="circuit-1336">
            <a:extLst xmlns:a="http://schemas.openxmlformats.org/drawingml/2006/main">
              <a:ext uri="{FF2B5EF4-FFF2-40B4-BE49-F238E27FC236}">
                <a16:creationId xmlns:a16="http://schemas.microsoft.com/office/drawing/2014/main" id="{F1EC605E-5B1D-4F60-BFAB-4E46CA0B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9134" y="4120420"/>
            <a:ext cx="147352" cy="892778"/>
          </a:xfrm>
          <a:custGeom xmlns:a="http://schemas.openxmlformats.org/drawingml/2006/main">
            <a:pathLst>
              <a:path w="147352" h="892778">
                <a:moveTo>
                  <a:pt x="0" y="0"/>
                </a:moveTo>
                <a:lnTo>
                  <a:pt x="147352" y="52006"/>
                </a:lnTo>
                <a:lnTo>
                  <a:pt x="147352" y="840772"/>
                </a:lnTo>
                <a:lnTo>
                  <a:pt x="0" y="8927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3002">
            <a:solidFill>
              <a:srgbClr val="231F20"/>
            </a:solidFill>
          </a:ln>
        </p:spPr>
      </p:sp>
      <p:sp>
        <p:nvSpPr>
          <p:cNvPr id="318" name="text-1337">
            <a:extLst xmlns:a="http://schemas.openxmlformats.org/drawingml/2006/main">
              <a:ext uri="{FF2B5EF4-FFF2-40B4-BE49-F238E27FC236}">
                <a16:creationId xmlns:a16="http://schemas.microsoft.com/office/drawing/2014/main" id="{230FEF94-5C6C-459C-9C46-AE1301DA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02" y="4146423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19" name="text-1338">
            <a:extLst xmlns:a="http://schemas.openxmlformats.org/drawingml/2006/main">
              <a:ext uri="{FF2B5EF4-FFF2-40B4-BE49-F238E27FC236}">
                <a16:creationId xmlns:a16="http://schemas.microsoft.com/office/drawing/2014/main" id="{F0CE0F13-C810-4ED6-8AA1-399EBB0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02" y="4857179"/>
            <a:ext cx="112681" cy="121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0" name="text-1339">
            <a:extLst xmlns:a="http://schemas.openxmlformats.org/drawingml/2006/main">
              <a:ext uri="{FF2B5EF4-FFF2-40B4-BE49-F238E27FC236}">
                <a16:creationId xmlns:a16="http://schemas.microsoft.com/office/drawing/2014/main" id="{830B2797-18B6-4EC5-823B-5D370EB3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137" y="4458462"/>
            <a:ext cx="112681" cy="156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819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321" name="text-1340">
            <a:extLst xmlns:a="http://schemas.openxmlformats.org/drawingml/2006/main">
              <a:ext uri="{FF2B5EF4-FFF2-40B4-BE49-F238E27FC236}">
                <a16:creationId xmlns:a16="http://schemas.microsoft.com/office/drawing/2014/main" id="{61146986-ACA2-498D-BA6D-05B7E8B0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434" y="5125879"/>
            <a:ext cx="702088" cy="156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resultmuxW</a:t>
            </a:r>
          </a:p>
        </p:txBody>
      </p:sp>
      <p:sp>
        <p:nvSpPr>
          <p:cNvPr id="322" name="wire-1341">
            <a:extLst xmlns:a="http://schemas.openxmlformats.org/drawingml/2006/main">
              <a:ext uri="{FF2B5EF4-FFF2-40B4-BE49-F238E27FC236}">
                <a16:creationId xmlns:a16="http://schemas.microsoft.com/office/drawing/2014/main" id="{2349D4A3-55FC-406A-89D2-99607BAC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486" y="4562475"/>
            <a:ext cx="216694" cy="9525"/>
          </a:xfrm>
          <a:custGeom xmlns:a="http://schemas.openxmlformats.org/drawingml/2006/main">
            <a:pathLst>
              <a:path w="216694" h="9525">
                <a:moveTo>
                  <a:pt x="0" y="0"/>
                </a:moveTo>
                <a:lnTo>
                  <a:pt x="2166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23" name="wire-1342">
            <a:extLst xmlns:a="http://schemas.openxmlformats.org/drawingml/2006/main">
              <a:ext uri="{FF2B5EF4-FFF2-40B4-BE49-F238E27FC236}">
                <a16:creationId xmlns:a16="http://schemas.microsoft.com/office/drawing/2014/main" id="{FF6420C0-DBA3-4128-9930-C9C0392F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3180" y="4562475"/>
            <a:ext cx="9525" cy="1161479"/>
          </a:xfrm>
          <a:custGeom xmlns:a="http://schemas.openxmlformats.org/drawingml/2006/main">
            <a:pathLst>
              <a:path w="9525" h="1161479">
                <a:moveTo>
                  <a:pt x="0" y="0"/>
                </a:moveTo>
                <a:lnTo>
                  <a:pt x="0" y="1161479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24" name="wire-1343">
            <a:extLst xmlns:a="http://schemas.openxmlformats.org/drawingml/2006/main">
              <a:ext uri="{FF2B5EF4-FFF2-40B4-BE49-F238E27FC236}">
                <a16:creationId xmlns:a16="http://schemas.microsoft.com/office/drawing/2014/main" id="{FE8C5359-AC8F-4FA2-87C7-EEFF99FB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465" y="5723954"/>
            <a:ext cx="5720715" cy="9525"/>
          </a:xfrm>
          <a:custGeom xmlns:a="http://schemas.openxmlformats.org/drawingml/2006/main">
            <a:pathLst>
              <a:path w="5720715" h="9525">
                <a:moveTo>
                  <a:pt x="572071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25" name="wire-1344">
            <a:extLst xmlns:a="http://schemas.openxmlformats.org/drawingml/2006/main">
              <a:ext uri="{FF2B5EF4-FFF2-40B4-BE49-F238E27FC236}">
                <a16:creationId xmlns:a16="http://schemas.microsoft.com/office/drawing/2014/main" id="{59766C9C-400F-4BF3-85D2-970F89AA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465" y="4995863"/>
            <a:ext cx="9525" cy="728091"/>
          </a:xfrm>
          <a:custGeom xmlns:a="http://schemas.openxmlformats.org/drawingml/2006/main">
            <a:pathLst>
              <a:path w="9525" h="728091">
                <a:moveTo>
                  <a:pt x="0" y="72809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26" name="wire-1345">
            <a:extLst xmlns:a="http://schemas.openxmlformats.org/drawingml/2006/main">
              <a:ext uri="{FF2B5EF4-FFF2-40B4-BE49-F238E27FC236}">
                <a16:creationId xmlns:a16="http://schemas.microsoft.com/office/drawing/2014/main" id="{521E175F-6E81-4F9E-9076-EFD8D420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465" y="4995863"/>
            <a:ext cx="52007" cy="9525"/>
          </a:xfrm>
          <a:custGeom xmlns:a="http://schemas.openxmlformats.org/drawingml/2006/main">
            <a:pathLst>
              <a:path w="52007" h="9525">
                <a:moveTo>
                  <a:pt x="0" y="0"/>
                </a:moveTo>
                <a:lnTo>
                  <a:pt x="520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27" name="circuit-1346">
            <a:extLst xmlns:a="http://schemas.openxmlformats.org/drawingml/2006/main">
              <a:ext uri="{FF2B5EF4-FFF2-40B4-BE49-F238E27FC236}">
                <a16:creationId xmlns:a16="http://schemas.microsoft.com/office/drawing/2014/main" id="{5CFD63B4-9301-4B97-B1FA-9B923BC8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132" y="4977660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28" name="text-1347">
            <a:extLst xmlns:a="http://schemas.openxmlformats.org/drawingml/2006/main">
              <a:ext uri="{FF2B5EF4-FFF2-40B4-BE49-F238E27FC236}">
                <a16:creationId xmlns:a16="http://schemas.microsoft.com/office/drawing/2014/main" id="{280D0C17-4B62-414C-91A9-668FDB6F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1750" y="5541931"/>
            <a:ext cx="762762" cy="156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819" b="0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819" b="0">
                <a:solidFill>
                  <a:srgbClr val="1572C3"/>
                </a:solidFill>
                <a:latin typeface="Arial"/>
                <a:ea typeface="Arial"/>
                <a:cs typeface="Arial"/>
              </a:rPr>
              <a:t>ResultW</a:t>
            </a:r>
          </a:p>
        </p:txBody>
      </p:sp>
      <p:sp>
        <p:nvSpPr>
          <p:cNvPr id="329" name="wire-1348">
            <a:extLst xmlns:a="http://schemas.openxmlformats.org/drawingml/2006/main">
              <a:ext uri="{FF2B5EF4-FFF2-40B4-BE49-F238E27FC236}">
                <a16:creationId xmlns:a16="http://schemas.microsoft.com/office/drawing/2014/main" id="{CA19DF4E-E554-484F-8C3C-4272216C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959" y="4943856"/>
            <a:ext cx="9525" cy="780098"/>
          </a:xfrm>
          <a:custGeom xmlns:a="http://schemas.openxmlformats.org/drawingml/2006/main">
            <a:pathLst>
              <a:path w="9525" h="780098">
                <a:moveTo>
                  <a:pt x="0" y="7800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01">
            <a:solidFill>
              <a:srgbClr val="231F20"/>
            </a:solidFill>
          </a:ln>
        </p:spPr>
      </p:sp>
      <p:sp>
        <p:nvSpPr>
          <p:cNvPr id="330" name="wire-1349">
            <a:extLst xmlns:a="http://schemas.openxmlformats.org/drawingml/2006/main">
              <a:ext uri="{FF2B5EF4-FFF2-40B4-BE49-F238E27FC236}">
                <a16:creationId xmlns:a16="http://schemas.microsoft.com/office/drawing/2014/main" id="{9286E99A-39AC-4F75-9B8F-61D2ECC5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959" y="4943856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01">
            <a:solidFill>
              <a:srgbClr val="231F20"/>
            </a:solidFill>
          </a:ln>
        </p:spPr>
      </p:sp>
      <p:sp>
        <p:nvSpPr>
          <p:cNvPr id="331" name="circuit-1350">
            <a:extLst xmlns:a="http://schemas.openxmlformats.org/drawingml/2006/main">
              <a:ext uri="{FF2B5EF4-FFF2-40B4-BE49-F238E27FC236}">
                <a16:creationId xmlns:a16="http://schemas.microsoft.com/office/drawing/2014/main" id="{BB473957-1FD0-42CC-99F3-270E0DAA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301" y="4925654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AD4C0230-8A31-4EEF-A197-5F6E4C74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958" y="5710952"/>
            <a:ext cx="26003" cy="26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333" name="wire-1351">
            <a:extLst xmlns:a="http://schemas.openxmlformats.org/drawingml/2006/main">
              <a:ext uri="{FF2B5EF4-FFF2-40B4-BE49-F238E27FC236}">
                <a16:creationId xmlns:a16="http://schemas.microsoft.com/office/drawing/2014/main" id="{FB7F7EFF-831E-46BC-8DB4-4C8A9678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959" y="4510469"/>
            <a:ext cx="9525" cy="433387"/>
          </a:xfrm>
          <a:custGeom xmlns:a="http://schemas.openxmlformats.org/drawingml/2006/main">
            <a:pathLst>
              <a:path w="9525" h="433387">
                <a:moveTo>
                  <a:pt x="0" y="43338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01">
            <a:solidFill>
              <a:srgbClr val="231F20"/>
            </a:solidFill>
          </a:ln>
        </p:spPr>
      </p:sp>
      <p:sp>
        <p:nvSpPr>
          <p:cNvPr id="334" name="wire-1352">
            <a:extLst xmlns:a="http://schemas.openxmlformats.org/drawingml/2006/main">
              <a:ext uri="{FF2B5EF4-FFF2-40B4-BE49-F238E27FC236}">
                <a16:creationId xmlns:a16="http://schemas.microsoft.com/office/drawing/2014/main" id="{AF0ACA90-68E4-4A81-859C-DF4D21B1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959" y="4510469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01">
            <a:solidFill>
              <a:srgbClr val="231F20"/>
            </a:solidFill>
          </a:ln>
        </p:spPr>
      </p:sp>
      <p:sp>
        <p:nvSpPr>
          <p:cNvPr id="335" name="circuit-1353">
            <a:extLst xmlns:a="http://schemas.openxmlformats.org/drawingml/2006/main">
              <a:ext uri="{FF2B5EF4-FFF2-40B4-BE49-F238E27FC236}">
                <a16:creationId xmlns:a16="http://schemas.microsoft.com/office/drawing/2014/main" id="{FF0E90E3-A74C-48B2-A561-4D177752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301" y="4492266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74DEBAEF-678F-467D-97FE-1200752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958" y="4930854"/>
            <a:ext cx="26003" cy="26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337" name="block-1354">
            <a:extLst xmlns:a="http://schemas.openxmlformats.org/drawingml/2006/main">
              <a:ext uri="{FF2B5EF4-FFF2-40B4-BE49-F238E27FC236}">
                <a16:creationId xmlns:a16="http://schemas.microsoft.com/office/drawing/2014/main" id="{1174EEB4-2946-434D-9AC0-B8D5DF27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70" y="5801963"/>
            <a:ext cx="6015419" cy="1386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668">
            <a:solidFill>
              <a:srgbClr val="231F20"/>
            </a:solidFill>
          </a:ln>
        </p:spPr>
      </p:sp>
      <p:sp>
        <p:nvSpPr>
          <p:cNvPr id="338" name="wire-1355">
            <a:extLst xmlns:a="http://schemas.openxmlformats.org/drawingml/2006/main">
              <a:ext uri="{FF2B5EF4-FFF2-40B4-BE49-F238E27FC236}">
                <a16:creationId xmlns:a16="http://schemas.microsoft.com/office/drawing/2014/main" id="{1CA7F8E1-FB88-41EE-A84A-1630D69F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448" y="5767292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39" name="wire-1356">
            <a:extLst xmlns:a="http://schemas.openxmlformats.org/drawingml/2006/main">
              <a:ext uri="{FF2B5EF4-FFF2-40B4-BE49-F238E27FC236}">
                <a16:creationId xmlns:a16="http://schemas.microsoft.com/office/drawing/2014/main" id="{E97CBFFA-D097-4DF7-8A08-A3C546DB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448" y="5767292"/>
            <a:ext cx="9525" cy="9525"/>
          </a:xfrm>
          <a:custGeom xmlns:a="http://schemas.openxmlformats.org/drawingml/2006/main">
            <a:pathLst>
              <a:path w="9525" h="9525">
                <a:moveTo>
                  <a:pt x="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0" name="wire-1357">
            <a:extLst xmlns:a="http://schemas.openxmlformats.org/drawingml/2006/main">
              <a:ext uri="{FF2B5EF4-FFF2-40B4-BE49-F238E27FC236}">
                <a16:creationId xmlns:a16="http://schemas.microsoft.com/office/drawing/2014/main" id="{2769A406-0AB4-45E8-8A08-C305317B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448" y="5498592"/>
            <a:ext cx="9525" cy="268700"/>
          </a:xfrm>
          <a:custGeom xmlns:a="http://schemas.openxmlformats.org/drawingml/2006/main">
            <a:pathLst>
              <a:path w="9525" h="268700">
                <a:moveTo>
                  <a:pt x="0" y="26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1" name="circuit-1358">
            <a:extLst xmlns:a="http://schemas.openxmlformats.org/drawingml/2006/main">
              <a:ext uri="{FF2B5EF4-FFF2-40B4-BE49-F238E27FC236}">
                <a16:creationId xmlns:a16="http://schemas.microsoft.com/office/drawing/2014/main" id="{CC91BDB8-4F97-441F-BD90-A573841D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246" y="5498592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42" name="wire-1359">
            <a:extLst xmlns:a="http://schemas.openxmlformats.org/drawingml/2006/main">
              <a:ext uri="{FF2B5EF4-FFF2-40B4-BE49-F238E27FC236}">
                <a16:creationId xmlns:a16="http://schemas.microsoft.com/office/drawing/2014/main" id="{7709CDF0-2576-4CA2-96F1-6A6510B4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275" y="5758625"/>
            <a:ext cx="9525" cy="43339"/>
          </a:xfrm>
          <a:custGeom xmlns:a="http://schemas.openxmlformats.org/drawingml/2006/main">
            <a:pathLst>
              <a:path w="9525" h="43339">
                <a:moveTo>
                  <a:pt x="0" y="4333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3" name="wire-1360">
            <a:extLst xmlns:a="http://schemas.openxmlformats.org/drawingml/2006/main">
              <a:ext uri="{FF2B5EF4-FFF2-40B4-BE49-F238E27FC236}">
                <a16:creationId xmlns:a16="http://schemas.microsoft.com/office/drawing/2014/main" id="{2BECE8A1-F6E8-41E8-B583-6B692F8C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275" y="5758625"/>
            <a:ext cx="9525" cy="9525"/>
          </a:xfrm>
          <a:custGeom xmlns:a="http://schemas.openxmlformats.org/drawingml/2006/main">
            <a:pathLst>
              <a:path w="9525" h="9525">
                <a:moveTo>
                  <a:pt x="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4" name="wire-1361">
            <a:extLst xmlns:a="http://schemas.openxmlformats.org/drawingml/2006/main">
              <a:ext uri="{FF2B5EF4-FFF2-40B4-BE49-F238E27FC236}">
                <a16:creationId xmlns:a16="http://schemas.microsoft.com/office/drawing/2014/main" id="{EF368EED-8F65-49E9-BF54-C844E114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275" y="5498592"/>
            <a:ext cx="9525" cy="260033"/>
          </a:xfrm>
          <a:custGeom xmlns:a="http://schemas.openxmlformats.org/drawingml/2006/main">
            <a:pathLst>
              <a:path w="9525" h="260033">
                <a:moveTo>
                  <a:pt x="0" y="2600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5" name="circuit-1362">
            <a:extLst xmlns:a="http://schemas.openxmlformats.org/drawingml/2006/main">
              <a:ext uri="{FF2B5EF4-FFF2-40B4-BE49-F238E27FC236}">
                <a16:creationId xmlns:a16="http://schemas.microsoft.com/office/drawing/2014/main" id="{4522C647-3078-475F-9136-6743670B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073" y="5498592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46" name="wire-1363">
            <a:extLst xmlns:a="http://schemas.openxmlformats.org/drawingml/2006/main">
              <a:ext uri="{FF2B5EF4-FFF2-40B4-BE49-F238E27FC236}">
                <a16:creationId xmlns:a16="http://schemas.microsoft.com/office/drawing/2014/main" id="{5C135F03-D527-40B7-BE94-23285EE1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184" y="5749957"/>
            <a:ext cx="9525" cy="52006"/>
          </a:xfrm>
          <a:custGeom xmlns:a="http://schemas.openxmlformats.org/drawingml/2006/main">
            <a:pathLst>
              <a:path w="9525" h="52006">
                <a:moveTo>
                  <a:pt x="0" y="5200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7" name="wire-1364">
            <a:extLst xmlns:a="http://schemas.openxmlformats.org/drawingml/2006/main">
              <a:ext uri="{FF2B5EF4-FFF2-40B4-BE49-F238E27FC236}">
                <a16:creationId xmlns:a16="http://schemas.microsoft.com/office/drawing/2014/main" id="{48B05B94-B03E-4B25-8A39-A27C20F5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184" y="5749957"/>
            <a:ext cx="9525" cy="9525"/>
          </a:xfrm>
          <a:custGeom xmlns:a="http://schemas.openxmlformats.org/drawingml/2006/main">
            <a:pathLst>
              <a:path w="9525" h="9525">
                <a:moveTo>
                  <a:pt x="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8" name="wire-1365">
            <a:extLst xmlns:a="http://schemas.openxmlformats.org/drawingml/2006/main">
              <a:ext uri="{FF2B5EF4-FFF2-40B4-BE49-F238E27FC236}">
                <a16:creationId xmlns:a16="http://schemas.microsoft.com/office/drawing/2014/main" id="{95FB6F84-57DD-45F4-AFBC-7517494C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184" y="5576602"/>
            <a:ext cx="9525" cy="173355"/>
          </a:xfrm>
          <a:custGeom xmlns:a="http://schemas.openxmlformats.org/drawingml/2006/main">
            <a:pathLst>
              <a:path w="9525" h="173355">
                <a:moveTo>
                  <a:pt x="0" y="17335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49" name="circuit-1366">
            <a:extLst xmlns:a="http://schemas.openxmlformats.org/drawingml/2006/main">
              <a:ext uri="{FF2B5EF4-FFF2-40B4-BE49-F238E27FC236}">
                <a16:creationId xmlns:a16="http://schemas.microsoft.com/office/drawing/2014/main" id="{17ADE47E-B249-49CF-B9C6-91919095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9981" y="5576602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50" name="wire-1367">
            <a:extLst xmlns:a="http://schemas.openxmlformats.org/drawingml/2006/main">
              <a:ext uri="{FF2B5EF4-FFF2-40B4-BE49-F238E27FC236}">
                <a16:creationId xmlns:a16="http://schemas.microsoft.com/office/drawing/2014/main" id="{A7ADA3FA-483E-4A61-8239-A44FB7C1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4382" y="5741289"/>
            <a:ext cx="9525" cy="60674"/>
          </a:xfrm>
          <a:custGeom xmlns:a="http://schemas.openxmlformats.org/drawingml/2006/main">
            <a:pathLst>
              <a:path w="9525" h="60674">
                <a:moveTo>
                  <a:pt x="0" y="606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51" name="wire-1368">
            <a:extLst xmlns:a="http://schemas.openxmlformats.org/drawingml/2006/main">
              <a:ext uri="{FF2B5EF4-FFF2-40B4-BE49-F238E27FC236}">
                <a16:creationId xmlns:a16="http://schemas.microsoft.com/office/drawing/2014/main" id="{94043B12-3DD0-4D3F-8847-AE344EBE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4382" y="5741289"/>
            <a:ext cx="520065" cy="9525"/>
          </a:xfrm>
          <a:custGeom xmlns:a="http://schemas.openxmlformats.org/drawingml/2006/main">
            <a:pathLst>
              <a:path w="520065" h="9525">
                <a:moveTo>
                  <a:pt x="0" y="0"/>
                </a:moveTo>
                <a:lnTo>
                  <a:pt x="520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52" name="wire-1369">
            <a:extLst xmlns:a="http://schemas.openxmlformats.org/drawingml/2006/main">
              <a:ext uri="{FF2B5EF4-FFF2-40B4-BE49-F238E27FC236}">
                <a16:creationId xmlns:a16="http://schemas.microsoft.com/office/drawing/2014/main" id="{EED0E1BC-ED24-4954-8206-DE63F534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4447" y="5039201"/>
            <a:ext cx="9525" cy="702088"/>
          </a:xfrm>
          <a:custGeom xmlns:a="http://schemas.openxmlformats.org/drawingml/2006/main">
            <a:pathLst>
              <a:path w="9525" h="702088">
                <a:moveTo>
                  <a:pt x="0" y="70208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067">
            <a:solidFill>
              <a:srgbClr val="231F20"/>
            </a:solidFill>
          </a:ln>
        </p:spPr>
      </p:sp>
      <p:sp>
        <p:nvSpPr>
          <p:cNvPr id="353" name="circuit-1370">
            <a:extLst xmlns:a="http://schemas.openxmlformats.org/drawingml/2006/main">
              <a:ext uri="{FF2B5EF4-FFF2-40B4-BE49-F238E27FC236}">
                <a16:creationId xmlns:a16="http://schemas.microsoft.com/office/drawing/2014/main" id="{28B2CAB8-9363-4561-B44F-7E984D9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244" y="503920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354" name="text-1371">
            <a:extLst xmlns:a="http://schemas.openxmlformats.org/drawingml/2006/main">
              <a:ext uri="{FF2B5EF4-FFF2-40B4-BE49-F238E27FC236}">
                <a16:creationId xmlns:a16="http://schemas.microsoft.com/office/drawing/2014/main" id="{7C6C7BF2-4C57-48FA-9BC3-74631B2D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50" y="6061996"/>
            <a:ext cx="6760845" cy="147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5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75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CSR / FPU / MDU and additional control paths omitted</a:t>
            </a:r>
          </a:p>
        </p:txBody>
      </p:sp>
      <p:sp>
        <p:nvSpPr>
          <p:cNvPr id="355" name="text-1372">
            <a:extLst xmlns:a="http://schemas.openxmlformats.org/drawingml/2006/main">
              <a:ext uri="{FF2B5EF4-FFF2-40B4-BE49-F238E27FC236}">
                <a16:creationId xmlns:a16="http://schemas.microsoft.com/office/drawing/2014/main" id="{BDA25367-1DF1-4885-850F-4223AA98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267" y="3574352"/>
            <a:ext cx="1343501" cy="199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6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EXT_IO</a:t>
            </a:r>
          </a:p>
        </p:txBody>
      </p:sp>
      <p:sp>
        <p:nvSpPr>
          <p:cNvPr id="356" name="block-1373">
            <a:extLst xmlns:a="http://schemas.openxmlformats.org/drawingml/2006/main">
              <a:ext uri="{FF2B5EF4-FFF2-40B4-BE49-F238E27FC236}">
                <a16:creationId xmlns:a16="http://schemas.microsoft.com/office/drawing/2014/main" id="{668F83DD-B679-4964-B751-164BA896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267" y="3921062"/>
            <a:ext cx="1421511" cy="32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57" name="text-1374">
            <a:extLst xmlns:a="http://schemas.openxmlformats.org/drawingml/2006/main">
              <a:ext uri="{FF2B5EF4-FFF2-40B4-BE49-F238E27FC236}">
                <a16:creationId xmlns:a16="http://schemas.microsoft.com/office/drawing/2014/main" id="{B733F569-6F3C-4196-8F32-147DD74A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271" y="3929729"/>
            <a:ext cx="1369505" cy="312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28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28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APB adapter</a:t>
            </a:r>
          </a:p>
        </p:txBody>
      </p:sp>
      <p:sp>
        <p:nvSpPr>
          <p:cNvPr id="358" name="wire-1375">
            <a:extLst xmlns:a="http://schemas.openxmlformats.org/drawingml/2006/main">
              <a:ext uri="{FF2B5EF4-FFF2-40B4-BE49-F238E27FC236}">
                <a16:creationId xmlns:a16="http://schemas.microsoft.com/office/drawing/2014/main" id="{2C13A747-587C-4B0E-94AB-75EA9480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3342" y="3825716"/>
            <a:ext cx="9525" cy="95345"/>
          </a:xfrm>
          <a:custGeom xmlns:a="http://schemas.openxmlformats.org/drawingml/2006/main">
            <a:pathLst>
              <a:path w="9525" h="95345">
                <a:moveTo>
                  <a:pt x="0" y="0"/>
                </a:moveTo>
                <a:lnTo>
                  <a:pt x="0" y="95345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59" name="circuit-1376">
            <a:extLst xmlns:a="http://schemas.openxmlformats.org/drawingml/2006/main">
              <a:ext uri="{FF2B5EF4-FFF2-40B4-BE49-F238E27FC236}">
                <a16:creationId xmlns:a16="http://schemas.microsoft.com/office/drawing/2014/main" id="{5E8E9D0E-30C0-4CFE-A40E-BC5C7CC8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5140" y="3877723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60" name="block-1377">
            <a:extLst xmlns:a="http://schemas.openxmlformats.org/drawingml/2006/main">
              <a:ext uri="{FF2B5EF4-FFF2-40B4-BE49-F238E27FC236}">
                <a16:creationId xmlns:a16="http://schemas.microsoft.com/office/drawing/2014/main" id="{8D53280F-6577-40AF-9CE3-813AC827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267" y="4389120"/>
            <a:ext cx="1421511" cy="3033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61" name="text-1378">
            <a:extLst xmlns:a="http://schemas.openxmlformats.org/drawingml/2006/main">
              <a:ext uri="{FF2B5EF4-FFF2-40B4-BE49-F238E27FC236}">
                <a16:creationId xmlns:a16="http://schemas.microsoft.com/office/drawing/2014/main" id="{F4516544-0376-4AA6-A907-F95E2407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271" y="4397788"/>
            <a:ext cx="1369505" cy="286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6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async FIFO</a:t>
            </a:r>
          </a:p>
        </p:txBody>
      </p:sp>
      <p:sp>
        <p:nvSpPr>
          <p:cNvPr id="362" name="wire-1379">
            <a:extLst xmlns:a="http://schemas.openxmlformats.org/drawingml/2006/main">
              <a:ext uri="{FF2B5EF4-FFF2-40B4-BE49-F238E27FC236}">
                <a16:creationId xmlns:a16="http://schemas.microsoft.com/office/drawing/2014/main" id="{2C0D4807-238C-4C85-8815-7FAF287C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023" y="4250436"/>
            <a:ext cx="9525" cy="138684"/>
          </a:xfrm>
          <a:custGeom xmlns:a="http://schemas.openxmlformats.org/drawingml/2006/main">
            <a:pathLst>
              <a:path w="9525" h="138684">
                <a:moveTo>
                  <a:pt x="0" y="0"/>
                </a:moveTo>
                <a:lnTo>
                  <a:pt x="0" y="138684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63" name="circuit-1380">
            <a:extLst xmlns:a="http://schemas.openxmlformats.org/drawingml/2006/main">
              <a:ext uri="{FF2B5EF4-FFF2-40B4-BE49-F238E27FC236}">
                <a16:creationId xmlns:a16="http://schemas.microsoft.com/office/drawing/2014/main" id="{71B75F11-B75A-49F0-A584-6D21468E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820" y="4345781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64" name="block-1381">
            <a:extLst xmlns:a="http://schemas.openxmlformats.org/drawingml/2006/main">
              <a:ext uri="{FF2B5EF4-FFF2-40B4-BE49-F238E27FC236}">
                <a16:creationId xmlns:a16="http://schemas.microsoft.com/office/drawing/2014/main" id="{8CBA87E3-FF88-457A-9E8F-BEB008C8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267" y="4857179"/>
            <a:ext cx="1421511" cy="3727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65" name="text-1382">
            <a:extLst xmlns:a="http://schemas.openxmlformats.org/drawingml/2006/main">
              <a:ext uri="{FF2B5EF4-FFF2-40B4-BE49-F238E27FC236}">
                <a16:creationId xmlns:a16="http://schemas.microsoft.com/office/drawing/2014/main" id="{980682D4-7240-412F-B782-2D7C365E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271" y="4865846"/>
            <a:ext cx="1369505" cy="355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33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433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RasterIX</a:t>
            </a:r>
          </a:p>
        </p:txBody>
      </p:sp>
      <p:sp>
        <p:nvSpPr>
          <p:cNvPr id="366" name="wire-1383">
            <a:extLst xmlns:a="http://schemas.openxmlformats.org/drawingml/2006/main">
              <a:ext uri="{FF2B5EF4-FFF2-40B4-BE49-F238E27FC236}">
                <a16:creationId xmlns:a16="http://schemas.microsoft.com/office/drawing/2014/main" id="{ED11A50E-95F0-4CDD-989D-0BD27060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023" y="4692491"/>
            <a:ext cx="9525" cy="164687"/>
          </a:xfrm>
          <a:custGeom xmlns:a="http://schemas.openxmlformats.org/drawingml/2006/main">
            <a:pathLst>
              <a:path w="9525" h="164687">
                <a:moveTo>
                  <a:pt x="0" y="0"/>
                </a:moveTo>
                <a:lnTo>
                  <a:pt x="0" y="164687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67" name="circuit-1384">
            <a:extLst xmlns:a="http://schemas.openxmlformats.org/drawingml/2006/main">
              <a:ext uri="{FF2B5EF4-FFF2-40B4-BE49-F238E27FC236}">
                <a16:creationId xmlns:a16="http://schemas.microsoft.com/office/drawing/2014/main" id="{4A4AF611-F865-4348-ACCF-AD931596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820" y="4813840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43339"/>
                </a:moveTo>
                <a:lnTo>
                  <a:pt x="3640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68" name="block-1385">
            <a:extLst xmlns:a="http://schemas.openxmlformats.org/drawingml/2006/main">
              <a:ext uri="{FF2B5EF4-FFF2-40B4-BE49-F238E27FC236}">
                <a16:creationId xmlns:a16="http://schemas.microsoft.com/office/drawing/2014/main" id="{30F21320-025A-46D6-8E59-84872121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267" y="5437918"/>
            <a:ext cx="1421511" cy="3033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69" name="text-1386">
            <a:extLst xmlns:a="http://schemas.openxmlformats.org/drawingml/2006/main">
              <a:ext uri="{FF2B5EF4-FFF2-40B4-BE49-F238E27FC236}">
                <a16:creationId xmlns:a16="http://schemas.microsoft.com/office/drawing/2014/main" id="{D2AF92F7-2C68-4A9B-AA70-729FE3DD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271" y="5446585"/>
            <a:ext cx="1369505" cy="286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297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297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display</a:t>
            </a:r>
          </a:p>
        </p:txBody>
      </p:sp>
      <p:sp>
        <p:nvSpPr>
          <p:cNvPr id="370" name="wire-1387">
            <a:extLst xmlns:a="http://schemas.openxmlformats.org/drawingml/2006/main">
              <a:ext uri="{FF2B5EF4-FFF2-40B4-BE49-F238E27FC236}">
                <a16:creationId xmlns:a16="http://schemas.microsoft.com/office/drawing/2014/main" id="{76156888-D389-4003-86D0-AD3010C5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251" y="5030534"/>
            <a:ext cx="130016" cy="9525"/>
          </a:xfrm>
          <a:custGeom xmlns:a="http://schemas.openxmlformats.org/drawingml/2006/main">
            <a:pathLst>
              <a:path w="130016" h="9525">
                <a:moveTo>
                  <a:pt x="13001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371" name="wire-1388">
            <a:extLst xmlns:a="http://schemas.openxmlformats.org/drawingml/2006/main">
              <a:ext uri="{FF2B5EF4-FFF2-40B4-BE49-F238E27FC236}">
                <a16:creationId xmlns:a16="http://schemas.microsoft.com/office/drawing/2014/main" id="{7E21355E-5F60-4978-A602-6357F3B3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251" y="3080290"/>
            <a:ext cx="9525" cy="1950244"/>
          </a:xfrm>
          <a:custGeom xmlns:a="http://schemas.openxmlformats.org/drawingml/2006/main">
            <a:pathLst>
              <a:path w="9525" h="1950244">
                <a:moveTo>
                  <a:pt x="0" y="195024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372" name="wire-1389">
            <a:extLst xmlns:a="http://schemas.openxmlformats.org/drawingml/2006/main">
              <a:ext uri="{FF2B5EF4-FFF2-40B4-BE49-F238E27FC236}">
                <a16:creationId xmlns:a16="http://schemas.microsoft.com/office/drawing/2014/main" id="{3F4C1FBB-40BF-45AF-ABE8-FA451B08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251" y="3080290"/>
            <a:ext cx="520065" cy="9525"/>
          </a:xfrm>
          <a:custGeom xmlns:a="http://schemas.openxmlformats.org/drawingml/2006/main">
            <a:pathLst>
              <a:path w="520065" h="9525">
                <a:moveTo>
                  <a:pt x="0" y="0"/>
                </a:moveTo>
                <a:lnTo>
                  <a:pt x="520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373" name="wire-1390">
            <a:extLst xmlns:a="http://schemas.openxmlformats.org/drawingml/2006/main">
              <a:ext uri="{FF2B5EF4-FFF2-40B4-BE49-F238E27FC236}">
                <a16:creationId xmlns:a16="http://schemas.microsoft.com/office/drawing/2014/main" id="{6BB5C00D-25AB-4837-A526-B6C0FB05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316" y="3019616"/>
            <a:ext cx="9525" cy="60674"/>
          </a:xfrm>
          <a:custGeom xmlns:a="http://schemas.openxmlformats.org/drawingml/2006/main">
            <a:pathLst>
              <a:path w="9525" h="60674">
                <a:moveTo>
                  <a:pt x="0" y="606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374" name="circuit-1391">
            <a:extLst xmlns:a="http://schemas.openxmlformats.org/drawingml/2006/main">
              <a:ext uri="{FF2B5EF4-FFF2-40B4-BE49-F238E27FC236}">
                <a16:creationId xmlns:a16="http://schemas.microsoft.com/office/drawing/2014/main" id="{E1D632FC-8F2B-4F12-9457-4A6894EC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7114" y="3019616"/>
            <a:ext cx="36405" cy="43339"/>
          </a:xfrm>
          <a:custGeom xmlns:a="http://schemas.openxmlformats.org/drawingml/2006/main">
            <a:pathLst>
              <a:path w="36405" h="43339">
                <a:moveTo>
                  <a:pt x="18202" y="0"/>
                </a:moveTo>
                <a:lnTo>
                  <a:pt x="0" y="43339"/>
                </a:lnTo>
                <a:lnTo>
                  <a:pt x="36405" y="43339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75" name="wire-1392">
            <a:extLst xmlns:a="http://schemas.openxmlformats.org/drawingml/2006/main">
              <a:ext uri="{FF2B5EF4-FFF2-40B4-BE49-F238E27FC236}">
                <a16:creationId xmlns:a16="http://schemas.microsoft.com/office/drawing/2014/main" id="{B54F23E1-64E4-468E-B4D9-39DC09CC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251" y="5030534"/>
            <a:ext cx="130016" cy="9525"/>
          </a:xfrm>
          <a:custGeom xmlns:a="http://schemas.openxmlformats.org/drawingml/2006/main">
            <a:pathLst>
              <a:path w="130016" h="9525">
                <a:moveTo>
                  <a:pt x="0" y="0"/>
                </a:moveTo>
                <a:lnTo>
                  <a:pt x="130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602">
            <a:solidFill>
              <a:srgbClr val="1572C3"/>
            </a:solidFill>
          </a:ln>
        </p:spPr>
      </p:sp>
      <p:sp>
        <p:nvSpPr>
          <p:cNvPr id="376" name="circuit-1393">
            <a:extLst xmlns:a="http://schemas.openxmlformats.org/drawingml/2006/main">
              <a:ext uri="{FF2B5EF4-FFF2-40B4-BE49-F238E27FC236}">
                <a16:creationId xmlns:a16="http://schemas.microsoft.com/office/drawing/2014/main" id="{B3573CA4-EB11-4A8C-99D8-6E8E700A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929" y="5012331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77" name="wire-1394">
            <a:extLst xmlns:a="http://schemas.openxmlformats.org/drawingml/2006/main">
              <a:ext uri="{FF2B5EF4-FFF2-40B4-BE49-F238E27FC236}">
                <a16:creationId xmlns:a16="http://schemas.microsoft.com/office/drawing/2014/main" id="{E3131566-40D0-441F-A894-CD1FE648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8704" y="3019616"/>
            <a:ext cx="9525" cy="69342"/>
          </a:xfrm>
          <a:custGeom xmlns:a="http://schemas.openxmlformats.org/drawingml/2006/main">
            <a:pathLst>
              <a:path w="9525" h="69342">
                <a:moveTo>
                  <a:pt x="0" y="0"/>
                </a:moveTo>
                <a:lnTo>
                  <a:pt x="0" y="69342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378" name="wire-1395">
            <a:extLst xmlns:a="http://schemas.openxmlformats.org/drawingml/2006/main">
              <a:ext uri="{FF2B5EF4-FFF2-40B4-BE49-F238E27FC236}">
                <a16:creationId xmlns:a16="http://schemas.microsoft.com/office/drawing/2014/main" id="{B0BFE879-60D6-421B-8EB8-C3F3E3D2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8704" y="3088958"/>
            <a:ext cx="658749" cy="9525"/>
          </a:xfrm>
          <a:custGeom xmlns:a="http://schemas.openxmlformats.org/drawingml/2006/main">
            <a:pathLst>
              <a:path w="658749" h="9525">
                <a:moveTo>
                  <a:pt x="0" y="0"/>
                </a:moveTo>
                <a:lnTo>
                  <a:pt x="6587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379" name="wire-1396">
            <a:extLst xmlns:a="http://schemas.openxmlformats.org/drawingml/2006/main">
              <a:ext uri="{FF2B5EF4-FFF2-40B4-BE49-F238E27FC236}">
                <a16:creationId xmlns:a16="http://schemas.microsoft.com/office/drawing/2014/main" id="{1EE6B28C-6CE7-4C2D-A470-2FCF06B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7453" y="3088958"/>
            <a:ext cx="9525" cy="2504980"/>
          </a:xfrm>
          <a:custGeom xmlns:a="http://schemas.openxmlformats.org/drawingml/2006/main">
            <a:pathLst>
              <a:path w="9525" h="2504980">
                <a:moveTo>
                  <a:pt x="0" y="0"/>
                </a:moveTo>
                <a:lnTo>
                  <a:pt x="0" y="250498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380" name="wire-1397">
            <a:extLst xmlns:a="http://schemas.openxmlformats.org/drawingml/2006/main">
              <a:ext uri="{FF2B5EF4-FFF2-40B4-BE49-F238E27FC236}">
                <a16:creationId xmlns:a16="http://schemas.microsoft.com/office/drawing/2014/main" id="{1B49EF3D-B130-486A-AB77-369F541E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6778" y="5593937"/>
            <a:ext cx="60674" cy="9525"/>
          </a:xfrm>
          <a:custGeom xmlns:a="http://schemas.openxmlformats.org/drawingml/2006/main">
            <a:pathLst>
              <a:path w="60674" h="9525">
                <a:moveTo>
                  <a:pt x="60674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735">
            <a:solidFill>
              <a:srgbClr val="1572C3"/>
            </a:solidFill>
          </a:ln>
        </p:spPr>
      </p:sp>
      <p:sp>
        <p:nvSpPr>
          <p:cNvPr id="381" name="circuit-1398">
            <a:extLst xmlns:a="http://schemas.openxmlformats.org/drawingml/2006/main">
              <a:ext uri="{FF2B5EF4-FFF2-40B4-BE49-F238E27FC236}">
                <a16:creationId xmlns:a16="http://schemas.microsoft.com/office/drawing/2014/main" id="{6355DB18-BC9B-4C48-95A1-A7285E1E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6778" y="5575735"/>
            <a:ext cx="43339" cy="36405"/>
          </a:xfrm>
          <a:custGeom xmlns:a="http://schemas.openxmlformats.org/drawingml/2006/main">
            <a:pathLst>
              <a:path w="43339" h="36405">
                <a:moveTo>
                  <a:pt x="0" y="18202"/>
                </a:moveTo>
                <a:lnTo>
                  <a:pt x="43339" y="36405"/>
                </a:lnTo>
                <a:lnTo>
                  <a:pt x="43339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82" name="wire-1399">
            <a:extLst xmlns:a="http://schemas.openxmlformats.org/drawingml/2006/main">
              <a:ext uri="{FF2B5EF4-FFF2-40B4-BE49-F238E27FC236}">
                <a16:creationId xmlns:a16="http://schemas.microsoft.com/office/drawing/2014/main" id="{96A59A61-CD95-4E32-A97F-2094442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023" y="5741289"/>
            <a:ext cx="9525" cy="251365"/>
          </a:xfrm>
          <a:custGeom xmlns:a="http://schemas.openxmlformats.org/drawingml/2006/main">
            <a:pathLst>
              <a:path w="9525" h="251365">
                <a:moveTo>
                  <a:pt x="0" y="0"/>
                </a:moveTo>
                <a:lnTo>
                  <a:pt x="0" y="251365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83" name="wire-1400">
            <a:extLst xmlns:a="http://schemas.openxmlformats.org/drawingml/2006/main">
              <a:ext uri="{FF2B5EF4-FFF2-40B4-BE49-F238E27FC236}">
                <a16:creationId xmlns:a16="http://schemas.microsoft.com/office/drawing/2014/main" id="{AF96F88F-92B2-4236-90CB-98884B8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023" y="5992654"/>
            <a:ext cx="702088" cy="9525"/>
          </a:xfrm>
          <a:custGeom xmlns:a="http://schemas.openxmlformats.org/drawingml/2006/main">
            <a:pathLst>
              <a:path w="702088" h="9525">
                <a:moveTo>
                  <a:pt x="0" y="0"/>
                </a:moveTo>
                <a:lnTo>
                  <a:pt x="7020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336">
            <a:solidFill>
              <a:srgbClr val="1572C3"/>
            </a:solidFill>
          </a:ln>
        </p:spPr>
      </p:sp>
      <p:sp>
        <p:nvSpPr>
          <p:cNvPr id="384" name="circuit-1401">
            <a:extLst xmlns:a="http://schemas.openxmlformats.org/drawingml/2006/main">
              <a:ext uri="{FF2B5EF4-FFF2-40B4-BE49-F238E27FC236}">
                <a16:creationId xmlns:a16="http://schemas.microsoft.com/office/drawing/2014/main" id="{A1E690F7-422A-48FA-8BB0-5E7825FE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4772" y="5974451"/>
            <a:ext cx="43339" cy="36405"/>
          </a:xfrm>
          <a:custGeom xmlns:a="http://schemas.openxmlformats.org/drawingml/2006/main">
            <a:pathLst>
              <a:path w="43339" h="36405">
                <a:moveTo>
                  <a:pt x="43339" y="18202"/>
                </a:moveTo>
                <a:lnTo>
                  <a:pt x="0" y="0"/>
                </a:lnTo>
                <a:lnTo>
                  <a:pt x="0" y="36405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4334">
            <a:solidFill>
              <a:srgbClr val="1572C3"/>
            </a:solidFill>
          </a:ln>
        </p:spPr>
      </p:sp>
      <p:sp>
        <p:nvSpPr>
          <p:cNvPr id="385" name="text-1402">
            <a:extLst xmlns:a="http://schemas.openxmlformats.org/drawingml/2006/main">
              <a:ext uri="{FF2B5EF4-FFF2-40B4-BE49-F238E27FC236}">
                <a16:creationId xmlns:a16="http://schemas.microsoft.com/office/drawing/2014/main" id="{8A68B14E-CD6C-42BF-B11E-CFFEB15D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267" y="5992654"/>
            <a:ext cx="1430179" cy="199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16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16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HDMI OUT</a:t>
            </a:r>
          </a:p>
        </p:txBody>
      </p:sp>
      <p:sp>
        <p:nvSpPr>
          <p:cNvPr id="386" name="block-1403">
            <a:extLst xmlns:a="http://schemas.openxmlformats.org/drawingml/2006/main">
              <a:ext uri="{FF2B5EF4-FFF2-40B4-BE49-F238E27FC236}">
                <a16:creationId xmlns:a16="http://schemas.microsoft.com/office/drawing/2014/main" id="{AC92FA74-047A-4312-AF5E-08F6E6F7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540" y="3792779"/>
            <a:ext cx="854640" cy="2739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87" name="text-1404">
            <a:extLst xmlns:a="http://schemas.openxmlformats.org/drawingml/2006/main">
              <a:ext uri="{FF2B5EF4-FFF2-40B4-BE49-F238E27FC236}">
                <a16:creationId xmlns:a16="http://schemas.microsoft.com/office/drawing/2014/main" id="{4AF85EAE-21DA-495C-816C-3809F827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474" y="3787578"/>
            <a:ext cx="840772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4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388" name="block-1405">
            <a:extLst xmlns:a="http://schemas.openxmlformats.org/drawingml/2006/main">
              <a:ext uri="{FF2B5EF4-FFF2-40B4-BE49-F238E27FC236}">
                <a16:creationId xmlns:a16="http://schemas.microsoft.com/office/drawing/2014/main" id="{7A0E1AD8-0D38-42FD-9322-32C3A817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149" y="3903726"/>
            <a:ext cx="208026" cy="147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389" name="text-1406">
            <a:extLst xmlns:a="http://schemas.openxmlformats.org/drawingml/2006/main">
              <a:ext uri="{FF2B5EF4-FFF2-40B4-BE49-F238E27FC236}">
                <a16:creationId xmlns:a16="http://schemas.microsoft.com/office/drawing/2014/main" id="{69F7648B-4679-4436-BF90-7B11812D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816" y="3908060"/>
            <a:ext cx="190691" cy="138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Main</a:t>
            </a:r>
          </a:p>
        </p:txBody>
      </p:sp>
      <p:sp>
        <p:nvSpPr>
          <p:cNvPr id="390" name="block-1407">
            <a:extLst xmlns:a="http://schemas.openxmlformats.org/drawingml/2006/main">
              <a:ext uri="{FF2B5EF4-FFF2-40B4-BE49-F238E27FC236}">
                <a16:creationId xmlns:a16="http://schemas.microsoft.com/office/drawing/2014/main" id="{E9317564-BDED-417D-92E3-AAAD4AB0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188" y="3929729"/>
            <a:ext cx="182023" cy="1126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391" name="text-1408">
            <a:extLst xmlns:a="http://schemas.openxmlformats.org/drawingml/2006/main">
              <a:ext uri="{FF2B5EF4-FFF2-40B4-BE49-F238E27FC236}">
                <a16:creationId xmlns:a16="http://schemas.microsoft.com/office/drawing/2014/main" id="{551F23D4-4602-4E12-B399-1A23A7C2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855" y="3934063"/>
            <a:ext cx="164687" cy="104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392" name="block-1409">
            <a:extLst xmlns:a="http://schemas.openxmlformats.org/drawingml/2006/main">
              <a:ext uri="{FF2B5EF4-FFF2-40B4-BE49-F238E27FC236}">
                <a16:creationId xmlns:a16="http://schemas.microsoft.com/office/drawing/2014/main" id="{D3483B9A-5B9B-42E9-8B79-B91D582E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3929729"/>
            <a:ext cx="190691" cy="1126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393" name="text-1410">
            <a:extLst xmlns:a="http://schemas.openxmlformats.org/drawingml/2006/main">
              <a:ext uri="{FF2B5EF4-FFF2-40B4-BE49-F238E27FC236}">
                <a16:creationId xmlns:a16="http://schemas.microsoft.com/office/drawing/2014/main" id="{B19EEA14-BB8A-4452-98A2-ABA9EE8D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88" y="3934063"/>
            <a:ext cx="173355" cy="104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BR</a:t>
            </a:r>
          </a:p>
        </p:txBody>
      </p:sp>
      <p:sp>
        <p:nvSpPr>
          <p:cNvPr id="394" name="wire-1411">
            <a:extLst xmlns:a="http://schemas.openxmlformats.org/drawingml/2006/main">
              <a:ext uri="{FF2B5EF4-FFF2-40B4-BE49-F238E27FC236}">
                <a16:creationId xmlns:a16="http://schemas.microsoft.com/office/drawing/2014/main" id="{DE8FF5B3-4589-426C-B7EE-0DCAC149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139" y="3912394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395" name="wire-1412">
            <a:extLst xmlns:a="http://schemas.openxmlformats.org/drawingml/2006/main">
              <a:ext uri="{FF2B5EF4-FFF2-40B4-BE49-F238E27FC236}">
                <a16:creationId xmlns:a16="http://schemas.microsoft.com/office/drawing/2014/main" id="{3881CF66-D6DE-4E1E-B39F-6F37C445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810" y="3912394"/>
            <a:ext cx="9525" cy="69342"/>
          </a:xfrm>
          <a:custGeom xmlns:a="http://schemas.openxmlformats.org/drawingml/2006/main">
            <a:pathLst>
              <a:path w="9525" h="69342">
                <a:moveTo>
                  <a:pt x="0" y="0"/>
                </a:moveTo>
                <a:lnTo>
                  <a:pt x="0" y="69342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396" name="wire-1413">
            <a:extLst xmlns:a="http://schemas.openxmlformats.org/drawingml/2006/main">
              <a:ext uri="{FF2B5EF4-FFF2-40B4-BE49-F238E27FC236}">
                <a16:creationId xmlns:a16="http://schemas.microsoft.com/office/drawing/2014/main" id="{1D7E8B71-AF73-4921-9CEC-ADEA49CA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810" y="3981736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397" name="circuit-1414">
            <a:extLst xmlns:a="http://schemas.openxmlformats.org/drawingml/2006/main">
              <a:ext uri="{FF2B5EF4-FFF2-40B4-BE49-F238E27FC236}">
                <a16:creationId xmlns:a16="http://schemas.microsoft.com/office/drawing/2014/main" id="{5BB25020-F1F4-4A2B-AAB5-22951098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479" y="397306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398" name="wire-1415">
            <a:extLst xmlns:a="http://schemas.openxmlformats.org/drawingml/2006/main">
              <a:ext uri="{FF2B5EF4-FFF2-40B4-BE49-F238E27FC236}">
                <a16:creationId xmlns:a16="http://schemas.microsoft.com/office/drawing/2014/main" id="{FAF24CCD-3E48-420F-AB41-2B7B3161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9175" y="3990404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399" name="circuit-1416">
            <a:extLst xmlns:a="http://schemas.openxmlformats.org/drawingml/2006/main">
              <a:ext uri="{FF2B5EF4-FFF2-40B4-BE49-F238E27FC236}">
                <a16:creationId xmlns:a16="http://schemas.microsoft.com/office/drawing/2014/main" id="{A6F37F37-2A87-403D-955B-82955846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518" y="398173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00" name="wire-1417">
            <a:extLst xmlns:a="http://schemas.openxmlformats.org/drawingml/2006/main">
              <a:ext uri="{FF2B5EF4-FFF2-40B4-BE49-F238E27FC236}">
                <a16:creationId xmlns:a16="http://schemas.microsoft.com/office/drawing/2014/main" id="{0BD73A28-8DC7-43EF-8D27-4E257AA3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9175" y="4025075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1" name="wire-1418">
            <a:extLst xmlns:a="http://schemas.openxmlformats.org/drawingml/2006/main">
              <a:ext uri="{FF2B5EF4-FFF2-40B4-BE49-F238E27FC236}">
                <a16:creationId xmlns:a16="http://schemas.microsoft.com/office/drawing/2014/main" id="{B341979F-58BB-4CFD-B92B-CBDABAF0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2513" y="4025075"/>
            <a:ext cx="9525" cy="34671"/>
          </a:xfrm>
          <a:custGeom xmlns:a="http://schemas.openxmlformats.org/drawingml/2006/main">
            <a:pathLst>
              <a:path w="9525" h="34671">
                <a:moveTo>
                  <a:pt x="0" y="0"/>
                </a:moveTo>
                <a:lnTo>
                  <a:pt x="0" y="34671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2" name="wire-1419">
            <a:extLst xmlns:a="http://schemas.openxmlformats.org/drawingml/2006/main">
              <a:ext uri="{FF2B5EF4-FFF2-40B4-BE49-F238E27FC236}">
                <a16:creationId xmlns:a16="http://schemas.microsoft.com/office/drawing/2014/main" id="{03C52701-E94A-4537-9B2D-6353AB4F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2513" y="4059746"/>
            <a:ext cx="286036" cy="9525"/>
          </a:xfrm>
          <a:custGeom xmlns:a="http://schemas.openxmlformats.org/drawingml/2006/main">
            <a:pathLst>
              <a:path w="286036" h="9525">
                <a:moveTo>
                  <a:pt x="0" y="0"/>
                </a:moveTo>
                <a:lnTo>
                  <a:pt x="2860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3" name="wire-1420">
            <a:extLst xmlns:a="http://schemas.openxmlformats.org/drawingml/2006/main">
              <a:ext uri="{FF2B5EF4-FFF2-40B4-BE49-F238E27FC236}">
                <a16:creationId xmlns:a16="http://schemas.microsoft.com/office/drawing/2014/main" id="{5FB54D54-E8B4-4B5A-9855-B60335F8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549" y="3999071"/>
            <a:ext cx="9525" cy="60674"/>
          </a:xfrm>
          <a:custGeom xmlns:a="http://schemas.openxmlformats.org/drawingml/2006/main">
            <a:pathLst>
              <a:path w="9525" h="60674">
                <a:moveTo>
                  <a:pt x="0" y="606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4" name="wire-1421">
            <a:extLst xmlns:a="http://schemas.openxmlformats.org/drawingml/2006/main">
              <a:ext uri="{FF2B5EF4-FFF2-40B4-BE49-F238E27FC236}">
                <a16:creationId xmlns:a16="http://schemas.microsoft.com/office/drawing/2014/main" id="{73FA378C-80A0-43F5-8421-19B07DEE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549" y="3999071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5" name="circuit-1422">
            <a:extLst xmlns:a="http://schemas.openxmlformats.org/drawingml/2006/main">
              <a:ext uri="{FF2B5EF4-FFF2-40B4-BE49-F238E27FC236}">
                <a16:creationId xmlns:a16="http://schemas.microsoft.com/office/drawing/2014/main" id="{C31365FB-53B7-41A7-A9D3-F2DEEA5C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551" y="3990404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06" name="wire-1423">
            <a:extLst xmlns:a="http://schemas.openxmlformats.org/drawingml/2006/main">
              <a:ext uri="{FF2B5EF4-FFF2-40B4-BE49-F238E27FC236}">
                <a16:creationId xmlns:a16="http://schemas.microsoft.com/office/drawing/2014/main" id="{11ACAC30-6DE9-4E81-8B59-F13CA918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9175" y="3938397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7" name="wire-1424">
            <a:extLst xmlns:a="http://schemas.openxmlformats.org/drawingml/2006/main">
              <a:ext uri="{FF2B5EF4-FFF2-40B4-BE49-F238E27FC236}">
                <a16:creationId xmlns:a16="http://schemas.microsoft.com/office/drawing/2014/main" id="{AB0552DB-7A74-4EE0-8A8E-6FCC65BA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181" y="3886391"/>
            <a:ext cx="9525" cy="52007"/>
          </a:xfrm>
          <a:custGeom xmlns:a="http://schemas.openxmlformats.org/drawingml/2006/main">
            <a:pathLst>
              <a:path w="9525" h="52007">
                <a:moveTo>
                  <a:pt x="0" y="5200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8" name="wire-1425">
            <a:extLst xmlns:a="http://schemas.openxmlformats.org/drawingml/2006/main">
              <a:ext uri="{FF2B5EF4-FFF2-40B4-BE49-F238E27FC236}">
                <a16:creationId xmlns:a16="http://schemas.microsoft.com/office/drawing/2014/main" id="{A2564DF9-C9FF-4181-84C3-D20EB553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181" y="3886391"/>
            <a:ext cx="511397" cy="9525"/>
          </a:xfrm>
          <a:custGeom xmlns:a="http://schemas.openxmlformats.org/drawingml/2006/main">
            <a:pathLst>
              <a:path w="511397" h="9525">
                <a:moveTo>
                  <a:pt x="0" y="0"/>
                </a:moveTo>
                <a:lnTo>
                  <a:pt x="5113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09" name="wire-1426">
            <a:extLst xmlns:a="http://schemas.openxmlformats.org/drawingml/2006/main">
              <a:ext uri="{FF2B5EF4-FFF2-40B4-BE49-F238E27FC236}">
                <a16:creationId xmlns:a16="http://schemas.microsoft.com/office/drawing/2014/main" id="{304E60AF-9F47-4A39-B229-3F7E042A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2578" y="3851720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0" name="wire-1427">
            <a:extLst xmlns:a="http://schemas.openxmlformats.org/drawingml/2006/main">
              <a:ext uri="{FF2B5EF4-FFF2-40B4-BE49-F238E27FC236}">
                <a16:creationId xmlns:a16="http://schemas.microsoft.com/office/drawing/2014/main" id="{5699EA8C-05B2-44E2-BCC1-BFA3C355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2578" y="3851720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1" name="wire-1428">
            <a:extLst xmlns:a="http://schemas.openxmlformats.org/drawingml/2006/main">
              <a:ext uri="{FF2B5EF4-FFF2-40B4-BE49-F238E27FC236}">
                <a16:creationId xmlns:a16="http://schemas.microsoft.com/office/drawing/2014/main" id="{558FBAE3-B63A-4BEE-A436-C5B5201F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210" y="3981736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2" name="wire-1429">
            <a:extLst xmlns:a="http://schemas.openxmlformats.org/drawingml/2006/main">
              <a:ext uri="{FF2B5EF4-FFF2-40B4-BE49-F238E27FC236}">
                <a16:creationId xmlns:a16="http://schemas.microsoft.com/office/drawing/2014/main" id="{B99D4185-FD6C-41FF-A9BA-878E064D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214" y="3912394"/>
            <a:ext cx="9525" cy="69342"/>
          </a:xfrm>
          <a:custGeom xmlns:a="http://schemas.openxmlformats.org/drawingml/2006/main">
            <a:pathLst>
              <a:path w="9525" h="69342">
                <a:moveTo>
                  <a:pt x="0" y="6934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3" name="wire-1430">
            <a:extLst xmlns:a="http://schemas.openxmlformats.org/drawingml/2006/main">
              <a:ext uri="{FF2B5EF4-FFF2-40B4-BE49-F238E27FC236}">
                <a16:creationId xmlns:a16="http://schemas.microsoft.com/office/drawing/2014/main" id="{CC98AAD6-DD7F-4DD9-9E4F-4EDBC0D9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1214" y="3912394"/>
            <a:ext cx="260032" cy="9525"/>
          </a:xfrm>
          <a:custGeom xmlns:a="http://schemas.openxmlformats.org/drawingml/2006/main">
            <a:pathLst>
              <a:path w="260032" h="9525">
                <a:moveTo>
                  <a:pt x="0" y="0"/>
                </a:moveTo>
                <a:lnTo>
                  <a:pt x="2600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4" name="wire-1431">
            <a:extLst xmlns:a="http://schemas.openxmlformats.org/drawingml/2006/main">
              <a:ext uri="{FF2B5EF4-FFF2-40B4-BE49-F238E27FC236}">
                <a16:creationId xmlns:a16="http://schemas.microsoft.com/office/drawing/2014/main" id="{897ACE7C-F7AA-45F4-8733-973AFE9D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46" y="3912394"/>
            <a:ext cx="9525" cy="34671"/>
          </a:xfrm>
          <a:custGeom xmlns:a="http://schemas.openxmlformats.org/drawingml/2006/main">
            <a:pathLst>
              <a:path w="9525" h="34671">
                <a:moveTo>
                  <a:pt x="0" y="0"/>
                </a:moveTo>
                <a:lnTo>
                  <a:pt x="0" y="34671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5" name="wire-1432">
            <a:extLst xmlns:a="http://schemas.openxmlformats.org/drawingml/2006/main">
              <a:ext uri="{FF2B5EF4-FFF2-40B4-BE49-F238E27FC236}">
                <a16:creationId xmlns:a16="http://schemas.microsoft.com/office/drawing/2014/main" id="{959AA715-FB57-4085-9B31-60BA954C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46" y="3947065"/>
            <a:ext cx="17336" cy="9525"/>
          </a:xfrm>
          <a:custGeom xmlns:a="http://schemas.openxmlformats.org/drawingml/2006/main">
            <a:pathLst>
              <a:path w="17336" h="9525">
                <a:moveTo>
                  <a:pt x="0" y="0"/>
                </a:moveTo>
                <a:lnTo>
                  <a:pt x="173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6" name="wire-1433">
            <a:extLst xmlns:a="http://schemas.openxmlformats.org/drawingml/2006/main">
              <a:ext uri="{FF2B5EF4-FFF2-40B4-BE49-F238E27FC236}">
                <a16:creationId xmlns:a16="http://schemas.microsoft.com/office/drawing/2014/main" id="{314F0704-4BB2-4799-BD49-48CDF9D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911" y="3990404"/>
            <a:ext cx="17335" cy="9525"/>
          </a:xfrm>
          <a:custGeom xmlns:a="http://schemas.openxmlformats.org/drawingml/2006/main">
            <a:pathLst>
              <a:path w="17335" h="9525">
                <a:moveTo>
                  <a:pt x="0" y="0"/>
                </a:moveTo>
                <a:lnTo>
                  <a:pt x="173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7" name="wire-1434">
            <a:extLst xmlns:a="http://schemas.openxmlformats.org/drawingml/2006/main">
              <a:ext uri="{FF2B5EF4-FFF2-40B4-BE49-F238E27FC236}">
                <a16:creationId xmlns:a16="http://schemas.microsoft.com/office/drawing/2014/main" id="{B634CBE2-5C8D-4E5E-95E3-09720223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46" y="3990404"/>
            <a:ext cx="9525" cy="43339"/>
          </a:xfrm>
          <a:custGeom xmlns:a="http://schemas.openxmlformats.org/drawingml/2006/main">
            <a:pathLst>
              <a:path w="9525" h="43339">
                <a:moveTo>
                  <a:pt x="0" y="0"/>
                </a:moveTo>
                <a:lnTo>
                  <a:pt x="0" y="43339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8" name="wire-1435">
            <a:extLst xmlns:a="http://schemas.openxmlformats.org/drawingml/2006/main">
              <a:ext uri="{FF2B5EF4-FFF2-40B4-BE49-F238E27FC236}">
                <a16:creationId xmlns:a16="http://schemas.microsoft.com/office/drawing/2014/main" id="{A79371E2-53F0-47D8-8063-89E3F4FD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46" y="4033742"/>
            <a:ext cx="17336" cy="9525"/>
          </a:xfrm>
          <a:custGeom xmlns:a="http://schemas.openxmlformats.org/drawingml/2006/main">
            <a:pathLst>
              <a:path w="17336" h="9525">
                <a:moveTo>
                  <a:pt x="0" y="0"/>
                </a:moveTo>
                <a:lnTo>
                  <a:pt x="173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19" name="block-1436">
            <a:extLst xmlns:a="http://schemas.openxmlformats.org/drawingml/2006/main">
              <a:ext uri="{FF2B5EF4-FFF2-40B4-BE49-F238E27FC236}">
                <a16:creationId xmlns:a16="http://schemas.microsoft.com/office/drawing/2014/main" id="{1517264C-575F-4AFA-83C9-7A6AFE2E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803" y="3931463"/>
            <a:ext cx="551269" cy="2132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20" name="text-1437">
            <a:extLst xmlns:a="http://schemas.openxmlformats.org/drawingml/2006/main">
              <a:ext uri="{FF2B5EF4-FFF2-40B4-BE49-F238E27FC236}">
                <a16:creationId xmlns:a16="http://schemas.microsoft.com/office/drawing/2014/main" id="{031C4FD6-4B09-474F-B753-CEE94633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738" y="3926262"/>
            <a:ext cx="537401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21" name="text-1438">
            <a:extLst xmlns:a="http://schemas.openxmlformats.org/drawingml/2006/main">
              <a:ext uri="{FF2B5EF4-FFF2-40B4-BE49-F238E27FC236}">
                <a16:creationId xmlns:a16="http://schemas.microsoft.com/office/drawing/2014/main" id="{F3CC6FF2-D99F-4BDE-AE3F-614F5EB9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738" y="3929729"/>
            <a:ext cx="216694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8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comp</a:t>
            </a:r>
          </a:p>
        </p:txBody>
      </p:sp>
      <p:sp>
        <p:nvSpPr>
          <p:cNvPr id="422" name="block-1439">
            <a:extLst xmlns:a="http://schemas.openxmlformats.org/drawingml/2006/main">
              <a:ext uri="{FF2B5EF4-FFF2-40B4-BE49-F238E27FC236}">
                <a16:creationId xmlns:a16="http://schemas.microsoft.com/office/drawing/2014/main" id="{7FC08CBD-7ECA-40DF-BD72-40FEE3B1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760" y="4016407"/>
            <a:ext cx="268700" cy="1126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23" name="text-1440">
            <a:extLst xmlns:a="http://schemas.openxmlformats.org/drawingml/2006/main">
              <a:ext uri="{FF2B5EF4-FFF2-40B4-BE49-F238E27FC236}">
                <a16:creationId xmlns:a16="http://schemas.microsoft.com/office/drawing/2014/main" id="{E865B28A-D15E-4771-8A0D-56889186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4020741"/>
            <a:ext cx="251365" cy="104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4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= / &lt;</a:t>
            </a:r>
          </a:p>
        </p:txBody>
      </p:sp>
      <p:sp>
        <p:nvSpPr>
          <p:cNvPr id="424" name="wire-1441">
            <a:extLst xmlns:a="http://schemas.openxmlformats.org/drawingml/2006/main">
              <a:ext uri="{FF2B5EF4-FFF2-40B4-BE49-F238E27FC236}">
                <a16:creationId xmlns:a16="http://schemas.microsoft.com/office/drawing/2014/main" id="{E0E43750-310A-425A-9645-2B582E3C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402" y="4016407"/>
            <a:ext cx="147352" cy="9525"/>
          </a:xfrm>
          <a:custGeom xmlns:a="http://schemas.openxmlformats.org/drawingml/2006/main">
            <a:pathLst>
              <a:path w="147352" h="9525">
                <a:moveTo>
                  <a:pt x="0" y="0"/>
                </a:moveTo>
                <a:lnTo>
                  <a:pt x="1473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25" name="wire-1442">
            <a:extLst xmlns:a="http://schemas.openxmlformats.org/drawingml/2006/main">
              <a:ext uri="{FF2B5EF4-FFF2-40B4-BE49-F238E27FC236}">
                <a16:creationId xmlns:a16="http://schemas.microsoft.com/office/drawing/2014/main" id="{73BF88C0-4833-497F-A6D8-87592DD0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6754" y="4016407"/>
            <a:ext cx="9525" cy="34671"/>
          </a:xfrm>
          <a:custGeom xmlns:a="http://schemas.openxmlformats.org/drawingml/2006/main">
            <a:pathLst>
              <a:path w="9525" h="34671">
                <a:moveTo>
                  <a:pt x="0" y="0"/>
                </a:moveTo>
                <a:lnTo>
                  <a:pt x="0" y="34671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26" name="wire-1443">
            <a:extLst xmlns:a="http://schemas.openxmlformats.org/drawingml/2006/main">
              <a:ext uri="{FF2B5EF4-FFF2-40B4-BE49-F238E27FC236}">
                <a16:creationId xmlns:a16="http://schemas.microsoft.com/office/drawing/2014/main" id="{F1A90B2D-C444-4BE3-8910-D41E67C6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6754" y="4051078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27" name="circuit-1444">
            <a:extLst xmlns:a="http://schemas.openxmlformats.org/drawingml/2006/main">
              <a:ext uri="{FF2B5EF4-FFF2-40B4-BE49-F238E27FC236}">
                <a16:creationId xmlns:a16="http://schemas.microsoft.com/office/drawing/2014/main" id="{1FA3C024-10C5-484D-8DED-A9F5EE8E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091" y="4042410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28" name="wire-1445">
            <a:extLst xmlns:a="http://schemas.openxmlformats.org/drawingml/2006/main">
              <a:ext uri="{FF2B5EF4-FFF2-40B4-BE49-F238E27FC236}">
                <a16:creationId xmlns:a16="http://schemas.microsoft.com/office/drawing/2014/main" id="{F23ACDE0-9E38-4B61-8CEA-BAB58105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402" y="4111752"/>
            <a:ext cx="199358" cy="9525"/>
          </a:xfrm>
          <a:custGeom xmlns:a="http://schemas.openxmlformats.org/drawingml/2006/main">
            <a:pathLst>
              <a:path w="199358" h="9525">
                <a:moveTo>
                  <a:pt x="0" y="0"/>
                </a:moveTo>
                <a:lnTo>
                  <a:pt x="1993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29" name="circuit-1446">
            <a:extLst xmlns:a="http://schemas.openxmlformats.org/drawingml/2006/main">
              <a:ext uri="{FF2B5EF4-FFF2-40B4-BE49-F238E27FC236}">
                <a16:creationId xmlns:a16="http://schemas.microsoft.com/office/drawing/2014/main" id="{513D74EC-8ECD-4ECC-A710-804B2C7E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091" y="4103084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30" name="wire-1447">
            <a:extLst xmlns:a="http://schemas.openxmlformats.org/drawingml/2006/main">
              <a:ext uri="{FF2B5EF4-FFF2-40B4-BE49-F238E27FC236}">
                <a16:creationId xmlns:a16="http://schemas.microsoft.com/office/drawing/2014/main" id="{2804CF2B-A149-4820-A333-B5A19EB1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461" y="4068413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31" name="wire-1448">
            <a:extLst xmlns:a="http://schemas.openxmlformats.org/drawingml/2006/main">
              <a:ext uri="{FF2B5EF4-FFF2-40B4-BE49-F238E27FC236}">
                <a16:creationId xmlns:a16="http://schemas.microsoft.com/office/drawing/2014/main" id="{42184BE4-245F-4563-8D16-4F6B282E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9467" y="3955733"/>
            <a:ext cx="9525" cy="112681"/>
          </a:xfrm>
          <a:custGeom xmlns:a="http://schemas.openxmlformats.org/drawingml/2006/main">
            <a:pathLst>
              <a:path w="9525" h="112681">
                <a:moveTo>
                  <a:pt x="0" y="11268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32" name="wire-1449">
            <a:extLst xmlns:a="http://schemas.openxmlformats.org/drawingml/2006/main">
              <a:ext uri="{FF2B5EF4-FFF2-40B4-BE49-F238E27FC236}">
                <a16:creationId xmlns:a16="http://schemas.microsoft.com/office/drawing/2014/main" id="{AD796DEF-96BD-4552-90AE-E1443BDA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438" y="3955733"/>
            <a:ext cx="234029" cy="9525"/>
          </a:xfrm>
          <a:custGeom xmlns:a="http://schemas.openxmlformats.org/drawingml/2006/main">
            <a:pathLst>
              <a:path w="234029" h="9525">
                <a:moveTo>
                  <a:pt x="234029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33" name="wire-1450">
            <a:extLst xmlns:a="http://schemas.openxmlformats.org/drawingml/2006/main">
              <a:ext uri="{FF2B5EF4-FFF2-40B4-BE49-F238E27FC236}">
                <a16:creationId xmlns:a16="http://schemas.microsoft.com/office/drawing/2014/main" id="{DDCDA035-03E9-45FA-8179-A3DFCF4B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438" y="3921062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34" name="block-1451">
            <a:extLst xmlns:a="http://schemas.openxmlformats.org/drawingml/2006/main">
              <a:ext uri="{FF2B5EF4-FFF2-40B4-BE49-F238E27FC236}">
                <a16:creationId xmlns:a16="http://schemas.microsoft.com/office/drawing/2014/main" id="{A4A28A05-AD04-4963-9743-0B484B8A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946" y="3992137"/>
            <a:ext cx="1366037" cy="2392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35" name="text-1452">
            <a:extLst xmlns:a="http://schemas.openxmlformats.org/drawingml/2006/main">
              <a:ext uri="{FF2B5EF4-FFF2-40B4-BE49-F238E27FC236}">
                <a16:creationId xmlns:a16="http://schemas.microsoft.com/office/drawing/2014/main" id="{97FF48A2-C15F-481C-9C6B-3991A093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881" y="3986936"/>
            <a:ext cx="1352169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36" name="text-1453">
            <a:extLst xmlns:a="http://schemas.openxmlformats.org/drawingml/2006/main">
              <a:ext uri="{FF2B5EF4-FFF2-40B4-BE49-F238E27FC236}">
                <a16:creationId xmlns:a16="http://schemas.microsoft.com/office/drawing/2014/main" id="{6DCCBF06-C27E-47DE-A30C-94C334CA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881" y="3990404"/>
            <a:ext cx="286036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4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MMU</a:t>
            </a:r>
          </a:p>
        </p:txBody>
      </p:sp>
      <p:sp>
        <p:nvSpPr>
          <p:cNvPr id="437" name="block-1454">
            <a:extLst xmlns:a="http://schemas.openxmlformats.org/drawingml/2006/main">
              <a:ext uri="{FF2B5EF4-FFF2-40B4-BE49-F238E27FC236}">
                <a16:creationId xmlns:a16="http://schemas.microsoft.com/office/drawing/2014/main" id="{8797967C-0761-4484-AB23-0FDA89D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77081"/>
            <a:ext cx="294704" cy="1213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38" name="text-1455">
            <a:extLst xmlns:a="http://schemas.openxmlformats.org/drawingml/2006/main">
              <a:ext uri="{FF2B5EF4-FFF2-40B4-BE49-F238E27FC236}">
                <a16:creationId xmlns:a16="http://schemas.microsoft.com/office/drawing/2014/main" id="{38C7537E-C688-443D-A28E-48325F34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5568" y="4081415"/>
            <a:ext cx="277368" cy="112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4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TLB</a:t>
            </a:r>
          </a:p>
        </p:txBody>
      </p:sp>
      <p:sp>
        <p:nvSpPr>
          <p:cNvPr id="439" name="wire-1456">
            <a:extLst xmlns:a="http://schemas.openxmlformats.org/drawingml/2006/main">
              <a:ext uri="{FF2B5EF4-FFF2-40B4-BE49-F238E27FC236}">
                <a16:creationId xmlns:a16="http://schemas.microsoft.com/office/drawing/2014/main" id="{C5155F1A-E2A6-47B4-A8C2-CDDE34E1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3545" y="4120420"/>
            <a:ext cx="173355" cy="9525"/>
          </a:xfrm>
          <a:custGeom xmlns:a="http://schemas.openxmlformats.org/drawingml/2006/main">
            <a:pathLst>
              <a:path w="173355" h="9525">
                <a:moveTo>
                  <a:pt x="0" y="0"/>
                </a:moveTo>
                <a:lnTo>
                  <a:pt x="1733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40" name="circuit-1457">
            <a:extLst xmlns:a="http://schemas.openxmlformats.org/drawingml/2006/main">
              <a:ext uri="{FF2B5EF4-FFF2-40B4-BE49-F238E27FC236}">
                <a16:creationId xmlns:a16="http://schemas.microsoft.com/office/drawing/2014/main" id="{E81390E9-BE2A-42A2-8366-F0F8F4CA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5231" y="4111752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41" name="wire-1458">
            <a:extLst xmlns:a="http://schemas.openxmlformats.org/drawingml/2006/main">
              <a:ext uri="{FF2B5EF4-FFF2-40B4-BE49-F238E27FC236}">
                <a16:creationId xmlns:a16="http://schemas.microsoft.com/office/drawing/2014/main" id="{5EAC2EFE-D782-4D7B-B84E-660363AB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604" y="4129088"/>
            <a:ext cx="121349" cy="9525"/>
          </a:xfrm>
          <a:custGeom xmlns:a="http://schemas.openxmlformats.org/drawingml/2006/main">
            <a:pathLst>
              <a:path w="121349" h="9525">
                <a:moveTo>
                  <a:pt x="0" y="0"/>
                </a:moveTo>
                <a:lnTo>
                  <a:pt x="1213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42" name="circuit-1459">
            <a:extLst xmlns:a="http://schemas.openxmlformats.org/drawingml/2006/main">
              <a:ext uri="{FF2B5EF4-FFF2-40B4-BE49-F238E27FC236}">
                <a16:creationId xmlns:a16="http://schemas.microsoft.com/office/drawing/2014/main" id="{95277201-8778-4EFB-B604-4417AAC4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283" y="4120420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43" name="circuit-1460">
            <a:extLst xmlns:a="http://schemas.openxmlformats.org/drawingml/2006/main">
              <a:ext uri="{FF2B5EF4-FFF2-40B4-BE49-F238E27FC236}">
                <a16:creationId xmlns:a16="http://schemas.microsoft.com/office/drawing/2014/main" id="{14D130DB-73F6-4B6E-9C40-01E4EE13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2952" y="4085749"/>
            <a:ext cx="69342" cy="121349"/>
          </a:xfrm>
          <a:custGeom xmlns:a="http://schemas.openxmlformats.org/drawingml/2006/main">
            <a:pathLst>
              <a:path w="69342" h="121349">
                <a:moveTo>
                  <a:pt x="0" y="0"/>
                </a:moveTo>
                <a:lnTo>
                  <a:pt x="69342" y="26003"/>
                </a:lnTo>
                <a:lnTo>
                  <a:pt x="69342" y="95345"/>
                </a:lnTo>
                <a:lnTo>
                  <a:pt x="0" y="121349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44" name="wire-1461">
            <a:extLst xmlns:a="http://schemas.openxmlformats.org/drawingml/2006/main">
              <a:ext uri="{FF2B5EF4-FFF2-40B4-BE49-F238E27FC236}">
                <a16:creationId xmlns:a16="http://schemas.microsoft.com/office/drawing/2014/main" id="{667B113C-BDC7-4D89-81FD-9667FF55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4219" y="4120420"/>
            <a:ext cx="9525" cy="95345"/>
          </a:xfrm>
          <a:custGeom xmlns:a="http://schemas.openxmlformats.org/drawingml/2006/main">
            <a:pathLst>
              <a:path w="9525" h="95345">
                <a:moveTo>
                  <a:pt x="0" y="0"/>
                </a:moveTo>
                <a:lnTo>
                  <a:pt x="0" y="9534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45" name="wire-1462">
            <a:extLst xmlns:a="http://schemas.openxmlformats.org/drawingml/2006/main">
              <a:ext uri="{FF2B5EF4-FFF2-40B4-BE49-F238E27FC236}">
                <a16:creationId xmlns:a16="http://schemas.microsoft.com/office/drawing/2014/main" id="{C7BD75C3-E140-4D09-A427-0CD3401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4219" y="4215765"/>
            <a:ext cx="494062" cy="9525"/>
          </a:xfrm>
          <a:custGeom xmlns:a="http://schemas.openxmlformats.org/drawingml/2006/main">
            <a:pathLst>
              <a:path w="494062" h="9525">
                <a:moveTo>
                  <a:pt x="0" y="0"/>
                </a:moveTo>
                <a:lnTo>
                  <a:pt x="49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46" name="wire-1463">
            <a:extLst xmlns:a="http://schemas.openxmlformats.org/drawingml/2006/main">
              <a:ext uri="{FF2B5EF4-FFF2-40B4-BE49-F238E27FC236}">
                <a16:creationId xmlns:a16="http://schemas.microsoft.com/office/drawing/2014/main" id="{D29E890A-7974-4A22-8239-B6E8B59B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81" y="4181094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47" name="wire-1464">
            <a:extLst xmlns:a="http://schemas.openxmlformats.org/drawingml/2006/main">
              <a:ext uri="{FF2B5EF4-FFF2-40B4-BE49-F238E27FC236}">
                <a16:creationId xmlns:a16="http://schemas.microsoft.com/office/drawing/2014/main" id="{8AEA45D4-4690-4C6D-B5EC-AA85F4D3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81" y="4181094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48" name="circuit-1465">
            <a:extLst xmlns:a="http://schemas.openxmlformats.org/drawingml/2006/main">
              <a:ext uri="{FF2B5EF4-FFF2-40B4-BE49-F238E27FC236}">
                <a16:creationId xmlns:a16="http://schemas.microsoft.com/office/drawing/2014/main" id="{127DFE8F-0894-4735-88C5-04AC412F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283" y="417242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2D0D0C1B-1664-4E2D-956A-8AC6999D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7718" y="4113919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450" name="wire-1466">
            <a:extLst xmlns:a="http://schemas.openxmlformats.org/drawingml/2006/main">
              <a:ext uri="{FF2B5EF4-FFF2-40B4-BE49-F238E27FC236}">
                <a16:creationId xmlns:a16="http://schemas.microsoft.com/office/drawing/2014/main" id="{2C83668D-E03D-41F4-8FD9-A7EEAE07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294" y="4146423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968">
            <a:solidFill>
              <a:srgbClr val="1572C3"/>
            </a:solidFill>
          </a:ln>
        </p:spPr>
      </p:sp>
      <p:sp>
        <p:nvSpPr>
          <p:cNvPr id="451" name="wire-1467">
            <a:extLst xmlns:a="http://schemas.openxmlformats.org/drawingml/2006/main">
              <a:ext uri="{FF2B5EF4-FFF2-40B4-BE49-F238E27FC236}">
                <a16:creationId xmlns:a16="http://schemas.microsoft.com/office/drawing/2014/main" id="{63FD5F42-2D6D-4EA4-8368-76312BDF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965" y="4146423"/>
            <a:ext cx="9525" cy="95345"/>
          </a:xfrm>
          <a:custGeom xmlns:a="http://schemas.openxmlformats.org/drawingml/2006/main">
            <a:pathLst>
              <a:path w="9525" h="95345">
                <a:moveTo>
                  <a:pt x="0" y="0"/>
                </a:moveTo>
                <a:lnTo>
                  <a:pt x="0" y="95345"/>
                </a:lnTo>
              </a:path>
            </a:pathLst>
          </a:custGeom>
          <a:noFill xmlns:a="http://schemas.openxmlformats.org/drawingml/2006/main"/>
          <a:ln xmlns:a="http://schemas.openxmlformats.org/drawingml/2006/main" w="9968">
            <a:solidFill>
              <a:srgbClr val="1572C3"/>
            </a:solidFill>
          </a:ln>
        </p:spPr>
      </p:sp>
      <p:sp>
        <p:nvSpPr>
          <p:cNvPr id="452" name="block-1468">
            <a:extLst xmlns:a="http://schemas.openxmlformats.org/drawingml/2006/main">
              <a:ext uri="{FF2B5EF4-FFF2-40B4-BE49-F238E27FC236}">
                <a16:creationId xmlns:a16="http://schemas.microsoft.com/office/drawing/2014/main" id="{B451B94A-1567-4A85-9374-11796D42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978" y="4025075"/>
            <a:ext cx="251365" cy="866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53" name="text-1469">
            <a:extLst xmlns:a="http://schemas.openxmlformats.org/drawingml/2006/main">
              <a:ext uri="{FF2B5EF4-FFF2-40B4-BE49-F238E27FC236}">
                <a16:creationId xmlns:a16="http://schemas.microsoft.com/office/drawing/2014/main" id="{774D2FC6-5099-46E3-88F3-865A341D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646" y="4029408"/>
            <a:ext cx="234029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PMP</a:t>
            </a:r>
          </a:p>
        </p:txBody>
      </p:sp>
      <p:sp>
        <p:nvSpPr>
          <p:cNvPr id="454" name="block-1470">
            <a:extLst xmlns:a="http://schemas.openxmlformats.org/drawingml/2006/main">
              <a:ext uri="{FF2B5EF4-FFF2-40B4-BE49-F238E27FC236}">
                <a16:creationId xmlns:a16="http://schemas.microsoft.com/office/drawing/2014/main" id="{B54F9900-5349-4954-B0C6-96BE04D9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978" y="4137755"/>
            <a:ext cx="251365" cy="866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55" name="text-1471">
            <a:extLst xmlns:a="http://schemas.openxmlformats.org/drawingml/2006/main">
              <a:ext uri="{FF2B5EF4-FFF2-40B4-BE49-F238E27FC236}">
                <a16:creationId xmlns:a16="http://schemas.microsoft.com/office/drawing/2014/main" id="{82085053-B878-4FAA-A887-C6401B0A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646" y="4142089"/>
            <a:ext cx="234029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PMA</a:t>
            </a:r>
          </a:p>
        </p:txBody>
      </p:sp>
      <p:sp>
        <p:nvSpPr>
          <p:cNvPr id="456" name="wire-1472">
            <a:extLst xmlns:a="http://schemas.openxmlformats.org/drawingml/2006/main">
              <a:ext uri="{FF2B5EF4-FFF2-40B4-BE49-F238E27FC236}">
                <a16:creationId xmlns:a16="http://schemas.microsoft.com/office/drawing/2014/main" id="{1661D754-F4C7-4EFD-9B1D-5F542C3C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965" y="4146423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57" name="wire-1473">
            <a:extLst xmlns:a="http://schemas.openxmlformats.org/drawingml/2006/main">
              <a:ext uri="{FF2B5EF4-FFF2-40B4-BE49-F238E27FC236}">
                <a16:creationId xmlns:a16="http://schemas.microsoft.com/office/drawing/2014/main" id="{91D3A487-32F3-4117-B452-07D51711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4068413"/>
            <a:ext cx="9525" cy="78010"/>
          </a:xfrm>
          <a:custGeom xmlns:a="http://schemas.openxmlformats.org/drawingml/2006/main">
            <a:pathLst>
              <a:path w="9525" h="78010">
                <a:moveTo>
                  <a:pt x="0" y="780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58" name="wire-1474">
            <a:extLst xmlns:a="http://schemas.openxmlformats.org/drawingml/2006/main">
              <a:ext uri="{FF2B5EF4-FFF2-40B4-BE49-F238E27FC236}">
                <a16:creationId xmlns:a16="http://schemas.microsoft.com/office/drawing/2014/main" id="{BD854425-F355-4D16-A72D-0117D12D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4068413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59" name="circuit-1475">
            <a:extLst xmlns:a="http://schemas.openxmlformats.org/drawingml/2006/main">
              <a:ext uri="{FF2B5EF4-FFF2-40B4-BE49-F238E27FC236}">
                <a16:creationId xmlns:a16="http://schemas.microsoft.com/office/drawing/2014/main" id="{A9C01502-E9B7-425F-AC7D-11685D4F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09" y="405974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60" name="wire-1476">
            <a:extLst xmlns:a="http://schemas.openxmlformats.org/drawingml/2006/main">
              <a:ext uri="{FF2B5EF4-FFF2-40B4-BE49-F238E27FC236}">
                <a16:creationId xmlns:a16="http://schemas.microsoft.com/office/drawing/2014/main" id="{52370BA2-A2F9-4CAD-8A66-6C88D3D7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4146423"/>
            <a:ext cx="9525" cy="34671"/>
          </a:xfrm>
          <a:custGeom xmlns:a="http://schemas.openxmlformats.org/drawingml/2006/main">
            <a:pathLst>
              <a:path w="9525" h="34671">
                <a:moveTo>
                  <a:pt x="0" y="0"/>
                </a:moveTo>
                <a:lnTo>
                  <a:pt x="0" y="34671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61" name="wire-1477">
            <a:extLst xmlns:a="http://schemas.openxmlformats.org/drawingml/2006/main">
              <a:ext uri="{FF2B5EF4-FFF2-40B4-BE49-F238E27FC236}">
                <a16:creationId xmlns:a16="http://schemas.microsoft.com/office/drawing/2014/main" id="{C4B26DB3-85E9-4476-88A8-BBAF4F62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4181094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62" name="circuit-1478">
            <a:extLst xmlns:a="http://schemas.openxmlformats.org/drawingml/2006/main">
              <a:ext uri="{FF2B5EF4-FFF2-40B4-BE49-F238E27FC236}">
                <a16:creationId xmlns:a16="http://schemas.microsoft.com/office/drawing/2014/main" id="{A8615869-4835-4654-BB5E-3D8856F3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09" y="417242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63" name="">
            <a:extLst xmlns:a="http://schemas.openxmlformats.org/drawingml/2006/main">
              <a:ext uri="{FF2B5EF4-FFF2-40B4-BE49-F238E27FC236}">
                <a16:creationId xmlns:a16="http://schemas.microsoft.com/office/drawing/2014/main" id="{5DBDED1C-3B26-4BCE-9766-1A868B2C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64" y="4139922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464" name="">
            <a:extLst xmlns:a="http://schemas.openxmlformats.org/drawingml/2006/main">
              <a:ext uri="{FF2B5EF4-FFF2-40B4-BE49-F238E27FC236}">
                <a16:creationId xmlns:a16="http://schemas.microsoft.com/office/drawing/2014/main" id="{AC56006A-6508-4FE9-9B2B-4544DAA9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5135" y="4139922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465" name="wire-1479">
            <a:extLst xmlns:a="http://schemas.openxmlformats.org/drawingml/2006/main">
              <a:ext uri="{FF2B5EF4-FFF2-40B4-BE49-F238E27FC236}">
                <a16:creationId xmlns:a16="http://schemas.microsoft.com/office/drawing/2014/main" id="{44ECF1CA-D0BF-49CA-82D8-89EDDFAF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343" y="4068413"/>
            <a:ext cx="60674" cy="9525"/>
          </a:xfrm>
          <a:custGeom xmlns:a="http://schemas.openxmlformats.org/drawingml/2006/main">
            <a:pathLst>
              <a:path w="60674" h="9525">
                <a:moveTo>
                  <a:pt x="0" y="0"/>
                </a:moveTo>
                <a:lnTo>
                  <a:pt x="606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66" name="circuit-1480">
            <a:extLst xmlns:a="http://schemas.openxmlformats.org/drawingml/2006/main">
              <a:ext uri="{FF2B5EF4-FFF2-40B4-BE49-F238E27FC236}">
                <a16:creationId xmlns:a16="http://schemas.microsoft.com/office/drawing/2014/main" id="{606305C9-B049-4601-8227-E4A6CDB8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48" y="405974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67" name="text-1481">
            <a:extLst xmlns:a="http://schemas.openxmlformats.org/drawingml/2006/main">
              <a:ext uri="{FF2B5EF4-FFF2-40B4-BE49-F238E27FC236}">
                <a16:creationId xmlns:a16="http://schemas.microsoft.com/office/drawing/2014/main" id="{50DD727E-B4A1-4C26-B61A-5FA08E1B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017" y="4025075"/>
            <a:ext cx="251365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fault</a:t>
            </a:r>
          </a:p>
        </p:txBody>
      </p:sp>
      <p:sp>
        <p:nvSpPr>
          <p:cNvPr id="468" name="wire-1482">
            <a:extLst xmlns:a="http://schemas.openxmlformats.org/drawingml/2006/main">
              <a:ext uri="{FF2B5EF4-FFF2-40B4-BE49-F238E27FC236}">
                <a16:creationId xmlns:a16="http://schemas.microsoft.com/office/drawing/2014/main" id="{AF12FD77-45EF-4770-9CAA-8589FF72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343" y="4181094"/>
            <a:ext cx="60674" cy="9525"/>
          </a:xfrm>
          <a:custGeom xmlns:a="http://schemas.openxmlformats.org/drawingml/2006/main">
            <a:pathLst>
              <a:path w="60674" h="9525">
                <a:moveTo>
                  <a:pt x="0" y="0"/>
                </a:moveTo>
                <a:lnTo>
                  <a:pt x="606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69" name="circuit-1483">
            <a:extLst xmlns:a="http://schemas.openxmlformats.org/drawingml/2006/main">
              <a:ext uri="{FF2B5EF4-FFF2-40B4-BE49-F238E27FC236}">
                <a16:creationId xmlns:a16="http://schemas.microsoft.com/office/drawing/2014/main" id="{571419FB-4566-4231-BB07-EC0C2EE3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48" y="417242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70" name="text-1484">
            <a:extLst xmlns:a="http://schemas.openxmlformats.org/drawingml/2006/main">
              <a:ext uri="{FF2B5EF4-FFF2-40B4-BE49-F238E27FC236}">
                <a16:creationId xmlns:a16="http://schemas.microsoft.com/office/drawing/2014/main" id="{8C305F2A-392F-4DC3-BE06-7FC67ACD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017" y="4137755"/>
            <a:ext cx="251365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attr.</a:t>
            </a:r>
          </a:p>
        </p:txBody>
      </p:sp>
      <p:sp>
        <p:nvSpPr>
          <p:cNvPr id="471" name="block-1485">
            <a:extLst xmlns:a="http://schemas.openxmlformats.org/drawingml/2006/main">
              <a:ext uri="{FF2B5EF4-FFF2-40B4-BE49-F238E27FC236}">
                <a16:creationId xmlns:a16="http://schemas.microsoft.com/office/drawing/2014/main" id="{2C34F883-EC74-4350-AE0B-A59352A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439" y="3948798"/>
            <a:ext cx="455924" cy="2305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72" name="text-1486">
            <a:extLst xmlns:a="http://schemas.openxmlformats.org/drawingml/2006/main">
              <a:ext uri="{FF2B5EF4-FFF2-40B4-BE49-F238E27FC236}">
                <a16:creationId xmlns:a16="http://schemas.microsoft.com/office/drawing/2014/main" id="{3326920A-E0EE-422D-8545-E0F73A29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374" y="3943598"/>
            <a:ext cx="442055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1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MMU</a:t>
            </a:r>
          </a:p>
        </p:txBody>
      </p:sp>
      <p:sp>
        <p:nvSpPr>
          <p:cNvPr id="473" name="block-1487">
            <a:extLst xmlns:a="http://schemas.openxmlformats.org/drawingml/2006/main">
              <a:ext uri="{FF2B5EF4-FFF2-40B4-BE49-F238E27FC236}">
                <a16:creationId xmlns:a16="http://schemas.microsoft.com/office/drawing/2014/main" id="{D22FD8C3-8BCC-4F97-96F3-B8712F7F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045" y="4042410"/>
            <a:ext cx="130016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74" name="text-1488">
            <a:extLst xmlns:a="http://schemas.openxmlformats.org/drawingml/2006/main">
              <a:ext uri="{FF2B5EF4-FFF2-40B4-BE49-F238E27FC236}">
                <a16:creationId xmlns:a16="http://schemas.microsoft.com/office/drawing/2014/main" id="{85A9911D-0531-4F1B-97C5-BC26ACD2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712" y="4046744"/>
            <a:ext cx="112681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TLB</a:t>
            </a:r>
          </a:p>
        </p:txBody>
      </p:sp>
      <p:sp>
        <p:nvSpPr>
          <p:cNvPr id="475" name="circuit-1489">
            <a:extLst xmlns:a="http://schemas.openxmlformats.org/drawingml/2006/main">
              <a:ext uri="{FF2B5EF4-FFF2-40B4-BE49-F238E27FC236}">
                <a16:creationId xmlns:a16="http://schemas.microsoft.com/office/drawing/2014/main" id="{1CDABB63-C995-4DB4-9EC5-42C28197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042410"/>
            <a:ext cx="43339" cy="112681"/>
          </a:xfrm>
          <a:custGeom xmlns:a="http://schemas.openxmlformats.org/drawingml/2006/main">
            <a:pathLst>
              <a:path w="43339" h="112681">
                <a:moveTo>
                  <a:pt x="0" y="0"/>
                </a:moveTo>
                <a:lnTo>
                  <a:pt x="43339" y="26003"/>
                </a:lnTo>
                <a:lnTo>
                  <a:pt x="43339" y="86677"/>
                </a:lnTo>
                <a:lnTo>
                  <a:pt x="0" y="11268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76" name="wire-1490">
            <a:extLst xmlns:a="http://schemas.openxmlformats.org/drawingml/2006/main">
              <a:ext uri="{FF2B5EF4-FFF2-40B4-BE49-F238E27FC236}">
                <a16:creationId xmlns:a16="http://schemas.microsoft.com/office/drawing/2014/main" id="{CA792FAE-5762-4103-875F-CFB8FBBB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038" y="4068413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77" name="circuit-1491">
            <a:extLst xmlns:a="http://schemas.openxmlformats.org/drawingml/2006/main">
              <a:ext uri="{FF2B5EF4-FFF2-40B4-BE49-F238E27FC236}">
                <a16:creationId xmlns:a16="http://schemas.microsoft.com/office/drawing/2014/main" id="{2A1DF91A-4E6A-4AEA-8CD6-FED6CED3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75" y="4059746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78" name="wire-1492">
            <a:extLst xmlns:a="http://schemas.openxmlformats.org/drawingml/2006/main">
              <a:ext uri="{FF2B5EF4-FFF2-40B4-BE49-F238E27FC236}">
                <a16:creationId xmlns:a16="http://schemas.microsoft.com/office/drawing/2014/main" id="{5E2D9DA2-8641-43A3-87E7-676073B4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061" y="4085749"/>
            <a:ext cx="52007" cy="9525"/>
          </a:xfrm>
          <a:custGeom xmlns:a="http://schemas.openxmlformats.org/drawingml/2006/main">
            <a:pathLst>
              <a:path w="52007" h="9525">
                <a:moveTo>
                  <a:pt x="0" y="0"/>
                </a:moveTo>
                <a:lnTo>
                  <a:pt x="520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79" name="circuit-1493">
            <a:extLst xmlns:a="http://schemas.openxmlformats.org/drawingml/2006/main">
              <a:ext uri="{FF2B5EF4-FFF2-40B4-BE49-F238E27FC236}">
                <a16:creationId xmlns:a16="http://schemas.microsoft.com/office/drawing/2014/main" id="{8C782D5A-2E6A-4F6C-8C3B-CA1B165A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398" y="407708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80" name="wire-1494">
            <a:extLst xmlns:a="http://schemas.openxmlformats.org/drawingml/2006/main">
              <a:ext uri="{FF2B5EF4-FFF2-40B4-BE49-F238E27FC236}">
                <a16:creationId xmlns:a16="http://schemas.microsoft.com/office/drawing/2014/main" id="{472601FE-2784-425F-9C44-F96C76A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41" y="4068413"/>
            <a:ext cx="9525" cy="95345"/>
          </a:xfrm>
          <a:custGeom xmlns:a="http://schemas.openxmlformats.org/drawingml/2006/main">
            <a:pathLst>
              <a:path w="9525" h="95345">
                <a:moveTo>
                  <a:pt x="0" y="0"/>
                </a:moveTo>
                <a:lnTo>
                  <a:pt x="0" y="9534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81" name="wire-1495">
            <a:extLst xmlns:a="http://schemas.openxmlformats.org/drawingml/2006/main">
              <a:ext uri="{FF2B5EF4-FFF2-40B4-BE49-F238E27FC236}">
                <a16:creationId xmlns:a16="http://schemas.microsoft.com/office/drawing/2014/main" id="{F5B46512-9249-479D-97DD-8380C8A1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41" y="4163759"/>
            <a:ext cx="182023" cy="9525"/>
          </a:xfrm>
          <a:custGeom xmlns:a="http://schemas.openxmlformats.org/drawingml/2006/main">
            <a:pathLst>
              <a:path w="182023" h="9525">
                <a:moveTo>
                  <a:pt x="0" y="0"/>
                </a:moveTo>
                <a:lnTo>
                  <a:pt x="1820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82" name="wire-1496">
            <a:extLst xmlns:a="http://schemas.openxmlformats.org/drawingml/2006/main">
              <a:ext uri="{FF2B5EF4-FFF2-40B4-BE49-F238E27FC236}">
                <a16:creationId xmlns:a16="http://schemas.microsoft.com/office/drawing/2014/main" id="{A0469805-5033-4BB2-B5DB-73C36EA7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064" y="4129088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83" name="wire-1497">
            <a:extLst xmlns:a="http://schemas.openxmlformats.org/drawingml/2006/main">
              <a:ext uri="{FF2B5EF4-FFF2-40B4-BE49-F238E27FC236}">
                <a16:creationId xmlns:a16="http://schemas.microsoft.com/office/drawing/2014/main" id="{A4646268-ED90-4352-98C1-4ABECFCA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064" y="4129088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84" name="circuit-1498">
            <a:extLst xmlns:a="http://schemas.openxmlformats.org/drawingml/2006/main">
              <a:ext uri="{FF2B5EF4-FFF2-40B4-BE49-F238E27FC236}">
                <a16:creationId xmlns:a16="http://schemas.microsoft.com/office/drawing/2014/main" id="{141A37F0-28E8-4913-A12C-A60ABE6B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398" y="4120420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85" name="">
            <a:extLst xmlns:a="http://schemas.openxmlformats.org/drawingml/2006/main">
              <a:ext uri="{FF2B5EF4-FFF2-40B4-BE49-F238E27FC236}">
                <a16:creationId xmlns:a16="http://schemas.microsoft.com/office/drawing/2014/main" id="{B87FB53B-1CC4-465D-B9E0-BD2E0289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540" y="4061912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486" name="wire-1499">
            <a:extLst xmlns:a="http://schemas.openxmlformats.org/drawingml/2006/main">
              <a:ext uri="{FF2B5EF4-FFF2-40B4-BE49-F238E27FC236}">
                <a16:creationId xmlns:a16="http://schemas.microsoft.com/office/drawing/2014/main" id="{DC4E4F7B-29C6-4395-B37B-88BCBEFC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406" y="4103084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487" name="wire-1500">
            <a:extLst xmlns:a="http://schemas.openxmlformats.org/drawingml/2006/main">
              <a:ext uri="{FF2B5EF4-FFF2-40B4-BE49-F238E27FC236}">
                <a16:creationId xmlns:a16="http://schemas.microsoft.com/office/drawing/2014/main" id="{223F66B3-77E1-497E-A091-407A0BCE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409" y="4103084"/>
            <a:ext cx="9525" cy="69342"/>
          </a:xfrm>
          <a:custGeom xmlns:a="http://schemas.openxmlformats.org/drawingml/2006/main">
            <a:pathLst>
              <a:path w="9525" h="69342">
                <a:moveTo>
                  <a:pt x="0" y="0"/>
                </a:moveTo>
                <a:lnTo>
                  <a:pt x="0" y="69342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488" name="wire-1501">
            <a:extLst xmlns:a="http://schemas.openxmlformats.org/drawingml/2006/main">
              <a:ext uri="{FF2B5EF4-FFF2-40B4-BE49-F238E27FC236}">
                <a16:creationId xmlns:a16="http://schemas.microsoft.com/office/drawing/2014/main" id="{9418F8DA-5673-4534-9C8E-706092BA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172426"/>
            <a:ext cx="69342" cy="9525"/>
          </a:xfrm>
          <a:custGeom xmlns:a="http://schemas.openxmlformats.org/drawingml/2006/main">
            <a:pathLst>
              <a:path w="69342" h="9525">
                <a:moveTo>
                  <a:pt x="6934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489" name="wire-1502">
            <a:extLst xmlns:a="http://schemas.openxmlformats.org/drawingml/2006/main">
              <a:ext uri="{FF2B5EF4-FFF2-40B4-BE49-F238E27FC236}">
                <a16:creationId xmlns:a16="http://schemas.microsoft.com/office/drawing/2014/main" id="{AFBBBACD-4CF8-4725-B333-03068267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172426"/>
            <a:ext cx="9525" cy="17335"/>
          </a:xfrm>
          <a:custGeom xmlns:a="http://schemas.openxmlformats.org/drawingml/2006/main">
            <a:pathLst>
              <a:path w="9525" h="17335">
                <a:moveTo>
                  <a:pt x="0" y="0"/>
                </a:moveTo>
                <a:lnTo>
                  <a:pt x="0" y="17335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490" name="block-1503">
            <a:extLst xmlns:a="http://schemas.openxmlformats.org/drawingml/2006/main">
              <a:ext uri="{FF2B5EF4-FFF2-40B4-BE49-F238E27FC236}">
                <a16:creationId xmlns:a16="http://schemas.microsoft.com/office/drawing/2014/main" id="{F69373A1-F88F-4499-AEF0-EA8A28AF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7745" y="4042410"/>
            <a:ext cx="138684" cy="1126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491" name="text-1504">
            <a:extLst xmlns:a="http://schemas.openxmlformats.org/drawingml/2006/main">
              <a:ext uri="{FF2B5EF4-FFF2-40B4-BE49-F238E27FC236}">
                <a16:creationId xmlns:a16="http://schemas.microsoft.com/office/drawing/2014/main" id="{651D1E6B-CD30-4F82-824D-7846D9B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413" y="4042410"/>
            <a:ext cx="121349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4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PMP</a:t>
            </a:r>
          </a:p>
        </p:txBody>
      </p:sp>
      <p:sp>
        <p:nvSpPr>
          <p:cNvPr id="492" name="text-1505">
            <a:extLst xmlns:a="http://schemas.openxmlformats.org/drawingml/2006/main">
              <a:ext uri="{FF2B5EF4-FFF2-40B4-BE49-F238E27FC236}">
                <a16:creationId xmlns:a16="http://schemas.microsoft.com/office/drawing/2014/main" id="{F3376AE4-F15C-4DA5-8BA4-07D7DD8C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413" y="4094417"/>
            <a:ext cx="121349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4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PMA</a:t>
            </a:r>
          </a:p>
        </p:txBody>
      </p:sp>
      <p:sp>
        <p:nvSpPr>
          <p:cNvPr id="493" name="wire-1506">
            <a:extLst xmlns:a="http://schemas.openxmlformats.org/drawingml/2006/main">
              <a:ext uri="{FF2B5EF4-FFF2-40B4-BE49-F238E27FC236}">
                <a16:creationId xmlns:a16="http://schemas.microsoft.com/office/drawing/2014/main" id="{0735DEAC-459A-4BB2-BD1B-56E31224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409" y="4103084"/>
            <a:ext cx="17335" cy="9525"/>
          </a:xfrm>
          <a:custGeom xmlns:a="http://schemas.openxmlformats.org/drawingml/2006/main">
            <a:pathLst>
              <a:path w="17335" h="9525">
                <a:moveTo>
                  <a:pt x="0" y="0"/>
                </a:moveTo>
                <a:lnTo>
                  <a:pt x="173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494" name="circuit-1507">
            <a:extLst xmlns:a="http://schemas.openxmlformats.org/drawingml/2006/main">
              <a:ext uri="{FF2B5EF4-FFF2-40B4-BE49-F238E27FC236}">
                <a16:creationId xmlns:a16="http://schemas.microsoft.com/office/drawing/2014/main" id="{EE40FE69-64CB-41C2-AF90-E5D5E586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075" y="4094417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495" name="">
            <a:extLst xmlns:a="http://schemas.openxmlformats.org/drawingml/2006/main">
              <a:ext uri="{FF2B5EF4-FFF2-40B4-BE49-F238E27FC236}">
                <a16:creationId xmlns:a16="http://schemas.microsoft.com/office/drawing/2014/main" id="{5E3C81AB-0A55-443B-9213-FF37DF4C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908" y="4096583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496" name="block-1508">
            <a:extLst xmlns:a="http://schemas.openxmlformats.org/drawingml/2006/main">
              <a:ext uri="{FF2B5EF4-FFF2-40B4-BE49-F238E27FC236}">
                <a16:creationId xmlns:a16="http://schemas.microsoft.com/office/drawing/2014/main" id="{76C6D110-152C-46C0-834F-56EB4B86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772" y="4356183"/>
            <a:ext cx="473259" cy="325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97" name="text-1509">
            <a:extLst xmlns:a="http://schemas.openxmlformats.org/drawingml/2006/main">
              <a:ext uri="{FF2B5EF4-FFF2-40B4-BE49-F238E27FC236}">
                <a16:creationId xmlns:a16="http://schemas.microsoft.com/office/drawing/2014/main" id="{B45F571C-5607-4EB4-939E-5A1E3339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706" y="4350982"/>
            <a:ext cx="459391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498" name="text-1510">
            <a:extLst xmlns:a="http://schemas.openxmlformats.org/drawingml/2006/main">
              <a:ext uri="{FF2B5EF4-FFF2-40B4-BE49-F238E27FC236}">
                <a16:creationId xmlns:a16="http://schemas.microsoft.com/office/drawing/2014/main" id="{20051C54-CEAC-4DEC-B31E-15C7B788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372" y="4354449"/>
            <a:ext cx="216694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91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91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I-cache</a:t>
            </a:r>
          </a:p>
        </p:txBody>
      </p:sp>
      <p:sp>
        <p:nvSpPr>
          <p:cNvPr id="499" name="block-1511">
            <a:extLst xmlns:a="http://schemas.openxmlformats.org/drawingml/2006/main">
              <a:ext uri="{FF2B5EF4-FFF2-40B4-BE49-F238E27FC236}">
                <a16:creationId xmlns:a16="http://schemas.microsoft.com/office/drawing/2014/main" id="{549DE5C4-6952-45E1-A487-3E817A85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41" y="4475798"/>
            <a:ext cx="121349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00" name="wire-1512">
            <a:extLst xmlns:a="http://schemas.openxmlformats.org/drawingml/2006/main">
              <a:ext uri="{FF2B5EF4-FFF2-40B4-BE49-F238E27FC236}">
                <a16:creationId xmlns:a16="http://schemas.microsoft.com/office/drawing/2014/main" id="{F48175D3-CEEA-4F96-8114-D0536417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41" y="4501801"/>
            <a:ext cx="121348" cy="9525"/>
          </a:xfrm>
          <a:custGeom xmlns:a="http://schemas.openxmlformats.org/drawingml/2006/main">
            <a:pathLst>
              <a:path w="121348" h="9525">
                <a:moveTo>
                  <a:pt x="0" y="0"/>
                </a:moveTo>
                <a:lnTo>
                  <a:pt x="121348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01" name="wire-1513">
            <a:extLst xmlns:a="http://schemas.openxmlformats.org/drawingml/2006/main">
              <a:ext uri="{FF2B5EF4-FFF2-40B4-BE49-F238E27FC236}">
                <a16:creationId xmlns:a16="http://schemas.microsoft.com/office/drawing/2014/main" id="{C31395BB-0C62-46EC-8BCA-761D80F0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41" y="4545140"/>
            <a:ext cx="121348" cy="9525"/>
          </a:xfrm>
          <a:custGeom xmlns:a="http://schemas.openxmlformats.org/drawingml/2006/main">
            <a:pathLst>
              <a:path w="121348" h="9525">
                <a:moveTo>
                  <a:pt x="0" y="0"/>
                </a:moveTo>
                <a:lnTo>
                  <a:pt x="121348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02" name="text-1514">
            <a:extLst xmlns:a="http://schemas.openxmlformats.org/drawingml/2006/main">
              <a:ext uri="{FF2B5EF4-FFF2-40B4-BE49-F238E27FC236}">
                <a16:creationId xmlns:a16="http://schemas.microsoft.com/office/drawing/2014/main" id="{CC1840C6-7527-40C6-A786-F9AF373E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109" y="4501801"/>
            <a:ext cx="109214" cy="43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Tag</a:t>
            </a:r>
          </a:p>
        </p:txBody>
      </p:sp>
      <p:sp>
        <p:nvSpPr>
          <p:cNvPr id="503" name="block-1515">
            <a:extLst xmlns:a="http://schemas.openxmlformats.org/drawingml/2006/main">
              <a:ext uri="{FF2B5EF4-FFF2-40B4-BE49-F238E27FC236}">
                <a16:creationId xmlns:a16="http://schemas.microsoft.com/office/drawing/2014/main" id="{CAE0DDE5-EB9E-456F-B12D-CD69815D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064" y="4475798"/>
            <a:ext cx="130016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04" name="wire-1516">
            <a:extLst xmlns:a="http://schemas.openxmlformats.org/drawingml/2006/main">
              <a:ext uri="{FF2B5EF4-FFF2-40B4-BE49-F238E27FC236}">
                <a16:creationId xmlns:a16="http://schemas.microsoft.com/office/drawing/2014/main" id="{258458C5-10A2-441B-9BA7-B95F8E6B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064" y="4501801"/>
            <a:ext cx="130016" cy="9525"/>
          </a:xfrm>
          <a:custGeom xmlns:a="http://schemas.openxmlformats.org/drawingml/2006/main">
            <a:pathLst>
              <a:path w="130016" h="9525">
                <a:moveTo>
                  <a:pt x="0" y="0"/>
                </a:moveTo>
                <a:lnTo>
                  <a:pt x="130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05" name="wire-1517">
            <a:extLst xmlns:a="http://schemas.openxmlformats.org/drawingml/2006/main">
              <a:ext uri="{FF2B5EF4-FFF2-40B4-BE49-F238E27FC236}">
                <a16:creationId xmlns:a16="http://schemas.microsoft.com/office/drawing/2014/main" id="{C7AD94D7-05B5-451B-8782-9C4652FE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064" y="4545140"/>
            <a:ext cx="130016" cy="9525"/>
          </a:xfrm>
          <a:custGeom xmlns:a="http://schemas.openxmlformats.org/drawingml/2006/main">
            <a:pathLst>
              <a:path w="130016" h="9525">
                <a:moveTo>
                  <a:pt x="0" y="0"/>
                </a:moveTo>
                <a:lnTo>
                  <a:pt x="130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06" name="text-1518">
            <a:extLst xmlns:a="http://schemas.openxmlformats.org/drawingml/2006/main">
              <a:ext uri="{FF2B5EF4-FFF2-40B4-BE49-F238E27FC236}">
                <a16:creationId xmlns:a16="http://schemas.microsoft.com/office/drawing/2014/main" id="{61118971-9E7C-4A40-8975-17EA1A82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131" y="4501801"/>
            <a:ext cx="117881" cy="43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507" name="wire-1519">
            <a:extLst xmlns:a="http://schemas.openxmlformats.org/drawingml/2006/main">
              <a:ext uri="{FF2B5EF4-FFF2-40B4-BE49-F238E27FC236}">
                <a16:creationId xmlns:a16="http://schemas.microsoft.com/office/drawing/2014/main" id="{558FF363-5821-4533-8F34-46092312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345781"/>
            <a:ext cx="9525" cy="104013"/>
          </a:xfrm>
          <a:custGeom xmlns:a="http://schemas.openxmlformats.org/drawingml/2006/main">
            <a:pathLst>
              <a:path w="9525" h="104013">
                <a:moveTo>
                  <a:pt x="0" y="0"/>
                </a:moveTo>
                <a:lnTo>
                  <a:pt x="0" y="10401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08" name="wire-1520">
            <a:extLst xmlns:a="http://schemas.openxmlformats.org/drawingml/2006/main">
              <a:ext uri="{FF2B5EF4-FFF2-40B4-BE49-F238E27FC236}">
                <a16:creationId xmlns:a16="http://schemas.microsoft.com/office/drawing/2014/main" id="{C84DC708-42DE-407A-81B1-E422319D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716" y="4449794"/>
            <a:ext cx="147352" cy="9525"/>
          </a:xfrm>
          <a:custGeom xmlns:a="http://schemas.openxmlformats.org/drawingml/2006/main">
            <a:pathLst>
              <a:path w="147352" h="9525">
                <a:moveTo>
                  <a:pt x="14735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09" name="wire-1521">
            <a:extLst xmlns:a="http://schemas.openxmlformats.org/drawingml/2006/main">
              <a:ext uri="{FF2B5EF4-FFF2-40B4-BE49-F238E27FC236}">
                <a16:creationId xmlns:a16="http://schemas.microsoft.com/office/drawing/2014/main" id="{899BEDFD-4F08-4D67-80EA-03DF69C4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716" y="4449794"/>
            <a:ext cx="9525" cy="26003"/>
          </a:xfrm>
          <a:custGeom xmlns:a="http://schemas.openxmlformats.org/drawingml/2006/main">
            <a:pathLst>
              <a:path w="9525" h="26003">
                <a:moveTo>
                  <a:pt x="0" y="0"/>
                </a:moveTo>
                <a:lnTo>
                  <a:pt x="0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0" name="wire-1522">
            <a:extLst xmlns:a="http://schemas.openxmlformats.org/drawingml/2006/main">
              <a:ext uri="{FF2B5EF4-FFF2-40B4-BE49-F238E27FC236}">
                <a16:creationId xmlns:a16="http://schemas.microsoft.com/office/drawing/2014/main" id="{464161E3-9CA8-45C1-8D0C-B7434F18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449794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1" name="wire-1523">
            <a:extLst xmlns:a="http://schemas.openxmlformats.org/drawingml/2006/main">
              <a:ext uri="{FF2B5EF4-FFF2-40B4-BE49-F238E27FC236}">
                <a16:creationId xmlns:a16="http://schemas.microsoft.com/office/drawing/2014/main" id="{B2ECCA76-37B2-413C-9C8B-D4B83A9A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406" y="4449794"/>
            <a:ext cx="9525" cy="26003"/>
          </a:xfrm>
          <a:custGeom xmlns:a="http://schemas.openxmlformats.org/drawingml/2006/main">
            <a:pathLst>
              <a:path w="9525" h="26003">
                <a:moveTo>
                  <a:pt x="0" y="0"/>
                </a:moveTo>
                <a:lnTo>
                  <a:pt x="0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2" name="">
            <a:extLst xmlns:a="http://schemas.openxmlformats.org/drawingml/2006/main">
              <a:ext uri="{FF2B5EF4-FFF2-40B4-BE49-F238E27FC236}">
                <a16:creationId xmlns:a16="http://schemas.microsoft.com/office/drawing/2014/main" id="{0F4925DC-03BB-4DE3-9A05-EB7B3E63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566" y="4443293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513" name="block-1524">
            <a:extLst xmlns:a="http://schemas.openxmlformats.org/drawingml/2006/main">
              <a:ext uri="{FF2B5EF4-FFF2-40B4-BE49-F238E27FC236}">
                <a16:creationId xmlns:a16="http://schemas.microsoft.com/office/drawing/2014/main" id="{916599E2-215D-4C61-A03E-1FA2BCF3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09" y="4597146"/>
            <a:ext cx="104013" cy="780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14" name="text-1525">
            <a:extLst xmlns:a="http://schemas.openxmlformats.org/drawingml/2006/main">
              <a:ext uri="{FF2B5EF4-FFF2-40B4-BE49-F238E27FC236}">
                <a16:creationId xmlns:a16="http://schemas.microsoft.com/office/drawing/2014/main" id="{EA25D185-3A7D-4CEF-B820-760864FC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377" y="4601480"/>
            <a:ext cx="86678" cy="69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4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515" name="wire-1526">
            <a:extLst xmlns:a="http://schemas.openxmlformats.org/drawingml/2006/main">
              <a:ext uri="{FF2B5EF4-FFF2-40B4-BE49-F238E27FC236}">
                <a16:creationId xmlns:a16="http://schemas.microsoft.com/office/drawing/2014/main" id="{478FBB4C-0EF3-4C74-A5DC-E920231F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716" y="4571143"/>
            <a:ext cx="9525" cy="26003"/>
          </a:xfrm>
          <a:custGeom xmlns:a="http://schemas.openxmlformats.org/drawingml/2006/main">
            <a:pathLst>
              <a:path w="9525" h="26003">
                <a:moveTo>
                  <a:pt x="0" y="0"/>
                </a:moveTo>
                <a:lnTo>
                  <a:pt x="0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6" name="wire-1527">
            <a:extLst xmlns:a="http://schemas.openxmlformats.org/drawingml/2006/main">
              <a:ext uri="{FF2B5EF4-FFF2-40B4-BE49-F238E27FC236}">
                <a16:creationId xmlns:a16="http://schemas.microsoft.com/office/drawing/2014/main" id="{BA5D07BA-19F2-40E0-9B6B-1CCFE00E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706" y="4449794"/>
            <a:ext cx="78010" cy="9525"/>
          </a:xfrm>
          <a:custGeom xmlns:a="http://schemas.openxmlformats.org/drawingml/2006/main">
            <a:pathLst>
              <a:path w="78010" h="9525">
                <a:moveTo>
                  <a:pt x="780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7" name="wire-1528">
            <a:extLst xmlns:a="http://schemas.openxmlformats.org/drawingml/2006/main">
              <a:ext uri="{FF2B5EF4-FFF2-40B4-BE49-F238E27FC236}">
                <a16:creationId xmlns:a16="http://schemas.microsoft.com/office/drawing/2014/main" id="{A4EF061C-D766-4D65-BC18-277B4230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706" y="4449794"/>
            <a:ext cx="9525" cy="190690"/>
          </a:xfrm>
          <a:custGeom xmlns:a="http://schemas.openxmlformats.org/drawingml/2006/main">
            <a:pathLst>
              <a:path w="9525" h="190690">
                <a:moveTo>
                  <a:pt x="0" y="0"/>
                </a:moveTo>
                <a:lnTo>
                  <a:pt x="0" y="19069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8" name="wire-1529">
            <a:extLst xmlns:a="http://schemas.openxmlformats.org/drawingml/2006/main">
              <a:ext uri="{FF2B5EF4-FFF2-40B4-BE49-F238E27FC236}">
                <a16:creationId xmlns:a16="http://schemas.microsoft.com/office/drawing/2014/main" id="{9AE4016E-0AE2-41A9-9EE4-37D25C36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706" y="4640485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19" name="circuit-1530">
            <a:extLst xmlns:a="http://schemas.openxmlformats.org/drawingml/2006/main">
              <a:ext uri="{FF2B5EF4-FFF2-40B4-BE49-F238E27FC236}">
                <a16:creationId xmlns:a16="http://schemas.microsoft.com/office/drawing/2014/main" id="{E65CE621-FC21-4594-8860-C5D4D203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040" y="4631817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20" name="circuit-1531">
            <a:extLst xmlns:a="http://schemas.openxmlformats.org/drawingml/2006/main">
              <a:ext uri="{FF2B5EF4-FFF2-40B4-BE49-F238E27FC236}">
                <a16:creationId xmlns:a16="http://schemas.microsoft.com/office/drawing/2014/main" id="{18A969BF-8BE3-4709-B0F4-7EE63035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751" y="4475798"/>
            <a:ext cx="52006" cy="130016"/>
          </a:xfrm>
          <a:custGeom xmlns:a="http://schemas.openxmlformats.org/drawingml/2006/main">
            <a:pathLst>
              <a:path w="52006" h="130016">
                <a:moveTo>
                  <a:pt x="0" y="0"/>
                </a:moveTo>
                <a:lnTo>
                  <a:pt x="52006" y="26003"/>
                </a:lnTo>
                <a:lnTo>
                  <a:pt x="52006" y="104013"/>
                </a:lnTo>
                <a:lnTo>
                  <a:pt x="0" y="130016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21" name="wire-1532">
            <a:extLst xmlns:a="http://schemas.openxmlformats.org/drawingml/2006/main">
              <a:ext uri="{FF2B5EF4-FFF2-40B4-BE49-F238E27FC236}">
                <a16:creationId xmlns:a16="http://schemas.microsoft.com/office/drawing/2014/main" id="{D99A4FB2-E362-443B-8038-F7D4042C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5080" y="4519136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22" name="circuit-1533">
            <a:extLst xmlns:a="http://schemas.openxmlformats.org/drawingml/2006/main">
              <a:ext uri="{FF2B5EF4-FFF2-40B4-BE49-F238E27FC236}">
                <a16:creationId xmlns:a16="http://schemas.microsoft.com/office/drawing/2014/main" id="{608E2428-0257-4B25-B35D-40360613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082" y="4510469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23" name="wire-1534">
            <a:extLst xmlns:a="http://schemas.openxmlformats.org/drawingml/2006/main">
              <a:ext uri="{FF2B5EF4-FFF2-40B4-BE49-F238E27FC236}">
                <a16:creationId xmlns:a16="http://schemas.microsoft.com/office/drawing/2014/main" id="{CEC4199A-AC83-4730-9652-F92621D3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1758" y="4536472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24" name="wire-1535">
            <a:extLst xmlns:a="http://schemas.openxmlformats.org/drawingml/2006/main">
              <a:ext uri="{FF2B5EF4-FFF2-40B4-BE49-F238E27FC236}">
                <a16:creationId xmlns:a16="http://schemas.microsoft.com/office/drawing/2014/main" id="{ACEEB92F-BF77-4F1B-8F5C-834687C0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429" y="4519136"/>
            <a:ext cx="9525" cy="17336"/>
          </a:xfrm>
          <a:custGeom xmlns:a="http://schemas.openxmlformats.org/drawingml/2006/main">
            <a:pathLst>
              <a:path w="9525" h="17336">
                <a:moveTo>
                  <a:pt x="0" y="1733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25" name="wire-1536">
            <a:extLst xmlns:a="http://schemas.openxmlformats.org/drawingml/2006/main">
              <a:ext uri="{FF2B5EF4-FFF2-40B4-BE49-F238E27FC236}">
                <a16:creationId xmlns:a16="http://schemas.microsoft.com/office/drawing/2014/main" id="{3BE05CE7-6A3E-42D5-8FAE-00A10812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429" y="4519136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26" name="block-1537">
            <a:extLst xmlns:a="http://schemas.openxmlformats.org/drawingml/2006/main">
              <a:ext uri="{FF2B5EF4-FFF2-40B4-BE49-F238E27FC236}">
                <a16:creationId xmlns:a16="http://schemas.microsoft.com/office/drawing/2014/main" id="{088C2FA2-A4BC-4EC1-9EC5-EED577DE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3058" y="4597146"/>
            <a:ext cx="147352" cy="693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27" name="text-1538">
            <a:extLst xmlns:a="http://schemas.openxmlformats.org/drawingml/2006/main">
              <a:ext uri="{FF2B5EF4-FFF2-40B4-BE49-F238E27FC236}">
                <a16:creationId xmlns:a16="http://schemas.microsoft.com/office/drawing/2014/main" id="{08CB5DF0-577A-43C7-8898-4D461B0E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1725" y="4601480"/>
            <a:ext cx="130016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9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FSM</a:t>
            </a:r>
          </a:p>
        </p:txBody>
      </p:sp>
      <p:sp>
        <p:nvSpPr>
          <p:cNvPr id="528" name="wire-1539">
            <a:extLst xmlns:a="http://schemas.openxmlformats.org/drawingml/2006/main">
              <a:ext uri="{FF2B5EF4-FFF2-40B4-BE49-F238E27FC236}">
                <a16:creationId xmlns:a16="http://schemas.microsoft.com/office/drawing/2014/main" id="{0AEB961D-8281-4F81-83E9-9CE1EF0E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722" y="4640485"/>
            <a:ext cx="17335" cy="9525"/>
          </a:xfrm>
          <a:custGeom xmlns:a="http://schemas.openxmlformats.org/drawingml/2006/main">
            <a:pathLst>
              <a:path w="17335" h="9525">
                <a:moveTo>
                  <a:pt x="0" y="0"/>
                </a:moveTo>
                <a:lnTo>
                  <a:pt x="173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29" name="wire-1540">
            <a:extLst xmlns:a="http://schemas.openxmlformats.org/drawingml/2006/main">
              <a:ext uri="{FF2B5EF4-FFF2-40B4-BE49-F238E27FC236}">
                <a16:creationId xmlns:a16="http://schemas.microsoft.com/office/drawing/2014/main" id="{E0AC8F70-EBCC-4D58-BE65-47955AB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409" y="4631817"/>
            <a:ext cx="95345" cy="9525"/>
          </a:xfrm>
          <a:custGeom xmlns:a="http://schemas.openxmlformats.org/drawingml/2006/main">
            <a:pathLst>
              <a:path w="95345" h="9525">
                <a:moveTo>
                  <a:pt x="0" y="0"/>
                </a:moveTo>
                <a:lnTo>
                  <a:pt x="953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30" name="wire-1541">
            <a:extLst xmlns:a="http://schemas.openxmlformats.org/drawingml/2006/main">
              <a:ext uri="{FF2B5EF4-FFF2-40B4-BE49-F238E27FC236}">
                <a16:creationId xmlns:a16="http://schemas.microsoft.com/office/drawing/2014/main" id="{D0EB104F-7941-475D-931C-368E9F02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755" y="4605814"/>
            <a:ext cx="9525" cy="26003"/>
          </a:xfrm>
          <a:custGeom xmlns:a="http://schemas.openxmlformats.org/drawingml/2006/main">
            <a:pathLst>
              <a:path w="9525" h="26003">
                <a:moveTo>
                  <a:pt x="0" y="2600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31" name="circuit-1542">
            <a:extLst xmlns:a="http://schemas.openxmlformats.org/drawingml/2006/main">
              <a:ext uri="{FF2B5EF4-FFF2-40B4-BE49-F238E27FC236}">
                <a16:creationId xmlns:a16="http://schemas.microsoft.com/office/drawing/2014/main" id="{707FA3FE-FF47-4220-B5D1-74D15A23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087" y="4605814"/>
            <a:ext cx="17335" cy="21669"/>
          </a:xfrm>
          <a:custGeom xmlns:a="http://schemas.openxmlformats.org/drawingml/2006/main">
            <a:pathLst>
              <a:path w="17335" h="21669">
                <a:moveTo>
                  <a:pt x="8668" y="0"/>
                </a:moveTo>
                <a:lnTo>
                  <a:pt x="0" y="21669"/>
                </a:lnTo>
                <a:lnTo>
                  <a:pt x="17335" y="2166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32" name="wire-1543">
            <a:extLst xmlns:a="http://schemas.openxmlformats.org/drawingml/2006/main">
              <a:ext uri="{FF2B5EF4-FFF2-40B4-BE49-F238E27FC236}">
                <a16:creationId xmlns:a16="http://schemas.microsoft.com/office/drawing/2014/main" id="{19B98094-6A71-4BA0-95D2-211B1CC0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683824"/>
            <a:ext cx="9525" cy="9525"/>
          </a:xfrm>
          <a:custGeom xmlns:a="http://schemas.openxmlformats.org/drawingml/2006/main">
            <a:pathLst>
              <a:path w="9525" h="9525">
                <a:moveTo>
                  <a:pt x="0" y="86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33" name="wire-1544">
            <a:extLst xmlns:a="http://schemas.openxmlformats.org/drawingml/2006/main">
              <a:ext uri="{FF2B5EF4-FFF2-40B4-BE49-F238E27FC236}">
                <a16:creationId xmlns:a16="http://schemas.microsoft.com/office/drawing/2014/main" id="{9689FC3A-1DBC-4D93-B78A-A636F650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067" y="4683824"/>
            <a:ext cx="121349" cy="9525"/>
          </a:xfrm>
          <a:custGeom xmlns:a="http://schemas.openxmlformats.org/drawingml/2006/main">
            <a:pathLst>
              <a:path w="121349" h="9525">
                <a:moveTo>
                  <a:pt x="0" y="0"/>
                </a:moveTo>
                <a:lnTo>
                  <a:pt x="1213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34" name="wire-1545">
            <a:extLst xmlns:a="http://schemas.openxmlformats.org/drawingml/2006/main">
              <a:ext uri="{FF2B5EF4-FFF2-40B4-BE49-F238E27FC236}">
                <a16:creationId xmlns:a16="http://schemas.microsoft.com/office/drawing/2014/main" id="{F6D65B8C-417D-4AB7-924D-4F8A6444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2416" y="4562475"/>
            <a:ext cx="9525" cy="121349"/>
          </a:xfrm>
          <a:custGeom xmlns:a="http://schemas.openxmlformats.org/drawingml/2006/main">
            <a:pathLst>
              <a:path w="9525" h="121349">
                <a:moveTo>
                  <a:pt x="0" y="12134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35" name="wire-1546">
            <a:extLst xmlns:a="http://schemas.openxmlformats.org/drawingml/2006/main">
              <a:ext uri="{FF2B5EF4-FFF2-40B4-BE49-F238E27FC236}">
                <a16:creationId xmlns:a16="http://schemas.microsoft.com/office/drawing/2014/main" id="{86B5F755-4CC7-4AEB-A938-2A7BA7A9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2416" y="4562475"/>
            <a:ext cx="17335" cy="9525"/>
          </a:xfrm>
          <a:custGeom xmlns:a="http://schemas.openxmlformats.org/drawingml/2006/main">
            <a:pathLst>
              <a:path w="17335" h="9525">
                <a:moveTo>
                  <a:pt x="0" y="0"/>
                </a:moveTo>
                <a:lnTo>
                  <a:pt x="173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36" name="circuit-1547">
            <a:extLst xmlns:a="http://schemas.openxmlformats.org/drawingml/2006/main">
              <a:ext uri="{FF2B5EF4-FFF2-40B4-BE49-F238E27FC236}">
                <a16:creationId xmlns:a16="http://schemas.microsoft.com/office/drawing/2014/main" id="{6837D2B8-FE20-4F29-9BEA-54A6297A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082" y="4553807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37" name="block-1548">
            <a:extLst xmlns:a="http://schemas.openxmlformats.org/drawingml/2006/main">
              <a:ext uri="{FF2B5EF4-FFF2-40B4-BE49-F238E27FC236}">
                <a16:creationId xmlns:a16="http://schemas.microsoft.com/office/drawing/2014/main" id="{35C618C5-E69F-4541-9DF5-DEB8D545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946" y="4529538"/>
            <a:ext cx="698621" cy="4212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38" name="text-1549">
            <a:extLst xmlns:a="http://schemas.openxmlformats.org/drawingml/2006/main">
              <a:ext uri="{FF2B5EF4-FFF2-40B4-BE49-F238E27FC236}">
                <a16:creationId xmlns:a16="http://schemas.microsoft.com/office/drawing/2014/main" id="{0391817C-B3FB-4F7A-954F-9478F78F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881" y="4524337"/>
            <a:ext cx="684752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648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539" name="text-1550">
            <a:extLst xmlns:a="http://schemas.openxmlformats.org/drawingml/2006/main">
              <a:ext uri="{FF2B5EF4-FFF2-40B4-BE49-F238E27FC236}">
                <a16:creationId xmlns:a16="http://schemas.microsoft.com/office/drawing/2014/main" id="{8B3BF24A-3DEB-4726-9815-BF830DFA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8923" y="4527804"/>
            <a:ext cx="346710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8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D-cache</a:t>
            </a:r>
          </a:p>
        </p:txBody>
      </p:sp>
      <p:sp>
        <p:nvSpPr>
          <p:cNvPr id="540" name="block-1551">
            <a:extLst xmlns:a="http://schemas.openxmlformats.org/drawingml/2006/main">
              <a:ext uri="{FF2B5EF4-FFF2-40B4-BE49-F238E27FC236}">
                <a16:creationId xmlns:a16="http://schemas.microsoft.com/office/drawing/2014/main" id="{A9EE026E-EA74-46F3-BA87-166A93D9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6884" y="4649153"/>
            <a:ext cx="199358" cy="1213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41" name="wire-1552">
            <a:extLst xmlns:a="http://schemas.openxmlformats.org/drawingml/2006/main">
              <a:ext uri="{FF2B5EF4-FFF2-40B4-BE49-F238E27FC236}">
                <a16:creationId xmlns:a16="http://schemas.microsoft.com/office/drawing/2014/main" id="{16FE78DE-672B-41F7-8829-167A426C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6884" y="4675156"/>
            <a:ext cx="199358" cy="9525"/>
          </a:xfrm>
          <a:custGeom xmlns:a="http://schemas.openxmlformats.org/drawingml/2006/main">
            <a:pathLst>
              <a:path w="199358" h="9525">
                <a:moveTo>
                  <a:pt x="0" y="0"/>
                </a:moveTo>
                <a:lnTo>
                  <a:pt x="1993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42" name="wire-1553">
            <a:extLst xmlns:a="http://schemas.openxmlformats.org/drawingml/2006/main">
              <a:ext uri="{FF2B5EF4-FFF2-40B4-BE49-F238E27FC236}">
                <a16:creationId xmlns:a16="http://schemas.microsoft.com/office/drawing/2014/main" id="{2F8AD0FC-2836-47BA-818E-1FC28628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6884" y="4744498"/>
            <a:ext cx="199358" cy="9525"/>
          </a:xfrm>
          <a:custGeom xmlns:a="http://schemas.openxmlformats.org/drawingml/2006/main">
            <a:pathLst>
              <a:path w="199358" h="9525">
                <a:moveTo>
                  <a:pt x="0" y="0"/>
                </a:moveTo>
                <a:lnTo>
                  <a:pt x="1993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43" name="text-1554">
            <a:extLst xmlns:a="http://schemas.openxmlformats.org/drawingml/2006/main">
              <a:ext uri="{FF2B5EF4-FFF2-40B4-BE49-F238E27FC236}">
                <a16:creationId xmlns:a16="http://schemas.microsoft.com/office/drawing/2014/main" id="{B8ED5192-216E-454A-B7DA-7E4A62E3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951" y="4675156"/>
            <a:ext cx="187223" cy="69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Tag</a:t>
            </a:r>
          </a:p>
        </p:txBody>
      </p:sp>
      <p:sp>
        <p:nvSpPr>
          <p:cNvPr id="544" name="block-1555">
            <a:extLst xmlns:a="http://schemas.openxmlformats.org/drawingml/2006/main">
              <a:ext uri="{FF2B5EF4-FFF2-40B4-BE49-F238E27FC236}">
                <a16:creationId xmlns:a16="http://schemas.microsoft.com/office/drawing/2014/main" id="{ABB01FF6-EE0B-43E0-A73A-93DBDD84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252" y="4649153"/>
            <a:ext cx="216694" cy="1213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45" name="wire-1556">
            <a:extLst xmlns:a="http://schemas.openxmlformats.org/drawingml/2006/main">
              <a:ext uri="{FF2B5EF4-FFF2-40B4-BE49-F238E27FC236}">
                <a16:creationId xmlns:a16="http://schemas.microsoft.com/office/drawing/2014/main" id="{8BC673B9-C7F8-46D0-891B-4430EC77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252" y="4675156"/>
            <a:ext cx="216694" cy="9525"/>
          </a:xfrm>
          <a:custGeom xmlns:a="http://schemas.openxmlformats.org/drawingml/2006/main">
            <a:pathLst>
              <a:path w="216694" h="9525">
                <a:moveTo>
                  <a:pt x="0" y="0"/>
                </a:moveTo>
                <a:lnTo>
                  <a:pt x="2166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46" name="wire-1557">
            <a:extLst xmlns:a="http://schemas.openxmlformats.org/drawingml/2006/main">
              <a:ext uri="{FF2B5EF4-FFF2-40B4-BE49-F238E27FC236}">
                <a16:creationId xmlns:a16="http://schemas.microsoft.com/office/drawing/2014/main" id="{0F426567-516C-4410-92BB-168E3046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252" y="4744498"/>
            <a:ext cx="216694" cy="9525"/>
          </a:xfrm>
          <a:custGeom xmlns:a="http://schemas.openxmlformats.org/drawingml/2006/main">
            <a:pathLst>
              <a:path w="216694" h="9525">
                <a:moveTo>
                  <a:pt x="0" y="0"/>
                </a:moveTo>
                <a:lnTo>
                  <a:pt x="2166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47" name="text-1558">
            <a:extLst xmlns:a="http://schemas.openxmlformats.org/drawingml/2006/main">
              <a:ext uri="{FF2B5EF4-FFF2-40B4-BE49-F238E27FC236}">
                <a16:creationId xmlns:a16="http://schemas.microsoft.com/office/drawing/2014/main" id="{1A0A99C4-0DFA-4CFC-8658-F774412C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319" y="4675156"/>
            <a:ext cx="204559" cy="69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548" name="wire-1559">
            <a:extLst xmlns:a="http://schemas.openxmlformats.org/drawingml/2006/main">
              <a:ext uri="{FF2B5EF4-FFF2-40B4-BE49-F238E27FC236}">
                <a16:creationId xmlns:a16="http://schemas.microsoft.com/office/drawing/2014/main" id="{563404FA-FE60-407C-9BB2-25499D1E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920" y="4519136"/>
            <a:ext cx="9525" cy="104013"/>
          </a:xfrm>
          <a:custGeom xmlns:a="http://schemas.openxmlformats.org/drawingml/2006/main">
            <a:pathLst>
              <a:path w="9525" h="104013">
                <a:moveTo>
                  <a:pt x="0" y="0"/>
                </a:moveTo>
                <a:lnTo>
                  <a:pt x="0" y="10401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49" name="wire-1560">
            <a:extLst xmlns:a="http://schemas.openxmlformats.org/drawingml/2006/main">
              <a:ext uri="{FF2B5EF4-FFF2-40B4-BE49-F238E27FC236}">
                <a16:creationId xmlns:a16="http://schemas.microsoft.com/office/drawing/2014/main" id="{4D59A2DE-9277-4A89-970C-3459FD9F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2229" y="4623149"/>
            <a:ext cx="190690" cy="9525"/>
          </a:xfrm>
          <a:custGeom xmlns:a="http://schemas.openxmlformats.org/drawingml/2006/main">
            <a:pathLst>
              <a:path w="190690" h="9525">
                <a:moveTo>
                  <a:pt x="1906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0" name="wire-1561">
            <a:extLst xmlns:a="http://schemas.openxmlformats.org/drawingml/2006/main">
              <a:ext uri="{FF2B5EF4-FFF2-40B4-BE49-F238E27FC236}">
                <a16:creationId xmlns:a16="http://schemas.microsoft.com/office/drawing/2014/main" id="{85E8D7A3-E60D-44DD-8015-33ADEA75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2229" y="4623149"/>
            <a:ext cx="9525" cy="26003"/>
          </a:xfrm>
          <a:custGeom xmlns:a="http://schemas.openxmlformats.org/drawingml/2006/main">
            <a:pathLst>
              <a:path w="9525" h="26003">
                <a:moveTo>
                  <a:pt x="0" y="0"/>
                </a:moveTo>
                <a:lnTo>
                  <a:pt x="0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1" name="wire-1562">
            <a:extLst xmlns:a="http://schemas.openxmlformats.org/drawingml/2006/main">
              <a:ext uri="{FF2B5EF4-FFF2-40B4-BE49-F238E27FC236}">
                <a16:creationId xmlns:a16="http://schemas.microsoft.com/office/drawing/2014/main" id="{1BE296CF-9261-4B94-837A-5AB64954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920" y="4623149"/>
            <a:ext cx="95345" cy="9525"/>
          </a:xfrm>
          <a:custGeom xmlns:a="http://schemas.openxmlformats.org/drawingml/2006/main">
            <a:pathLst>
              <a:path w="95345" h="9525">
                <a:moveTo>
                  <a:pt x="0" y="0"/>
                </a:moveTo>
                <a:lnTo>
                  <a:pt x="953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2" name="wire-1563">
            <a:extLst xmlns:a="http://schemas.openxmlformats.org/drawingml/2006/main">
              <a:ext uri="{FF2B5EF4-FFF2-40B4-BE49-F238E27FC236}">
                <a16:creationId xmlns:a16="http://schemas.microsoft.com/office/drawing/2014/main" id="{D4204517-5E5B-452C-9BBA-55C37EAB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265" y="4623149"/>
            <a:ext cx="9525" cy="26003"/>
          </a:xfrm>
          <a:custGeom xmlns:a="http://schemas.openxmlformats.org/drawingml/2006/main">
            <a:pathLst>
              <a:path w="9525" h="26003">
                <a:moveTo>
                  <a:pt x="0" y="0"/>
                </a:moveTo>
                <a:lnTo>
                  <a:pt x="0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3" name="">
            <a:extLst xmlns:a="http://schemas.openxmlformats.org/drawingml/2006/main">
              <a:ext uri="{FF2B5EF4-FFF2-40B4-BE49-F238E27FC236}">
                <a16:creationId xmlns:a16="http://schemas.microsoft.com/office/drawing/2014/main" id="{EFCDBAFD-D8E9-46C4-9D49-B9875833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6419" y="4616648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554" name="block-1564">
            <a:extLst xmlns:a="http://schemas.openxmlformats.org/drawingml/2006/main">
              <a:ext uri="{FF2B5EF4-FFF2-40B4-BE49-F238E27FC236}">
                <a16:creationId xmlns:a16="http://schemas.microsoft.com/office/drawing/2014/main" id="{C84F4598-E535-4A18-820F-16E26D6D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252" y="4813840"/>
            <a:ext cx="95345" cy="866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55" name="text-1565">
            <a:extLst xmlns:a="http://schemas.openxmlformats.org/drawingml/2006/main">
              <a:ext uri="{FF2B5EF4-FFF2-40B4-BE49-F238E27FC236}">
                <a16:creationId xmlns:a16="http://schemas.microsoft.com/office/drawing/2014/main" id="{955FE984-D367-4353-897D-2A70255D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920" y="4818174"/>
            <a:ext cx="78010" cy="7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4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4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556" name="wire-1566">
            <a:extLst xmlns:a="http://schemas.openxmlformats.org/drawingml/2006/main">
              <a:ext uri="{FF2B5EF4-FFF2-40B4-BE49-F238E27FC236}">
                <a16:creationId xmlns:a16="http://schemas.microsoft.com/office/drawing/2014/main" id="{6EF0F556-2AFD-441C-BF31-C732409E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2229" y="4770501"/>
            <a:ext cx="9525" cy="17335"/>
          </a:xfrm>
          <a:custGeom xmlns:a="http://schemas.openxmlformats.org/drawingml/2006/main">
            <a:pathLst>
              <a:path w="9525" h="17335">
                <a:moveTo>
                  <a:pt x="0" y="0"/>
                </a:moveTo>
                <a:lnTo>
                  <a:pt x="0" y="1733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7" name="wire-1567">
            <a:extLst xmlns:a="http://schemas.openxmlformats.org/drawingml/2006/main">
              <a:ext uri="{FF2B5EF4-FFF2-40B4-BE49-F238E27FC236}">
                <a16:creationId xmlns:a16="http://schemas.microsoft.com/office/drawing/2014/main" id="{DF007D20-B161-4CDB-BAB1-B0CBA2BA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2229" y="4787837"/>
            <a:ext cx="225361" cy="9525"/>
          </a:xfrm>
          <a:custGeom xmlns:a="http://schemas.openxmlformats.org/drawingml/2006/main">
            <a:pathLst>
              <a:path w="225361" h="9525">
                <a:moveTo>
                  <a:pt x="0" y="0"/>
                </a:moveTo>
                <a:lnTo>
                  <a:pt x="22536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8" name="wire-1568">
            <a:extLst xmlns:a="http://schemas.openxmlformats.org/drawingml/2006/main">
              <a:ext uri="{FF2B5EF4-FFF2-40B4-BE49-F238E27FC236}">
                <a16:creationId xmlns:a16="http://schemas.microsoft.com/office/drawing/2014/main" id="{2E9AF776-5CAD-48B9-92F8-7A6DFAAC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591" y="4787837"/>
            <a:ext cx="9525" cy="26003"/>
          </a:xfrm>
          <a:custGeom xmlns:a="http://schemas.openxmlformats.org/drawingml/2006/main">
            <a:pathLst>
              <a:path w="9525" h="26003">
                <a:moveTo>
                  <a:pt x="0" y="0"/>
                </a:moveTo>
                <a:lnTo>
                  <a:pt x="0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59" name="wire-1569">
            <a:extLst xmlns:a="http://schemas.openxmlformats.org/drawingml/2006/main">
              <a:ext uri="{FF2B5EF4-FFF2-40B4-BE49-F238E27FC236}">
                <a16:creationId xmlns:a16="http://schemas.microsoft.com/office/drawing/2014/main" id="{C03A6DDC-DA1D-4D31-A3B8-0A42B7F9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249" y="4623149"/>
            <a:ext cx="34671" cy="9525"/>
          </a:xfrm>
          <a:custGeom xmlns:a="http://schemas.openxmlformats.org/drawingml/2006/main">
            <a:pathLst>
              <a:path w="34671" h="9525">
                <a:moveTo>
                  <a:pt x="346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0" name="wire-1570">
            <a:extLst xmlns:a="http://schemas.openxmlformats.org/drawingml/2006/main">
              <a:ext uri="{FF2B5EF4-FFF2-40B4-BE49-F238E27FC236}">
                <a16:creationId xmlns:a16="http://schemas.microsoft.com/office/drawing/2014/main" id="{721C2540-F0F3-408B-8AB2-0B515C3E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249" y="4623149"/>
            <a:ext cx="9525" cy="234029"/>
          </a:xfrm>
          <a:custGeom xmlns:a="http://schemas.openxmlformats.org/drawingml/2006/main">
            <a:pathLst>
              <a:path w="9525" h="234029">
                <a:moveTo>
                  <a:pt x="0" y="0"/>
                </a:moveTo>
                <a:lnTo>
                  <a:pt x="0" y="234029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1" name="wire-1571">
            <a:extLst xmlns:a="http://schemas.openxmlformats.org/drawingml/2006/main">
              <a:ext uri="{FF2B5EF4-FFF2-40B4-BE49-F238E27FC236}">
                <a16:creationId xmlns:a16="http://schemas.microsoft.com/office/drawing/2014/main" id="{50DB4903-C166-466B-AC21-DA023110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249" y="4857179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2" name="circuit-1572">
            <a:extLst xmlns:a="http://schemas.openxmlformats.org/drawingml/2006/main">
              <a:ext uri="{FF2B5EF4-FFF2-40B4-BE49-F238E27FC236}">
                <a16:creationId xmlns:a16="http://schemas.microsoft.com/office/drawing/2014/main" id="{8E885150-3544-4F38-AB53-AAC6286A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2582" y="484851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63" name="block-1573">
            <a:extLst xmlns:a="http://schemas.openxmlformats.org/drawingml/2006/main">
              <a:ext uri="{FF2B5EF4-FFF2-40B4-BE49-F238E27FC236}">
                <a16:creationId xmlns:a16="http://schemas.microsoft.com/office/drawing/2014/main" id="{CA1AE16A-1F29-433B-9595-D28E7028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216" y="4813840"/>
            <a:ext cx="242697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64" name="text-1574">
            <a:extLst xmlns:a="http://schemas.openxmlformats.org/drawingml/2006/main">
              <a:ext uri="{FF2B5EF4-FFF2-40B4-BE49-F238E27FC236}">
                <a16:creationId xmlns:a16="http://schemas.microsoft.com/office/drawing/2014/main" id="{4973892C-FE45-450B-AE49-E6A5A08B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6884" y="4818174"/>
            <a:ext cx="225362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cachefsm</a:t>
            </a:r>
          </a:p>
        </p:txBody>
      </p:sp>
      <p:sp>
        <p:nvSpPr>
          <p:cNvPr id="565" name="wire-1575">
            <a:extLst xmlns:a="http://schemas.openxmlformats.org/drawingml/2006/main">
              <a:ext uri="{FF2B5EF4-FFF2-40B4-BE49-F238E27FC236}">
                <a16:creationId xmlns:a16="http://schemas.microsoft.com/office/drawing/2014/main" id="{313CCA8C-9248-4F50-9224-0B14DF2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9597" y="4857179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6" name="wire-1576">
            <a:extLst xmlns:a="http://schemas.openxmlformats.org/drawingml/2006/main">
              <a:ext uri="{FF2B5EF4-FFF2-40B4-BE49-F238E27FC236}">
                <a16:creationId xmlns:a16="http://schemas.microsoft.com/office/drawing/2014/main" id="{FA610895-384A-4BF3-A9D8-03FCD924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4268" y="4857179"/>
            <a:ext cx="9525" cy="69342"/>
          </a:xfrm>
          <a:custGeom xmlns:a="http://schemas.openxmlformats.org/drawingml/2006/main">
            <a:pathLst>
              <a:path w="9525" h="69342">
                <a:moveTo>
                  <a:pt x="0" y="0"/>
                </a:moveTo>
                <a:lnTo>
                  <a:pt x="0" y="69342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7" name="wire-1577">
            <a:extLst xmlns:a="http://schemas.openxmlformats.org/drawingml/2006/main">
              <a:ext uri="{FF2B5EF4-FFF2-40B4-BE49-F238E27FC236}">
                <a16:creationId xmlns:a16="http://schemas.microsoft.com/office/drawing/2014/main" id="{AE33374C-7649-4C66-8305-7333D825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6242" y="4926521"/>
            <a:ext cx="208026" cy="9525"/>
          </a:xfrm>
          <a:custGeom xmlns:a="http://schemas.openxmlformats.org/drawingml/2006/main">
            <a:pathLst>
              <a:path w="208026" h="9525">
                <a:moveTo>
                  <a:pt x="208026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8" name="wire-1578">
            <a:extLst xmlns:a="http://schemas.openxmlformats.org/drawingml/2006/main">
              <a:ext uri="{FF2B5EF4-FFF2-40B4-BE49-F238E27FC236}">
                <a16:creationId xmlns:a16="http://schemas.microsoft.com/office/drawing/2014/main" id="{933A9A91-77E4-4CA3-83FA-0DF6766F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6242" y="4909185"/>
            <a:ext cx="9525" cy="17335"/>
          </a:xfrm>
          <a:custGeom xmlns:a="http://schemas.openxmlformats.org/drawingml/2006/main">
            <a:pathLst>
              <a:path w="9525" h="17335">
                <a:moveTo>
                  <a:pt x="0" y="173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69" name="circuit-1579">
            <a:extLst xmlns:a="http://schemas.openxmlformats.org/drawingml/2006/main">
              <a:ext uri="{FF2B5EF4-FFF2-40B4-BE49-F238E27FC236}">
                <a16:creationId xmlns:a16="http://schemas.microsoft.com/office/drawing/2014/main" id="{B33F9786-2414-4B7F-BA5E-14A0B498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288" y="4649153"/>
            <a:ext cx="60674" cy="182023"/>
          </a:xfrm>
          <a:custGeom xmlns:a="http://schemas.openxmlformats.org/drawingml/2006/main">
            <a:pathLst>
              <a:path w="60674" h="182023">
                <a:moveTo>
                  <a:pt x="0" y="0"/>
                </a:moveTo>
                <a:lnTo>
                  <a:pt x="60674" y="26003"/>
                </a:lnTo>
                <a:lnTo>
                  <a:pt x="60674" y="156019"/>
                </a:lnTo>
                <a:lnTo>
                  <a:pt x="0" y="182023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70" name="wire-1580">
            <a:extLst xmlns:a="http://schemas.openxmlformats.org/drawingml/2006/main">
              <a:ext uri="{FF2B5EF4-FFF2-40B4-BE49-F238E27FC236}">
                <a16:creationId xmlns:a16="http://schemas.microsoft.com/office/drawing/2014/main" id="{ACDDB585-CCEA-4968-974F-21356AAA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946" y="4701159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1" name="circuit-1581">
            <a:extLst xmlns:a="http://schemas.openxmlformats.org/drawingml/2006/main">
              <a:ext uri="{FF2B5EF4-FFF2-40B4-BE49-F238E27FC236}">
                <a16:creationId xmlns:a16="http://schemas.microsoft.com/office/drawing/2014/main" id="{9B588575-448A-4F41-9079-59ABB914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8618" y="469249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72" name="wire-1582">
            <a:extLst xmlns:a="http://schemas.openxmlformats.org/drawingml/2006/main">
              <a:ext uri="{FF2B5EF4-FFF2-40B4-BE49-F238E27FC236}">
                <a16:creationId xmlns:a16="http://schemas.microsoft.com/office/drawing/2014/main" id="{8AFD174B-84BC-4761-9AAC-B644ED17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962" y="4735830"/>
            <a:ext cx="52007" cy="9525"/>
          </a:xfrm>
          <a:custGeom xmlns:a="http://schemas.openxmlformats.org/drawingml/2006/main">
            <a:pathLst>
              <a:path w="52007" h="9525">
                <a:moveTo>
                  <a:pt x="0" y="0"/>
                </a:moveTo>
                <a:lnTo>
                  <a:pt x="520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3" name="wire-1583">
            <a:extLst xmlns:a="http://schemas.openxmlformats.org/drawingml/2006/main">
              <a:ext uri="{FF2B5EF4-FFF2-40B4-BE49-F238E27FC236}">
                <a16:creationId xmlns:a16="http://schemas.microsoft.com/office/drawing/2014/main" id="{F1F6B7E2-E876-448F-9101-4289645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0913" y="4865846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4" name="wire-1584">
            <a:extLst xmlns:a="http://schemas.openxmlformats.org/drawingml/2006/main">
              <a:ext uri="{FF2B5EF4-FFF2-40B4-BE49-F238E27FC236}">
                <a16:creationId xmlns:a16="http://schemas.microsoft.com/office/drawing/2014/main" id="{4E7F33BB-1C4B-435E-9164-C2C755E1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916" y="4865846"/>
            <a:ext cx="9525" cy="52006"/>
          </a:xfrm>
          <a:custGeom xmlns:a="http://schemas.openxmlformats.org/drawingml/2006/main">
            <a:pathLst>
              <a:path w="9525" h="52006">
                <a:moveTo>
                  <a:pt x="0" y="0"/>
                </a:moveTo>
                <a:lnTo>
                  <a:pt x="0" y="52006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5" name="wire-1585">
            <a:extLst xmlns:a="http://schemas.openxmlformats.org/drawingml/2006/main">
              <a:ext uri="{FF2B5EF4-FFF2-40B4-BE49-F238E27FC236}">
                <a16:creationId xmlns:a16="http://schemas.microsoft.com/office/drawing/2014/main" id="{2C5B403D-7D5C-4B05-9E74-0DF9F120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916" y="4917853"/>
            <a:ext cx="329375" cy="9525"/>
          </a:xfrm>
          <a:custGeom xmlns:a="http://schemas.openxmlformats.org/drawingml/2006/main">
            <a:pathLst>
              <a:path w="329375" h="9525">
                <a:moveTo>
                  <a:pt x="0" y="0"/>
                </a:moveTo>
                <a:lnTo>
                  <a:pt x="329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6" name="wire-1586">
            <a:extLst xmlns:a="http://schemas.openxmlformats.org/drawingml/2006/main">
              <a:ext uri="{FF2B5EF4-FFF2-40B4-BE49-F238E27FC236}">
                <a16:creationId xmlns:a16="http://schemas.microsoft.com/office/drawing/2014/main" id="{48D07C05-5986-41B2-844D-11C0C730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291" y="4831175"/>
            <a:ext cx="9525" cy="86677"/>
          </a:xfrm>
          <a:custGeom xmlns:a="http://schemas.openxmlformats.org/drawingml/2006/main">
            <a:pathLst>
              <a:path w="9525" h="86677">
                <a:moveTo>
                  <a:pt x="0" y="8667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7" name="circuit-1587">
            <a:extLst xmlns:a="http://schemas.openxmlformats.org/drawingml/2006/main">
              <a:ext uri="{FF2B5EF4-FFF2-40B4-BE49-F238E27FC236}">
                <a16:creationId xmlns:a16="http://schemas.microsoft.com/office/drawing/2014/main" id="{3736A232-4D66-4865-BC0A-F02E2B9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7623" y="4831175"/>
            <a:ext cx="17335" cy="21669"/>
          </a:xfrm>
          <a:custGeom xmlns:a="http://schemas.openxmlformats.org/drawingml/2006/main">
            <a:pathLst>
              <a:path w="17335" h="21669">
                <a:moveTo>
                  <a:pt x="8668" y="0"/>
                </a:moveTo>
                <a:lnTo>
                  <a:pt x="0" y="21669"/>
                </a:lnTo>
                <a:lnTo>
                  <a:pt x="17335" y="2166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78" name="wire-1588">
            <a:extLst xmlns:a="http://schemas.openxmlformats.org/drawingml/2006/main">
              <a:ext uri="{FF2B5EF4-FFF2-40B4-BE49-F238E27FC236}">
                <a16:creationId xmlns:a16="http://schemas.microsoft.com/office/drawing/2014/main" id="{F5C1239D-D6EF-4F92-B04F-C0DE0FA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591" y="4943856"/>
            <a:ext cx="9525" cy="17336"/>
          </a:xfrm>
          <a:custGeom xmlns:a="http://schemas.openxmlformats.org/drawingml/2006/main">
            <a:pathLst>
              <a:path w="9525" h="17336">
                <a:moveTo>
                  <a:pt x="0" y="1733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79" name="wire-1589">
            <a:extLst xmlns:a="http://schemas.openxmlformats.org/drawingml/2006/main">
              <a:ext uri="{FF2B5EF4-FFF2-40B4-BE49-F238E27FC236}">
                <a16:creationId xmlns:a16="http://schemas.microsoft.com/office/drawing/2014/main" id="{42F87D4F-26D9-43C9-B6D0-C0102A24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591" y="4943856"/>
            <a:ext cx="199358" cy="9525"/>
          </a:xfrm>
          <a:custGeom xmlns:a="http://schemas.openxmlformats.org/drawingml/2006/main">
            <a:pathLst>
              <a:path w="199358" h="9525">
                <a:moveTo>
                  <a:pt x="0" y="0"/>
                </a:moveTo>
                <a:lnTo>
                  <a:pt x="1993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80" name="wire-1590">
            <a:extLst xmlns:a="http://schemas.openxmlformats.org/drawingml/2006/main">
              <a:ext uri="{FF2B5EF4-FFF2-40B4-BE49-F238E27FC236}">
                <a16:creationId xmlns:a16="http://schemas.microsoft.com/office/drawing/2014/main" id="{428AD499-3B5F-4E56-A330-A15122D2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949" y="4779169"/>
            <a:ext cx="9525" cy="164687"/>
          </a:xfrm>
          <a:custGeom xmlns:a="http://schemas.openxmlformats.org/drawingml/2006/main">
            <a:pathLst>
              <a:path w="9525" h="164687">
                <a:moveTo>
                  <a:pt x="0" y="16468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81" name="wire-1591">
            <a:extLst xmlns:a="http://schemas.openxmlformats.org/drawingml/2006/main">
              <a:ext uri="{FF2B5EF4-FFF2-40B4-BE49-F238E27FC236}">
                <a16:creationId xmlns:a16="http://schemas.microsoft.com/office/drawing/2014/main" id="{2185A6F8-AD0D-44E9-901B-CD455E65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949" y="4779169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82" name="circuit-1592">
            <a:extLst xmlns:a="http://schemas.openxmlformats.org/drawingml/2006/main">
              <a:ext uri="{FF2B5EF4-FFF2-40B4-BE49-F238E27FC236}">
                <a16:creationId xmlns:a16="http://schemas.microsoft.com/office/drawing/2014/main" id="{20249E85-7F9B-496E-B4F2-5F957F19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8618" y="477050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83" name="wire-1593">
            <a:extLst xmlns:a="http://schemas.openxmlformats.org/drawingml/2006/main">
              <a:ext uri="{FF2B5EF4-FFF2-40B4-BE49-F238E27FC236}">
                <a16:creationId xmlns:a16="http://schemas.microsoft.com/office/drawing/2014/main" id="{E346574D-F9AF-46CD-AC76-94A76132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949" y="4753166"/>
            <a:ext cx="9525" cy="26003"/>
          </a:xfrm>
          <a:custGeom xmlns:a="http://schemas.openxmlformats.org/drawingml/2006/main">
            <a:pathLst>
              <a:path w="9525" h="26003">
                <a:moveTo>
                  <a:pt x="0" y="2600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84" name="wire-1594">
            <a:extLst xmlns:a="http://schemas.openxmlformats.org/drawingml/2006/main">
              <a:ext uri="{FF2B5EF4-FFF2-40B4-BE49-F238E27FC236}">
                <a16:creationId xmlns:a16="http://schemas.microsoft.com/office/drawing/2014/main" id="{CCA94915-1E6C-43FB-9DAB-E406C7A4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946" y="4753166"/>
            <a:ext cx="26003" cy="9525"/>
          </a:xfrm>
          <a:custGeom xmlns:a="http://schemas.openxmlformats.org/drawingml/2006/main">
            <a:pathLst>
              <a:path w="26003" h="9525">
                <a:moveTo>
                  <a:pt x="2600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585" name="circuit-1595">
            <a:extLst xmlns:a="http://schemas.openxmlformats.org/drawingml/2006/main">
              <a:ext uri="{FF2B5EF4-FFF2-40B4-BE49-F238E27FC236}">
                <a16:creationId xmlns:a16="http://schemas.microsoft.com/office/drawing/2014/main" id="{D0CBB790-60D6-4931-92C3-8BCCCD4B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946" y="4744498"/>
            <a:ext cx="21669" cy="17335"/>
          </a:xfrm>
          <a:custGeom xmlns:a="http://schemas.openxmlformats.org/drawingml/2006/main">
            <a:pathLst>
              <a:path w="21669" h="17335">
                <a:moveTo>
                  <a:pt x="0" y="8668"/>
                </a:moveTo>
                <a:lnTo>
                  <a:pt x="21669" y="17335"/>
                </a:lnTo>
                <a:lnTo>
                  <a:pt x="21669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586" name="">
            <a:extLst xmlns:a="http://schemas.openxmlformats.org/drawingml/2006/main">
              <a:ext uri="{FF2B5EF4-FFF2-40B4-BE49-F238E27FC236}">
                <a16:creationId xmlns:a16="http://schemas.microsoft.com/office/drawing/2014/main" id="{A3176FB5-F8D6-444B-9114-EC432B73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0448" y="4772668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587" name="block-1596">
            <a:extLst xmlns:a="http://schemas.openxmlformats.org/drawingml/2006/main">
              <a:ext uri="{FF2B5EF4-FFF2-40B4-BE49-F238E27FC236}">
                <a16:creationId xmlns:a16="http://schemas.microsoft.com/office/drawing/2014/main" id="{7766C66E-A774-49CB-B7A4-375FA5B5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73" y="4328446"/>
            <a:ext cx="858107" cy="7280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0">
            <a:noFill/>
          </a:ln>
        </p:spPr>
      </p:sp>
      <p:sp>
        <p:nvSpPr>
          <p:cNvPr id="588" name="text-1597">
            <a:extLst xmlns:a="http://schemas.openxmlformats.org/drawingml/2006/main">
              <a:ext uri="{FF2B5EF4-FFF2-40B4-BE49-F238E27FC236}">
                <a16:creationId xmlns:a16="http://schemas.microsoft.com/office/drawing/2014/main" id="{7F82161A-C73C-4C95-A62C-ED5A5CA2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836" y="4319778"/>
            <a:ext cx="372713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4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regfile</a:t>
            </a:r>
          </a:p>
        </p:txBody>
      </p:sp>
      <p:sp>
        <p:nvSpPr>
          <p:cNvPr id="589" name="text-1598">
            <a:extLst xmlns:a="http://schemas.openxmlformats.org/drawingml/2006/main">
              <a:ext uri="{FF2B5EF4-FFF2-40B4-BE49-F238E27FC236}">
                <a16:creationId xmlns:a16="http://schemas.microsoft.com/office/drawing/2014/main" id="{3251DF46-B740-4BE8-ACFF-E37F4D97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263438"/>
            <a:ext cx="190691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89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89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WE3</a:t>
            </a:r>
          </a:p>
        </p:txBody>
      </p:sp>
      <p:sp>
        <p:nvSpPr>
          <p:cNvPr id="590" name="block-1599">
            <a:extLst xmlns:a="http://schemas.openxmlformats.org/drawingml/2006/main">
              <a:ext uri="{FF2B5EF4-FFF2-40B4-BE49-F238E27FC236}">
                <a16:creationId xmlns:a16="http://schemas.microsoft.com/office/drawing/2014/main" id="{5676A575-A42B-4ACB-8F32-9B93D9F3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3171" y="4519136"/>
            <a:ext cx="242697" cy="3033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91" name="wire-1600">
            <a:extLst xmlns:a="http://schemas.openxmlformats.org/drawingml/2006/main">
              <a:ext uri="{FF2B5EF4-FFF2-40B4-BE49-F238E27FC236}">
                <a16:creationId xmlns:a16="http://schemas.microsoft.com/office/drawing/2014/main" id="{9CEE9718-20FC-4ECF-9E69-2690D61C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3171" y="4545140"/>
            <a:ext cx="242697" cy="9525"/>
          </a:xfrm>
          <a:custGeom xmlns:a="http://schemas.openxmlformats.org/drawingml/2006/main">
            <a:pathLst>
              <a:path w="242697" h="9525">
                <a:moveTo>
                  <a:pt x="0" y="0"/>
                </a:moveTo>
                <a:lnTo>
                  <a:pt x="242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92" name="wire-1601">
            <a:extLst xmlns:a="http://schemas.openxmlformats.org/drawingml/2006/main">
              <a:ext uri="{FF2B5EF4-FFF2-40B4-BE49-F238E27FC236}">
                <a16:creationId xmlns:a16="http://schemas.microsoft.com/office/drawing/2014/main" id="{CC342396-0273-488B-A14A-6C7D11B4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3171" y="4796504"/>
            <a:ext cx="242697" cy="9525"/>
          </a:xfrm>
          <a:custGeom xmlns:a="http://schemas.openxmlformats.org/drawingml/2006/main">
            <a:pathLst>
              <a:path w="242697" h="9525">
                <a:moveTo>
                  <a:pt x="0" y="0"/>
                </a:moveTo>
                <a:lnTo>
                  <a:pt x="242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593" name="text-1602">
            <a:extLst xmlns:a="http://schemas.openxmlformats.org/drawingml/2006/main">
              <a:ext uri="{FF2B5EF4-FFF2-40B4-BE49-F238E27FC236}">
                <a16:creationId xmlns:a16="http://schemas.microsoft.com/office/drawing/2014/main" id="{344E9346-B0B1-4C22-B1E4-6BBD6E0F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239" y="4545140"/>
            <a:ext cx="230562" cy="251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x1</a:t>
            </a:r>
          </a:p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...</a:t>
            </a:r>
          </a:p>
          <a:p xmlns:a="http://schemas.openxmlformats.org/drawingml/2006/main">
            <a:pPr algn="ctr">
              <a:defRPr sz="47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7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x31</a:t>
            </a:r>
          </a:p>
        </p:txBody>
      </p:sp>
      <p:sp>
        <p:nvSpPr>
          <p:cNvPr id="594" name="circuit-1603">
            <a:extLst xmlns:a="http://schemas.openxmlformats.org/drawingml/2006/main">
              <a:ext uri="{FF2B5EF4-FFF2-40B4-BE49-F238E27FC236}">
                <a16:creationId xmlns:a16="http://schemas.microsoft.com/office/drawing/2014/main" id="{FD437097-FE6D-477D-BD6F-4B7FCAB4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8517" y="4519136"/>
            <a:ext cx="52007" cy="26003"/>
          </a:xfrm>
          <a:custGeom xmlns:a="http://schemas.openxmlformats.org/drawingml/2006/main">
            <a:pathLst>
              <a:path w="52007" h="26003">
                <a:moveTo>
                  <a:pt x="0" y="0"/>
                </a:moveTo>
                <a:lnTo>
                  <a:pt x="26003" y="26003"/>
                </a:lnTo>
                <a:lnTo>
                  <a:pt x="52007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595" name="block-1604">
            <a:extLst xmlns:a="http://schemas.openxmlformats.org/drawingml/2006/main">
              <a:ext uri="{FF2B5EF4-FFF2-40B4-BE49-F238E27FC236}">
                <a16:creationId xmlns:a16="http://schemas.microsoft.com/office/drawing/2014/main" id="{BCFCF153-4A36-4CCC-A5E4-61C56B39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484" y="4735830"/>
            <a:ext cx="121349" cy="147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96" name="text-1605">
            <a:extLst xmlns:a="http://schemas.openxmlformats.org/drawingml/2006/main">
              <a:ext uri="{FF2B5EF4-FFF2-40B4-BE49-F238E27FC236}">
                <a16:creationId xmlns:a16="http://schemas.microsoft.com/office/drawing/2014/main" id="{7DED181A-8925-485D-ACF1-7405E69B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152" y="4740164"/>
            <a:ext cx="104013" cy="138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1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41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DEC</a:t>
            </a:r>
          </a:p>
        </p:txBody>
      </p:sp>
      <p:sp>
        <p:nvSpPr>
          <p:cNvPr id="597" name="circuit-1606">
            <a:extLst xmlns:a="http://schemas.openxmlformats.org/drawingml/2006/main">
              <a:ext uri="{FF2B5EF4-FFF2-40B4-BE49-F238E27FC236}">
                <a16:creationId xmlns:a16="http://schemas.microsoft.com/office/drawing/2014/main" id="{FEEDD07C-2E2D-405A-B74E-6053D9D3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88" y="4415123"/>
            <a:ext cx="78010" cy="190690"/>
          </a:xfrm>
          <a:custGeom xmlns:a="http://schemas.openxmlformats.org/drawingml/2006/main">
            <a:pathLst>
              <a:path w="78010" h="190690">
                <a:moveTo>
                  <a:pt x="0" y="0"/>
                </a:moveTo>
                <a:lnTo>
                  <a:pt x="78010" y="26003"/>
                </a:lnTo>
                <a:lnTo>
                  <a:pt x="78010" y="164687"/>
                </a:lnTo>
                <a:lnTo>
                  <a:pt x="0" y="19069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98" name="circuit-1607">
            <a:extLst xmlns:a="http://schemas.openxmlformats.org/drawingml/2006/main">
              <a:ext uri="{FF2B5EF4-FFF2-40B4-BE49-F238E27FC236}">
                <a16:creationId xmlns:a16="http://schemas.microsoft.com/office/drawing/2014/main" id="{0903B903-C1B0-42E9-99BC-8D80A6E4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88" y="4666488"/>
            <a:ext cx="78010" cy="190690"/>
          </a:xfrm>
          <a:custGeom xmlns:a="http://schemas.openxmlformats.org/drawingml/2006/main">
            <a:pathLst>
              <a:path w="78010" h="190690">
                <a:moveTo>
                  <a:pt x="0" y="0"/>
                </a:moveTo>
                <a:lnTo>
                  <a:pt x="78010" y="26003"/>
                </a:lnTo>
                <a:lnTo>
                  <a:pt x="78010" y="164687"/>
                </a:lnTo>
                <a:lnTo>
                  <a:pt x="0" y="19069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599" name="text-1608">
            <a:extLst xmlns:a="http://schemas.openxmlformats.org/drawingml/2006/main">
              <a:ext uri="{FF2B5EF4-FFF2-40B4-BE49-F238E27FC236}">
                <a16:creationId xmlns:a16="http://schemas.microsoft.com/office/drawing/2014/main" id="{DF4FAE4F-2239-4E30-97E5-90857888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1807" y="4363117"/>
            <a:ext cx="16468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600" name="text-1609">
            <a:extLst xmlns:a="http://schemas.openxmlformats.org/drawingml/2006/main">
              <a:ext uri="{FF2B5EF4-FFF2-40B4-BE49-F238E27FC236}">
                <a16:creationId xmlns:a16="http://schemas.microsoft.com/office/drawing/2014/main" id="{2B8ACC30-FC4B-44D4-BA02-7D4AC6F5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1807" y="4545140"/>
            <a:ext cx="16468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601" name="text-1610">
            <a:extLst xmlns:a="http://schemas.openxmlformats.org/drawingml/2006/main">
              <a:ext uri="{FF2B5EF4-FFF2-40B4-BE49-F238E27FC236}">
                <a16:creationId xmlns:a16="http://schemas.microsoft.com/office/drawing/2014/main" id="{D208CD64-4614-4EE6-9275-596A6CE0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1807" y="4926521"/>
            <a:ext cx="16468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WD3</a:t>
            </a:r>
          </a:p>
        </p:txBody>
      </p:sp>
      <p:sp>
        <p:nvSpPr>
          <p:cNvPr id="602" name="text-1611">
            <a:extLst xmlns:a="http://schemas.openxmlformats.org/drawingml/2006/main">
              <a:ext uri="{FF2B5EF4-FFF2-40B4-BE49-F238E27FC236}">
                <a16:creationId xmlns:a16="http://schemas.microsoft.com/office/drawing/2014/main" id="{9DC4600C-3461-45BD-8BAB-D7A52C5C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227" y="4337114"/>
            <a:ext cx="16468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RD1</a:t>
            </a:r>
          </a:p>
        </p:txBody>
      </p:sp>
      <p:sp>
        <p:nvSpPr>
          <p:cNvPr id="603" name="text-1612">
            <a:extLst xmlns:a="http://schemas.openxmlformats.org/drawingml/2006/main">
              <a:ext uri="{FF2B5EF4-FFF2-40B4-BE49-F238E27FC236}">
                <a16:creationId xmlns:a16="http://schemas.microsoft.com/office/drawing/2014/main" id="{07719385-5FFB-4B04-97BF-035818F5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227" y="4640485"/>
            <a:ext cx="16468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3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3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RD2</a:t>
            </a:r>
          </a:p>
        </p:txBody>
      </p:sp>
      <p:sp>
        <p:nvSpPr>
          <p:cNvPr id="604" name="text-1613">
            <a:extLst xmlns:a="http://schemas.openxmlformats.org/drawingml/2006/main">
              <a:ext uri="{FF2B5EF4-FFF2-40B4-BE49-F238E27FC236}">
                <a16:creationId xmlns:a16="http://schemas.microsoft.com/office/drawing/2014/main" id="{BE178909-AD9B-435C-954B-7F83AF53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139" y="4718495"/>
            <a:ext cx="86678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605" name="wire-1614">
            <a:extLst xmlns:a="http://schemas.openxmlformats.org/drawingml/2006/main">
              <a:ext uri="{FF2B5EF4-FFF2-40B4-BE49-F238E27FC236}">
                <a16:creationId xmlns:a16="http://schemas.microsoft.com/office/drawing/2014/main" id="{262CFF53-A896-4E4D-8C06-7051C298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471" y="4441127"/>
            <a:ext cx="182023" cy="9525"/>
          </a:xfrm>
          <a:custGeom xmlns:a="http://schemas.openxmlformats.org/drawingml/2006/main">
            <a:pathLst>
              <a:path w="182023" h="9525">
                <a:moveTo>
                  <a:pt x="0" y="0"/>
                </a:moveTo>
                <a:lnTo>
                  <a:pt x="1820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06" name="wire-1615">
            <a:extLst xmlns:a="http://schemas.openxmlformats.org/drawingml/2006/main">
              <a:ext uri="{FF2B5EF4-FFF2-40B4-BE49-F238E27FC236}">
                <a16:creationId xmlns:a16="http://schemas.microsoft.com/office/drawing/2014/main" id="{E94EAB66-5F80-4903-86C9-3E57F7EA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494" y="4441127"/>
            <a:ext cx="9525" cy="34671"/>
          </a:xfrm>
          <a:custGeom xmlns:a="http://schemas.openxmlformats.org/drawingml/2006/main">
            <a:pathLst>
              <a:path w="9525" h="34671">
                <a:moveTo>
                  <a:pt x="0" y="0"/>
                </a:moveTo>
                <a:lnTo>
                  <a:pt x="0" y="34671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07" name="wire-1616">
            <a:extLst xmlns:a="http://schemas.openxmlformats.org/drawingml/2006/main">
              <a:ext uri="{FF2B5EF4-FFF2-40B4-BE49-F238E27FC236}">
                <a16:creationId xmlns:a16="http://schemas.microsoft.com/office/drawing/2014/main" id="{6768FE25-3759-443C-B916-54971F58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494" y="4475798"/>
            <a:ext cx="450723" cy="9525"/>
          </a:xfrm>
          <a:custGeom xmlns:a="http://schemas.openxmlformats.org/drawingml/2006/main">
            <a:pathLst>
              <a:path w="450723" h="9525">
                <a:moveTo>
                  <a:pt x="0" y="0"/>
                </a:moveTo>
                <a:lnTo>
                  <a:pt x="4507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08" name="wire-1617">
            <a:extLst xmlns:a="http://schemas.openxmlformats.org/drawingml/2006/main">
              <a:ext uri="{FF2B5EF4-FFF2-40B4-BE49-F238E27FC236}">
                <a16:creationId xmlns:a16="http://schemas.microsoft.com/office/drawing/2014/main" id="{D86D9422-BC66-4D82-952C-CDCD75AF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217" y="4397788"/>
            <a:ext cx="9525" cy="78010"/>
          </a:xfrm>
          <a:custGeom xmlns:a="http://schemas.openxmlformats.org/drawingml/2006/main">
            <a:pathLst>
              <a:path w="9525" h="78010">
                <a:moveTo>
                  <a:pt x="0" y="780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09" name="wire-1618">
            <a:extLst xmlns:a="http://schemas.openxmlformats.org/drawingml/2006/main">
              <a:ext uri="{FF2B5EF4-FFF2-40B4-BE49-F238E27FC236}">
                <a16:creationId xmlns:a16="http://schemas.microsoft.com/office/drawing/2014/main" id="{10C57B94-EF51-45D2-843D-5A96B11D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217" y="4397788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0" name="wire-1619">
            <a:extLst xmlns:a="http://schemas.openxmlformats.org/drawingml/2006/main">
              <a:ext uri="{FF2B5EF4-FFF2-40B4-BE49-F238E27FC236}">
                <a16:creationId xmlns:a16="http://schemas.microsoft.com/office/drawing/2014/main" id="{2F1F02C5-7E3A-4FE8-80A1-7E4E00F3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559" y="4397788"/>
            <a:ext cx="9525" cy="17335"/>
          </a:xfrm>
          <a:custGeom xmlns:a="http://schemas.openxmlformats.org/drawingml/2006/main">
            <a:pathLst>
              <a:path w="9525" h="17335">
                <a:moveTo>
                  <a:pt x="0" y="0"/>
                </a:moveTo>
                <a:lnTo>
                  <a:pt x="0" y="1733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1" name="wire-1620">
            <a:extLst xmlns:a="http://schemas.openxmlformats.org/drawingml/2006/main">
              <a:ext uri="{FF2B5EF4-FFF2-40B4-BE49-F238E27FC236}">
                <a16:creationId xmlns:a16="http://schemas.microsoft.com/office/drawing/2014/main" id="{64E67963-B45B-47C0-87D6-FF417DE0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471" y="4614482"/>
            <a:ext cx="242697" cy="9525"/>
          </a:xfrm>
          <a:custGeom xmlns:a="http://schemas.openxmlformats.org/drawingml/2006/main">
            <a:pathLst>
              <a:path w="242697" h="9525">
                <a:moveTo>
                  <a:pt x="0" y="0"/>
                </a:moveTo>
                <a:lnTo>
                  <a:pt x="242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2" name="wire-1621">
            <a:extLst xmlns:a="http://schemas.openxmlformats.org/drawingml/2006/main">
              <a:ext uri="{FF2B5EF4-FFF2-40B4-BE49-F238E27FC236}">
                <a16:creationId xmlns:a16="http://schemas.microsoft.com/office/drawing/2014/main" id="{58BBA538-27D8-4CA2-9F83-0208C6CA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614482"/>
            <a:ext cx="9525" cy="294704"/>
          </a:xfrm>
          <a:custGeom xmlns:a="http://schemas.openxmlformats.org/drawingml/2006/main">
            <a:pathLst>
              <a:path w="9525" h="294704">
                <a:moveTo>
                  <a:pt x="0" y="0"/>
                </a:moveTo>
                <a:lnTo>
                  <a:pt x="0" y="294704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3" name="wire-1622">
            <a:extLst xmlns:a="http://schemas.openxmlformats.org/drawingml/2006/main">
              <a:ext uri="{FF2B5EF4-FFF2-40B4-BE49-F238E27FC236}">
                <a16:creationId xmlns:a16="http://schemas.microsoft.com/office/drawing/2014/main" id="{3569D568-BAFD-4D42-B557-74312B09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909185"/>
            <a:ext cx="459391" cy="9525"/>
          </a:xfrm>
          <a:custGeom xmlns:a="http://schemas.openxmlformats.org/drawingml/2006/main">
            <a:pathLst>
              <a:path w="459391" h="9525">
                <a:moveTo>
                  <a:pt x="0" y="0"/>
                </a:moveTo>
                <a:lnTo>
                  <a:pt x="45939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4" name="wire-1623">
            <a:extLst xmlns:a="http://schemas.openxmlformats.org/drawingml/2006/main">
              <a:ext uri="{FF2B5EF4-FFF2-40B4-BE49-F238E27FC236}">
                <a16:creationId xmlns:a16="http://schemas.microsoft.com/office/drawing/2014/main" id="{66FE0F39-7710-4AFB-A4CA-34382C14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559" y="4857179"/>
            <a:ext cx="9525" cy="52007"/>
          </a:xfrm>
          <a:custGeom xmlns:a="http://schemas.openxmlformats.org/drawingml/2006/main">
            <a:pathLst>
              <a:path w="9525" h="52007">
                <a:moveTo>
                  <a:pt x="0" y="5200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5" name="wire-1624">
            <a:extLst xmlns:a="http://schemas.openxmlformats.org/drawingml/2006/main">
              <a:ext uri="{FF2B5EF4-FFF2-40B4-BE49-F238E27FC236}">
                <a16:creationId xmlns:a16="http://schemas.microsoft.com/office/drawing/2014/main" id="{CA1A7C69-CCA6-4B4E-918D-F6A3CC52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471" y="4787837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6" name="circuit-1625">
            <a:extLst xmlns:a="http://schemas.openxmlformats.org/drawingml/2006/main">
              <a:ext uri="{FF2B5EF4-FFF2-40B4-BE49-F238E27FC236}">
                <a16:creationId xmlns:a16="http://schemas.microsoft.com/office/drawing/2014/main" id="{A5552D00-0309-40E1-A631-12F41EBE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815" y="4779169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17" name="wire-1626">
            <a:extLst xmlns:a="http://schemas.openxmlformats.org/drawingml/2006/main">
              <a:ext uri="{FF2B5EF4-FFF2-40B4-BE49-F238E27FC236}">
                <a16:creationId xmlns:a16="http://schemas.microsoft.com/office/drawing/2014/main" id="{F79A4D20-74E2-4505-A62D-48039493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9833" y="4796504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18" name="circuit-1627">
            <a:extLst xmlns:a="http://schemas.openxmlformats.org/drawingml/2006/main">
              <a:ext uri="{FF2B5EF4-FFF2-40B4-BE49-F238E27FC236}">
                <a16:creationId xmlns:a16="http://schemas.microsoft.com/office/drawing/2014/main" id="{3A07DD9A-A131-4D73-A234-67BA59DA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1502" y="4787837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19" name="wire-1628">
            <a:extLst xmlns:a="http://schemas.openxmlformats.org/drawingml/2006/main">
              <a:ext uri="{FF2B5EF4-FFF2-40B4-BE49-F238E27FC236}">
                <a16:creationId xmlns:a16="http://schemas.microsoft.com/office/drawing/2014/main" id="{9B546E52-EDF2-4119-87E2-D90A56F4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471" y="4995863"/>
            <a:ext cx="390049" cy="9525"/>
          </a:xfrm>
          <a:custGeom xmlns:a="http://schemas.openxmlformats.org/drawingml/2006/main">
            <a:pathLst>
              <a:path w="390049" h="9525">
                <a:moveTo>
                  <a:pt x="0" y="0"/>
                </a:moveTo>
                <a:lnTo>
                  <a:pt x="3900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0" name="wire-1629">
            <a:extLst xmlns:a="http://schemas.openxmlformats.org/drawingml/2006/main">
              <a:ext uri="{FF2B5EF4-FFF2-40B4-BE49-F238E27FC236}">
                <a16:creationId xmlns:a16="http://schemas.microsoft.com/office/drawing/2014/main" id="{EE506050-CFC2-4E94-8CDD-23E1D968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520" y="4822508"/>
            <a:ext cx="9525" cy="173355"/>
          </a:xfrm>
          <a:custGeom xmlns:a="http://schemas.openxmlformats.org/drawingml/2006/main">
            <a:pathLst>
              <a:path w="9525" h="173355">
                <a:moveTo>
                  <a:pt x="0" y="17335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1" name="circuit-1630">
            <a:extLst xmlns:a="http://schemas.openxmlformats.org/drawingml/2006/main">
              <a:ext uri="{FF2B5EF4-FFF2-40B4-BE49-F238E27FC236}">
                <a16:creationId xmlns:a16="http://schemas.microsoft.com/office/drawing/2014/main" id="{340AE3F3-D8D8-44C1-8A8F-509939DE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852" y="4822508"/>
            <a:ext cx="17335" cy="21669"/>
          </a:xfrm>
          <a:custGeom xmlns:a="http://schemas.openxmlformats.org/drawingml/2006/main">
            <a:pathLst>
              <a:path w="17335" h="21669">
                <a:moveTo>
                  <a:pt x="8668" y="0"/>
                </a:moveTo>
                <a:lnTo>
                  <a:pt x="0" y="21669"/>
                </a:lnTo>
                <a:lnTo>
                  <a:pt x="17335" y="2166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22" name="wire-1631">
            <a:extLst xmlns:a="http://schemas.openxmlformats.org/drawingml/2006/main">
              <a:ext uri="{FF2B5EF4-FFF2-40B4-BE49-F238E27FC236}">
                <a16:creationId xmlns:a16="http://schemas.microsoft.com/office/drawing/2014/main" id="{791CC985-3C1A-4EE0-81F8-7A3D789E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868" y="4597146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3" name="wire-1632">
            <a:extLst xmlns:a="http://schemas.openxmlformats.org/drawingml/2006/main">
              <a:ext uri="{FF2B5EF4-FFF2-40B4-BE49-F238E27FC236}">
                <a16:creationId xmlns:a16="http://schemas.microsoft.com/office/drawing/2014/main" id="{7EBC378B-B21A-4BDA-BB33-5A032CAE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878" y="4545140"/>
            <a:ext cx="9525" cy="52006"/>
          </a:xfrm>
          <a:custGeom xmlns:a="http://schemas.openxmlformats.org/drawingml/2006/main">
            <a:pathLst>
              <a:path w="9525" h="52006">
                <a:moveTo>
                  <a:pt x="0" y="5200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4" name="wire-1633">
            <a:extLst xmlns:a="http://schemas.openxmlformats.org/drawingml/2006/main">
              <a:ext uri="{FF2B5EF4-FFF2-40B4-BE49-F238E27FC236}">
                <a16:creationId xmlns:a16="http://schemas.microsoft.com/office/drawing/2014/main" id="{F6CAD7F3-AD2A-41FC-AC85-C8A56A16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878" y="4545140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5" name="circuit-1634">
            <a:extLst xmlns:a="http://schemas.openxmlformats.org/drawingml/2006/main">
              <a:ext uri="{FF2B5EF4-FFF2-40B4-BE49-F238E27FC236}">
                <a16:creationId xmlns:a16="http://schemas.microsoft.com/office/drawing/2014/main" id="{E1B68BAA-161B-49B9-A994-73E1925B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0218" y="4536472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26" name="wire-1635">
            <a:extLst xmlns:a="http://schemas.openxmlformats.org/drawingml/2006/main">
              <a:ext uri="{FF2B5EF4-FFF2-40B4-BE49-F238E27FC236}">
                <a16:creationId xmlns:a16="http://schemas.microsoft.com/office/drawing/2014/main" id="{3458A72D-C3B8-4240-9AA0-9C6A414F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868" y="4735830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7" name="wire-1636">
            <a:extLst xmlns:a="http://schemas.openxmlformats.org/drawingml/2006/main">
              <a:ext uri="{FF2B5EF4-FFF2-40B4-BE49-F238E27FC236}">
                <a16:creationId xmlns:a16="http://schemas.microsoft.com/office/drawing/2014/main" id="{9BB31011-A3E0-4CAE-8D46-80BE5984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878" y="4735830"/>
            <a:ext cx="9525" cy="43339"/>
          </a:xfrm>
          <a:custGeom xmlns:a="http://schemas.openxmlformats.org/drawingml/2006/main">
            <a:pathLst>
              <a:path w="9525" h="43339">
                <a:moveTo>
                  <a:pt x="0" y="0"/>
                </a:moveTo>
                <a:lnTo>
                  <a:pt x="0" y="43339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8" name="wire-1637">
            <a:extLst xmlns:a="http://schemas.openxmlformats.org/drawingml/2006/main">
              <a:ext uri="{FF2B5EF4-FFF2-40B4-BE49-F238E27FC236}">
                <a16:creationId xmlns:a16="http://schemas.microsoft.com/office/drawing/2014/main" id="{AA5A38C9-39E5-4A94-8CCE-14CAFAE2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878" y="4779169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29" name="circuit-1638">
            <a:extLst xmlns:a="http://schemas.openxmlformats.org/drawingml/2006/main">
              <a:ext uri="{FF2B5EF4-FFF2-40B4-BE49-F238E27FC236}">
                <a16:creationId xmlns:a16="http://schemas.microsoft.com/office/drawing/2014/main" id="{BA304909-54D0-4E09-A081-0401C949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0218" y="477050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30" name="text-1639">
            <a:extLst xmlns:a="http://schemas.openxmlformats.org/drawingml/2006/main">
              <a:ext uri="{FF2B5EF4-FFF2-40B4-BE49-F238E27FC236}">
                <a16:creationId xmlns:a16="http://schemas.microsoft.com/office/drawing/2014/main" id="{8308CC75-4708-4759-B884-4B8C145A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875" y="4415123"/>
            <a:ext cx="52007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31" name="wire-1640">
            <a:extLst xmlns:a="http://schemas.openxmlformats.org/drawingml/2006/main">
              <a:ext uri="{FF2B5EF4-FFF2-40B4-BE49-F238E27FC236}">
                <a16:creationId xmlns:a16="http://schemas.microsoft.com/office/drawing/2014/main" id="{9AD6485F-236F-497E-90D0-DEA11BBF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881" y="4449794"/>
            <a:ext cx="52007" cy="17335"/>
          </a:xfrm>
          <a:custGeom xmlns:a="http://schemas.openxmlformats.org/drawingml/2006/main">
            <a:pathLst>
              <a:path w="52007" h="17335">
                <a:moveTo>
                  <a:pt x="0" y="0"/>
                </a:moveTo>
                <a:lnTo>
                  <a:pt x="52007" y="1733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32" name="circuit-1641">
            <a:extLst xmlns:a="http://schemas.openxmlformats.org/drawingml/2006/main">
              <a:ext uri="{FF2B5EF4-FFF2-40B4-BE49-F238E27FC236}">
                <a16:creationId xmlns:a16="http://schemas.microsoft.com/office/drawing/2014/main" id="{BE8CF328-E631-4F92-B699-89E28ADD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589" y="4452054"/>
            <a:ext cx="23298" cy="16446"/>
          </a:xfrm>
          <a:custGeom xmlns:a="http://schemas.openxmlformats.org/drawingml/2006/main">
            <a:pathLst>
              <a:path w="23298" h="16446">
                <a:moveTo>
                  <a:pt x="23298" y="15075"/>
                </a:moveTo>
                <a:lnTo>
                  <a:pt x="5482" y="0"/>
                </a:lnTo>
                <a:lnTo>
                  <a:pt x="0" y="1644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33" name="text-1642">
            <a:extLst xmlns:a="http://schemas.openxmlformats.org/drawingml/2006/main">
              <a:ext uri="{FF2B5EF4-FFF2-40B4-BE49-F238E27FC236}">
                <a16:creationId xmlns:a16="http://schemas.microsoft.com/office/drawing/2014/main" id="{C69D952A-1DDB-4F7A-BDB5-81528F2C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875" y="4640485"/>
            <a:ext cx="52007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34" name="wire-1643">
            <a:extLst xmlns:a="http://schemas.openxmlformats.org/drawingml/2006/main">
              <a:ext uri="{FF2B5EF4-FFF2-40B4-BE49-F238E27FC236}">
                <a16:creationId xmlns:a16="http://schemas.microsoft.com/office/drawing/2014/main" id="{19FA8FD7-71ED-469C-805D-8354B712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881" y="4683824"/>
            <a:ext cx="52007" cy="26003"/>
          </a:xfrm>
          <a:custGeom xmlns:a="http://schemas.openxmlformats.org/drawingml/2006/main">
            <a:pathLst>
              <a:path w="52007" h="26003">
                <a:moveTo>
                  <a:pt x="0" y="0"/>
                </a:moveTo>
                <a:lnTo>
                  <a:pt x="52007" y="26003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35" name="circuit-1644">
            <a:extLst xmlns:a="http://schemas.openxmlformats.org/drawingml/2006/main">
              <a:ext uri="{FF2B5EF4-FFF2-40B4-BE49-F238E27FC236}">
                <a16:creationId xmlns:a16="http://schemas.microsoft.com/office/drawing/2014/main" id="{3DFD3C3D-5B4F-4F75-BDAB-1BF78ABC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630" y="4692383"/>
            <a:ext cx="23258" cy="17444"/>
          </a:xfrm>
          <a:custGeom xmlns:a="http://schemas.openxmlformats.org/drawingml/2006/main">
            <a:pathLst>
              <a:path w="23258" h="17444">
                <a:moveTo>
                  <a:pt x="23258" y="17444"/>
                </a:moveTo>
                <a:lnTo>
                  <a:pt x="7753" y="0"/>
                </a:lnTo>
                <a:lnTo>
                  <a:pt x="0" y="1550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36" name="wire-1645">
            <a:extLst xmlns:a="http://schemas.openxmlformats.org/drawingml/2006/main">
              <a:ext uri="{FF2B5EF4-FFF2-40B4-BE49-F238E27FC236}">
                <a16:creationId xmlns:a16="http://schemas.microsoft.com/office/drawing/2014/main" id="{50ADA600-F2A6-4D00-A55F-0FA35F9E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898" y="4510469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37" name="wire-1646">
            <a:extLst xmlns:a="http://schemas.openxmlformats.org/drawingml/2006/main">
              <a:ext uri="{FF2B5EF4-FFF2-40B4-BE49-F238E27FC236}">
                <a16:creationId xmlns:a16="http://schemas.microsoft.com/office/drawing/2014/main" id="{F94054AC-5F7F-4129-9C34-638B5007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907" y="4423791"/>
            <a:ext cx="9525" cy="86678"/>
          </a:xfrm>
          <a:custGeom xmlns:a="http://schemas.openxmlformats.org/drawingml/2006/main">
            <a:pathLst>
              <a:path w="9525" h="86678">
                <a:moveTo>
                  <a:pt x="0" y="866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38" name="wire-1647">
            <a:extLst xmlns:a="http://schemas.openxmlformats.org/drawingml/2006/main">
              <a:ext uri="{FF2B5EF4-FFF2-40B4-BE49-F238E27FC236}">
                <a16:creationId xmlns:a16="http://schemas.microsoft.com/office/drawing/2014/main" id="{9410E049-254D-4AAB-A9E8-22A31E8C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907" y="4423791"/>
            <a:ext cx="60674" cy="9525"/>
          </a:xfrm>
          <a:custGeom xmlns:a="http://schemas.openxmlformats.org/drawingml/2006/main">
            <a:pathLst>
              <a:path w="60674" h="9525">
                <a:moveTo>
                  <a:pt x="0" y="0"/>
                </a:moveTo>
                <a:lnTo>
                  <a:pt x="606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39" name="wire-1648">
            <a:extLst xmlns:a="http://schemas.openxmlformats.org/drawingml/2006/main">
              <a:ext uri="{FF2B5EF4-FFF2-40B4-BE49-F238E27FC236}">
                <a16:creationId xmlns:a16="http://schemas.microsoft.com/office/drawing/2014/main" id="{66FCCBC4-67CF-4E99-A1D5-78433C3A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898" y="4761833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40" name="wire-1649">
            <a:extLst xmlns:a="http://schemas.openxmlformats.org/drawingml/2006/main">
              <a:ext uri="{FF2B5EF4-FFF2-40B4-BE49-F238E27FC236}">
                <a16:creationId xmlns:a16="http://schemas.microsoft.com/office/drawing/2014/main" id="{2856220A-C263-4E90-9A49-92CF7E76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907" y="4727162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41" name="wire-1650">
            <a:extLst xmlns:a="http://schemas.openxmlformats.org/drawingml/2006/main">
              <a:ext uri="{FF2B5EF4-FFF2-40B4-BE49-F238E27FC236}">
                <a16:creationId xmlns:a16="http://schemas.microsoft.com/office/drawing/2014/main" id="{DD4EF147-048F-489B-B0DD-3F1A0985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907" y="4727162"/>
            <a:ext cx="60674" cy="9525"/>
          </a:xfrm>
          <a:custGeom xmlns:a="http://schemas.openxmlformats.org/drawingml/2006/main">
            <a:pathLst>
              <a:path w="60674" h="9525">
                <a:moveTo>
                  <a:pt x="0" y="0"/>
                </a:moveTo>
                <a:lnTo>
                  <a:pt x="6067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42" name="text-1651">
            <a:extLst xmlns:a="http://schemas.openxmlformats.org/drawingml/2006/main">
              <a:ext uri="{FF2B5EF4-FFF2-40B4-BE49-F238E27FC236}">
                <a16:creationId xmlns:a16="http://schemas.microsoft.com/office/drawing/2014/main" id="{6F3E26CB-A5EA-4134-8649-42FFF2C8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093" y="4397788"/>
            <a:ext cx="225362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4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alu</a:t>
            </a:r>
          </a:p>
        </p:txBody>
      </p:sp>
      <p:sp>
        <p:nvSpPr>
          <p:cNvPr id="643" name="wire-1652">
            <a:extLst xmlns:a="http://schemas.openxmlformats.org/drawingml/2006/main">
              <a:ext uri="{FF2B5EF4-FFF2-40B4-BE49-F238E27FC236}">
                <a16:creationId xmlns:a16="http://schemas.microsoft.com/office/drawing/2014/main" id="{D41FCB6F-3EDE-46B3-AD76-BA174E76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070" y="4475798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44" name="wire-1653">
            <a:extLst xmlns:a="http://schemas.openxmlformats.org/drawingml/2006/main">
              <a:ext uri="{FF2B5EF4-FFF2-40B4-BE49-F238E27FC236}">
                <a16:creationId xmlns:a16="http://schemas.microsoft.com/office/drawing/2014/main" id="{B7EF073D-FE27-4577-ABB6-95410605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076" y="4475798"/>
            <a:ext cx="9525" cy="43339"/>
          </a:xfrm>
          <a:custGeom xmlns:a="http://schemas.openxmlformats.org/drawingml/2006/main">
            <a:pathLst>
              <a:path w="9525" h="43339">
                <a:moveTo>
                  <a:pt x="0" y="0"/>
                </a:moveTo>
                <a:lnTo>
                  <a:pt x="0" y="43339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45" name="wire-1654">
            <a:extLst xmlns:a="http://schemas.openxmlformats.org/drawingml/2006/main">
              <a:ext uri="{FF2B5EF4-FFF2-40B4-BE49-F238E27FC236}">
                <a16:creationId xmlns:a16="http://schemas.microsoft.com/office/drawing/2014/main" id="{1FDA37D6-262A-4EDD-831E-0D5D7A6E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076" y="4519136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46" name="wire-1655">
            <a:extLst xmlns:a="http://schemas.openxmlformats.org/drawingml/2006/main">
              <a:ext uri="{FF2B5EF4-FFF2-40B4-BE49-F238E27FC236}">
                <a16:creationId xmlns:a16="http://schemas.microsoft.com/office/drawing/2014/main" id="{B200A62B-F074-44B1-A9A4-1381C29E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070" y="4909185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47" name="wire-1656">
            <a:extLst xmlns:a="http://schemas.openxmlformats.org/drawingml/2006/main">
              <a:ext uri="{FF2B5EF4-FFF2-40B4-BE49-F238E27FC236}">
                <a16:creationId xmlns:a16="http://schemas.microsoft.com/office/drawing/2014/main" id="{40A2FABD-C43D-4E61-990E-C02BE6AD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076" y="4909185"/>
            <a:ext cx="9525" cy="78010"/>
          </a:xfrm>
          <a:custGeom xmlns:a="http://schemas.openxmlformats.org/drawingml/2006/main">
            <a:pathLst>
              <a:path w="9525" h="78010">
                <a:moveTo>
                  <a:pt x="0" y="0"/>
                </a:moveTo>
                <a:lnTo>
                  <a:pt x="0" y="7801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48" name="wire-1657">
            <a:extLst xmlns:a="http://schemas.openxmlformats.org/drawingml/2006/main">
              <a:ext uri="{FF2B5EF4-FFF2-40B4-BE49-F238E27FC236}">
                <a16:creationId xmlns:a16="http://schemas.microsoft.com/office/drawing/2014/main" id="{A1FA8D19-FA65-48C4-81BC-3210C365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076" y="4987195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49" name="wire-1658">
            <a:extLst xmlns:a="http://schemas.openxmlformats.org/drawingml/2006/main">
              <a:ext uri="{FF2B5EF4-FFF2-40B4-BE49-F238E27FC236}">
                <a16:creationId xmlns:a16="http://schemas.microsoft.com/office/drawing/2014/main" id="{751B02AC-9F2F-49AC-B550-F0C8A7BA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089" y="4536472"/>
            <a:ext cx="9525" cy="450723"/>
          </a:xfrm>
          <a:custGeom xmlns:a="http://schemas.openxmlformats.org/drawingml/2006/main">
            <a:pathLst>
              <a:path w="9525" h="450723">
                <a:moveTo>
                  <a:pt x="0" y="45072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50" name="wire-1659">
            <a:extLst xmlns:a="http://schemas.openxmlformats.org/drawingml/2006/main">
              <a:ext uri="{FF2B5EF4-FFF2-40B4-BE49-F238E27FC236}">
                <a16:creationId xmlns:a16="http://schemas.microsoft.com/office/drawing/2014/main" id="{A0F97F42-AE04-4D8A-AA7A-BDEC1B58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089" y="4536472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51" name="block-1660">
            <a:extLst xmlns:a="http://schemas.openxmlformats.org/drawingml/2006/main">
              <a:ext uri="{FF2B5EF4-FFF2-40B4-BE49-F238E27FC236}">
                <a16:creationId xmlns:a16="http://schemas.microsoft.com/office/drawing/2014/main" id="{4B1EF518-B4E8-41D5-8D2E-0E5F1B76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760" y="4484465"/>
            <a:ext cx="182023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652" name="text-1661">
            <a:extLst xmlns:a="http://schemas.openxmlformats.org/drawingml/2006/main">
              <a:ext uri="{FF2B5EF4-FFF2-40B4-BE49-F238E27FC236}">
                <a16:creationId xmlns:a16="http://schemas.microsoft.com/office/drawing/2014/main" id="{C5A90816-DCBC-4CCB-9693-22E5C1BC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4488799"/>
            <a:ext cx="164687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98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98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+ / -</a:t>
            </a:r>
          </a:p>
        </p:txBody>
      </p:sp>
      <p:sp>
        <p:nvSpPr>
          <p:cNvPr id="653" name="wire-1662">
            <a:extLst xmlns:a="http://schemas.openxmlformats.org/drawingml/2006/main">
              <a:ext uri="{FF2B5EF4-FFF2-40B4-BE49-F238E27FC236}">
                <a16:creationId xmlns:a16="http://schemas.microsoft.com/office/drawing/2014/main" id="{1AD52E9E-7AD5-4AD9-BE7A-EDFEAE4A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783" y="4527804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54" name="wire-1663">
            <a:extLst xmlns:a="http://schemas.openxmlformats.org/drawingml/2006/main">
              <a:ext uri="{FF2B5EF4-FFF2-40B4-BE49-F238E27FC236}">
                <a16:creationId xmlns:a16="http://schemas.microsoft.com/office/drawing/2014/main" id="{FE2D54CF-6327-4BE8-89A5-276AA6EF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9467" y="4527804"/>
            <a:ext cx="9525" cy="17335"/>
          </a:xfrm>
          <a:custGeom xmlns:a="http://schemas.openxmlformats.org/drawingml/2006/main">
            <a:pathLst>
              <a:path w="9525" h="17335">
                <a:moveTo>
                  <a:pt x="0" y="0"/>
                </a:moveTo>
                <a:lnTo>
                  <a:pt x="0" y="17335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55" name="wire-1664">
            <a:extLst xmlns:a="http://schemas.openxmlformats.org/drawingml/2006/main">
              <a:ext uri="{FF2B5EF4-FFF2-40B4-BE49-F238E27FC236}">
                <a16:creationId xmlns:a16="http://schemas.microsoft.com/office/drawing/2014/main" id="{52339955-7342-4F92-898D-6941C3F5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9467" y="4545140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101">
            <a:solidFill>
              <a:srgbClr val="1572C3"/>
            </a:solidFill>
          </a:ln>
        </p:spPr>
      </p:sp>
      <p:sp>
        <p:nvSpPr>
          <p:cNvPr id="656" name="circuit-1665">
            <a:extLst xmlns:a="http://schemas.openxmlformats.org/drawingml/2006/main">
              <a:ext uri="{FF2B5EF4-FFF2-40B4-BE49-F238E27FC236}">
                <a16:creationId xmlns:a16="http://schemas.microsoft.com/office/drawing/2014/main" id="{3DDE6745-7194-4C1F-A7BD-577F9F9A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05814"/>
            <a:ext cx="60674" cy="286036"/>
          </a:xfrm>
          <a:custGeom xmlns:a="http://schemas.openxmlformats.org/drawingml/2006/main">
            <a:pathLst>
              <a:path w="60674" h="286036">
                <a:moveTo>
                  <a:pt x="0" y="0"/>
                </a:moveTo>
                <a:lnTo>
                  <a:pt x="60674" y="26003"/>
                </a:lnTo>
                <a:lnTo>
                  <a:pt x="60674" y="260033"/>
                </a:lnTo>
                <a:lnTo>
                  <a:pt x="0" y="286036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657" name="wire-1666">
            <a:extLst xmlns:a="http://schemas.openxmlformats.org/drawingml/2006/main">
              <a:ext uri="{FF2B5EF4-FFF2-40B4-BE49-F238E27FC236}">
                <a16:creationId xmlns:a16="http://schemas.microsoft.com/office/drawing/2014/main" id="{158B217D-CAAA-4345-8E47-678FB0B0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54" y="4527804"/>
            <a:ext cx="9525" cy="130016"/>
          </a:xfrm>
          <a:custGeom xmlns:a="http://schemas.openxmlformats.org/drawingml/2006/main">
            <a:pathLst>
              <a:path w="9525" h="130016">
                <a:moveTo>
                  <a:pt x="0" y="0"/>
                </a:moveTo>
                <a:lnTo>
                  <a:pt x="0" y="130016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58" name="wire-1667">
            <a:extLst xmlns:a="http://schemas.openxmlformats.org/drawingml/2006/main">
              <a:ext uri="{FF2B5EF4-FFF2-40B4-BE49-F238E27FC236}">
                <a16:creationId xmlns:a16="http://schemas.microsoft.com/office/drawing/2014/main" id="{3F58AD83-683F-4518-8162-66A97BC3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54" y="4657820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59" name="circuit-1668">
            <a:extLst xmlns:a="http://schemas.openxmlformats.org/drawingml/2006/main">
              <a:ext uri="{FF2B5EF4-FFF2-40B4-BE49-F238E27FC236}">
                <a16:creationId xmlns:a16="http://schemas.microsoft.com/office/drawing/2014/main" id="{4B360D04-A8AA-4F30-812A-64E9D0C1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456" y="4649153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81F9DCD9-BC2C-4152-B29E-CFAE5331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953" y="4521303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661" name="block-1669">
            <a:extLst xmlns:a="http://schemas.openxmlformats.org/drawingml/2006/main">
              <a:ext uri="{FF2B5EF4-FFF2-40B4-BE49-F238E27FC236}">
                <a16:creationId xmlns:a16="http://schemas.microsoft.com/office/drawing/2014/main" id="{DD67E6E8-0AB9-468D-B155-E2935E84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760" y="4649153"/>
            <a:ext cx="182023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662" name="text-1670">
            <a:extLst xmlns:a="http://schemas.openxmlformats.org/drawingml/2006/main">
              <a:ext uri="{FF2B5EF4-FFF2-40B4-BE49-F238E27FC236}">
                <a16:creationId xmlns:a16="http://schemas.microsoft.com/office/drawing/2014/main" id="{92026BB2-6915-4B59-97AF-22F765F9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4653486"/>
            <a:ext cx="164687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23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shift</a:t>
            </a:r>
          </a:p>
        </p:txBody>
      </p:sp>
      <p:sp>
        <p:nvSpPr>
          <p:cNvPr id="663" name="circuit-1671">
            <a:extLst xmlns:a="http://schemas.openxmlformats.org/drawingml/2006/main">
              <a:ext uri="{FF2B5EF4-FFF2-40B4-BE49-F238E27FC236}">
                <a16:creationId xmlns:a16="http://schemas.microsoft.com/office/drawing/2014/main" id="{D4FC0347-F1E4-4721-88AE-509322DB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6096" y="4822508"/>
            <a:ext cx="130016" cy="86678"/>
          </a:xfrm>
          <a:custGeom xmlns:a="http://schemas.openxmlformats.org/drawingml/2006/main">
            <a:pathLst>
              <a:path w="130016" h="86678">
                <a:moveTo>
                  <a:pt x="0" y="0"/>
                </a:moveTo>
                <a:lnTo>
                  <a:pt x="58507" y="0"/>
                </a:lnTo>
                <a:lnTo>
                  <a:pt x="58507" y="0"/>
                </a:lnTo>
                <a:lnTo>
                  <a:pt x="77015" y="1477"/>
                </a:lnTo>
                <a:lnTo>
                  <a:pt x="94262" y="5806"/>
                </a:lnTo>
                <a:lnTo>
                  <a:pt x="109072" y="12694"/>
                </a:lnTo>
                <a:lnTo>
                  <a:pt x="120436" y="21669"/>
                </a:lnTo>
                <a:lnTo>
                  <a:pt x="127580" y="32122"/>
                </a:lnTo>
                <a:lnTo>
                  <a:pt x="130016" y="43339"/>
                </a:lnTo>
                <a:lnTo>
                  <a:pt x="127580" y="54556"/>
                </a:lnTo>
                <a:lnTo>
                  <a:pt x="120436" y="65008"/>
                </a:lnTo>
                <a:lnTo>
                  <a:pt x="109072" y="73984"/>
                </a:lnTo>
                <a:lnTo>
                  <a:pt x="94262" y="80871"/>
                </a:lnTo>
                <a:lnTo>
                  <a:pt x="77015" y="85201"/>
                </a:lnTo>
                <a:lnTo>
                  <a:pt x="58507" y="86678"/>
                </a:lnTo>
                <a:lnTo>
                  <a:pt x="0" y="866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664" name="wire-1672">
            <a:extLst xmlns:a="http://schemas.openxmlformats.org/drawingml/2006/main">
              <a:ext uri="{FF2B5EF4-FFF2-40B4-BE49-F238E27FC236}">
                <a16:creationId xmlns:a16="http://schemas.microsoft.com/office/drawing/2014/main" id="{ECAC4087-12E4-4788-A9EF-9285F2AC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083" y="4519136"/>
            <a:ext cx="9525" cy="43339"/>
          </a:xfrm>
          <a:custGeom xmlns:a="http://schemas.openxmlformats.org/drawingml/2006/main">
            <a:pathLst>
              <a:path w="9525" h="43339">
                <a:moveTo>
                  <a:pt x="0" y="0"/>
                </a:moveTo>
                <a:lnTo>
                  <a:pt x="0" y="43339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65" name="wire-1673">
            <a:extLst xmlns:a="http://schemas.openxmlformats.org/drawingml/2006/main">
              <a:ext uri="{FF2B5EF4-FFF2-40B4-BE49-F238E27FC236}">
                <a16:creationId xmlns:a16="http://schemas.microsoft.com/office/drawing/2014/main" id="{0E846FB4-730B-4EAB-A27D-D4CDD5FC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083" y="4562475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66" name="wire-1674">
            <a:extLst xmlns:a="http://schemas.openxmlformats.org/drawingml/2006/main">
              <a:ext uri="{FF2B5EF4-FFF2-40B4-BE49-F238E27FC236}">
                <a16:creationId xmlns:a16="http://schemas.microsoft.com/office/drawing/2014/main" id="{E2EA181C-C4B4-4552-BA18-DF36C2B7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425" y="4562475"/>
            <a:ext cx="9525" cy="112681"/>
          </a:xfrm>
          <a:custGeom xmlns:a="http://schemas.openxmlformats.org/drawingml/2006/main">
            <a:pathLst>
              <a:path w="9525" h="112681">
                <a:moveTo>
                  <a:pt x="0" y="0"/>
                </a:moveTo>
                <a:lnTo>
                  <a:pt x="0" y="112681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67" name="wire-1675">
            <a:extLst xmlns:a="http://schemas.openxmlformats.org/drawingml/2006/main">
              <a:ext uri="{FF2B5EF4-FFF2-40B4-BE49-F238E27FC236}">
                <a16:creationId xmlns:a16="http://schemas.microsoft.com/office/drawing/2014/main" id="{96AD4C40-4ECB-4872-86CC-548BD062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425" y="4675156"/>
            <a:ext cx="17335" cy="9525"/>
          </a:xfrm>
          <a:custGeom xmlns:a="http://schemas.openxmlformats.org/drawingml/2006/main">
            <a:pathLst>
              <a:path w="17335" h="9525">
                <a:moveTo>
                  <a:pt x="0" y="0"/>
                </a:moveTo>
                <a:lnTo>
                  <a:pt x="173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68" name="circuit-1676">
            <a:extLst xmlns:a="http://schemas.openxmlformats.org/drawingml/2006/main">
              <a:ext uri="{FF2B5EF4-FFF2-40B4-BE49-F238E27FC236}">
                <a16:creationId xmlns:a16="http://schemas.microsoft.com/office/drawing/2014/main" id="{6E63A4AF-8CA9-4F4A-B009-39E5F8B4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091" y="466648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69" name="wire-1677">
            <a:extLst xmlns:a="http://schemas.openxmlformats.org/drawingml/2006/main">
              <a:ext uri="{FF2B5EF4-FFF2-40B4-BE49-F238E27FC236}">
                <a16:creationId xmlns:a16="http://schemas.microsoft.com/office/drawing/2014/main" id="{67E9D60F-EDD9-4AA9-BC76-51FAF26B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089" y="4536472"/>
            <a:ext cx="9525" cy="190690"/>
          </a:xfrm>
          <a:custGeom xmlns:a="http://schemas.openxmlformats.org/drawingml/2006/main">
            <a:pathLst>
              <a:path w="9525" h="190690">
                <a:moveTo>
                  <a:pt x="0" y="0"/>
                </a:moveTo>
                <a:lnTo>
                  <a:pt x="0" y="19069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70" name="wire-1678">
            <a:extLst xmlns:a="http://schemas.openxmlformats.org/drawingml/2006/main">
              <a:ext uri="{FF2B5EF4-FFF2-40B4-BE49-F238E27FC236}">
                <a16:creationId xmlns:a16="http://schemas.microsoft.com/office/drawing/2014/main" id="{78930834-D6CC-4EF5-8F51-EDA3B97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089" y="4727162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71" name="circuit-1679">
            <a:extLst xmlns:a="http://schemas.openxmlformats.org/drawingml/2006/main">
              <a:ext uri="{FF2B5EF4-FFF2-40B4-BE49-F238E27FC236}">
                <a16:creationId xmlns:a16="http://schemas.microsoft.com/office/drawing/2014/main" id="{A3237BFA-21D4-48E6-9AD2-78B1BA73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091" y="4718495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72" name="">
            <a:extLst xmlns:a="http://schemas.openxmlformats.org/drawingml/2006/main">
              <a:ext uri="{FF2B5EF4-FFF2-40B4-BE49-F238E27FC236}">
                <a16:creationId xmlns:a16="http://schemas.microsoft.com/office/drawing/2014/main" id="{FC938DE9-85A2-4EAA-A323-3BB20446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88" y="4529971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673" name="wire-1680">
            <a:extLst xmlns:a="http://schemas.openxmlformats.org/drawingml/2006/main">
              <a:ext uri="{FF2B5EF4-FFF2-40B4-BE49-F238E27FC236}">
                <a16:creationId xmlns:a16="http://schemas.microsoft.com/office/drawing/2014/main" id="{A70B47EF-9961-46C5-A786-DD6644D3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425" y="4675156"/>
            <a:ext cx="9525" cy="173355"/>
          </a:xfrm>
          <a:custGeom xmlns:a="http://schemas.openxmlformats.org/drawingml/2006/main">
            <a:pathLst>
              <a:path w="9525" h="173355">
                <a:moveTo>
                  <a:pt x="0" y="0"/>
                </a:moveTo>
                <a:lnTo>
                  <a:pt x="0" y="17335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74" name="wire-1681">
            <a:extLst xmlns:a="http://schemas.openxmlformats.org/drawingml/2006/main">
              <a:ext uri="{FF2B5EF4-FFF2-40B4-BE49-F238E27FC236}">
                <a16:creationId xmlns:a16="http://schemas.microsoft.com/office/drawing/2014/main" id="{8D4EAA3B-077E-4496-AC89-39508D6B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425" y="4848511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75" name="circuit-1682">
            <a:extLst xmlns:a="http://schemas.openxmlformats.org/drawingml/2006/main">
              <a:ext uri="{FF2B5EF4-FFF2-40B4-BE49-F238E27FC236}">
                <a16:creationId xmlns:a16="http://schemas.microsoft.com/office/drawing/2014/main" id="{AA9643A7-0030-480B-A69E-DE253450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4426" y="4839843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76" name="">
            <a:extLst xmlns:a="http://schemas.openxmlformats.org/drawingml/2006/main">
              <a:ext uri="{FF2B5EF4-FFF2-40B4-BE49-F238E27FC236}">
                <a16:creationId xmlns:a16="http://schemas.microsoft.com/office/drawing/2014/main" id="{1CBA91ED-6F4D-4CBD-8A4C-38AD41C4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924" y="4668655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677" name="wire-1683">
            <a:extLst xmlns:a="http://schemas.openxmlformats.org/drawingml/2006/main">
              <a:ext uri="{FF2B5EF4-FFF2-40B4-BE49-F238E27FC236}">
                <a16:creationId xmlns:a16="http://schemas.microsoft.com/office/drawing/2014/main" id="{AA3402CB-0CF4-47B8-858E-35C1C034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089" y="4727162"/>
            <a:ext cx="9525" cy="156020"/>
          </a:xfrm>
          <a:custGeom xmlns:a="http://schemas.openxmlformats.org/drawingml/2006/main">
            <a:pathLst>
              <a:path w="9525" h="156020">
                <a:moveTo>
                  <a:pt x="0" y="0"/>
                </a:moveTo>
                <a:lnTo>
                  <a:pt x="0" y="15602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78" name="wire-1684">
            <a:extLst xmlns:a="http://schemas.openxmlformats.org/drawingml/2006/main">
              <a:ext uri="{FF2B5EF4-FFF2-40B4-BE49-F238E27FC236}">
                <a16:creationId xmlns:a16="http://schemas.microsoft.com/office/drawing/2014/main" id="{99A2A9AF-39D0-4EEE-AE46-88A19D66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089" y="4883182"/>
            <a:ext cx="52006" cy="9525"/>
          </a:xfrm>
          <a:custGeom xmlns:a="http://schemas.openxmlformats.org/drawingml/2006/main">
            <a:pathLst>
              <a:path w="52006" h="9525">
                <a:moveTo>
                  <a:pt x="0" y="0"/>
                </a:moveTo>
                <a:lnTo>
                  <a:pt x="520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79" name="circuit-1685">
            <a:extLst xmlns:a="http://schemas.openxmlformats.org/drawingml/2006/main">
              <a:ext uri="{FF2B5EF4-FFF2-40B4-BE49-F238E27FC236}">
                <a16:creationId xmlns:a16="http://schemas.microsoft.com/office/drawing/2014/main" id="{331C0167-84DB-49B5-8BC1-95A913E5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4426" y="4874514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80" name="">
            <a:extLst xmlns:a="http://schemas.openxmlformats.org/drawingml/2006/main">
              <a:ext uri="{FF2B5EF4-FFF2-40B4-BE49-F238E27FC236}">
                <a16:creationId xmlns:a16="http://schemas.microsoft.com/office/drawing/2014/main" id="{DA19C5E5-ADC6-43BB-8698-8544F623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88" y="4720661"/>
            <a:ext cx="13002" cy="13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F20"/>
          </a:solidFill>
          <a:ln xmlns:a="http://schemas.openxmlformats.org/drawingml/2006/main" w="0">
            <a:solidFill>
              <a:srgbClr val="231F20"/>
            </a:solidFill>
          </a:ln>
        </p:spPr>
      </p:sp>
      <p:sp>
        <p:nvSpPr>
          <p:cNvPr id="681" name="wire-1686">
            <a:extLst xmlns:a="http://schemas.openxmlformats.org/drawingml/2006/main">
              <a:ext uri="{FF2B5EF4-FFF2-40B4-BE49-F238E27FC236}">
                <a16:creationId xmlns:a16="http://schemas.microsoft.com/office/drawing/2014/main" id="{EE16BD0D-5E04-42CF-824E-DDB32B3F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783" y="4701159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82" name="circuit-1687">
            <a:extLst xmlns:a="http://schemas.openxmlformats.org/drawingml/2006/main">
              <a:ext uri="{FF2B5EF4-FFF2-40B4-BE49-F238E27FC236}">
                <a16:creationId xmlns:a16="http://schemas.microsoft.com/office/drawing/2014/main" id="{17181E4B-D410-4309-91D5-B273BCA7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456" y="469249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83" name="wire-1688">
            <a:extLst xmlns:a="http://schemas.openxmlformats.org/drawingml/2006/main">
              <a:ext uri="{FF2B5EF4-FFF2-40B4-BE49-F238E27FC236}">
                <a16:creationId xmlns:a16="http://schemas.microsoft.com/office/drawing/2014/main" id="{C2B57F0A-BCEA-4152-86B4-C161F15B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6112" y="4865846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84" name="wire-1689">
            <a:extLst xmlns:a="http://schemas.openxmlformats.org/drawingml/2006/main">
              <a:ext uri="{FF2B5EF4-FFF2-40B4-BE49-F238E27FC236}">
                <a16:creationId xmlns:a16="http://schemas.microsoft.com/office/drawing/2014/main" id="{539D9FCF-CACF-49B7-8FB3-BCC1B39D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54" y="4831175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85" name="wire-1690">
            <a:extLst xmlns:a="http://schemas.openxmlformats.org/drawingml/2006/main">
              <a:ext uri="{FF2B5EF4-FFF2-40B4-BE49-F238E27FC236}">
                <a16:creationId xmlns:a16="http://schemas.microsoft.com/office/drawing/2014/main" id="{490A31DD-3341-4FDA-ADB9-033C4A75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54" y="4831175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86" name="circuit-1691">
            <a:extLst xmlns:a="http://schemas.openxmlformats.org/drawingml/2006/main">
              <a:ext uri="{FF2B5EF4-FFF2-40B4-BE49-F238E27FC236}">
                <a16:creationId xmlns:a16="http://schemas.microsoft.com/office/drawing/2014/main" id="{87C70F68-632E-4967-B27B-76CE6961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456" y="482250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687" name="wire-1692">
            <a:extLst xmlns:a="http://schemas.openxmlformats.org/drawingml/2006/main">
              <a:ext uri="{FF2B5EF4-FFF2-40B4-BE49-F238E27FC236}">
                <a16:creationId xmlns:a16="http://schemas.microsoft.com/office/drawing/2014/main" id="{D04C0185-941B-49C3-B346-2F79963E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0799" y="4744498"/>
            <a:ext cx="17336" cy="9525"/>
          </a:xfrm>
          <a:custGeom xmlns:a="http://schemas.openxmlformats.org/drawingml/2006/main">
            <a:pathLst>
              <a:path w="17336" h="9525">
                <a:moveTo>
                  <a:pt x="0" y="0"/>
                </a:moveTo>
                <a:lnTo>
                  <a:pt x="173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88" name="wire-1693">
            <a:extLst xmlns:a="http://schemas.openxmlformats.org/drawingml/2006/main">
              <a:ext uri="{FF2B5EF4-FFF2-40B4-BE49-F238E27FC236}">
                <a16:creationId xmlns:a16="http://schemas.microsoft.com/office/drawing/2014/main" id="{7CB8ECCB-0245-45E6-9D76-6F6A1C11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8135" y="4744498"/>
            <a:ext cx="9525" cy="86678"/>
          </a:xfrm>
          <a:custGeom xmlns:a="http://schemas.openxmlformats.org/drawingml/2006/main">
            <a:pathLst>
              <a:path w="9525" h="86678">
                <a:moveTo>
                  <a:pt x="0" y="0"/>
                </a:moveTo>
                <a:lnTo>
                  <a:pt x="0" y="86678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89" name="wire-1694">
            <a:extLst xmlns:a="http://schemas.openxmlformats.org/drawingml/2006/main">
              <a:ext uri="{FF2B5EF4-FFF2-40B4-BE49-F238E27FC236}">
                <a16:creationId xmlns:a16="http://schemas.microsoft.com/office/drawing/2014/main" id="{76510B4B-A5F2-4DA1-96E7-D7205924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8135" y="4831175"/>
            <a:ext cx="17335" cy="9525"/>
          </a:xfrm>
          <a:custGeom xmlns:a="http://schemas.openxmlformats.org/drawingml/2006/main">
            <a:pathLst>
              <a:path w="17335" h="9525">
                <a:moveTo>
                  <a:pt x="0" y="0"/>
                </a:moveTo>
                <a:lnTo>
                  <a:pt x="173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690" name="text-1695">
            <a:extLst xmlns:a="http://schemas.openxmlformats.org/drawingml/2006/main">
              <a:ext uri="{FF2B5EF4-FFF2-40B4-BE49-F238E27FC236}">
                <a16:creationId xmlns:a16="http://schemas.microsoft.com/office/drawing/2014/main" id="{AD78344D-2CAE-43E0-A5E9-85395264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783" y="4753166"/>
            <a:ext cx="60674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...</a:t>
            </a:r>
          </a:p>
        </p:txBody>
      </p:sp>
      <p:sp>
        <p:nvSpPr>
          <p:cNvPr id="691" name="block-1696">
            <a:extLst xmlns:a="http://schemas.openxmlformats.org/drawingml/2006/main">
              <a:ext uri="{FF2B5EF4-FFF2-40B4-BE49-F238E27FC236}">
                <a16:creationId xmlns:a16="http://schemas.microsoft.com/office/drawing/2014/main" id="{2B02CBD7-1DEB-450D-996A-76731C63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0803" y="3255378"/>
            <a:ext cx="880643" cy="2305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92" name="text-1697">
            <a:extLst xmlns:a="http://schemas.openxmlformats.org/drawingml/2006/main">
              <a:ext uri="{FF2B5EF4-FFF2-40B4-BE49-F238E27FC236}">
                <a16:creationId xmlns:a16="http://schemas.microsoft.com/office/drawing/2014/main" id="{96BBBF98-DD1F-4379-9A78-B9511E56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7737" y="3250178"/>
            <a:ext cx="866775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614" b="1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93" name="text-1698">
            <a:extLst xmlns:a="http://schemas.openxmlformats.org/drawingml/2006/main">
              <a:ext uri="{FF2B5EF4-FFF2-40B4-BE49-F238E27FC236}">
                <a16:creationId xmlns:a16="http://schemas.microsoft.com/office/drawing/2014/main" id="{82D2A009-F9FA-4883-AB19-27BC8852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137" y="3253645"/>
            <a:ext cx="312039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48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48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ebu</a:t>
            </a:r>
          </a:p>
        </p:txBody>
      </p:sp>
      <p:sp>
        <p:nvSpPr>
          <p:cNvPr id="694" name="text-1699">
            <a:extLst xmlns:a="http://schemas.openxmlformats.org/drawingml/2006/main">
              <a:ext uri="{FF2B5EF4-FFF2-40B4-BE49-F238E27FC236}">
                <a16:creationId xmlns:a16="http://schemas.microsoft.com/office/drawing/2014/main" id="{A6A9F282-A918-4DC8-9058-A13004DB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418" y="3305651"/>
            <a:ext cx="5200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695" name="text-1700">
            <a:extLst xmlns:a="http://schemas.openxmlformats.org/drawingml/2006/main">
              <a:ext uri="{FF2B5EF4-FFF2-40B4-BE49-F238E27FC236}">
                <a16:creationId xmlns:a16="http://schemas.microsoft.com/office/drawing/2014/main" id="{E3C3F521-DF71-49BA-8305-C71991A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418" y="3418332"/>
            <a:ext cx="52007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96" name="block-1701">
            <a:extLst xmlns:a="http://schemas.openxmlformats.org/drawingml/2006/main">
              <a:ext uri="{FF2B5EF4-FFF2-40B4-BE49-F238E27FC236}">
                <a16:creationId xmlns:a16="http://schemas.microsoft.com/office/drawing/2014/main" id="{A0EEF40F-FD9A-4D1A-A310-2D5570CE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427" y="3331654"/>
            <a:ext cx="52007" cy="693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697" name="circuit-1702">
            <a:extLst xmlns:a="http://schemas.openxmlformats.org/drawingml/2006/main">
              <a:ext uri="{FF2B5EF4-FFF2-40B4-BE49-F238E27FC236}">
                <a16:creationId xmlns:a16="http://schemas.microsoft.com/office/drawing/2014/main" id="{00174AE9-271B-41FE-B031-23AF06EF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95" y="3331654"/>
            <a:ext cx="34671" cy="23403"/>
          </a:xfrm>
          <a:custGeom xmlns:a="http://schemas.openxmlformats.org/drawingml/2006/main">
            <a:pathLst>
              <a:path w="34671" h="23403">
                <a:moveTo>
                  <a:pt x="0" y="0"/>
                </a:moveTo>
                <a:lnTo>
                  <a:pt x="17335" y="23403"/>
                </a:lnTo>
                <a:lnTo>
                  <a:pt x="34671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698" name="block-1703">
            <a:extLst xmlns:a="http://schemas.openxmlformats.org/drawingml/2006/main">
              <a:ext uri="{FF2B5EF4-FFF2-40B4-BE49-F238E27FC236}">
                <a16:creationId xmlns:a16="http://schemas.microsoft.com/office/drawing/2014/main" id="{6E06C0EF-2B26-4C31-9F73-F3FC6EBF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427" y="3418332"/>
            <a:ext cx="52007" cy="606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699" name="circuit-1704">
            <a:extLst xmlns:a="http://schemas.openxmlformats.org/drawingml/2006/main">
              <a:ext uri="{FF2B5EF4-FFF2-40B4-BE49-F238E27FC236}">
                <a16:creationId xmlns:a16="http://schemas.microsoft.com/office/drawing/2014/main" id="{F7206004-98DF-487F-A892-450E5448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95" y="3418332"/>
            <a:ext cx="34671" cy="23403"/>
          </a:xfrm>
          <a:custGeom xmlns:a="http://schemas.openxmlformats.org/drawingml/2006/main">
            <a:pathLst>
              <a:path w="34671" h="23403">
                <a:moveTo>
                  <a:pt x="0" y="0"/>
                </a:moveTo>
                <a:lnTo>
                  <a:pt x="17335" y="23403"/>
                </a:lnTo>
                <a:lnTo>
                  <a:pt x="34671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00" name="wire-1705">
            <a:extLst xmlns:a="http://schemas.openxmlformats.org/drawingml/2006/main">
              <a:ext uri="{FF2B5EF4-FFF2-40B4-BE49-F238E27FC236}">
                <a16:creationId xmlns:a16="http://schemas.microsoft.com/office/drawing/2014/main" id="{2A4F7C2E-95C7-40F7-BEC0-B7390E3D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0401" y="3427000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1" name="wire-1706">
            <a:extLst xmlns:a="http://schemas.openxmlformats.org/drawingml/2006/main">
              <a:ext uri="{FF2B5EF4-FFF2-40B4-BE49-F238E27FC236}">
                <a16:creationId xmlns:a16="http://schemas.microsoft.com/office/drawing/2014/main" id="{A718BCDF-DC76-478F-928A-A8036A87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414" y="3366326"/>
            <a:ext cx="9525" cy="60674"/>
          </a:xfrm>
          <a:custGeom xmlns:a="http://schemas.openxmlformats.org/drawingml/2006/main">
            <a:pathLst>
              <a:path w="9525" h="60674">
                <a:moveTo>
                  <a:pt x="0" y="606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2" name="wire-1707">
            <a:extLst xmlns:a="http://schemas.openxmlformats.org/drawingml/2006/main">
              <a:ext uri="{FF2B5EF4-FFF2-40B4-BE49-F238E27FC236}">
                <a16:creationId xmlns:a16="http://schemas.microsoft.com/office/drawing/2014/main" id="{950C1675-B16F-4DE4-AE5C-E33FDB05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414" y="3366326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3" name="wire-1708">
            <a:extLst xmlns:a="http://schemas.openxmlformats.org/drawingml/2006/main">
              <a:ext uri="{FF2B5EF4-FFF2-40B4-BE49-F238E27FC236}">
                <a16:creationId xmlns:a16="http://schemas.microsoft.com/office/drawing/2014/main" id="{2EA8D0DD-8712-470F-A686-6BCCE6E5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4447" y="3487674"/>
            <a:ext cx="9525" cy="9525"/>
          </a:xfrm>
          <a:custGeom xmlns:a="http://schemas.openxmlformats.org/drawingml/2006/main">
            <a:pathLst>
              <a:path w="9525" h="9525">
                <a:moveTo>
                  <a:pt x="0" y="86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4" name="wire-1709">
            <a:extLst xmlns:a="http://schemas.openxmlformats.org/drawingml/2006/main">
              <a:ext uri="{FF2B5EF4-FFF2-40B4-BE49-F238E27FC236}">
                <a16:creationId xmlns:a16="http://schemas.microsoft.com/office/drawing/2014/main" id="{F7DC17BC-BE97-47B0-9384-E3F7A08C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424" y="3487674"/>
            <a:ext cx="182023" cy="9525"/>
          </a:xfrm>
          <a:custGeom xmlns:a="http://schemas.openxmlformats.org/drawingml/2006/main">
            <a:pathLst>
              <a:path w="182023" h="9525">
                <a:moveTo>
                  <a:pt x="18202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5" name="wire-1710">
            <a:extLst xmlns:a="http://schemas.openxmlformats.org/drawingml/2006/main">
              <a:ext uri="{FF2B5EF4-FFF2-40B4-BE49-F238E27FC236}">
                <a16:creationId xmlns:a16="http://schemas.microsoft.com/office/drawing/2014/main" id="{702FCEC5-CBD6-4F4B-BD85-5CB714A1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424" y="3453003"/>
            <a:ext cx="9525" cy="34671"/>
          </a:xfrm>
          <a:custGeom xmlns:a="http://schemas.openxmlformats.org/drawingml/2006/main">
            <a:pathLst>
              <a:path w="9525" h="34671">
                <a:moveTo>
                  <a:pt x="0" y="3467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6" name="wire-1711">
            <a:extLst xmlns:a="http://schemas.openxmlformats.org/drawingml/2006/main">
              <a:ext uri="{FF2B5EF4-FFF2-40B4-BE49-F238E27FC236}">
                <a16:creationId xmlns:a16="http://schemas.microsoft.com/office/drawing/2014/main" id="{20BA9714-5CF1-45F0-99AC-3D8FF284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424" y="3453003"/>
            <a:ext cx="26003" cy="9525"/>
          </a:xfrm>
          <a:custGeom xmlns:a="http://schemas.openxmlformats.org/drawingml/2006/main">
            <a:pathLst>
              <a:path w="26003" h="9525">
                <a:moveTo>
                  <a:pt x="0" y="0"/>
                </a:moveTo>
                <a:lnTo>
                  <a:pt x="26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7" name="circuit-1712">
            <a:extLst xmlns:a="http://schemas.openxmlformats.org/drawingml/2006/main">
              <a:ext uri="{FF2B5EF4-FFF2-40B4-BE49-F238E27FC236}">
                <a16:creationId xmlns:a16="http://schemas.microsoft.com/office/drawing/2014/main" id="{F697B6A9-0607-459C-8B6D-4B70C436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8444" y="3340322"/>
            <a:ext cx="60674" cy="130016"/>
          </a:xfrm>
          <a:custGeom xmlns:a="http://schemas.openxmlformats.org/drawingml/2006/main">
            <a:pathLst>
              <a:path w="60674" h="130016">
                <a:moveTo>
                  <a:pt x="0" y="0"/>
                </a:moveTo>
                <a:lnTo>
                  <a:pt x="60674" y="26003"/>
                </a:lnTo>
                <a:lnTo>
                  <a:pt x="60674" y="104013"/>
                </a:lnTo>
                <a:lnTo>
                  <a:pt x="0" y="130016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08" name="wire-1713">
            <a:extLst xmlns:a="http://schemas.openxmlformats.org/drawingml/2006/main">
              <a:ext uri="{FF2B5EF4-FFF2-40B4-BE49-F238E27FC236}">
                <a16:creationId xmlns:a16="http://schemas.microsoft.com/office/drawing/2014/main" id="{11328F2E-C547-4CED-86A2-2587B8E6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434" y="3366326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8668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09" name="circuit-1714">
            <a:extLst xmlns:a="http://schemas.openxmlformats.org/drawingml/2006/main">
              <a:ext uri="{FF2B5EF4-FFF2-40B4-BE49-F238E27FC236}">
                <a16:creationId xmlns:a16="http://schemas.microsoft.com/office/drawing/2014/main" id="{7D1F6560-6DE8-4B80-AE2E-81AE5ABD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949" y="3363986"/>
            <a:ext cx="22494" cy="17229"/>
          </a:xfrm>
          <a:custGeom xmlns:a="http://schemas.openxmlformats.org/drawingml/2006/main">
            <a:pathLst>
              <a:path w="22494" h="17229">
                <a:moveTo>
                  <a:pt x="22494" y="11008"/>
                </a:moveTo>
                <a:lnTo>
                  <a:pt x="1914" y="0"/>
                </a:lnTo>
                <a:lnTo>
                  <a:pt x="0" y="17229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10" name="wire-1715">
            <a:extLst xmlns:a="http://schemas.openxmlformats.org/drawingml/2006/main">
              <a:ext uri="{FF2B5EF4-FFF2-40B4-BE49-F238E27FC236}">
                <a16:creationId xmlns:a16="http://schemas.microsoft.com/office/drawing/2014/main" id="{09D2C20F-1DFE-4A87-A879-32CF87E6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434" y="3453003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11" name="wire-1716">
            <a:extLst xmlns:a="http://schemas.openxmlformats.org/drawingml/2006/main">
              <a:ext uri="{FF2B5EF4-FFF2-40B4-BE49-F238E27FC236}">
                <a16:creationId xmlns:a16="http://schemas.microsoft.com/office/drawing/2014/main" id="{6141074B-6CC9-4334-91D2-3116A7EA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773" y="3435668"/>
            <a:ext cx="9525" cy="17335"/>
          </a:xfrm>
          <a:custGeom xmlns:a="http://schemas.openxmlformats.org/drawingml/2006/main">
            <a:pathLst>
              <a:path w="9525" h="17335">
                <a:moveTo>
                  <a:pt x="0" y="173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12" name="wire-1717">
            <a:extLst xmlns:a="http://schemas.openxmlformats.org/drawingml/2006/main">
              <a:ext uri="{FF2B5EF4-FFF2-40B4-BE49-F238E27FC236}">
                <a16:creationId xmlns:a16="http://schemas.microsoft.com/office/drawing/2014/main" id="{382B3FCD-092E-42E8-BA9E-3D53F68E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773" y="3435668"/>
            <a:ext cx="34671" cy="9525"/>
          </a:xfrm>
          <a:custGeom xmlns:a="http://schemas.openxmlformats.org/drawingml/2006/main">
            <a:pathLst>
              <a:path w="34671" h="9525">
                <a:moveTo>
                  <a:pt x="0" y="0"/>
                </a:moveTo>
                <a:lnTo>
                  <a:pt x="34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13" name="circuit-1718">
            <a:extLst xmlns:a="http://schemas.openxmlformats.org/drawingml/2006/main">
              <a:ext uri="{FF2B5EF4-FFF2-40B4-BE49-F238E27FC236}">
                <a16:creationId xmlns:a16="http://schemas.microsoft.com/office/drawing/2014/main" id="{AE60A63A-A31C-44B7-BD50-D9084A73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774" y="3427000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14" name="wire-1719">
            <a:extLst xmlns:a="http://schemas.openxmlformats.org/drawingml/2006/main">
              <a:ext uri="{FF2B5EF4-FFF2-40B4-BE49-F238E27FC236}">
                <a16:creationId xmlns:a16="http://schemas.microsoft.com/office/drawing/2014/main" id="{F9AF663A-DB7F-4767-99E2-3651F952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118" y="3400997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9968">
            <a:solidFill>
              <a:srgbClr val="1572C3"/>
            </a:solidFill>
          </a:ln>
        </p:spPr>
      </p:sp>
      <p:sp>
        <p:nvSpPr>
          <p:cNvPr id="715" name="wire-1720">
            <a:extLst xmlns:a="http://schemas.openxmlformats.org/drawingml/2006/main">
              <a:ext uri="{FF2B5EF4-FFF2-40B4-BE49-F238E27FC236}">
                <a16:creationId xmlns:a16="http://schemas.microsoft.com/office/drawing/2014/main" id="{14B7D30B-1A30-42E2-93DF-45527E33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2457" y="3244977"/>
            <a:ext cx="9525" cy="156019"/>
          </a:xfrm>
          <a:custGeom xmlns:a="http://schemas.openxmlformats.org/drawingml/2006/main">
            <a:pathLst>
              <a:path w="9525" h="156019">
                <a:moveTo>
                  <a:pt x="0" y="15601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968">
            <a:solidFill>
              <a:srgbClr val="1572C3"/>
            </a:solidFill>
          </a:ln>
        </p:spPr>
      </p:sp>
      <p:sp>
        <p:nvSpPr>
          <p:cNvPr id="716" name="block-1721">
            <a:extLst xmlns:a="http://schemas.openxmlformats.org/drawingml/2006/main">
              <a:ext uri="{FF2B5EF4-FFF2-40B4-BE49-F238E27FC236}">
                <a16:creationId xmlns:a16="http://schemas.microsoft.com/office/drawing/2014/main" id="{7D07DE6F-BA90-4F84-8C7B-A4BE3011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470" y="3374993"/>
            <a:ext cx="320707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BF8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17" name="text-1722">
            <a:extLst xmlns:a="http://schemas.openxmlformats.org/drawingml/2006/main">
              <a:ext uri="{FF2B5EF4-FFF2-40B4-BE49-F238E27FC236}">
                <a16:creationId xmlns:a16="http://schemas.microsoft.com/office/drawing/2014/main" id="{453C97D4-2887-4FDC-A51E-411947E1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137" y="3379327"/>
            <a:ext cx="303371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ebufsmarb</a:t>
            </a:r>
          </a:p>
        </p:txBody>
      </p:sp>
      <p:sp>
        <p:nvSpPr>
          <p:cNvPr id="718" name="wire-1723">
            <a:extLst xmlns:a="http://schemas.openxmlformats.org/drawingml/2006/main">
              <a:ext uri="{FF2B5EF4-FFF2-40B4-BE49-F238E27FC236}">
                <a16:creationId xmlns:a16="http://schemas.microsoft.com/office/drawing/2014/main" id="{74C8DD82-489B-4DE1-AF9C-9FDC7FB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476" y="3322987"/>
            <a:ext cx="9525" cy="52007"/>
          </a:xfrm>
          <a:custGeom xmlns:a="http://schemas.openxmlformats.org/drawingml/2006/main">
            <a:pathLst>
              <a:path w="9525" h="52007">
                <a:moveTo>
                  <a:pt x="0" y="5200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19" name="wire-1724">
            <a:extLst xmlns:a="http://schemas.openxmlformats.org/drawingml/2006/main">
              <a:ext uri="{FF2B5EF4-FFF2-40B4-BE49-F238E27FC236}">
                <a16:creationId xmlns:a16="http://schemas.microsoft.com/office/drawing/2014/main" id="{08E97FEF-893D-4179-BD6F-417ADD4B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3115" y="3322987"/>
            <a:ext cx="225361" cy="9525"/>
          </a:xfrm>
          <a:custGeom xmlns:a="http://schemas.openxmlformats.org/drawingml/2006/main">
            <a:pathLst>
              <a:path w="225361" h="9525">
                <a:moveTo>
                  <a:pt x="22536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20" name="wire-1725">
            <a:extLst xmlns:a="http://schemas.openxmlformats.org/drawingml/2006/main">
              <a:ext uri="{FF2B5EF4-FFF2-40B4-BE49-F238E27FC236}">
                <a16:creationId xmlns:a16="http://schemas.microsoft.com/office/drawing/2014/main" id="{63AFC5E6-777F-4634-981C-E8197847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3115" y="3322987"/>
            <a:ext cx="9525" cy="17335"/>
          </a:xfrm>
          <a:custGeom xmlns:a="http://schemas.openxmlformats.org/drawingml/2006/main">
            <a:pathLst>
              <a:path w="9525" h="17335">
                <a:moveTo>
                  <a:pt x="0" y="0"/>
                </a:moveTo>
                <a:lnTo>
                  <a:pt x="0" y="17335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21" name="circuit-1726">
            <a:extLst xmlns:a="http://schemas.openxmlformats.org/drawingml/2006/main">
              <a:ext uri="{FF2B5EF4-FFF2-40B4-BE49-F238E27FC236}">
                <a16:creationId xmlns:a16="http://schemas.microsoft.com/office/drawing/2014/main" id="{1B516BAE-36EB-4039-89BB-0D59CB59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4447" y="3318653"/>
            <a:ext cx="17336" cy="21669"/>
          </a:xfrm>
          <a:custGeom xmlns:a="http://schemas.openxmlformats.org/drawingml/2006/main">
            <a:pathLst>
              <a:path w="17336" h="21669">
                <a:moveTo>
                  <a:pt x="8668" y="21669"/>
                </a:moveTo>
                <a:lnTo>
                  <a:pt x="17336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22" name="block-1727">
            <a:extLst xmlns:a="http://schemas.openxmlformats.org/drawingml/2006/main">
              <a:ext uri="{FF2B5EF4-FFF2-40B4-BE49-F238E27FC236}">
                <a16:creationId xmlns:a16="http://schemas.microsoft.com/office/drawing/2014/main" id="{580DF11E-F65A-4730-A500-D6B4572F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9113" y="2414607"/>
            <a:ext cx="1270692" cy="3692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3DC"/>
          </a:solidFill>
          <a:ln xmlns:a="http://schemas.openxmlformats.org/drawingml/2006/main" w="0">
            <a:noFill/>
          </a:ln>
        </p:spPr>
      </p:sp>
      <p:sp>
        <p:nvSpPr>
          <p:cNvPr id="723" name="text-1728">
            <a:extLst xmlns:a="http://schemas.openxmlformats.org/drawingml/2006/main">
              <a:ext uri="{FF2B5EF4-FFF2-40B4-BE49-F238E27FC236}">
                <a16:creationId xmlns:a16="http://schemas.microsoft.com/office/drawing/2014/main" id="{6B7CAC5A-4E26-4D06-8857-D420DA38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047" y="2409406"/>
            <a:ext cx="1256824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82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82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ahbapbbridge</a:t>
            </a:r>
          </a:p>
        </p:txBody>
      </p:sp>
      <p:sp>
        <p:nvSpPr>
          <p:cNvPr id="724" name="wire-1729">
            <a:extLst xmlns:a="http://schemas.openxmlformats.org/drawingml/2006/main">
              <a:ext uri="{FF2B5EF4-FFF2-40B4-BE49-F238E27FC236}">
                <a16:creationId xmlns:a16="http://schemas.microsoft.com/office/drawing/2014/main" id="{75AC2CB2-6448-43F1-A7A8-B785F50A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12" y="2690241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1572C3"/>
            </a:solidFill>
          </a:ln>
        </p:spPr>
      </p:sp>
      <p:sp>
        <p:nvSpPr>
          <p:cNvPr id="725" name="wire-1730">
            <a:extLst xmlns:a="http://schemas.openxmlformats.org/drawingml/2006/main">
              <a:ext uri="{FF2B5EF4-FFF2-40B4-BE49-F238E27FC236}">
                <a16:creationId xmlns:a16="http://schemas.microsoft.com/office/drawing/2014/main" id="{79FE81AF-C42E-4021-9BFA-83B63D45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516886"/>
            <a:ext cx="9525" cy="173355"/>
          </a:xfrm>
          <a:custGeom xmlns:a="http://schemas.openxmlformats.org/drawingml/2006/main">
            <a:pathLst>
              <a:path w="9525" h="173355">
                <a:moveTo>
                  <a:pt x="0" y="17335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1572C3"/>
            </a:solidFill>
          </a:ln>
        </p:spPr>
      </p:sp>
      <p:sp>
        <p:nvSpPr>
          <p:cNvPr id="726" name="wire-1731">
            <a:extLst xmlns:a="http://schemas.openxmlformats.org/drawingml/2006/main">
              <a:ext uri="{FF2B5EF4-FFF2-40B4-BE49-F238E27FC236}">
                <a16:creationId xmlns:a16="http://schemas.microsoft.com/office/drawing/2014/main" id="{5F313B4D-CD85-432B-950B-8B095E58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690241"/>
            <a:ext cx="9525" cy="60674"/>
          </a:xfrm>
          <a:custGeom xmlns:a="http://schemas.openxmlformats.org/drawingml/2006/main">
            <a:pathLst>
              <a:path w="9525" h="60674">
                <a:moveTo>
                  <a:pt x="0" y="0"/>
                </a:moveTo>
                <a:lnTo>
                  <a:pt x="0" y="60674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1572C3"/>
            </a:solidFill>
          </a:ln>
        </p:spPr>
      </p:sp>
      <p:sp>
        <p:nvSpPr>
          <p:cNvPr id="727" name="wire-1732">
            <a:extLst xmlns:a="http://schemas.openxmlformats.org/drawingml/2006/main">
              <a:ext uri="{FF2B5EF4-FFF2-40B4-BE49-F238E27FC236}">
                <a16:creationId xmlns:a16="http://schemas.microsoft.com/office/drawing/2014/main" id="{A2972E9C-6671-4F9C-966F-8D9FCB72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193" y="2525554"/>
            <a:ext cx="9525" cy="225362"/>
          </a:xfrm>
          <a:custGeom xmlns:a="http://schemas.openxmlformats.org/drawingml/2006/main">
            <a:pathLst>
              <a:path w="9525" h="225362">
                <a:moveTo>
                  <a:pt x="0" y="0"/>
                </a:moveTo>
                <a:lnTo>
                  <a:pt x="0" y="225362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1572C3"/>
            </a:solidFill>
          </a:ln>
        </p:spPr>
      </p:sp>
      <p:sp>
        <p:nvSpPr>
          <p:cNvPr id="728" name="wire-1733">
            <a:extLst xmlns:a="http://schemas.openxmlformats.org/drawingml/2006/main">
              <a:ext uri="{FF2B5EF4-FFF2-40B4-BE49-F238E27FC236}">
                <a16:creationId xmlns:a16="http://schemas.microsoft.com/office/drawing/2014/main" id="{B248DC28-92E0-40CC-92F1-B9349E49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193" y="2612231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35">
            <a:solidFill>
              <a:srgbClr val="1572C3"/>
            </a:solidFill>
          </a:ln>
        </p:spPr>
      </p:sp>
      <p:sp>
        <p:nvSpPr>
          <p:cNvPr id="729" name="block-1734">
            <a:extLst xmlns:a="http://schemas.openxmlformats.org/drawingml/2006/main">
              <a:ext uri="{FF2B5EF4-FFF2-40B4-BE49-F238E27FC236}">
                <a16:creationId xmlns:a16="http://schemas.microsoft.com/office/drawing/2014/main" id="{8F147DAB-B37B-4278-AEBE-D26EE286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425" y="2508218"/>
            <a:ext cx="60674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30" name="circuit-1735">
            <a:extLst xmlns:a="http://schemas.openxmlformats.org/drawingml/2006/main">
              <a:ext uri="{FF2B5EF4-FFF2-40B4-BE49-F238E27FC236}">
                <a16:creationId xmlns:a16="http://schemas.microsoft.com/office/drawing/2014/main" id="{BF006551-BE7A-4A31-B076-6C0176B8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093" y="2508218"/>
            <a:ext cx="43339" cy="23403"/>
          </a:xfrm>
          <a:custGeom xmlns:a="http://schemas.openxmlformats.org/drawingml/2006/main">
            <a:pathLst>
              <a:path w="43339" h="23403">
                <a:moveTo>
                  <a:pt x="0" y="0"/>
                </a:moveTo>
                <a:lnTo>
                  <a:pt x="21669" y="23403"/>
                </a:lnTo>
                <a:lnTo>
                  <a:pt x="43339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31" name="wire-1736">
            <a:extLst xmlns:a="http://schemas.openxmlformats.org/drawingml/2006/main">
              <a:ext uri="{FF2B5EF4-FFF2-40B4-BE49-F238E27FC236}">
                <a16:creationId xmlns:a16="http://schemas.microsoft.com/office/drawing/2014/main" id="{353C0068-3383-4BEB-A3E0-8C840BEE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551557"/>
            <a:ext cx="303371" cy="9525"/>
          </a:xfrm>
          <a:custGeom xmlns:a="http://schemas.openxmlformats.org/drawingml/2006/main">
            <a:pathLst>
              <a:path w="303371" h="9525">
                <a:moveTo>
                  <a:pt x="0" y="0"/>
                </a:moveTo>
                <a:lnTo>
                  <a:pt x="3033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32" name="circuit-1737">
            <a:extLst xmlns:a="http://schemas.openxmlformats.org/drawingml/2006/main">
              <a:ext uri="{FF2B5EF4-FFF2-40B4-BE49-F238E27FC236}">
                <a16:creationId xmlns:a16="http://schemas.microsoft.com/office/drawing/2014/main" id="{2B024E6D-9DAE-46D7-8C0C-08A14677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9755" y="2542889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33" name="wire-1738">
            <a:extLst xmlns:a="http://schemas.openxmlformats.org/drawingml/2006/main">
              <a:ext uri="{FF2B5EF4-FFF2-40B4-BE49-F238E27FC236}">
                <a16:creationId xmlns:a16="http://schemas.microsoft.com/office/drawing/2014/main" id="{A25C9616-8B60-4E20-BC73-70667DB8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2099" y="2551557"/>
            <a:ext cx="754094" cy="9525"/>
          </a:xfrm>
          <a:custGeom xmlns:a="http://schemas.openxmlformats.org/drawingml/2006/main">
            <a:pathLst>
              <a:path w="754094" h="9525">
                <a:moveTo>
                  <a:pt x="0" y="0"/>
                </a:moveTo>
                <a:lnTo>
                  <a:pt x="7540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34" name="circuit-1739">
            <a:extLst xmlns:a="http://schemas.openxmlformats.org/drawingml/2006/main">
              <a:ext uri="{FF2B5EF4-FFF2-40B4-BE49-F238E27FC236}">
                <a16:creationId xmlns:a16="http://schemas.microsoft.com/office/drawing/2014/main" id="{D3D60609-5573-4F98-B79B-1E56F7AE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524" y="2542889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35" name="text-1740">
            <a:extLst xmlns:a="http://schemas.openxmlformats.org/drawingml/2006/main">
              <a:ext uri="{FF2B5EF4-FFF2-40B4-BE49-F238E27FC236}">
                <a16:creationId xmlns:a16="http://schemas.microsoft.com/office/drawing/2014/main" id="{D4D86B50-E2AE-4484-8C51-DB5C177A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770" y="2490883"/>
            <a:ext cx="693420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6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6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PADDR / PWRITE / PSEL</a:t>
            </a:r>
          </a:p>
        </p:txBody>
      </p:sp>
      <p:sp>
        <p:nvSpPr>
          <p:cNvPr id="736" name="wire-1741">
            <a:extLst xmlns:a="http://schemas.openxmlformats.org/drawingml/2006/main">
              <a:ext uri="{FF2B5EF4-FFF2-40B4-BE49-F238E27FC236}">
                <a16:creationId xmlns:a16="http://schemas.microsoft.com/office/drawing/2014/main" id="{9EBAAB49-8972-4AFB-B9D2-15ED233A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620899"/>
            <a:ext cx="1118140" cy="9525"/>
          </a:xfrm>
          <a:custGeom xmlns:a="http://schemas.openxmlformats.org/drawingml/2006/main">
            <a:pathLst>
              <a:path w="1118140" h="9525">
                <a:moveTo>
                  <a:pt x="0" y="0"/>
                </a:moveTo>
                <a:lnTo>
                  <a:pt x="111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37" name="circuit-1742">
            <a:extLst xmlns:a="http://schemas.openxmlformats.org/drawingml/2006/main">
              <a:ext uri="{FF2B5EF4-FFF2-40B4-BE49-F238E27FC236}">
                <a16:creationId xmlns:a16="http://schemas.microsoft.com/office/drawing/2014/main" id="{9F0B6CEE-69B4-4DF9-A665-184C866D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524" y="2612231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38" name="text-1743">
            <a:extLst xmlns:a="http://schemas.openxmlformats.org/drawingml/2006/main">
              <a:ext uri="{FF2B5EF4-FFF2-40B4-BE49-F238E27FC236}">
                <a16:creationId xmlns:a16="http://schemas.microsoft.com/office/drawing/2014/main" id="{8BD81000-FB59-4BF7-960A-E62BE712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2099" y="2560225"/>
            <a:ext cx="650081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6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96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PWDATA / PSTRB</a:t>
            </a:r>
          </a:p>
        </p:txBody>
      </p:sp>
      <p:sp>
        <p:nvSpPr>
          <p:cNvPr id="739" name="block-1744">
            <a:extLst xmlns:a="http://schemas.openxmlformats.org/drawingml/2006/main">
              <a:ext uri="{FF2B5EF4-FFF2-40B4-BE49-F238E27FC236}">
                <a16:creationId xmlns:a16="http://schemas.microsoft.com/office/drawing/2014/main" id="{DD97600D-92AB-4A65-A8A9-42D8E0D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076" y="2629567"/>
            <a:ext cx="251365" cy="780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40" name="text-1745">
            <a:extLst xmlns:a="http://schemas.openxmlformats.org/drawingml/2006/main">
              <a:ext uri="{FF2B5EF4-FFF2-40B4-BE49-F238E27FC236}">
                <a16:creationId xmlns:a16="http://schemas.microsoft.com/office/drawing/2014/main" id="{B03BAB06-54AD-4F30-AB7D-05E7E5CC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744" y="2633901"/>
            <a:ext cx="234029" cy="69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23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23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741" name="block-1746">
            <a:extLst xmlns:a="http://schemas.openxmlformats.org/drawingml/2006/main">
              <a:ext uri="{FF2B5EF4-FFF2-40B4-BE49-F238E27FC236}">
                <a16:creationId xmlns:a16="http://schemas.microsoft.com/office/drawing/2014/main" id="{F246F71D-5C4E-494C-A50A-B1ACB674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461" y="2629567"/>
            <a:ext cx="60674" cy="780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42" name="circuit-1747">
            <a:extLst xmlns:a="http://schemas.openxmlformats.org/drawingml/2006/main">
              <a:ext uri="{FF2B5EF4-FFF2-40B4-BE49-F238E27FC236}">
                <a16:creationId xmlns:a16="http://schemas.microsoft.com/office/drawing/2014/main" id="{12B82839-2E51-44B1-B056-DCD4E56B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128" y="2629567"/>
            <a:ext cx="43339" cy="23403"/>
          </a:xfrm>
          <a:custGeom xmlns:a="http://schemas.openxmlformats.org/drawingml/2006/main">
            <a:pathLst>
              <a:path w="43339" h="23403">
                <a:moveTo>
                  <a:pt x="0" y="0"/>
                </a:moveTo>
                <a:lnTo>
                  <a:pt x="21669" y="23403"/>
                </a:lnTo>
                <a:lnTo>
                  <a:pt x="43339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43" name="wire-1748">
            <a:extLst xmlns:a="http://schemas.openxmlformats.org/drawingml/2006/main">
              <a:ext uri="{FF2B5EF4-FFF2-40B4-BE49-F238E27FC236}">
                <a16:creationId xmlns:a16="http://schemas.microsoft.com/office/drawing/2014/main" id="{53054ABA-AA45-4362-BE00-8C585C73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672906"/>
            <a:ext cx="182023" cy="9525"/>
          </a:xfrm>
          <a:custGeom xmlns:a="http://schemas.openxmlformats.org/drawingml/2006/main">
            <a:pathLst>
              <a:path w="182023" h="9525">
                <a:moveTo>
                  <a:pt x="0" y="0"/>
                </a:moveTo>
                <a:lnTo>
                  <a:pt x="1820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44" name="circuit-1749">
            <a:extLst xmlns:a="http://schemas.openxmlformats.org/drawingml/2006/main">
              <a:ext uri="{FF2B5EF4-FFF2-40B4-BE49-F238E27FC236}">
                <a16:creationId xmlns:a16="http://schemas.microsoft.com/office/drawing/2014/main" id="{30EF1D22-2386-4DC9-B7A8-ADA44C60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407" y="266423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45" name="wire-1750">
            <a:extLst xmlns:a="http://schemas.openxmlformats.org/drawingml/2006/main">
              <a:ext uri="{FF2B5EF4-FFF2-40B4-BE49-F238E27FC236}">
                <a16:creationId xmlns:a16="http://schemas.microsoft.com/office/drawing/2014/main" id="{B169C2D0-6C88-48D1-B703-CFA33B28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441" y="2672906"/>
            <a:ext cx="156019" cy="9525"/>
          </a:xfrm>
          <a:custGeom xmlns:a="http://schemas.openxmlformats.org/drawingml/2006/main">
            <a:pathLst>
              <a:path w="156019" h="9525">
                <a:moveTo>
                  <a:pt x="0" y="0"/>
                </a:moveTo>
                <a:lnTo>
                  <a:pt x="1560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46" name="circuit-1751">
            <a:extLst xmlns:a="http://schemas.openxmlformats.org/drawingml/2006/main">
              <a:ext uri="{FF2B5EF4-FFF2-40B4-BE49-F238E27FC236}">
                <a16:creationId xmlns:a16="http://schemas.microsoft.com/office/drawing/2014/main" id="{30893A23-7C68-4A6A-99B6-E993C8B5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791" y="266423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47" name="wire-1752">
            <a:extLst xmlns:a="http://schemas.openxmlformats.org/drawingml/2006/main">
              <a:ext uri="{FF2B5EF4-FFF2-40B4-BE49-F238E27FC236}">
                <a16:creationId xmlns:a16="http://schemas.microsoft.com/office/drawing/2014/main" id="{FC0DE254-E83B-4365-8082-29AAFB64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8135" y="2672906"/>
            <a:ext cx="468058" cy="9525"/>
          </a:xfrm>
          <a:custGeom xmlns:a="http://schemas.openxmlformats.org/drawingml/2006/main">
            <a:pathLst>
              <a:path w="468058" h="9525">
                <a:moveTo>
                  <a:pt x="0" y="0"/>
                </a:moveTo>
                <a:lnTo>
                  <a:pt x="4680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48" name="circuit-1753">
            <a:extLst xmlns:a="http://schemas.openxmlformats.org/drawingml/2006/main">
              <a:ext uri="{FF2B5EF4-FFF2-40B4-BE49-F238E27FC236}">
                <a16:creationId xmlns:a16="http://schemas.microsoft.com/office/drawing/2014/main" id="{762E32DA-2583-4181-A64E-1C397D59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524" y="266423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49" name="text-1754">
            <a:extLst xmlns:a="http://schemas.openxmlformats.org/drawingml/2006/main">
              <a:ext uri="{FF2B5EF4-FFF2-40B4-BE49-F238E27FC236}">
                <a16:creationId xmlns:a16="http://schemas.microsoft.com/office/drawing/2014/main" id="{EC300E29-7098-411E-87BA-C1A21951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8809" y="2620899"/>
            <a:ext cx="338042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82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82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PENABLE</a:t>
            </a:r>
          </a:p>
        </p:txBody>
      </p:sp>
      <p:sp>
        <p:nvSpPr>
          <p:cNvPr id="750" name="circuit-1755">
            <a:extLst xmlns:a="http://schemas.openxmlformats.org/drawingml/2006/main">
              <a:ext uri="{FF2B5EF4-FFF2-40B4-BE49-F238E27FC236}">
                <a16:creationId xmlns:a16="http://schemas.microsoft.com/office/drawing/2014/main" id="{832EC6CD-F410-4B79-AFE3-77B296A1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832" y="2716244"/>
            <a:ext cx="52006" cy="69342"/>
          </a:xfrm>
          <a:custGeom xmlns:a="http://schemas.openxmlformats.org/drawingml/2006/main">
            <a:pathLst>
              <a:path w="52006" h="69342">
                <a:moveTo>
                  <a:pt x="52006" y="0"/>
                </a:moveTo>
                <a:lnTo>
                  <a:pt x="0" y="26003"/>
                </a:lnTo>
                <a:lnTo>
                  <a:pt x="0" y="43339"/>
                </a:lnTo>
                <a:lnTo>
                  <a:pt x="52006" y="6934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51" name="wire-1756">
            <a:extLst xmlns:a="http://schemas.openxmlformats.org/drawingml/2006/main">
              <a:ext uri="{FF2B5EF4-FFF2-40B4-BE49-F238E27FC236}">
                <a16:creationId xmlns:a16="http://schemas.microsoft.com/office/drawing/2014/main" id="{2DE25D8E-5496-45AF-8BEE-EF684EA7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2838" y="2733580"/>
            <a:ext cx="173355" cy="9525"/>
          </a:xfrm>
          <a:custGeom xmlns:a="http://schemas.openxmlformats.org/drawingml/2006/main">
            <a:pathLst>
              <a:path w="173355" h="9525">
                <a:moveTo>
                  <a:pt x="17335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52" name="circuit-1757">
            <a:extLst xmlns:a="http://schemas.openxmlformats.org/drawingml/2006/main">
              <a:ext uri="{FF2B5EF4-FFF2-40B4-BE49-F238E27FC236}">
                <a16:creationId xmlns:a16="http://schemas.microsoft.com/office/drawing/2014/main" id="{4B31F65C-C265-4F21-9F5A-3800458C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2838" y="2724912"/>
            <a:ext cx="21669" cy="17335"/>
          </a:xfrm>
          <a:custGeom xmlns:a="http://schemas.openxmlformats.org/drawingml/2006/main">
            <a:pathLst>
              <a:path w="21669" h="17335">
                <a:moveTo>
                  <a:pt x="0" y="8668"/>
                </a:moveTo>
                <a:lnTo>
                  <a:pt x="21669" y="17335"/>
                </a:lnTo>
                <a:lnTo>
                  <a:pt x="21669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53" name="wire-1758">
            <a:extLst xmlns:a="http://schemas.openxmlformats.org/drawingml/2006/main">
              <a:ext uri="{FF2B5EF4-FFF2-40B4-BE49-F238E27FC236}">
                <a16:creationId xmlns:a16="http://schemas.microsoft.com/office/drawing/2014/main" id="{D643E3A4-2FC3-4D2C-BB0A-BA742E64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2838" y="2768251"/>
            <a:ext cx="173355" cy="9525"/>
          </a:xfrm>
          <a:custGeom xmlns:a="http://schemas.openxmlformats.org/drawingml/2006/main">
            <a:pathLst>
              <a:path w="173355" h="9525">
                <a:moveTo>
                  <a:pt x="17335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54" name="circuit-1759">
            <a:extLst xmlns:a="http://schemas.openxmlformats.org/drawingml/2006/main">
              <a:ext uri="{FF2B5EF4-FFF2-40B4-BE49-F238E27FC236}">
                <a16:creationId xmlns:a16="http://schemas.microsoft.com/office/drawing/2014/main" id="{3BBC1D5D-8C92-4AC2-9F91-A261CCA2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2838" y="2759583"/>
            <a:ext cx="21669" cy="17335"/>
          </a:xfrm>
          <a:custGeom xmlns:a="http://schemas.openxmlformats.org/drawingml/2006/main">
            <a:pathLst>
              <a:path w="21669" h="17335">
                <a:moveTo>
                  <a:pt x="0" y="8668"/>
                </a:moveTo>
                <a:lnTo>
                  <a:pt x="21669" y="17335"/>
                </a:lnTo>
                <a:lnTo>
                  <a:pt x="21669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55" name="wire-1760">
            <a:extLst xmlns:a="http://schemas.openxmlformats.org/drawingml/2006/main">
              <a:ext uri="{FF2B5EF4-FFF2-40B4-BE49-F238E27FC236}">
                <a16:creationId xmlns:a16="http://schemas.microsoft.com/office/drawing/2014/main" id="{97CB3D7E-E8CC-4FE1-B0CA-F38F93BA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750915"/>
            <a:ext cx="892778" cy="9525"/>
          </a:xfrm>
          <a:custGeom xmlns:a="http://schemas.openxmlformats.org/drawingml/2006/main">
            <a:pathLst>
              <a:path w="892778" h="9525">
                <a:moveTo>
                  <a:pt x="892778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56" name="circuit-1761">
            <a:extLst xmlns:a="http://schemas.openxmlformats.org/drawingml/2006/main">
              <a:ext uri="{FF2B5EF4-FFF2-40B4-BE49-F238E27FC236}">
                <a16:creationId xmlns:a16="http://schemas.microsoft.com/office/drawing/2014/main" id="{9E3A445D-7CF6-48D1-8744-A45C18BC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054" y="2742248"/>
            <a:ext cx="21669" cy="17336"/>
          </a:xfrm>
          <a:custGeom xmlns:a="http://schemas.openxmlformats.org/drawingml/2006/main">
            <a:pathLst>
              <a:path w="21669" h="17336">
                <a:moveTo>
                  <a:pt x="0" y="8668"/>
                </a:moveTo>
                <a:lnTo>
                  <a:pt x="21669" y="17336"/>
                </a:lnTo>
                <a:lnTo>
                  <a:pt x="21669" y="0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57" name="text-1762">
            <a:extLst xmlns:a="http://schemas.openxmlformats.org/drawingml/2006/main">
              <a:ext uri="{FF2B5EF4-FFF2-40B4-BE49-F238E27FC236}">
                <a16:creationId xmlns:a16="http://schemas.microsoft.com/office/drawing/2014/main" id="{05FAB662-EAB9-489E-A9FD-FB576928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18" y="2707577"/>
            <a:ext cx="554736" cy="476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HRDATA</a:t>
            </a:r>
          </a:p>
        </p:txBody>
      </p:sp>
      <p:sp>
        <p:nvSpPr>
          <p:cNvPr id="758" name="block-1763">
            <a:extLst xmlns:a="http://schemas.openxmlformats.org/drawingml/2006/main">
              <a:ext uri="{FF2B5EF4-FFF2-40B4-BE49-F238E27FC236}">
                <a16:creationId xmlns:a16="http://schemas.microsoft.com/office/drawing/2014/main" id="{69BC3CC5-DE9B-4CCB-A0B1-EBFF1B74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627" y="2284590"/>
            <a:ext cx="785298" cy="2305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59" name="text-1764">
            <a:extLst xmlns:a="http://schemas.openxmlformats.org/drawingml/2006/main">
              <a:ext uri="{FF2B5EF4-FFF2-40B4-BE49-F238E27FC236}">
                <a16:creationId xmlns:a16="http://schemas.microsoft.com/office/drawing/2014/main" id="{865C1770-E8E2-4532-9D65-B4604FB9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3561" y="2279390"/>
            <a:ext cx="771430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1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uart_apb</a:t>
            </a:r>
          </a:p>
        </p:txBody>
      </p:sp>
      <p:sp>
        <p:nvSpPr>
          <p:cNvPr id="760" name="block-1765">
            <a:extLst xmlns:a="http://schemas.openxmlformats.org/drawingml/2006/main">
              <a:ext uri="{FF2B5EF4-FFF2-40B4-BE49-F238E27FC236}">
                <a16:creationId xmlns:a16="http://schemas.microsoft.com/office/drawing/2014/main" id="{13B3EA91-A749-47B0-A86E-1C7D5B65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8907" y="2386870"/>
            <a:ext cx="190691" cy="1040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61" name="wire-1766">
            <a:extLst xmlns:a="http://schemas.openxmlformats.org/drawingml/2006/main">
              <a:ext uri="{FF2B5EF4-FFF2-40B4-BE49-F238E27FC236}">
                <a16:creationId xmlns:a16="http://schemas.microsoft.com/office/drawing/2014/main" id="{4C9F0A01-834C-43D5-8801-2CBA11B0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8907" y="2412873"/>
            <a:ext cx="190690" cy="9525"/>
          </a:xfrm>
          <a:custGeom xmlns:a="http://schemas.openxmlformats.org/drawingml/2006/main">
            <a:pathLst>
              <a:path w="190690" h="9525">
                <a:moveTo>
                  <a:pt x="0" y="0"/>
                </a:moveTo>
                <a:lnTo>
                  <a:pt x="1906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762" name="wire-1767">
            <a:extLst xmlns:a="http://schemas.openxmlformats.org/drawingml/2006/main">
              <a:ext uri="{FF2B5EF4-FFF2-40B4-BE49-F238E27FC236}">
                <a16:creationId xmlns:a16="http://schemas.microsoft.com/office/drawing/2014/main" id="{AD44563F-DF49-48E7-AAB9-EBCAD0BB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8907" y="2464879"/>
            <a:ext cx="190690" cy="9525"/>
          </a:xfrm>
          <a:custGeom xmlns:a="http://schemas.openxmlformats.org/drawingml/2006/main">
            <a:pathLst>
              <a:path w="190690" h="9525">
                <a:moveTo>
                  <a:pt x="0" y="0"/>
                </a:moveTo>
                <a:lnTo>
                  <a:pt x="1906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763" name="text-1768">
            <a:extLst xmlns:a="http://schemas.openxmlformats.org/drawingml/2006/main">
              <a:ext uri="{FF2B5EF4-FFF2-40B4-BE49-F238E27FC236}">
                <a16:creationId xmlns:a16="http://schemas.microsoft.com/office/drawing/2014/main" id="{79AE9624-E03D-4191-A541-BB69CA20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974" y="2412873"/>
            <a:ext cx="178556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FIFO</a:t>
            </a:r>
          </a:p>
        </p:txBody>
      </p:sp>
      <p:sp>
        <p:nvSpPr>
          <p:cNvPr id="764" name="block-1769">
            <a:extLst xmlns:a="http://schemas.openxmlformats.org/drawingml/2006/main">
              <a:ext uri="{FF2B5EF4-FFF2-40B4-BE49-F238E27FC236}">
                <a16:creationId xmlns:a16="http://schemas.microsoft.com/office/drawing/2014/main" id="{05332E47-ABB5-469C-A752-CD8D2693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617" y="2386870"/>
            <a:ext cx="52007" cy="1040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65" name="circuit-1770">
            <a:extLst xmlns:a="http://schemas.openxmlformats.org/drawingml/2006/main">
              <a:ext uri="{FF2B5EF4-FFF2-40B4-BE49-F238E27FC236}">
                <a16:creationId xmlns:a16="http://schemas.microsoft.com/office/drawing/2014/main" id="{D9AA155D-FF6D-4E01-A4C4-C127B77F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284" y="2386870"/>
            <a:ext cx="34671" cy="23403"/>
          </a:xfrm>
          <a:custGeom xmlns:a="http://schemas.openxmlformats.org/drawingml/2006/main">
            <a:pathLst>
              <a:path w="34671" h="23403">
                <a:moveTo>
                  <a:pt x="0" y="0"/>
                </a:moveTo>
                <a:lnTo>
                  <a:pt x="17336" y="23403"/>
                </a:lnTo>
                <a:lnTo>
                  <a:pt x="34671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66" name="block-1771">
            <a:extLst xmlns:a="http://schemas.openxmlformats.org/drawingml/2006/main">
              <a:ext uri="{FF2B5EF4-FFF2-40B4-BE49-F238E27FC236}">
                <a16:creationId xmlns:a16="http://schemas.microsoft.com/office/drawing/2014/main" id="{8783DEDE-BCEA-4B52-A174-EEED5853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7623" y="2386870"/>
            <a:ext cx="52007" cy="1040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67" name="circuit-1772">
            <a:extLst xmlns:a="http://schemas.openxmlformats.org/drawingml/2006/main">
              <a:ext uri="{FF2B5EF4-FFF2-40B4-BE49-F238E27FC236}">
                <a16:creationId xmlns:a16="http://schemas.microsoft.com/office/drawing/2014/main" id="{2A729CD6-1D70-464A-BC70-243BECB0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291" y="2386870"/>
            <a:ext cx="34671" cy="23403"/>
          </a:xfrm>
          <a:custGeom xmlns:a="http://schemas.openxmlformats.org/drawingml/2006/main">
            <a:pathLst>
              <a:path w="34671" h="23403">
                <a:moveTo>
                  <a:pt x="0" y="0"/>
                </a:moveTo>
                <a:lnTo>
                  <a:pt x="17336" y="23403"/>
                </a:lnTo>
                <a:lnTo>
                  <a:pt x="34671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68" name="block-1773">
            <a:extLst xmlns:a="http://schemas.openxmlformats.org/drawingml/2006/main">
              <a:ext uri="{FF2B5EF4-FFF2-40B4-BE49-F238E27FC236}">
                <a16:creationId xmlns:a16="http://schemas.microsoft.com/office/drawing/2014/main" id="{44B6F7C7-BED9-451F-92D4-E8FAF160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9630" y="2386870"/>
            <a:ext cx="52007" cy="1040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69" name="circuit-1774">
            <a:extLst xmlns:a="http://schemas.openxmlformats.org/drawingml/2006/main">
              <a:ext uri="{FF2B5EF4-FFF2-40B4-BE49-F238E27FC236}">
                <a16:creationId xmlns:a16="http://schemas.microsoft.com/office/drawing/2014/main" id="{669EF7DE-6DB9-4B27-BA91-A6DF61A0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8297" y="2386870"/>
            <a:ext cx="34671" cy="23403"/>
          </a:xfrm>
          <a:custGeom xmlns:a="http://schemas.openxmlformats.org/drawingml/2006/main">
            <a:pathLst>
              <a:path w="34671" h="23403">
                <a:moveTo>
                  <a:pt x="0" y="0"/>
                </a:moveTo>
                <a:lnTo>
                  <a:pt x="17335" y="23403"/>
                </a:lnTo>
                <a:lnTo>
                  <a:pt x="34671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70" name="block-1775">
            <a:extLst xmlns:a="http://schemas.openxmlformats.org/drawingml/2006/main">
              <a:ext uri="{FF2B5EF4-FFF2-40B4-BE49-F238E27FC236}">
                <a16:creationId xmlns:a16="http://schemas.microsoft.com/office/drawing/2014/main" id="{EC8A8614-A571-4AD5-A234-BDC57ABC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636" y="2386870"/>
            <a:ext cx="52007" cy="1040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71" name="circuit-1776">
            <a:extLst xmlns:a="http://schemas.openxmlformats.org/drawingml/2006/main">
              <a:ext uri="{FF2B5EF4-FFF2-40B4-BE49-F238E27FC236}">
                <a16:creationId xmlns:a16="http://schemas.microsoft.com/office/drawing/2014/main" id="{CE2940E2-AF08-4F43-B5B5-82771A9C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304" y="2386870"/>
            <a:ext cx="34671" cy="23403"/>
          </a:xfrm>
          <a:custGeom xmlns:a="http://schemas.openxmlformats.org/drawingml/2006/main">
            <a:pathLst>
              <a:path w="34671" h="23403">
                <a:moveTo>
                  <a:pt x="0" y="0"/>
                </a:moveTo>
                <a:lnTo>
                  <a:pt x="17336" y="23403"/>
                </a:lnTo>
                <a:lnTo>
                  <a:pt x="34671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5634">
            <a:solidFill>
              <a:srgbClr val="231F20"/>
            </a:solidFill>
          </a:ln>
        </p:spPr>
      </p:sp>
      <p:sp>
        <p:nvSpPr>
          <p:cNvPr id="772" name="text-1777">
            <a:extLst xmlns:a="http://schemas.openxmlformats.org/drawingml/2006/main">
              <a:ext uri="{FF2B5EF4-FFF2-40B4-BE49-F238E27FC236}">
                <a16:creationId xmlns:a16="http://schemas.microsoft.com/office/drawing/2014/main" id="{443B9F33-AF12-4FDB-BDB4-49C85AAB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646" y="2369534"/>
            <a:ext cx="95345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TX</a:t>
            </a:r>
          </a:p>
        </p:txBody>
      </p:sp>
      <p:sp>
        <p:nvSpPr>
          <p:cNvPr id="773" name="wire-1778">
            <a:extLst xmlns:a="http://schemas.openxmlformats.org/drawingml/2006/main">
              <a:ext uri="{FF2B5EF4-FFF2-40B4-BE49-F238E27FC236}">
                <a16:creationId xmlns:a16="http://schemas.microsoft.com/office/drawing/2014/main" id="{F2BB2519-85E0-4D13-90FD-9332B05D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275" y="2508218"/>
            <a:ext cx="9525" cy="17335"/>
          </a:xfrm>
          <a:custGeom xmlns:a="http://schemas.openxmlformats.org/drawingml/2006/main">
            <a:pathLst>
              <a:path w="9525" h="17335">
                <a:moveTo>
                  <a:pt x="0" y="173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74" name="wire-1779">
            <a:extLst xmlns:a="http://schemas.openxmlformats.org/drawingml/2006/main">
              <a:ext uri="{FF2B5EF4-FFF2-40B4-BE49-F238E27FC236}">
                <a16:creationId xmlns:a16="http://schemas.microsoft.com/office/drawing/2014/main" id="{CF965EF6-E8C1-4657-A0E2-50C7037B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565" y="2508218"/>
            <a:ext cx="346710" cy="9525"/>
          </a:xfrm>
          <a:custGeom xmlns:a="http://schemas.openxmlformats.org/drawingml/2006/main">
            <a:pathLst>
              <a:path w="346710" h="9525">
                <a:moveTo>
                  <a:pt x="3467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75" name="wire-1780">
            <a:extLst xmlns:a="http://schemas.openxmlformats.org/drawingml/2006/main">
              <a:ext uri="{FF2B5EF4-FFF2-40B4-BE49-F238E27FC236}">
                <a16:creationId xmlns:a16="http://schemas.microsoft.com/office/drawing/2014/main" id="{D166E5BF-0B12-4003-B6DA-05DAC1E5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565" y="2438876"/>
            <a:ext cx="9525" cy="69342"/>
          </a:xfrm>
          <a:custGeom xmlns:a="http://schemas.openxmlformats.org/drawingml/2006/main">
            <a:pathLst>
              <a:path w="9525" h="69342">
                <a:moveTo>
                  <a:pt x="0" y="6934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76" name="wire-1781">
            <a:extLst xmlns:a="http://schemas.openxmlformats.org/drawingml/2006/main">
              <a:ext uri="{FF2B5EF4-FFF2-40B4-BE49-F238E27FC236}">
                <a16:creationId xmlns:a16="http://schemas.microsoft.com/office/drawing/2014/main" id="{846AB14D-AFDF-4736-B587-5A34D82A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565" y="2438876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77" name="circuit-1782">
            <a:extLst xmlns:a="http://schemas.openxmlformats.org/drawingml/2006/main">
              <a:ext uri="{FF2B5EF4-FFF2-40B4-BE49-F238E27FC236}">
                <a16:creationId xmlns:a16="http://schemas.microsoft.com/office/drawing/2014/main" id="{357951B2-51E3-4B97-A4EF-213BED78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7237" y="2430209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78" name="wire-1783">
            <a:extLst xmlns:a="http://schemas.openxmlformats.org/drawingml/2006/main">
              <a:ext uri="{FF2B5EF4-FFF2-40B4-BE49-F238E27FC236}">
                <a16:creationId xmlns:a16="http://schemas.microsoft.com/office/drawing/2014/main" id="{EE8CBE4A-98DE-4067-A414-124F21C2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9597" y="2438876"/>
            <a:ext cx="156019" cy="9525"/>
          </a:xfrm>
          <a:custGeom xmlns:a="http://schemas.openxmlformats.org/drawingml/2006/main">
            <a:pathLst>
              <a:path w="156019" h="9525">
                <a:moveTo>
                  <a:pt x="0" y="0"/>
                </a:moveTo>
                <a:lnTo>
                  <a:pt x="1560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79" name="circuit-1784">
            <a:extLst xmlns:a="http://schemas.openxmlformats.org/drawingml/2006/main">
              <a:ext uri="{FF2B5EF4-FFF2-40B4-BE49-F238E27FC236}">
                <a16:creationId xmlns:a16="http://schemas.microsoft.com/office/drawing/2014/main" id="{F23B42FC-FE49-403E-8BB4-318BF1EC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947" y="2430209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80" name="wire-1785">
            <a:extLst xmlns:a="http://schemas.openxmlformats.org/drawingml/2006/main">
              <a:ext uri="{FF2B5EF4-FFF2-40B4-BE49-F238E27FC236}">
                <a16:creationId xmlns:a16="http://schemas.microsoft.com/office/drawing/2014/main" id="{0DF5AD05-D42C-473F-9B7A-C4942DC5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643" y="2438876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81" name="circuit-1786">
            <a:extLst xmlns:a="http://schemas.openxmlformats.org/drawingml/2006/main">
              <a:ext uri="{FF2B5EF4-FFF2-40B4-BE49-F238E27FC236}">
                <a16:creationId xmlns:a16="http://schemas.microsoft.com/office/drawing/2014/main" id="{CCBCDFC5-04D9-48D2-B3C3-851246C7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657" y="2430209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82" name="block-1787">
            <a:extLst xmlns:a="http://schemas.openxmlformats.org/drawingml/2006/main">
              <a:ext uri="{FF2B5EF4-FFF2-40B4-BE49-F238E27FC236}">
                <a16:creationId xmlns:a16="http://schemas.microsoft.com/office/drawing/2014/main" id="{FDDF6A1C-03C4-4989-97CD-99B6F191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741" y="2284590"/>
            <a:ext cx="741959" cy="2305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83" name="text-1788">
            <a:extLst xmlns:a="http://schemas.openxmlformats.org/drawingml/2006/main">
              <a:ext uri="{FF2B5EF4-FFF2-40B4-BE49-F238E27FC236}">
                <a16:creationId xmlns:a16="http://schemas.microsoft.com/office/drawing/2014/main" id="{B442A79B-A0A5-459A-965D-B49AE657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279390"/>
            <a:ext cx="728091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614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614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gpio_apb</a:t>
            </a:r>
          </a:p>
        </p:txBody>
      </p:sp>
      <p:sp>
        <p:nvSpPr>
          <p:cNvPr id="784" name="block-1789">
            <a:extLst xmlns:a="http://schemas.openxmlformats.org/drawingml/2006/main">
              <a:ext uri="{FF2B5EF4-FFF2-40B4-BE49-F238E27FC236}">
                <a16:creationId xmlns:a16="http://schemas.microsoft.com/office/drawing/2014/main" id="{795A3884-668D-4459-8240-ACF8656B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017" y="2386870"/>
            <a:ext cx="156020" cy="1040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85" name="wire-1790">
            <a:extLst xmlns:a="http://schemas.openxmlformats.org/drawingml/2006/main">
              <a:ext uri="{FF2B5EF4-FFF2-40B4-BE49-F238E27FC236}">
                <a16:creationId xmlns:a16="http://schemas.microsoft.com/office/drawing/2014/main" id="{DE7ED0CD-7B40-4ED5-953D-D9687455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017" y="2412873"/>
            <a:ext cx="156019" cy="9525"/>
          </a:xfrm>
          <a:custGeom xmlns:a="http://schemas.openxmlformats.org/drawingml/2006/main">
            <a:pathLst>
              <a:path w="156019" h="9525">
                <a:moveTo>
                  <a:pt x="0" y="0"/>
                </a:moveTo>
                <a:lnTo>
                  <a:pt x="1560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786" name="wire-1791">
            <a:extLst xmlns:a="http://schemas.openxmlformats.org/drawingml/2006/main">
              <a:ext uri="{FF2B5EF4-FFF2-40B4-BE49-F238E27FC236}">
                <a16:creationId xmlns:a16="http://schemas.microsoft.com/office/drawing/2014/main" id="{F8485F65-BB07-43A1-A42D-192407CA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017" y="2464879"/>
            <a:ext cx="156019" cy="9525"/>
          </a:xfrm>
          <a:custGeom xmlns:a="http://schemas.openxmlformats.org/drawingml/2006/main">
            <a:pathLst>
              <a:path w="156019" h="9525">
                <a:moveTo>
                  <a:pt x="0" y="0"/>
                </a:moveTo>
                <a:lnTo>
                  <a:pt x="1560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4334">
            <a:solidFill>
              <a:srgbClr val="231F20"/>
            </a:solidFill>
          </a:ln>
        </p:spPr>
      </p:sp>
      <p:sp>
        <p:nvSpPr>
          <p:cNvPr id="787" name="text-1792">
            <a:extLst xmlns:a="http://schemas.openxmlformats.org/drawingml/2006/main">
              <a:ext uri="{FF2B5EF4-FFF2-40B4-BE49-F238E27FC236}">
                <a16:creationId xmlns:a16="http://schemas.microsoft.com/office/drawing/2014/main" id="{E3B0783B-4ADD-4E22-B46D-C0D86510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084" y="2412873"/>
            <a:ext cx="143885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10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10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regs</a:t>
            </a:r>
          </a:p>
        </p:txBody>
      </p:sp>
      <p:sp>
        <p:nvSpPr>
          <p:cNvPr id="788" name="block-1793">
            <a:extLst xmlns:a="http://schemas.openxmlformats.org/drawingml/2006/main">
              <a:ext uri="{FF2B5EF4-FFF2-40B4-BE49-F238E27FC236}">
                <a16:creationId xmlns:a16="http://schemas.microsoft.com/office/drawing/2014/main" id="{335C98E3-DC42-4F58-8BAB-CB2D5875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2395538"/>
            <a:ext cx="147352" cy="9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789" name="text-1794">
            <a:extLst xmlns:a="http://schemas.openxmlformats.org/drawingml/2006/main">
              <a:ext uri="{FF2B5EF4-FFF2-40B4-BE49-F238E27FC236}">
                <a16:creationId xmlns:a16="http://schemas.microsoft.com/office/drawing/2014/main" id="{D8AB3B09-6944-4532-A027-A4421331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385" y="2399871"/>
            <a:ext cx="130016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XOR</a:t>
            </a:r>
          </a:p>
        </p:txBody>
      </p:sp>
      <p:sp>
        <p:nvSpPr>
          <p:cNvPr id="790" name="wire-1795">
            <a:extLst xmlns:a="http://schemas.openxmlformats.org/drawingml/2006/main">
              <a:ext uri="{FF2B5EF4-FFF2-40B4-BE49-F238E27FC236}">
                <a16:creationId xmlns:a16="http://schemas.microsoft.com/office/drawing/2014/main" id="{F67B3AD5-3D54-4B7E-8ADE-E73FC286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9053" y="2508218"/>
            <a:ext cx="9525" cy="17335"/>
          </a:xfrm>
          <a:custGeom xmlns:a="http://schemas.openxmlformats.org/drawingml/2006/main">
            <a:pathLst>
              <a:path w="9525" h="17335">
                <a:moveTo>
                  <a:pt x="0" y="173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91" name="wire-1796">
            <a:extLst xmlns:a="http://schemas.openxmlformats.org/drawingml/2006/main">
              <a:ext uri="{FF2B5EF4-FFF2-40B4-BE49-F238E27FC236}">
                <a16:creationId xmlns:a16="http://schemas.microsoft.com/office/drawing/2014/main" id="{2C4F1DB7-CEF8-41CD-A3D1-2D12B59C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678" y="2508218"/>
            <a:ext cx="329375" cy="9525"/>
          </a:xfrm>
          <a:custGeom xmlns:a="http://schemas.openxmlformats.org/drawingml/2006/main">
            <a:pathLst>
              <a:path w="329375" h="9525">
                <a:moveTo>
                  <a:pt x="3293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92" name="wire-1797">
            <a:extLst xmlns:a="http://schemas.openxmlformats.org/drawingml/2006/main">
              <a:ext uri="{FF2B5EF4-FFF2-40B4-BE49-F238E27FC236}">
                <a16:creationId xmlns:a16="http://schemas.microsoft.com/office/drawing/2014/main" id="{64282BAB-4FD7-49D1-ADF0-54B6D8A2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678" y="2438876"/>
            <a:ext cx="9525" cy="69342"/>
          </a:xfrm>
          <a:custGeom xmlns:a="http://schemas.openxmlformats.org/drawingml/2006/main">
            <a:pathLst>
              <a:path w="9525" h="69342">
                <a:moveTo>
                  <a:pt x="0" y="6934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93" name="wire-1798">
            <a:extLst xmlns:a="http://schemas.openxmlformats.org/drawingml/2006/main">
              <a:ext uri="{FF2B5EF4-FFF2-40B4-BE49-F238E27FC236}">
                <a16:creationId xmlns:a16="http://schemas.microsoft.com/office/drawing/2014/main" id="{CBE7673C-CE05-4A23-8683-D26CF1AA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678" y="2438876"/>
            <a:ext cx="43339" cy="9525"/>
          </a:xfrm>
          <a:custGeom xmlns:a="http://schemas.openxmlformats.org/drawingml/2006/main">
            <a:pathLst>
              <a:path w="43339" h="9525">
                <a:moveTo>
                  <a:pt x="0" y="0"/>
                </a:moveTo>
                <a:lnTo>
                  <a:pt x="433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94" name="circuit-1799">
            <a:extLst xmlns:a="http://schemas.openxmlformats.org/drawingml/2006/main">
              <a:ext uri="{FF2B5EF4-FFF2-40B4-BE49-F238E27FC236}">
                <a16:creationId xmlns:a16="http://schemas.microsoft.com/office/drawing/2014/main" id="{54203E1C-6A39-4D2D-B978-0F908582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48" y="2430209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95" name="wire-1800">
            <a:extLst xmlns:a="http://schemas.openxmlformats.org/drawingml/2006/main">
              <a:ext uri="{FF2B5EF4-FFF2-40B4-BE49-F238E27FC236}">
                <a16:creationId xmlns:a16="http://schemas.microsoft.com/office/drawing/2014/main" id="{A6B5D6D6-D68E-479B-8354-437704E3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037" y="2421541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96" name="circuit-1801">
            <a:extLst xmlns:a="http://schemas.openxmlformats.org/drawingml/2006/main">
              <a:ext uri="{FF2B5EF4-FFF2-40B4-BE49-F238E27FC236}">
                <a16:creationId xmlns:a16="http://schemas.microsoft.com/office/drawing/2014/main" id="{0D3163FE-0ED4-420C-AD3A-2B8EFA00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0048" y="2412873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97" name="wire-1802">
            <a:extLst xmlns:a="http://schemas.openxmlformats.org/drawingml/2006/main">
              <a:ext uri="{FF2B5EF4-FFF2-40B4-BE49-F238E27FC236}">
                <a16:creationId xmlns:a16="http://schemas.microsoft.com/office/drawing/2014/main" id="{A4D0AA7B-DA6A-492A-8F30-634D5017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037" y="2473547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798" name="circuit-1803">
            <a:extLst xmlns:a="http://schemas.openxmlformats.org/drawingml/2006/main">
              <a:ext uri="{FF2B5EF4-FFF2-40B4-BE49-F238E27FC236}">
                <a16:creationId xmlns:a16="http://schemas.microsoft.com/office/drawing/2014/main" id="{96B6A045-F086-483C-ADFC-BDBE64DC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0048" y="2464879"/>
            <a:ext cx="21669" cy="17336"/>
          </a:xfrm>
          <a:custGeom xmlns:a="http://schemas.openxmlformats.org/drawingml/2006/main">
            <a:pathLst>
              <a:path w="21669" h="17336">
                <a:moveTo>
                  <a:pt x="21669" y="8668"/>
                </a:moveTo>
                <a:lnTo>
                  <a:pt x="0" y="0"/>
                </a:lnTo>
                <a:lnTo>
                  <a:pt x="0" y="17336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799" name="circuit-1804">
            <a:extLst xmlns:a="http://schemas.openxmlformats.org/drawingml/2006/main">
              <a:ext uri="{FF2B5EF4-FFF2-40B4-BE49-F238E27FC236}">
                <a16:creationId xmlns:a16="http://schemas.microsoft.com/office/drawing/2014/main" id="{B39089DA-5D9C-4BE6-A799-3D50A903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8411" y="2395538"/>
            <a:ext cx="78010" cy="95345"/>
          </a:xfrm>
          <a:custGeom xmlns:a="http://schemas.openxmlformats.org/drawingml/2006/main">
            <a:pathLst>
              <a:path w="78010" h="95345">
                <a:moveTo>
                  <a:pt x="0" y="0"/>
                </a:moveTo>
                <a:lnTo>
                  <a:pt x="0" y="95345"/>
                </a:lnTo>
                <a:lnTo>
                  <a:pt x="78010" y="47673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800" name="wire-1805">
            <a:extLst xmlns:a="http://schemas.openxmlformats.org/drawingml/2006/main">
              <a:ext uri="{FF2B5EF4-FFF2-40B4-BE49-F238E27FC236}">
                <a16:creationId xmlns:a16="http://schemas.microsoft.com/office/drawing/2014/main" id="{69BA1D98-C4FB-4107-B70C-45503B23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069" y="2443210"/>
            <a:ext cx="69342" cy="9525"/>
          </a:xfrm>
          <a:custGeom xmlns:a="http://schemas.openxmlformats.org/drawingml/2006/main">
            <a:pathLst>
              <a:path w="69342" h="9525">
                <a:moveTo>
                  <a:pt x="0" y="0"/>
                </a:moveTo>
                <a:lnTo>
                  <a:pt x="693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01" name="circuit-1806">
            <a:extLst xmlns:a="http://schemas.openxmlformats.org/drawingml/2006/main">
              <a:ext uri="{FF2B5EF4-FFF2-40B4-BE49-F238E27FC236}">
                <a16:creationId xmlns:a16="http://schemas.microsoft.com/office/drawing/2014/main" id="{E3A937CC-75B2-4DFA-9B91-F76E8C05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6742" y="2434542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802" name="wire-1807">
            <a:extLst xmlns:a="http://schemas.openxmlformats.org/drawingml/2006/main">
              <a:ext uri="{FF2B5EF4-FFF2-40B4-BE49-F238E27FC236}">
                <a16:creationId xmlns:a16="http://schemas.microsoft.com/office/drawing/2014/main" id="{4AC839A3-D4F9-4ED2-9A80-72CC61B6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421" y="2443210"/>
            <a:ext cx="112681" cy="9525"/>
          </a:xfrm>
          <a:custGeom xmlns:a="http://schemas.openxmlformats.org/drawingml/2006/main">
            <a:pathLst>
              <a:path w="112681" h="9525">
                <a:moveTo>
                  <a:pt x="0" y="0"/>
                </a:moveTo>
                <a:lnTo>
                  <a:pt x="112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03" name="circuit-1808">
            <a:extLst xmlns:a="http://schemas.openxmlformats.org/drawingml/2006/main">
              <a:ext uri="{FF2B5EF4-FFF2-40B4-BE49-F238E27FC236}">
                <a16:creationId xmlns:a16="http://schemas.microsoft.com/office/drawing/2014/main" id="{18EE79EA-4B8A-4513-9CFB-56103CED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432" y="2434542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804" name="block-1809">
            <a:extLst xmlns:a="http://schemas.openxmlformats.org/drawingml/2006/main">
              <a:ext uri="{FF2B5EF4-FFF2-40B4-BE49-F238E27FC236}">
                <a16:creationId xmlns:a16="http://schemas.microsoft.com/office/drawing/2014/main" id="{3D0448EC-CD90-4FBA-A435-D87E7C1E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371" y="5812365"/>
            <a:ext cx="5994616" cy="1178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05" name="text-1810">
            <a:extLst xmlns:a="http://schemas.openxmlformats.org/drawingml/2006/main">
              <a:ext uri="{FF2B5EF4-FFF2-40B4-BE49-F238E27FC236}">
                <a16:creationId xmlns:a16="http://schemas.microsoft.com/office/drawing/2014/main" id="{7488B090-AD49-47AA-AC2B-A8B75ED2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641" y="5827967"/>
            <a:ext cx="407384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580" b="1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580" b="1">
                <a:solidFill>
                  <a:srgbClr val="231F20"/>
                </a:solidFill>
                <a:latin typeface="Arial"/>
                <a:ea typeface="Arial"/>
                <a:cs typeface="Arial"/>
              </a:rPr>
              <a:t>hazard</a:t>
            </a:r>
          </a:p>
        </p:txBody>
      </p:sp>
      <p:sp>
        <p:nvSpPr>
          <p:cNvPr id="806" name="text-1811">
            <a:extLst xmlns:a="http://schemas.openxmlformats.org/drawingml/2006/main">
              <a:ext uri="{FF2B5EF4-FFF2-40B4-BE49-F238E27FC236}">
                <a16:creationId xmlns:a16="http://schemas.microsoft.com/office/drawing/2014/main" id="{5FE1A866-D9BE-414B-A539-1475E805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09" y="5810631"/>
            <a:ext cx="537401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StallDCause</a:t>
            </a:r>
          </a:p>
        </p:txBody>
      </p:sp>
      <p:sp>
        <p:nvSpPr>
          <p:cNvPr id="807" name="text-1812">
            <a:extLst xmlns:a="http://schemas.openxmlformats.org/drawingml/2006/main">
              <a:ext uri="{FF2B5EF4-FFF2-40B4-BE49-F238E27FC236}">
                <a16:creationId xmlns:a16="http://schemas.microsoft.com/office/drawing/2014/main" id="{7FA49BD4-3FA0-4019-9A7A-A06F60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09" y="5871305"/>
            <a:ext cx="537401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StallE</a:t>
            </a:r>
          </a:p>
        </p:txBody>
      </p:sp>
      <p:sp>
        <p:nvSpPr>
          <p:cNvPr id="808" name="circuit-1813">
            <a:extLst xmlns:a="http://schemas.openxmlformats.org/drawingml/2006/main">
              <a:ext uri="{FF2B5EF4-FFF2-40B4-BE49-F238E27FC236}">
                <a16:creationId xmlns:a16="http://schemas.microsoft.com/office/drawing/2014/main" id="{75F71D7C-0D15-43B9-ADD5-0CFCF280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458" y="5818321"/>
            <a:ext cx="121349" cy="105968"/>
          </a:xfrm>
          <a:custGeom xmlns:a="http://schemas.openxmlformats.org/drawingml/2006/main">
            <a:pathLst>
              <a:path w="121349" h="105968">
                <a:moveTo>
                  <a:pt x="0" y="978"/>
                </a:moveTo>
                <a:lnTo>
                  <a:pt x="15411" y="0"/>
                </a:lnTo>
                <a:lnTo>
                  <a:pt x="30094" y="395"/>
                </a:lnTo>
                <a:lnTo>
                  <a:pt x="44050" y="2163"/>
                </a:lnTo>
                <a:lnTo>
                  <a:pt x="57276" y="5305"/>
                </a:lnTo>
                <a:lnTo>
                  <a:pt x="69775" y="9819"/>
                </a:lnTo>
                <a:lnTo>
                  <a:pt x="81546" y="15706"/>
                </a:lnTo>
                <a:lnTo>
                  <a:pt x="92589" y="22966"/>
                </a:lnTo>
                <a:lnTo>
                  <a:pt x="102904" y="31599"/>
                </a:lnTo>
                <a:lnTo>
                  <a:pt x="112490" y="41605"/>
                </a:lnTo>
                <a:lnTo>
                  <a:pt x="121349" y="52984"/>
                </a:lnTo>
                <a:lnTo>
                  <a:pt x="121349" y="52984"/>
                </a:lnTo>
                <a:lnTo>
                  <a:pt x="112490" y="64363"/>
                </a:lnTo>
                <a:lnTo>
                  <a:pt x="102904" y="74369"/>
                </a:lnTo>
                <a:lnTo>
                  <a:pt x="92589" y="83002"/>
                </a:lnTo>
                <a:lnTo>
                  <a:pt x="81546" y="90262"/>
                </a:lnTo>
                <a:lnTo>
                  <a:pt x="69775" y="96150"/>
                </a:lnTo>
                <a:lnTo>
                  <a:pt x="57276" y="100664"/>
                </a:lnTo>
                <a:lnTo>
                  <a:pt x="44050" y="103805"/>
                </a:lnTo>
                <a:lnTo>
                  <a:pt x="30094" y="105573"/>
                </a:lnTo>
                <a:lnTo>
                  <a:pt x="15411" y="105968"/>
                </a:lnTo>
                <a:lnTo>
                  <a:pt x="0" y="104991"/>
                </a:lnTo>
                <a:lnTo>
                  <a:pt x="0" y="104991"/>
                </a:lnTo>
                <a:lnTo>
                  <a:pt x="8300" y="94589"/>
                </a:lnTo>
                <a:lnTo>
                  <a:pt x="14756" y="84188"/>
                </a:lnTo>
                <a:lnTo>
                  <a:pt x="19367" y="73787"/>
                </a:lnTo>
                <a:lnTo>
                  <a:pt x="22134" y="63386"/>
                </a:lnTo>
                <a:lnTo>
                  <a:pt x="23056" y="52984"/>
                </a:lnTo>
                <a:lnTo>
                  <a:pt x="22134" y="42583"/>
                </a:lnTo>
                <a:lnTo>
                  <a:pt x="19367" y="32182"/>
                </a:lnTo>
                <a:lnTo>
                  <a:pt x="14756" y="21780"/>
                </a:lnTo>
                <a:lnTo>
                  <a:pt x="8300" y="11379"/>
                </a:lnTo>
                <a:lnTo>
                  <a:pt x="0" y="9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809" name="wire-1814">
            <a:extLst xmlns:a="http://schemas.openxmlformats.org/drawingml/2006/main">
              <a:ext uri="{FF2B5EF4-FFF2-40B4-BE49-F238E27FC236}">
                <a16:creationId xmlns:a16="http://schemas.microsoft.com/office/drawing/2014/main" id="{84091B8B-7D2B-4303-8B9D-2BF67EA4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7777" y="5845302"/>
            <a:ext cx="130016" cy="9525"/>
          </a:xfrm>
          <a:custGeom xmlns:a="http://schemas.openxmlformats.org/drawingml/2006/main">
            <a:pathLst>
              <a:path w="130016" h="9525">
                <a:moveTo>
                  <a:pt x="0" y="0"/>
                </a:moveTo>
                <a:lnTo>
                  <a:pt x="130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10" name="wire-1815">
            <a:extLst xmlns:a="http://schemas.openxmlformats.org/drawingml/2006/main">
              <a:ext uri="{FF2B5EF4-FFF2-40B4-BE49-F238E27FC236}">
                <a16:creationId xmlns:a16="http://schemas.microsoft.com/office/drawing/2014/main" id="{94598A11-04EC-4153-9B57-43F9CD84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7777" y="5897309"/>
            <a:ext cx="130016" cy="9525"/>
          </a:xfrm>
          <a:custGeom xmlns:a="http://schemas.openxmlformats.org/drawingml/2006/main">
            <a:pathLst>
              <a:path w="130016" h="9525">
                <a:moveTo>
                  <a:pt x="0" y="0"/>
                </a:moveTo>
                <a:lnTo>
                  <a:pt x="130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11" name="wire-1816">
            <a:extLst xmlns:a="http://schemas.openxmlformats.org/drawingml/2006/main">
              <a:ext uri="{FF2B5EF4-FFF2-40B4-BE49-F238E27FC236}">
                <a16:creationId xmlns:a16="http://schemas.microsoft.com/office/drawing/2014/main" id="{B6D543F0-9A4A-405D-B9FA-BF4DE050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1807" y="5871305"/>
            <a:ext cx="208026" cy="9525"/>
          </a:xfrm>
          <a:custGeom xmlns:a="http://schemas.openxmlformats.org/drawingml/2006/main">
            <a:pathLst>
              <a:path w="208026" h="9525">
                <a:moveTo>
                  <a:pt x="0" y="0"/>
                </a:moveTo>
                <a:lnTo>
                  <a:pt x="2080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12" name="circuit-1817">
            <a:extLst xmlns:a="http://schemas.openxmlformats.org/drawingml/2006/main">
              <a:ext uri="{FF2B5EF4-FFF2-40B4-BE49-F238E27FC236}">
                <a16:creationId xmlns:a16="http://schemas.microsoft.com/office/drawing/2014/main" id="{62E5ACE5-B5E3-45B6-9067-36E029D5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163" y="586263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813" name="text-1818">
            <a:extLst xmlns:a="http://schemas.openxmlformats.org/drawingml/2006/main">
              <a:ext uri="{FF2B5EF4-FFF2-40B4-BE49-F238E27FC236}">
                <a16:creationId xmlns:a16="http://schemas.microsoft.com/office/drawing/2014/main" id="{1589E6F5-17AB-4E4E-BCDA-AC4E63FD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500" y="5836634"/>
            <a:ext cx="329375" cy="69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StallD</a:t>
            </a:r>
          </a:p>
        </p:txBody>
      </p:sp>
      <p:sp>
        <p:nvSpPr>
          <p:cNvPr id="814" name="text-1819">
            <a:extLst xmlns:a="http://schemas.openxmlformats.org/drawingml/2006/main">
              <a:ext uri="{FF2B5EF4-FFF2-40B4-BE49-F238E27FC236}">
                <a16:creationId xmlns:a16="http://schemas.microsoft.com/office/drawing/2014/main" id="{51C4F1B5-0A18-4AE6-8B3A-1F8DBE4A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911" y="5810631"/>
            <a:ext cx="398717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~StallE</a:t>
            </a:r>
          </a:p>
        </p:txBody>
      </p:sp>
      <p:sp>
        <p:nvSpPr>
          <p:cNvPr id="815" name="text-1820">
            <a:extLst xmlns:a="http://schemas.openxmlformats.org/drawingml/2006/main">
              <a:ext uri="{FF2B5EF4-FFF2-40B4-BE49-F238E27FC236}">
                <a16:creationId xmlns:a16="http://schemas.microsoft.com/office/drawing/2014/main" id="{5E6F8C03-29CC-437F-9FE0-079B0F9A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911" y="5871305"/>
            <a:ext cx="398717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StallD</a:t>
            </a:r>
          </a:p>
        </p:txBody>
      </p:sp>
      <p:sp>
        <p:nvSpPr>
          <p:cNvPr id="816" name="circuit-1821">
            <a:extLst xmlns:a="http://schemas.openxmlformats.org/drawingml/2006/main">
              <a:ext uri="{FF2B5EF4-FFF2-40B4-BE49-F238E27FC236}">
                <a16:creationId xmlns:a16="http://schemas.microsoft.com/office/drawing/2014/main" id="{5032669F-23FE-4D94-8170-1EAF74D7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979" y="5819299"/>
            <a:ext cx="121348" cy="104013"/>
          </a:xfrm>
          <a:custGeom xmlns:a="http://schemas.openxmlformats.org/drawingml/2006/main">
            <a:pathLst>
              <a:path w="121348" h="104013">
                <a:moveTo>
                  <a:pt x="0" y="0"/>
                </a:moveTo>
                <a:lnTo>
                  <a:pt x="54607" y="0"/>
                </a:lnTo>
                <a:lnTo>
                  <a:pt x="54607" y="0"/>
                </a:lnTo>
                <a:lnTo>
                  <a:pt x="71881" y="1772"/>
                </a:lnTo>
                <a:lnTo>
                  <a:pt x="87978" y="6968"/>
                </a:lnTo>
                <a:lnTo>
                  <a:pt x="101800" y="15232"/>
                </a:lnTo>
                <a:lnTo>
                  <a:pt x="112407" y="26003"/>
                </a:lnTo>
                <a:lnTo>
                  <a:pt x="119074" y="38546"/>
                </a:lnTo>
                <a:lnTo>
                  <a:pt x="121348" y="52007"/>
                </a:lnTo>
                <a:lnTo>
                  <a:pt x="119074" y="65467"/>
                </a:lnTo>
                <a:lnTo>
                  <a:pt x="112407" y="78010"/>
                </a:lnTo>
                <a:lnTo>
                  <a:pt x="101800" y="88781"/>
                </a:lnTo>
                <a:lnTo>
                  <a:pt x="87978" y="97045"/>
                </a:lnTo>
                <a:lnTo>
                  <a:pt x="71881" y="102241"/>
                </a:lnTo>
                <a:lnTo>
                  <a:pt x="54607" y="104013"/>
                </a:lnTo>
                <a:lnTo>
                  <a:pt x="0" y="104013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817" name="wire-1822">
            <a:extLst xmlns:a="http://schemas.openxmlformats.org/drawingml/2006/main">
              <a:ext uri="{FF2B5EF4-FFF2-40B4-BE49-F238E27FC236}">
                <a16:creationId xmlns:a16="http://schemas.microsoft.com/office/drawing/2014/main" id="{C80EBBF8-96F3-41E6-8DFE-11296CC7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295" y="5845302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18" name="wire-1823">
            <a:extLst xmlns:a="http://schemas.openxmlformats.org/drawingml/2006/main">
              <a:ext uri="{FF2B5EF4-FFF2-40B4-BE49-F238E27FC236}">
                <a16:creationId xmlns:a16="http://schemas.microsoft.com/office/drawing/2014/main" id="{A0980FE4-FA84-4C08-B34B-446C75DD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295" y="5897309"/>
            <a:ext cx="138684" cy="9525"/>
          </a:xfrm>
          <a:custGeom xmlns:a="http://schemas.openxmlformats.org/drawingml/2006/main">
            <a:pathLst>
              <a:path w="138684" h="9525">
                <a:moveTo>
                  <a:pt x="0" y="0"/>
                </a:moveTo>
                <a:lnTo>
                  <a:pt x="1386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19" name="wire-1824">
            <a:extLst xmlns:a="http://schemas.openxmlformats.org/drawingml/2006/main">
              <a:ext uri="{FF2B5EF4-FFF2-40B4-BE49-F238E27FC236}">
                <a16:creationId xmlns:a16="http://schemas.microsoft.com/office/drawing/2014/main" id="{CC379E57-4BE1-456F-BC78-AC6D8559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327" y="5871305"/>
            <a:ext cx="104013" cy="9525"/>
          </a:xfrm>
          <a:custGeom xmlns:a="http://schemas.openxmlformats.org/drawingml/2006/main">
            <a:pathLst>
              <a:path w="104013" h="9525">
                <a:moveTo>
                  <a:pt x="0" y="0"/>
                </a:moveTo>
                <a:lnTo>
                  <a:pt x="1040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20" name="wire-1825">
            <a:extLst xmlns:a="http://schemas.openxmlformats.org/drawingml/2006/main">
              <a:ext uri="{FF2B5EF4-FFF2-40B4-BE49-F238E27FC236}">
                <a16:creationId xmlns:a16="http://schemas.microsoft.com/office/drawing/2014/main" id="{F934E4C3-5D7C-430D-AB6F-E696765A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340" y="5845302"/>
            <a:ext cx="9525" cy="26003"/>
          </a:xfrm>
          <a:custGeom xmlns:a="http://schemas.openxmlformats.org/drawingml/2006/main">
            <a:pathLst>
              <a:path w="9525" h="26003">
                <a:moveTo>
                  <a:pt x="0" y="2600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21" name="wire-1826">
            <a:extLst xmlns:a="http://schemas.openxmlformats.org/drawingml/2006/main">
              <a:ext uri="{FF2B5EF4-FFF2-40B4-BE49-F238E27FC236}">
                <a16:creationId xmlns:a16="http://schemas.microsoft.com/office/drawing/2014/main" id="{8D7BFF7B-4FB5-480B-A35B-CDDE9FF8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340" y="5845302"/>
            <a:ext cx="1256824" cy="9525"/>
          </a:xfrm>
          <a:custGeom xmlns:a="http://schemas.openxmlformats.org/drawingml/2006/main">
            <a:pathLst>
              <a:path w="1256824" h="9525">
                <a:moveTo>
                  <a:pt x="0" y="0"/>
                </a:moveTo>
                <a:lnTo>
                  <a:pt x="125682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22" name="text-1827">
            <a:extLst xmlns:a="http://schemas.openxmlformats.org/drawingml/2006/main">
              <a:ext uri="{FF2B5EF4-FFF2-40B4-BE49-F238E27FC236}">
                <a16:creationId xmlns:a16="http://schemas.microsoft.com/office/drawing/2014/main" id="{4EE46A35-3DED-4BF9-A9F0-C43BEE1A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682" y="5845302"/>
            <a:ext cx="719423" cy="60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LatestUnstalledE</a:t>
            </a:r>
          </a:p>
        </p:txBody>
      </p:sp>
      <p:sp>
        <p:nvSpPr>
          <p:cNvPr id="823" name="text-1828">
            <a:extLst xmlns:a="http://schemas.openxmlformats.org/drawingml/2006/main">
              <a:ext uri="{FF2B5EF4-FFF2-40B4-BE49-F238E27FC236}">
                <a16:creationId xmlns:a16="http://schemas.microsoft.com/office/drawing/2014/main" id="{3D3B9D44-E42D-4953-9D41-D21A1092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083" y="5879973"/>
            <a:ext cx="572072" cy="52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75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375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FlushECause</a:t>
            </a:r>
          </a:p>
        </p:txBody>
      </p:sp>
      <p:sp>
        <p:nvSpPr>
          <p:cNvPr id="824" name="wire-1829">
            <a:extLst xmlns:a="http://schemas.openxmlformats.org/drawingml/2006/main">
              <a:ext uri="{FF2B5EF4-FFF2-40B4-BE49-F238E27FC236}">
                <a16:creationId xmlns:a16="http://schemas.microsoft.com/office/drawing/2014/main" id="{AF582FA4-737E-4B5B-9559-DF7D7830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154" y="5905976"/>
            <a:ext cx="78010" cy="9525"/>
          </a:xfrm>
          <a:custGeom xmlns:a="http://schemas.openxmlformats.org/drawingml/2006/main">
            <a:pathLst>
              <a:path w="78010" h="9525">
                <a:moveTo>
                  <a:pt x="0" y="0"/>
                </a:moveTo>
                <a:lnTo>
                  <a:pt x="78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25" name="circuit-1830">
            <a:extLst xmlns:a="http://schemas.openxmlformats.org/drawingml/2006/main">
              <a:ext uri="{FF2B5EF4-FFF2-40B4-BE49-F238E27FC236}">
                <a16:creationId xmlns:a16="http://schemas.microsoft.com/office/drawing/2014/main" id="{0EAC4965-68D8-4391-A8F0-BEEC8E8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4829" y="5818321"/>
            <a:ext cx="121349" cy="105968"/>
          </a:xfrm>
          <a:custGeom xmlns:a="http://schemas.openxmlformats.org/drawingml/2006/main">
            <a:pathLst>
              <a:path w="121349" h="105968">
                <a:moveTo>
                  <a:pt x="0" y="978"/>
                </a:moveTo>
                <a:lnTo>
                  <a:pt x="15411" y="0"/>
                </a:lnTo>
                <a:lnTo>
                  <a:pt x="30094" y="395"/>
                </a:lnTo>
                <a:lnTo>
                  <a:pt x="44050" y="2163"/>
                </a:lnTo>
                <a:lnTo>
                  <a:pt x="57276" y="5305"/>
                </a:lnTo>
                <a:lnTo>
                  <a:pt x="69775" y="9819"/>
                </a:lnTo>
                <a:lnTo>
                  <a:pt x="81546" y="15706"/>
                </a:lnTo>
                <a:lnTo>
                  <a:pt x="92589" y="22966"/>
                </a:lnTo>
                <a:lnTo>
                  <a:pt x="102904" y="31599"/>
                </a:lnTo>
                <a:lnTo>
                  <a:pt x="112490" y="41605"/>
                </a:lnTo>
                <a:lnTo>
                  <a:pt x="121349" y="52984"/>
                </a:lnTo>
                <a:lnTo>
                  <a:pt x="121349" y="52984"/>
                </a:lnTo>
                <a:lnTo>
                  <a:pt x="112490" y="64363"/>
                </a:lnTo>
                <a:lnTo>
                  <a:pt x="102904" y="74369"/>
                </a:lnTo>
                <a:lnTo>
                  <a:pt x="92589" y="83002"/>
                </a:lnTo>
                <a:lnTo>
                  <a:pt x="81546" y="90262"/>
                </a:lnTo>
                <a:lnTo>
                  <a:pt x="69775" y="96150"/>
                </a:lnTo>
                <a:lnTo>
                  <a:pt x="57276" y="100664"/>
                </a:lnTo>
                <a:lnTo>
                  <a:pt x="44050" y="103805"/>
                </a:lnTo>
                <a:lnTo>
                  <a:pt x="30094" y="105573"/>
                </a:lnTo>
                <a:lnTo>
                  <a:pt x="15411" y="105968"/>
                </a:lnTo>
                <a:lnTo>
                  <a:pt x="0" y="104991"/>
                </a:lnTo>
                <a:lnTo>
                  <a:pt x="0" y="104991"/>
                </a:lnTo>
                <a:lnTo>
                  <a:pt x="8300" y="94589"/>
                </a:lnTo>
                <a:lnTo>
                  <a:pt x="14756" y="84188"/>
                </a:lnTo>
                <a:lnTo>
                  <a:pt x="19367" y="73787"/>
                </a:lnTo>
                <a:lnTo>
                  <a:pt x="22134" y="63386"/>
                </a:lnTo>
                <a:lnTo>
                  <a:pt x="23056" y="52984"/>
                </a:lnTo>
                <a:lnTo>
                  <a:pt x="22134" y="42583"/>
                </a:lnTo>
                <a:lnTo>
                  <a:pt x="19367" y="32182"/>
                </a:lnTo>
                <a:lnTo>
                  <a:pt x="14756" y="21780"/>
                </a:lnTo>
                <a:lnTo>
                  <a:pt x="8300" y="11379"/>
                </a:lnTo>
                <a:lnTo>
                  <a:pt x="0" y="9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6934">
            <a:solidFill>
              <a:srgbClr val="231F20"/>
            </a:solidFill>
          </a:ln>
        </p:spPr>
      </p:sp>
      <p:sp>
        <p:nvSpPr>
          <p:cNvPr id="826" name="wire-1831">
            <a:extLst xmlns:a="http://schemas.openxmlformats.org/drawingml/2006/main">
              <a:ext uri="{FF2B5EF4-FFF2-40B4-BE49-F238E27FC236}">
                <a16:creationId xmlns:a16="http://schemas.microsoft.com/office/drawing/2014/main" id="{BDB35590-DB12-442A-B0C0-9D0ACCA3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6177" y="5871305"/>
            <a:ext cx="156019" cy="9525"/>
          </a:xfrm>
          <a:custGeom xmlns:a="http://schemas.openxmlformats.org/drawingml/2006/main">
            <a:pathLst>
              <a:path w="156019" h="9525">
                <a:moveTo>
                  <a:pt x="0" y="0"/>
                </a:moveTo>
                <a:lnTo>
                  <a:pt x="1560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368">
            <a:solidFill>
              <a:srgbClr val="231F20"/>
            </a:solidFill>
          </a:ln>
        </p:spPr>
      </p:sp>
      <p:sp>
        <p:nvSpPr>
          <p:cNvPr id="827" name="circuit-1832">
            <a:extLst xmlns:a="http://schemas.openxmlformats.org/drawingml/2006/main">
              <a:ext uri="{FF2B5EF4-FFF2-40B4-BE49-F238E27FC236}">
                <a16:creationId xmlns:a16="http://schemas.microsoft.com/office/drawing/2014/main" id="{90303E56-0769-4D4D-9953-358F8B9B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0527" y="5862638"/>
            <a:ext cx="21669" cy="17335"/>
          </a:xfrm>
          <a:custGeom xmlns:a="http://schemas.openxmlformats.org/drawingml/2006/main">
            <a:pathLst>
              <a:path w="21669" h="17335">
                <a:moveTo>
                  <a:pt x="21669" y="8668"/>
                </a:moveTo>
                <a:lnTo>
                  <a:pt x="0" y="0"/>
                </a:lnTo>
                <a:lnTo>
                  <a:pt x="0" y="17335"/>
                </a:ln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2600">
            <a:solidFill>
              <a:srgbClr val="231F20"/>
            </a:solidFill>
          </a:ln>
        </p:spPr>
      </p:sp>
      <p:sp>
        <p:nvSpPr>
          <p:cNvPr id="828" name="text-1833">
            <a:extLst xmlns:a="http://schemas.openxmlformats.org/drawingml/2006/main">
              <a:ext uri="{FF2B5EF4-FFF2-40B4-BE49-F238E27FC236}">
                <a16:creationId xmlns:a16="http://schemas.microsoft.com/office/drawing/2014/main" id="{84087A63-25D1-4D5A-8713-009E9523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9532" y="5836634"/>
            <a:ext cx="338042" cy="69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defPPr>
            <a:lvl1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1pPr>
            <a:lvl2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2pPr>
            <a:lvl3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3pPr>
            <a:lvl4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4pPr>
            <a:lvl5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5pPr>
            <a:lvl6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6pPr>
            <a:lvl7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7pPr>
            <a:lvl8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8pPr>
            <a:lvl9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444" b="0">
                <a:solidFill>
                  <a:srgbClr val="231F20"/>
                </a:solidFill>
                <a:latin typeface="Arial"/>
                <a:ea typeface="Arial"/>
                <a:cs typeface="Arial"/>
              </a:defRPr>
            </a:pPr>
            <a:r>
              <a:rPr sz="444" b="0">
                <a:solidFill>
                  <a:srgbClr val="231F20"/>
                </a:solidFill>
                <a:latin typeface="Arial"/>
                <a:ea typeface="Arial"/>
                <a:cs typeface="Arial"/>
              </a:rPr>
              <a:t>FlushE</a:t>
            </a:r>
          </a:p>
        </p:txBody>
      </p:sp>
      <p:sp>
        <p:nvSpPr>
          <p:cNvPr id="829" name="text-1834">
            <a:extLst xmlns:a="http://schemas.openxmlformats.org/drawingml/2006/main">
              <a:ext uri="{FF2B5EF4-FFF2-40B4-BE49-F238E27FC236}">
                <a16:creationId xmlns:a16="http://schemas.microsoft.com/office/drawing/2014/main" id="{A607CD1E-DD62-4E02-BB7E-53F47501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6933" y="5827967"/>
            <a:ext cx="910114" cy="866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546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Stall / Flush …</a:t>
            </a:r>
          </a:p>
        </p:txBody>
      </p:sp>
      <p:sp>
        <p:nvSpPr>
          <p:cNvPr id="830" name="text-1835">
            <a:extLst xmlns:a="http://schemas.openxmlformats.org/drawingml/2006/main">
              <a:ext uri="{FF2B5EF4-FFF2-40B4-BE49-F238E27FC236}">
                <a16:creationId xmlns:a16="http://schemas.microsoft.com/office/drawing/2014/main" id="{A03F7BBD-D187-4264-9292-E4415027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514475"/>
            <a:ext cx="1295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572C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72C3"/>
                </a:solidFill>
                <a:latin typeface="Arial"/>
                <a:ea typeface="Arial"/>
                <a:cs typeface="Arial"/>
              </a:rPr>
              <a:t>HDL</a:t>
            </a:r>
          </a:p>
        </p:txBody>
      </p:sp>
      <p:sp>
        <p:nvSpPr>
          <p:cNvPr id="831" name="text-1836">
            <a:extLst xmlns:a="http://schemas.openxmlformats.org/drawingml/2006/main">
              <a:ext uri="{FF2B5EF4-FFF2-40B4-BE49-F238E27FC236}">
                <a16:creationId xmlns:a16="http://schemas.microsoft.com/office/drawing/2014/main" id="{F1AE1E62-F6F9-4AC7-B3B6-92F9B840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971675"/>
            <a:ext cx="135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always_ff</a:t>
            </a:r>
          </a:p>
          <a:p xmlns:a="http://schemas.openxmlformats.org/drawingml/2006/main">
            <a:pPr algn="ctr">
              <a:defRPr sz="1200" b="0">
                <a:solidFill>
                  <a:srgbClr val="231F2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231F20"/>
                </a:solidFill>
                <a:latin typeface="Consolas"/>
                <a:ea typeface="Consolas"/>
                <a:cs typeface="Consolas"/>
              </a:rPr>
              <a:t>@(posedge clk)</a:t>
            </a:r>
          </a:p>
        </p:txBody>
      </p:sp>
      <p:sp>
        <p:nvSpPr>
          <p:cNvPr id="832" name="text-1837">
            <a:extLst xmlns:a="http://schemas.openxmlformats.org/drawingml/2006/main">
              <a:ext uri="{FF2B5EF4-FFF2-40B4-BE49-F238E27FC236}">
                <a16:creationId xmlns:a16="http://schemas.microsoft.com/office/drawing/2014/main" id="{7BED0037-2F46-452C-8E1E-8A509F8B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81275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回路を記述</a:t>
            </a:r>
          </a:p>
        </p:txBody>
      </p:sp>
      <p:sp>
        <p:nvSpPr>
          <p:cNvPr id="833" name="wire-1838">
            <a:extLst xmlns:a="http://schemas.openxmlformats.org/drawingml/2006/main">
              <a:ext uri="{FF2B5EF4-FFF2-40B4-BE49-F238E27FC236}">
                <a16:creationId xmlns:a16="http://schemas.microsoft.com/office/drawing/2014/main" id="{888EDEE3-2109-47C4-99E2-65F58A7F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000375"/>
            <a:ext cx="9525" cy="295275"/>
          </a:xfrm>
          <a:custGeom xmlns:a="http://schemas.openxmlformats.org/drawingml/2006/main">
            <a:pathLst>
              <a:path w="9525" h="295275">
                <a:moveTo>
                  <a:pt x="0" y="0"/>
                </a:moveTo>
                <a:lnTo>
                  <a:pt x="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834" name="circuit-1839">
            <a:extLst xmlns:a="http://schemas.openxmlformats.org/drawingml/2006/main">
              <a:ext uri="{FF2B5EF4-FFF2-40B4-BE49-F238E27FC236}">
                <a16:creationId xmlns:a16="http://schemas.microsoft.com/office/drawing/2014/main" id="{54551F5E-77FF-42E9-9DE0-075C179C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7568" y="3219450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sp>
        <p:nvSpPr>
          <p:cNvPr id="835" name="text-1840">
            <a:extLst xmlns:a="http://schemas.openxmlformats.org/drawingml/2006/main">
              <a:ext uri="{FF2B5EF4-FFF2-40B4-BE49-F238E27FC236}">
                <a16:creationId xmlns:a16="http://schemas.microsoft.com/office/drawing/2014/main" id="{036F1D9F-0B76-42FF-B522-722DFAEF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45757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合成・</a:t>
            </a:r>
          </a:p>
          <a:p xmlns:a="http://schemas.openxmlformats.org/drawingml/2006/main">
            <a:pPr algn="ctr">
              <a:def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65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配置配線</a:t>
            </a:r>
          </a:p>
        </p:txBody>
      </p:sp>
      <p:sp>
        <p:nvSpPr>
          <p:cNvPr id="836" name="wire-1841">
            <a:extLst xmlns:a="http://schemas.openxmlformats.org/drawingml/2006/main">
              <a:ext uri="{FF2B5EF4-FFF2-40B4-BE49-F238E27FC236}">
                <a16:creationId xmlns:a16="http://schemas.microsoft.com/office/drawing/2014/main" id="{C5097D54-8881-4A1B-8E39-8446F493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62425"/>
            <a:ext cx="9525" cy="285750"/>
          </a:xfrm>
          <a:custGeom xmlns:a="http://schemas.openxmlformats.org/drawingml/2006/main"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1572C3"/>
            </a:solidFill>
          </a:ln>
        </p:spPr>
      </p:sp>
      <p:sp>
        <p:nvSpPr>
          <p:cNvPr id="837" name="circuit-1842">
            <a:extLst xmlns:a="http://schemas.openxmlformats.org/drawingml/2006/main">
              <a:ext uri="{FF2B5EF4-FFF2-40B4-BE49-F238E27FC236}">
                <a16:creationId xmlns:a16="http://schemas.microsoft.com/office/drawing/2014/main" id="{02491CE0-1113-4DD3-A920-36C184EC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7568" y="4371975"/>
            <a:ext cx="62865" cy="76200"/>
          </a:xfrm>
          <a:custGeom xmlns:a="http://schemas.openxmlformats.org/drawingml/2006/main">
            <a:pathLst>
              <a:path w="62865" h="76200">
                <a:moveTo>
                  <a:pt x="31432" y="76200"/>
                </a:moveTo>
                <a:lnTo>
                  <a:pt x="6286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572C3"/>
          </a:solidFill>
          <a:ln xmlns:a="http://schemas.openxmlformats.org/drawingml/2006/main" w="9525">
            <a:solidFill>
              <a:srgbClr val="1572C3"/>
            </a:solidFill>
          </a:ln>
        </p:spPr>
      </p:sp>
      <p:pic>
        <p:nvPicPr>
          <p:cNvPr id="838" name="">
            <a:extLst xmlns:a="http://schemas.openxmlformats.org/drawingml/2006/main">
              <a:ext uri="{FF2B5EF4-FFF2-40B4-BE49-F238E27FC236}">
                <a16:creationId xmlns:a16="http://schemas.microsoft.com/office/drawing/2014/main" id="{904546A9-D557-475B-8172-E35C5B304F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d280efa3c45bd"/>
          <a:stretch xmlns:a="http://schemas.openxmlformats.org/drawingml/2006/main"/>
        </p:blipFill>
        <p:spPr>
          <a:xfrm xmlns:a="http://schemas.openxmlformats.org/drawingml/2006/main">
            <a:off x="10433301" y="4591050"/>
            <a:ext cx="1193299" cy="1057275"/>
          </a:xfrm>
          <a:prstGeom xmlns:a="http://schemas.openxmlformats.org/drawingml/2006/main" prst="rect">
            <a:avLst/>
          </a:prstGeom>
        </p:spPr>
      </p:pic>
      <p:sp>
        <p:nvSpPr>
          <p:cNvPr id="839" name="block-1843">
            <a:extLst xmlns:a="http://schemas.openxmlformats.org/drawingml/2006/main">
              <a:ext uri="{FF2B5EF4-FFF2-40B4-BE49-F238E27FC236}">
                <a16:creationId xmlns:a16="http://schemas.microsoft.com/office/drawing/2014/main" id="{99A54AC4-C58C-44B3-897D-BFB68AB2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933950"/>
            <a:ext cx="219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572C3"/>
            </a:solidFill>
          </a:ln>
        </p:spPr>
      </p:sp>
      <p:sp>
        <p:nvSpPr>
          <p:cNvPr id="840" name="text-1844">
            <a:extLst xmlns:a="http://schemas.openxmlformats.org/drawingml/2006/main">
              <a:ext uri="{FF2B5EF4-FFF2-40B4-BE49-F238E27FC236}">
                <a16:creationId xmlns:a16="http://schemas.microsoft.com/office/drawing/2014/main" id="{A3FB2409-C3CE-4637-A31E-F1D1BECD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743575"/>
            <a:ext cx="1409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572C3"/>
                </a:solidFill>
                <a:latin typeface="Yu Gothic"/>
                <a:ea typeface="Yu Gothic"/>
                <a:cs typeface="Yu Gothic"/>
              </a:rPr>
              <a:t>FPGAに設定</a:t>
            </a:r>
          </a:p>
        </p:txBody>
      </p:sp>
      <p:sp>
        <p:nvSpPr>
          <p:cNvPr id="841" name="text-1845">
            <a:extLst xmlns:a="http://schemas.openxmlformats.org/drawingml/2006/main">
              <a:ext uri="{FF2B5EF4-FFF2-40B4-BE49-F238E27FC236}">
                <a16:creationId xmlns:a16="http://schemas.microsoft.com/office/drawing/2014/main" id="{2D63ACA2-5DA7-44C0-A9A0-AA38EF8A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086475"/>
            <a:ext cx="1409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25" b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写真：Digilent</a:t>
            </a:r>
          </a:p>
        </p:txBody>
      </p:sp>
      <p:sp>
        <p:nvSpPr>
          <p:cNvPr id="842" name="text-1846">
            <a:extLst xmlns:a="http://schemas.openxmlformats.org/drawingml/2006/main">
              <a:ext uri="{FF2B5EF4-FFF2-40B4-BE49-F238E27FC236}">
                <a16:creationId xmlns:a16="http://schemas.microsoft.com/office/drawing/2014/main" id="{8063D595-8049-4484-9CBF-ABB7C4EE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600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0078BA"/>
                </a:solidFill>
                <a:latin typeface="Yu Gothic"/>
                <a:ea typeface="Yu Gothic"/>
                <a:cs typeface="Yu Gothic"/>
              </a:rPr>
              <a:t>図 11</a:t>
            </a:r>
          </a:p>
        </p:txBody>
      </p:sp>
      <p:sp>
        <p:nvSpPr>
          <p:cNvPr id="843" name="text-1847">
            <a:extLst xmlns:a="http://schemas.openxmlformats.org/drawingml/2006/main">
              <a:ext uri="{FF2B5EF4-FFF2-40B4-BE49-F238E27FC236}">
                <a16:creationId xmlns:a16="http://schemas.microsoft.com/office/drawing/2014/main" id="{7FB335F9-D6FC-4353-9C00-FD9D673B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6334125"/>
            <a:ext cx="979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31F20"/>
                </a:solidFill>
                <a:latin typeface="Yu Gothic"/>
                <a:ea typeface="Yu Gothic"/>
                <a:cs typeface="Yu Gothic"/>
              </a:rPr>
              <a:t>主要経路の図。細い箱＝レジスタ、台形＝MUX。詳しい説明は技術付録へ</a:t>
            </a:r>
          </a:p>
        </p:txBody>
      </p:sp>
    </p:spTree>
    <p:extLst>
      <p:ext uri="{BB962C8B-B14F-4D97-AF65-F5344CB8AC3E}">
        <p14:creationId xmlns:p14="http://schemas.microsoft.com/office/powerpoint/2010/main" val="17871066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Presentation</dc:title>
  <dcterms:created xsi:type="dcterms:W3CDTF">2026-10-21T05:26:34.6630000Z</dcterms:created>
  <dcterms:modified xsi:type="dcterms:W3CDTF">2026-10-21T05:26:34.6630000Z</dcterms:modified>
</coreProperties>
</file>