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31f06d3b4d094203"/><Relationship Type="http://schemas.openxmlformats.org/officeDocument/2006/relationships/extended-properties" Target="/docProps/app.xml" Id="R73402fbc2ad4466d"/><Relationship Type="http://schemas.openxmlformats.org/officeDocument/2006/relationships/officeDocument" Target="/ppt/presentation.xml" Id="R73cb7f8d77a14278"/></Relationships>
</file>

<file path=ppt/presentation.xml><?xml version="1.0" encoding="utf-8"?>
<p:presentation xmlns:p="http://schemas.openxmlformats.org/presentationml/2006/main">
  <p:sldMasterIdLst>
    <p:sldMasterId xmlns:r="http://schemas.openxmlformats.org/officeDocument/2006/relationships" id="2147483648" r:id="R88b513ac01c341cb"/>
  </p:sldMasterIdLst>
  <p:notesMasterIdLst>
    <p:notesMasterId xmlns:r="http://schemas.openxmlformats.org/officeDocument/2006/relationships" r:id="Ra27015a8f5414937"/>
  </p:notesMasterIdLst>
  <p:sldIdLst>
    <p:sldId xmlns:r="http://schemas.openxmlformats.org/officeDocument/2006/relationships" id="256" r:id="Rc9c347ed019f4d2b"/>
    <p:sldId xmlns:r="http://schemas.openxmlformats.org/officeDocument/2006/relationships" id="257" r:id="Rbb3f4edd00a84986"/>
    <p:sldId xmlns:r="http://schemas.openxmlformats.org/officeDocument/2006/relationships" id="258" r:id="R33b18e783e694659"/>
    <p:sldId xmlns:r="http://schemas.openxmlformats.org/officeDocument/2006/relationships" id="259" r:id="R4fa17cb9436146de"/>
    <p:sldId xmlns:r="http://schemas.openxmlformats.org/officeDocument/2006/relationships" id="260" r:id="R79a5d7ef3e15417f"/>
    <p:sldId xmlns:r="http://schemas.openxmlformats.org/officeDocument/2006/relationships" id="261" r:id="R2b3f8799ebc84072"/>
    <p:sldId xmlns:r="http://schemas.openxmlformats.org/officeDocument/2006/relationships" id="262" r:id="Rb93574cb818d4461"/>
    <p:sldId xmlns:r="http://schemas.openxmlformats.org/officeDocument/2006/relationships" id="263" r:id="R2062190c96b04d35"/>
    <p:sldId xmlns:r="http://schemas.openxmlformats.org/officeDocument/2006/relationships" id="264" r:id="R40b7d7a32c264a06"/>
    <p:sldId xmlns:r="http://schemas.openxmlformats.org/officeDocument/2006/relationships" id="265" r:id="Re489410dd0f34c41"/>
    <p:sldId xmlns:r="http://schemas.openxmlformats.org/officeDocument/2006/relationships" id="266" r:id="R9a636b27372b4366"/>
    <p:sldId xmlns:r="http://schemas.openxmlformats.org/officeDocument/2006/relationships" id="267" r:id="R9d952bf5ef3144f3"/>
    <p:sldId xmlns:r="http://schemas.openxmlformats.org/officeDocument/2006/relationships" id="268" r:id="R7f226d2476f248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8a0979fb570949a5"/><Relationship Type="http://schemas.openxmlformats.org/officeDocument/2006/relationships/slideMaster" Target="/ppt/slideMasters/slideMaster1.xml" Id="R88b513ac01c341cb"/><Relationship Type="http://schemas.openxmlformats.org/officeDocument/2006/relationships/notesMaster" Target="/ppt/notesMasters/notesMaster1.xml" Id="Ra27015a8f5414937"/><Relationship Type="http://schemas.openxmlformats.org/officeDocument/2006/relationships/presProps" Target="/ppt/presProps.xml" Id="Rd91b3aeb05664ab8"/><Relationship Type="http://schemas.openxmlformats.org/officeDocument/2006/relationships/tableStyles" Target="/ppt/tableStyles.xml" Id="Rfd5412d823d44d02"/><Relationship Type="http://schemas.openxmlformats.org/officeDocument/2006/relationships/slide" Target="/ppt/slides/slide1.xml" Id="Rc9c347ed019f4d2b"/><Relationship Type="http://schemas.openxmlformats.org/officeDocument/2006/relationships/slide" Target="/ppt/slides/slide2.xml" Id="Rbb3f4edd00a84986"/><Relationship Type="http://schemas.openxmlformats.org/officeDocument/2006/relationships/slide" Target="/ppt/slides/slide3.xml" Id="R33b18e783e694659"/><Relationship Type="http://schemas.openxmlformats.org/officeDocument/2006/relationships/slide" Target="/ppt/slides/slide4.xml" Id="R4fa17cb9436146de"/><Relationship Type="http://schemas.openxmlformats.org/officeDocument/2006/relationships/slide" Target="/ppt/slides/slide5.xml" Id="R79a5d7ef3e15417f"/><Relationship Type="http://schemas.openxmlformats.org/officeDocument/2006/relationships/slide" Target="/ppt/slides/slide6.xml" Id="R2b3f8799ebc84072"/><Relationship Type="http://schemas.openxmlformats.org/officeDocument/2006/relationships/slide" Target="/ppt/slides/slide7.xml" Id="Rb93574cb818d4461"/><Relationship Type="http://schemas.openxmlformats.org/officeDocument/2006/relationships/slide" Target="/ppt/slides/slide8.xml" Id="R2062190c96b04d35"/><Relationship Type="http://schemas.openxmlformats.org/officeDocument/2006/relationships/slide" Target="/ppt/slides/slide9.xml" Id="R40b7d7a32c264a06"/><Relationship Type="http://schemas.openxmlformats.org/officeDocument/2006/relationships/slide" Target="/ppt/slides/slide10.xml" Id="Re489410dd0f34c41"/><Relationship Type="http://schemas.openxmlformats.org/officeDocument/2006/relationships/slide" Target="/ppt/slides/slide11.xml" Id="R9a636b27372b4366"/><Relationship Type="http://schemas.openxmlformats.org/officeDocument/2006/relationships/slide" Target="/ppt/slides/slide12.xml" Id="R9d952bf5ef3144f3"/><Relationship Type="http://schemas.openxmlformats.org/officeDocument/2006/relationships/slide" Target="/ppt/slides/slide13.xml" Id="R7f226d2476f248fd"/></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8e16bfabafaa43e3"/></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e861c95364c3432c"/><Relationship Type="http://schemas.openxmlformats.org/officeDocument/2006/relationships/notesMaster" Target="/ppt/notesMasters/notesMaster1.xml" Id="Rcb47c89ce8bc4fbf"/></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15e16856e0564fe7"/><Relationship Type="http://schemas.openxmlformats.org/officeDocument/2006/relationships/notesMaster" Target="/ppt/notesMasters/notesMaster1.xml" Id="Re1265e2db381425e"/></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b4b03452793549a2"/><Relationship Type="http://schemas.openxmlformats.org/officeDocument/2006/relationships/notesMaster" Target="/ppt/notesMasters/notesMaster1.xml" Id="Re029eec0fe7b4ed3"/></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6b6787f870904092"/><Relationship Type="http://schemas.openxmlformats.org/officeDocument/2006/relationships/notesMaster" Target="/ppt/notesMasters/notesMaster1.xml" Id="Re68bf9ffbb944284"/></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6b0bd0a4e20948cf"/><Relationship Type="http://schemas.openxmlformats.org/officeDocument/2006/relationships/notesMaster" Target="/ppt/notesMasters/notesMaster1.xml" Id="Ra8d37a2171484deb"/></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29d3a023fc974cb4"/><Relationship Type="http://schemas.openxmlformats.org/officeDocument/2006/relationships/notesMaster" Target="/ppt/notesMasters/notesMaster1.xml" Id="R67f452b114354a35"/></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a895d296e949427d"/><Relationship Type="http://schemas.openxmlformats.org/officeDocument/2006/relationships/notesMaster" Target="/ppt/notesMasters/notesMaster1.xml" Id="R3bbe4dcbf8b541d4"/></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6a74db25fa6b4ed0"/><Relationship Type="http://schemas.openxmlformats.org/officeDocument/2006/relationships/notesMaster" Target="/ppt/notesMasters/notesMaster1.xml" Id="R4159ca89907f462a"/></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ed0104ad39a042f4"/><Relationship Type="http://schemas.openxmlformats.org/officeDocument/2006/relationships/notesMaster" Target="/ppt/notesMasters/notesMaster1.xml" Id="R5fc7dc10d0a74bb7"/></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b6acf5ee75674317"/><Relationship Type="http://schemas.openxmlformats.org/officeDocument/2006/relationships/notesMaster" Target="/ppt/notesMasters/notesMaster1.xml" Id="R7474a54e53804cf4"/></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4b343cb3d5334224"/><Relationship Type="http://schemas.openxmlformats.org/officeDocument/2006/relationships/notesMaster" Target="/ppt/notesMasters/notesMaster1.xml" Id="Re8e1793bd7f045ee"/></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0effba1044e740bb"/><Relationship Type="http://schemas.openxmlformats.org/officeDocument/2006/relationships/notesMaster" Target="/ppt/notesMasters/notesMaster1.xml" Id="R570e9e8ede2641f2"/></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2260552b37f9442e"/><Relationship Type="http://schemas.openxmlformats.org/officeDocument/2006/relationships/notesMaster" Target="/ppt/notesMasters/notesMaster1.xml" Id="R8463a504c00b4934"/></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説明時間の目安：5秒</a:t>
            </a:r>
          </a:p>
          <a:p xmlns:a="http://schemas.openxmlformats.org/drawingml/2006/main">
            <a:r>
              <a:t/>
            </a:r>
          </a:p>
          <a:p xmlns:a="http://schemas.openxmlformats.org/drawingml/2006/main">
            <a:r>
              <a:t>この題目で発表します。</a:t>
            </a:r>
          </a:p>
          <a:p xmlns:a="http://schemas.openxmlformats.org/drawingml/2006/main">
            <a:r>
              <a:t/>
            </a:r>
          </a:p>
          <a:p xmlns:a="http://schemas.openxmlformats.org/drawingml/2006/main">
            <a:r>
              <a:t>出典：</a:t>
            </a:r>
          </a:p>
          <a:p xmlns:a="http://schemas.openxmlformats.org/drawingml/2006/main">
            <a:r>
              <a:t/>
            </a:r>
          </a:p>
          <a:p xmlns:a="http://schemas.openxmlformats.org/drawingml/2006/main">
            <a:r>
              <a:t>補足説明：表紙は題目と発表者・指導教員の情報のみを示す。公開版は個人情報を伏せる。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CPUは、まず実行する命令をメモリから読みます。PCはその番地を保存するレジスタです。0番地からlwを読むと、解読回路が、使うレジスタや読み書きの種類を決めます。この例では次の命令は4番地です。命令メモリとデータメモリを分けた簡単なCPUから説明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single-cycle processor instruction fetch; RVSOC Figure 7.11.</a:t>
            </a:r>
          </a:p>
          <a:p xmlns:a="http://schemas.openxmlformats.org/drawingml/2006/main">
            <a:r>
              <a:t/>
            </a:r>
          </a:p>
          <a:p xmlns:a="http://schemas.openxmlformats.org/drawingml/2006/main">
            <a:r>
              <a:t>補足説明：DDCAの単一サイクルCPUの主要な命令読出し経路を描き直した。PC、命令メモリ、命令の解読、PC+4を示す。メモリの箱内のlwとswは機械語の読みやすい表記であり、CPUが文字列を解釈するという意味ではない。例の二命令はいずれも32ビット、分岐しない場合なので番地を4ずつ増やす。圧縮命令、分岐、例外、リセットと待機制御は省略する。PCの三角はクロック入力。次のlwとswで示す0番地・4番地はデータメモリの番地で、この命令メモリの番地とは区別する。Wallyでは命令とデータが同じDDR3に置かれる場合があるが、それは後のバス接続の図で説明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読み出したlwの動きを見ます。x0は常に0なので、ALUで0足す0を計算し、データの番地0を作ります。その場所にある3を読み、青い帰り道でx1へ保存します。命令は、どの番地を読み、どのレジスタに保存するかを指定してい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Figures 7.8 and 7.12, reduced load datapath.</a:t>
            </a:r>
          </a:p>
          <a:p xmlns:a="http://schemas.openxmlformats.org/drawingml/2006/main">
            <a:r>
              <a:t/>
            </a:r>
          </a:p>
          <a:p xmlns:a="http://schemas.openxmlformats.org/drawingml/2006/main">
            <a:r>
              <a:t>補足説明：命令lw x1,0(x0)を読み出し、解読した後のデータ経路を拡大している。A1=0、A3=1、即値=0、RegWrite=1、MemWrite=0。x0の読出し値は常に0。データメモリ0番地に3が格納済みの説明例である。命令フィールドからレジスタ番号・即値・制御信号への配線は省略する。extendは即値の生成・符号拡張を表す組合せ回路で、保存用レジスタではない。Register Fileはレジスタ群であり単一のフリップフロップとは異なる。三角記号は書込みの基準となるクロック入力を示す。PCと命令読出しは前の図で説明済みのためこの拡大図では表示しない。これはWallyの完全なRTL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続くswでは、同じALUで0足す4を計算し、データの番地4を作ります。保存する3はx1から、別の青い線を通してメモリへ送ります。書込みを許可すると4番地へ保存されます。この、番地と値を渡す動作を、後で描画回路にも使い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store datapath.</a:t>
            </a:r>
          </a:p>
          <a:p xmlns:a="http://schemas.openxmlformats.org/drawingml/2006/main">
            <a:r>
              <a:t/>
            </a:r>
          </a:p>
          <a:p xmlns:a="http://schemas.openxmlformats.org/drawingml/2006/main">
            <a:r>
              <a:t>補足説明：sw x1,4(x0)でrs1=0、rs2=1、S形式の即値=4。RD1=0をALUへ、RD2=3をData MemoryのWDへ渡す。RegWrite=0、MemWrite=1。A3とWD3は保存に使わない。swの[11:7]はrdではなく即値の一部なのでA3を未使用として示す。データメモリのクロックとバイト許可信号は省略する。RegWriteとMemWriteを図では各ブロックのWE3、WEに対応させてい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実際の構成では、命令やデータを大きなDDR3メモリに置きます。CPU内のレジスタやALUを残し、メモリとの間をバスでつなぎます。命令の番地はPCから、データの番地はALUから出ます。バス接続が要求を送り、相手の応答を待ち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Chapters 9–11 and 23.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単一サイクルの説明を、外部メモリへ接続した機能図へ進める。左のCPU箱は命令読出し、整数演算、バス接続をまとめており、Wallyのパイプライン、MMU、キャッシュ、EBUは展開しない。PCとALUからの要求を同時に一本へ短絡するものではなく、実際には命令側・データ側の経路、調停、アドレス変換等を経る。「バス接続」は関連回路をまとめた説明名で、単一のHDLモジュール名ではない。DDR3制御にはAHB/AXI変換、クロック接続、MIG等を含める。青い読出し線はバス側から解読回路へ命令が戻ることを示す。データの読出しの戻り線は複雑化を避けて省略する。DDR3はFPGA外部。全ての命令・データアクセスが必ずバスへ出るという意味ではなく、キャッシュ等の動作をこの説明では省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SDカードにはゲームと描画用のソフトウェアを保存します。Linuxが必要な内容を、SD制御回路を通してDDR3へ読み込みます。その後、CPUはDDR3側から命令を読み出して実行します。RasterIXを操作するソフトウェアも、このCPU上で動くプログラムの一部で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 23. Product revision 261832d48832dd6e26c4971ab8893ce61200688b. console/fpga/src/fpgaTopNexysVideo.sv; console/fpga/src/rasterix.sv; console/fpga/src/rasterix_apb.sv; console/fpga/generator/axiscdc.tcl. console/linux/devicetree/wally-nexysvideo-rasterix.dts; console/src/uncore/uncore.sv; console/examples/rasterix/</a:t>
            </a:r>
          </a:p>
          <a:p xmlns:a="http://schemas.openxmlformats.org/drawingml/2006/main">
            <a:r>
              <a:t/>
            </a:r>
          </a:p>
          <a:p xmlns:a="http://schemas.openxmlformats.org/drawingml/2006/main">
            <a:r>
              <a:t>補足説明：SDカードのプログラムがCPUから直接実行される図ではない。OSとドライバーがSD制御回路を操作し、必要なファイル内容をRAMへ読み込む。右の青い上向き矢印はこの論理的な読み込みを表し、SDとDDR3を直結したDMAの配線ではない。全実行ファイルを必ず最初に一括転送するという意味でもない。ユーザープログラムの実行では、CPUがDDR3内の命令を命令読出し経路から取得する。物理番地はDDR3が0x80000000から512 MiB、SD制御レジスタが0x00013000。SDはspi_apbのsdcインスタンスを用いたSPI接続で、カードをRAMと同じ方法で直接ロード／ストアするのではない。ソフトウェアにはゲームとRasterIX用ライブラリ・接続処理を含む。RasterIXのハードウェア自体はFPGAの構成データに含まれ、ゲーム用のSDファイルからCPUが実行するプログラム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この簡略図に、描画用の接続回路とRasterIXを加えます。実行中の描画ソフトウェアは、描画命令の数値列を作ります。その1語を、CPUのswで描画用の番地へ書きます。番地によってDDR3やSD制御とは別の窓口が選ばれ、APBを通って接続回路へ届き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console/fpga/src/rasterix.sv; console/src/uncore/ahbapbbridge.sv; console/linux/devicetree/wally-nexysvideo-rasterix.dts.</a:t>
            </a:r>
          </a:p>
          <a:p xmlns:a="http://schemas.openxmlformats.org/drawingml/2006/main">
            <a:r>
              <a:t/>
            </a:r>
          </a:p>
          <a:p xmlns:a="http://schemas.openxmlformats.org/drawingml/2006/main">
            <a:r>
              <a:t>補足説明：通常CMD窓口の物理番地は0x10080000で、EXT_IO領域0x10080000〜0x100800ffにある。図のBはCPUがアクセスする仮想番地であり、Linuxではmmap等で得た仮想アドレスを用いる。Bを物理定数そのものとして使うとは限らない。簡略図では番地変換を省略する。Dは描画命令列の一つの32ビット語であり、CPUが実行するRISC-V命令swの機械語とは別の内容。接続回路内にAPBアダプターと非同期FIFOがあり、次の図で拡大する。SD制御と描画用の窓口は、同じAHB/APBブリッジの先にある。図でも一つのAPB変換回路から二つへ分岐させている。RasterIX本体は公式コードを変更せず使う。図はCPUから描画命令を送る経路に限定し、RasterIXのDDR3アクセスと表示経路は10枚目で示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追加した接続回路の中を見ます。正しい窓口への32ビット書込みかを確認し、書く値DをFIFOのデータ入力へつなぎます。同時に、このデータが有効だと知らせます。FIFOから受取可能の信号が返ってきたら、それをAPBの完了信号へ返します。番地の付いた書込みを、値と受取条件へ変換してい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assignments to WordWrite, CommandWrite, CmdValid, CmdData and PREADY; console/fpga/src/rasterix.sv, commandfifo.</a:t>
            </a:r>
          </a:p>
          <a:p xmlns:a="http://schemas.openxmlformats.org/drawingml/2006/main">
            <a:r>
              <a:t/>
            </a:r>
          </a:p>
          <a:p xmlns:a="http://schemas.openxmlformats.org/drawingml/2006/main">
            <a:r>
              <a:t>補足説明：図は通常のCMD窓口0x00へのアラインされた32ビット書込みに限定する。この場合、RV64ではCmdData=PWDATA[31:0]、WordWrite=&amp;PSTRB[3:0]。一般式はCommandWrite=PSEL &amp; PENABLE &amp; PWRITE &amp; WordWrite &amp; (PADDR[7:3]==0)、CmdValid=CommandWrite、CmdData=WriteData。CmdLast=PADDR[2]もFIFOへ送るが、この例は0である。コマンド書込み中はPREADY=CmdReadyで、他のレジスタアクセスではPREADYの意味や選び方が異なる。この接続は主に組合せの条件判定と信号接続で、rasterix_apb内に命令語を保存する独立のレジスタを追加したという説明ではない。命令の保存はFIFOが行う。FIFOはAMDのAXI4-Stream Data FIFO IPで、RasterIX本体も既存実装を利用した。CPUが実行するswという命令と、Dというデータとして送る描画命令の1語は別である。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受取可能が0の間は、値Dと有効信号を保ちます。この間、FIFOには保存されません。有効と受取可能が両方1になったクロックの立上りで、初めて1語を保存します。同じ立上りでAPBの書込みも完了します。何周期待っても、同じ語を何度も保存する仕組みではありません。</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console/src/uncore/ahbapbbridge.sv; console/fpga/src/rasterix.sv; console/fpga/generator/axiscdc.tcl.</a:t>
            </a:r>
          </a:p>
          <a:p xmlns:a="http://schemas.openxmlformats.org/drawingml/2006/main">
            <a:r>
              <a:t/>
            </a:r>
          </a:p>
          <a:p xmlns:a="http://schemas.openxmlformats.org/drawingml/2006/main">
            <a:r>
              <a:t>補足説明：表はCPU側クロックの連続する立上り直前の値を示す説明用の例であり、実測波形ではない。CMD書込みのアクセス相でPSEL=PENABLE=PWRITE=1、対象窓口と32ビットのストローブが正しいことを前提にする。準備相と前後の転送は表に含めない。CmdValidとCmdReadyがともに1の立上りだけ、FIFO入力のハンドシェイクが成立する。この間のPREADYはCmdReadyと等しく、同じ立上りでAPB書込みが完了する。待ちの間はPADDR、PWDATA、制御を安定に保つ。完了後はPENABLEを落とすため、同じAPB転送を次の立上りで再び受け付けない。CmdReadyはFIFO入力が安全に受け取れることを示す信号であり、空き数の単純な組合せ比較と同一とは限らない。100MHz側での読出しやRasterIXによる描画完了は、この20MHz側の受入れより後の別の出来事である。有限の説明例は全実機状況の検証結果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説明時間の目安：20秒</a:t>
            </a:r>
          </a:p>
          <a:p xmlns:a="http://schemas.openxmlformats.org/drawingml/2006/main">
            <a:r>
              <a:t/>
            </a:r>
          </a:p>
          <a:p xmlns:a="http://schemas.openxmlformats.org/drawingml/2006/main">
            <a:r>
              <a:t>FIFOはCPU側で語を保存し、100MHzのRasterIX側へ順に渡します。RasterIXは命令列を処理して画素の色を作り、DDR3へ保存します。表示回路がその画素を読み、HDMI端子へ送ります。FIFOへ1語を渡せたことと、描画が終わったことは別で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console/fpga/src/rasterixdisplay.sv; console/fpga/generator/rasterixmem.tcl; console/linux/devicetree/wally-nexysvideo-rasterix.dts.</a:t>
            </a:r>
          </a:p>
          <a:p xmlns:a="http://schemas.openxmlformats.org/drawingml/2006/main">
            <a:r>
              <a:t/>
            </a:r>
          </a:p>
          <a:p xmlns:a="http://schemas.openxmlformats.org/drawingml/2006/main">
            <a:r>
              <a:t>補足説明：非同期FIFOは、20MHz側と100MHz側がそれぞれのクロックで語を受け渡すための接続。書込みから読出しまでの固定サイクル数はこの図から主張しない。二つのクロックを同じ周波数に変える回路ではない。安全なクロック領域間転送を行う方法はFIFOだけとは限らず、この発表は方式間の性能比較を扱わない。RasterIXにはCPUがソフトウェアで用意した複数語の描画命令列を送る。1語ごとに図形が完成するとは限らない。図は画素データの主な流れを示し、DDR3へのAXI要求・仲裁・戻り値やテクスチャの読出しなどを省く。DDR3には画像2枚を用意し、描画後に表示先を切り替えているが、今回は切替手順の内部を説明対象から外した。画像用領域はLinuxの通常の割当てから予約する。表示回路はRasterIXに含まれるdvi_framebufferを利用し、HDMI端子からDVI形式の映像を出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ここまでの簡略図に対し、実際のWallyには、途中の値を保存するレジスタや、値を選ぶMUXなども入ります。図と同じ回路を、右のようなHDLのコードで記述しています。例えばこのコードは、クロックに合わせて値を保存する回路です。設計ツールが回路をFPGA用の構成データへ変換し、写真のチップに設定し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Figure 7.11, Figure 9.20 and Chapter 23. Product revision 261832d48832dd6e26c4971ab8893ce61200688b. console/fpga/src/fpgaTopNexysVideo.sv; console/fpga/src/rasterix.sv; console/fpga/src/rasterix_apb.sv; console/fpga/generator/axiscdc.tcl. console/src/ieu/datapath.sv; console/src/generic/flop/flopenrc.sv; console/src/lsu/lsu.sv. Digilent, Nexys Video product photograph: https://digilent.com/shop/nexys-video-amd-artix-7-fpga-trainer-board-for-multimedia-applications/ . Board identification: Nexys Video Reference Manual (2020), pp.3-4. Image copyright Digilent.</a:t>
            </a:r>
          </a:p>
          <a:p xmlns:a="http://schemas.openxmlformats.org/drawingml/2006/main">
            <a:r>
              <a:t/>
            </a:r>
          </a:p>
          <a:p xmlns:a="http://schemas.openxmlformats.org/drawingml/2006/main">
            <a:r>
              <a:t>補足説明：Wallyの主要データパスを示す。内部の回路記号と構成はRVSOC図7.3（基本ALU）、7.6（比較器）、7.7（命令解読）、7.19（ハザード）、9.14（AHB/APB）、9.25（EBU）、10.13・10.24（キャッシュ）、11.15（MMU）、20.4（GPIO）、20.11（UART）および製品RTLを基に再構成した。メモリは配列、白い細長い箱はレジスタ、台形は値を選ぶMUXである。MMUはTLBの結果と変換しない番地を選び、物理番地をPMP/PMAで検査する。キャッシュはタグを照合してデータを選ぶ。I-cacheの図にはCPUによる書込みを描いていない。ALUは加減算、シフト、論理演算などの結果を選ぶ。レジスタファイルは記憶配列と書込み先の解読、二つの読出し選択を示し、x0は0として扱う。EBUは命令側とデータ側の要求を選ぶ。AHB/APBブリッジは番地と制御の保存、書込みデータの転送、読出し応答の選択を示す。UARTは送信経路、GPIOは出力経路の代表部分を示す。hazardにはStallD=StallDCause|StallEとFlushE=(~StallE&amp;StallD)|FlushECauseを例示する。複数の信号をまとめた接続線や省略した制御経路がある。全HDL信号、全機能、配置配線後の物理形状を網羅した図ではない。青い塗りは簡略図で説明した機能、青い枠は追加した描画接続を表す。</a:t>
            </a:r>
          </a:p>
          <a:p xmlns:a="http://schemas.openxmlformats.org/drawingml/2006/main">
            <a:r>
              <a:t/>
            </a:r>
          </a:p>
          <a:p xmlns:a="http://schemas.openxmlformats.org/drawingml/2006/main">
            <a:r>
              <a:t>右のコードはflopenrc.svのalways_ff本文で、同期リセットを最優先し、enが1のときだけclearまたはデータdを取り込む。enが0のときは保持する。clearは常時有効な非同期リセットではない。左のRD1EReg、RD2EReg、ImmExtEReg等の段間レジスタに使われている。コード内の0は幅に応じた全ビット0。図からコードを自動生成したという実験ではなく、図とHDLが同じ回路の構造・動作を表す関係を説明している。</a:t>
            </a:r>
          </a:p>
          <a:p xmlns:a="http://schemas.openxmlformats.org/drawingml/2006/main">
            <a:r>
              <a:t/>
            </a:r>
          </a:p>
          <a:p xmlns:a="http://schemas.openxmlformats.org/drawingml/2006/main">
            <a:r>
              <a:t>HDLはCPUでゲームのように逐次実行するものではない。合成と配置配線でLUT、フリップフロップ、BRAM、配線等の構成を決め、ビットストリームをFPGAへ設定する。写真の中央の放熱器の下にArtix-7 FPGAがある。写真はDigilentの製品写真で、本研究で撮影したものではない。ゲーム用ソフトウェアのSD→DDR→CPU実行と、HDL→構成データ→FPGA設定は異なる経路である。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この構成で640掛ける480画素のブロック崩しが動きました。四つの条件で期待画像との一致を確認しました。さらに5分間の自動プレイを記録し、別の試行では30秒の映像を確認しました。現在は自動操作で、専用コントローラーの接続はこれからです。</a:t>
            </a:r>
          </a:p>
          <a:p xmlns:a="http://schemas.openxmlformats.org/drawingml/2006/main">
            <a:r>
              <a:t/>
            </a:r>
          </a:p>
          <a:p xmlns:a="http://schemas.openxmlformats.org/drawingml/2006/main">
            <a:r>
              <a:t>出典：docs/thesis/再現資料/実験記録/E6/fresh-product/qualification/qualification.json; docs/thesis/再現資料/実験記録/E6/report/results/video/validation.json. Photograph: docs/thesis/figs/fifo-study-game.png.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4条件は3種類の描画条件と再起動後の1条件。これらの条件で全画面を期待画像と比較した。5分の記録は300.011秒の自動プレイで、30秒の取得映像とは別試行。動画のフレーム数をゲームFPSとして用いていない。ゲームには描画負荷を軽減する実装を含むが、この案はその最適化の優劣を主張しない。録画の取得経路は実験環境であり、ゲーム機の公開構成と分けている。映像を受信できない場合の条件の特定は残っており、全ての表示機器での互換性を確認したわけではない。専用コントローラーは将来項目で未検証。資料は既存実験E6の結果を示し、新たな実機計測を行った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説明時間の目安：10秒</a:t>
            </a:r>
          </a:p>
          <a:p xmlns:a="http://schemas.openxmlformats.org/drawingml/2006/main">
            <a:r>
              <a:t/>
            </a:r>
          </a:p>
          <a:p xmlns:a="http://schemas.openxmlformats.org/drawingml/2006/main">
            <a:r>
              <a:t>既存の読み書きの仕組みに接続回路を加え、描画命令を渡せるようにしました。Wallyを拡張する学習者に向けた設計例です。次は専用コントローラーで操作できることを確認します。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docs/thesis/再現資料/実験記録/E6/fresh-product/qualification/qualification.json; docs/thesis/再現資料/実験記録/E6/report/results/video/validation.json. Photograph: docs/thesis/figs/fifo-study-game.png.</a:t>
            </a:r>
          </a:p>
          <a:p xmlns:a="http://schemas.openxmlformats.org/drawingml/2006/main">
            <a:r>
              <a:t/>
            </a:r>
          </a:p>
          <a:p xmlns:a="http://schemas.openxmlformats.org/drawingml/2006/main">
            <a:r>
              <a:t>補足説明：学習者向けの拡張例としての利用を想定しているが、教育効果を学習実験で評価したわけではない。CPUやRasterIX本体を新たに設計したという主張ではなく、既存回路間をつなぐアダプタ、メモリ接続、切替制御とソフトウェア側の接続を実装した。専用コントローラーは未実装・未検証であり今後の項目。実機の結果は実験E6に基づ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e22928487f9c49c5"/></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833b263ea8e24e01"/></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072c8762e89b45ca"/></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f10b9db01a844235"/></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dc65ec64b0994e00"/></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d98a48e57e284a5c"/></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7CD689-D75E-45DF-B862-11C74B74759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B02C6D2-AC8C-4029-BB13-8A3283B39FB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9FDE2FC-D2C9-40C5-B1DD-DB5BA24CA88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4310BC-6831-457E-96D3-C215853062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B274E39-5AFC-47AF-AF38-0B5094F74F0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7195A8D-4F9B-4AAC-8726-E45BCC746B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50EF7A-2D17-43FB-8DCE-3349233C83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82B000B-8394-42EA-90F0-5DDE53E0C48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7D554E-44FC-4F9E-86AD-F3D4628EB7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770254-5C74-46A2-9D29-99247E274D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b101cbf477314b4c"/><Relationship Type="http://schemas.openxmlformats.org/officeDocument/2006/relationships/slideLayout" Target="/ppt/slideLayouts/slideLayout1.xml" Id="R9f24a7a184264fb6"/><Relationship Type="http://schemas.openxmlformats.org/officeDocument/2006/relationships/slideLayout" Target="/ppt/slideLayouts/slideLayout2.xml" Id="R86b9893c5b854579"/><Relationship Type="http://schemas.openxmlformats.org/officeDocument/2006/relationships/slideLayout" Target="/ppt/slideLayouts/slideLayout3.xml" Id="R93a86aa4e3f34dbd"/><Relationship Type="http://schemas.openxmlformats.org/officeDocument/2006/relationships/slideLayout" Target="/ppt/slideLayouts/slideLayout4.xml" Id="R798bf80494454cc0"/><Relationship Type="http://schemas.openxmlformats.org/officeDocument/2006/relationships/slideLayout" Target="/ppt/slideLayouts/slideLayout5.xml" Id="R24587e4314124f25"/><Relationship Type="http://schemas.openxmlformats.org/officeDocument/2006/relationships/slideLayout" Target="/ppt/slideLayouts/slideLayout6.xml" Id="R67f78654e8d144ec"/></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f24a7a184264fb6"/>
    <p:sldLayoutId xmlns:r="http://schemas.openxmlformats.org/officeDocument/2006/relationships" id="2147483650" r:id="R86b9893c5b854579"/>
    <p:sldLayoutId xmlns:r="http://schemas.openxmlformats.org/officeDocument/2006/relationships" id="2147483651" r:id="R93a86aa4e3f34dbd"/>
    <p:sldLayoutId xmlns:r="http://schemas.openxmlformats.org/officeDocument/2006/relationships" id="2147483652" r:id="R798bf80494454cc0"/>
    <p:sldLayoutId xmlns:r="http://schemas.openxmlformats.org/officeDocument/2006/relationships" id="2147483653" r:id="R24587e4314124f25"/>
    <p:sldLayoutId xmlns:r="http://schemas.openxmlformats.org/officeDocument/2006/relationships" id="2147483654" r:id="R67f78654e8d144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b22c29f7baaa4275"/><Relationship Type="http://schemas.openxmlformats.org/officeDocument/2006/relationships/notesSlide" Target="/ppt/notesSlides/notesSlide1.xml" Id="R8429c6f779734d87"/></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27d3312ba51b44d3"/><Relationship Type="http://schemas.openxmlformats.org/officeDocument/2006/relationships/notesSlide" Target="/ppt/notesSlides/notesSlide2.xml" Id="Rc5379bae44cb4ea1"/></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0efcba9c6a394b84"/><Relationship Type="http://schemas.openxmlformats.org/officeDocument/2006/relationships/notesSlide" Target="/ppt/notesSlides/notesSlide3.xml" Id="R6b74d6adb6664bf9"/></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bc8db8d6caa84826"/><Relationship Type="http://schemas.openxmlformats.org/officeDocument/2006/relationships/notesSlide" Target="/ppt/notesSlides/notesSlide4.xml" Id="R47dbe4c019b04c67"/></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c0416d2f416e4698"/><Relationship Type="http://schemas.openxmlformats.org/officeDocument/2006/relationships/notesSlide" Target="/ppt/notesSlides/notesSlide5.xml" Id="R70a3bc14854d47e1"/></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9bb99d571aef4218"/><Relationship Type="http://schemas.openxmlformats.org/officeDocument/2006/relationships/notesSlide" Target="/ppt/notesSlides/notesSlide6.xml" Id="R40cf798fa3c84163"/></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84c52c4b2b7a42ed"/><Relationship Type="http://schemas.openxmlformats.org/officeDocument/2006/relationships/notesSlide" Target="/ppt/notesSlides/notesSlide7.xml" Id="Re5bd5f457a86443d"/></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bf93706db1be4340"/><Relationship Type="http://schemas.openxmlformats.org/officeDocument/2006/relationships/notesSlide" Target="/ppt/notesSlides/notesSlide8.xml" Id="R08dc19ac860a4649"/></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b9bb0c3eb40e4e0b"/><Relationship Type="http://schemas.openxmlformats.org/officeDocument/2006/relationships/notesSlide" Target="/ppt/notesSlides/notesSlide9.xml" Id="R229889a8e0f447f4"/></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d12031063cbe42cc"/><Relationship Type="http://schemas.openxmlformats.org/officeDocument/2006/relationships/notesSlide" Target="/ppt/notesSlides/notesSlide10.xml" Id="R2c19e927a68d4641"/></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06a8b46f5f3143d8"/><Relationship Type="http://schemas.openxmlformats.org/officeDocument/2006/relationships/image" Target="/ppt/media/image.png" Id="R32620e17df654919"/><Relationship Type="http://schemas.openxmlformats.org/officeDocument/2006/relationships/notesSlide" Target="/ppt/notesSlides/notesSlide11.xml" Id="R33a1340338de408f"/></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47f993e907294169"/><Relationship Type="http://schemas.openxmlformats.org/officeDocument/2006/relationships/image" Target="/ppt/media/image2.png" Id="R7d4773000e79437f"/><Relationship Type="http://schemas.openxmlformats.org/officeDocument/2006/relationships/notesSlide" Target="/ppt/notesSlides/notesSlide12.xml" Id="R92d40ae31436476f"/></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c591fb446a5e45f5"/><Relationship Type="http://schemas.openxmlformats.org/officeDocument/2006/relationships/notesSlide" Target="/ppt/notesSlides/notesSlide13.xml" Id="Rfc64e5af45c94a1b"/></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FEC39357-51E8-477E-B66E-52453054DE76}"/>
              </a:ext>
            </a:extLst>
          </p:cNvPr>
          <p:cNvSpPr>
            <a:spLocks xmlns:a="http://schemas.openxmlformats.org/drawingml/2006/main" noGrp="1"/>
          </p:cNvSpPr>
          <p:nvPr/>
        </p:nvSpPr>
        <p:spPr>
          <a:xfrm xmlns:a="http://schemas.openxmlformats.org/drawingml/2006/main">
            <a:off x="1000125" y="1762125"/>
            <a:ext cx="1019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600" b="1">
                <a:solidFill>
                  <a:srgbClr val="231F20"/>
                </a:solidFill>
                <a:latin typeface="Yu Gothic"/>
                <a:ea typeface="Yu Gothic"/>
                <a:cs typeface="Yu Gothic"/>
              </a:defRPr>
            </a:defPPr>
            <a:lvl1pPr algn="ctr">
              <a:defRPr sz="3600" b="1">
                <a:solidFill>
                  <a:srgbClr val="231F20"/>
                </a:solidFill>
                <a:latin typeface="Yu Gothic"/>
                <a:ea typeface="Yu Gothic"/>
                <a:cs typeface="Yu Gothic"/>
              </a:defRPr>
            </a:lvl1pPr>
            <a:lvl2pPr algn="ctr">
              <a:defRPr sz="3600" b="1">
                <a:solidFill>
                  <a:srgbClr val="231F20"/>
                </a:solidFill>
                <a:latin typeface="Yu Gothic"/>
                <a:ea typeface="Yu Gothic"/>
                <a:cs typeface="Yu Gothic"/>
              </a:defRPr>
            </a:lvl2pPr>
            <a:lvl3pPr algn="ctr">
              <a:defRPr sz="3600" b="1">
                <a:solidFill>
                  <a:srgbClr val="231F20"/>
                </a:solidFill>
                <a:latin typeface="Yu Gothic"/>
                <a:ea typeface="Yu Gothic"/>
                <a:cs typeface="Yu Gothic"/>
              </a:defRPr>
            </a:lvl3pPr>
            <a:lvl4pPr algn="ctr">
              <a:defRPr sz="3600" b="1">
                <a:solidFill>
                  <a:srgbClr val="231F20"/>
                </a:solidFill>
                <a:latin typeface="Yu Gothic"/>
                <a:ea typeface="Yu Gothic"/>
                <a:cs typeface="Yu Gothic"/>
              </a:defRPr>
            </a:lvl4pPr>
            <a:lvl5pPr algn="ctr">
              <a:defRPr sz="3600" b="1">
                <a:solidFill>
                  <a:srgbClr val="231F20"/>
                </a:solidFill>
                <a:latin typeface="Yu Gothic"/>
                <a:ea typeface="Yu Gothic"/>
                <a:cs typeface="Yu Gothic"/>
              </a:defRPr>
            </a:lvl5pPr>
            <a:lvl6pPr algn="ctr">
              <a:defRPr sz="3600" b="1">
                <a:solidFill>
                  <a:srgbClr val="231F20"/>
                </a:solidFill>
                <a:latin typeface="Yu Gothic"/>
                <a:ea typeface="Yu Gothic"/>
                <a:cs typeface="Yu Gothic"/>
              </a:defRPr>
            </a:lvl6pPr>
            <a:lvl7pPr algn="ctr">
              <a:defRPr sz="3600" b="1">
                <a:solidFill>
                  <a:srgbClr val="231F20"/>
                </a:solidFill>
                <a:latin typeface="Yu Gothic"/>
                <a:ea typeface="Yu Gothic"/>
                <a:cs typeface="Yu Gothic"/>
              </a:defRPr>
            </a:lvl7pPr>
            <a:lvl8pPr algn="ctr">
              <a:defRPr sz="3600" b="1">
                <a:solidFill>
                  <a:srgbClr val="231F20"/>
                </a:solidFill>
                <a:latin typeface="Yu Gothic"/>
                <a:ea typeface="Yu Gothic"/>
                <a:cs typeface="Yu Gothic"/>
              </a:defRPr>
            </a:lvl8pPr>
            <a:lvl9pPr algn="ctr">
              <a:defRPr sz="3600" b="1">
                <a:solidFill>
                  <a:srgbClr val="231F20"/>
                </a:solidFill>
                <a:latin typeface="Yu Gothic"/>
                <a:ea typeface="Yu Gothic"/>
                <a:cs typeface="Yu Gothic"/>
              </a:defRPr>
            </a:lvl9pPr>
          </a:lstStyle>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FPGAを用いた二次元ゲーム機の</a:t>
            </a:r>
          </a:p>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設計と実装</a:t>
            </a:r>
          </a:p>
        </p:txBody>
      </p:sp>
      <p:sp>
        <p:nvSpPr>
          <p:cNvPr id="2" name="wire-2">
            <a:extLst xmlns:a="http://schemas.openxmlformats.org/drawingml/2006/main">
              <a:ext uri="{FF2B5EF4-FFF2-40B4-BE49-F238E27FC236}">
                <a16:creationId xmlns:a16="http://schemas.microsoft.com/office/drawing/2014/main" id="{512F8E03-D485-4D9C-81AA-C7BAE2319654}"/>
              </a:ext>
            </a:extLst>
          </p:cNvPr>
          <p:cNvSpPr>
            <a:spLocks xmlns:a="http://schemas.openxmlformats.org/drawingml/2006/main" noGrp="1"/>
          </p:cNvSpPr>
          <p:nvPr/>
        </p:nvSpPr>
        <p:spPr>
          <a:xfrm xmlns:a="http://schemas.openxmlformats.org/drawingml/2006/main">
            <a:off x="1809750" y="3533775"/>
            <a:ext cx="8572500" cy="9525"/>
          </a:xfrm>
          <a:custGeom xmlns:a="http://schemas.openxmlformats.org/drawingml/2006/main">
            <a:pathLst>
              <a:path w="8572500" h="9525">
                <a:moveTo>
                  <a:pt x="0" y="0"/>
                </a:moveTo>
                <a:lnTo>
                  <a:pt x="8572500" y="0"/>
                </a:lnTo>
              </a:path>
            </a:pathLst>
          </a:custGeom>
          <a:noFill xmlns:a="http://schemas.openxmlformats.org/drawingml/2006/main"/>
          <a:ln xmlns:a="http://schemas.openxmlformats.org/drawingml/2006/main" w="16193">
            <a:solidFill>
              <a:srgbClr val="0078BA"/>
            </a:solidFill>
          </a:ln>
        </p:spPr>
      </p:sp>
      <p:sp>
        <p:nvSpPr>
          <p:cNvPr id="3" name="text-3">
            <a:extLst xmlns:a="http://schemas.openxmlformats.org/drawingml/2006/main">
              <a:ext uri="{FF2B5EF4-FFF2-40B4-BE49-F238E27FC236}">
                <a16:creationId xmlns:a16="http://schemas.microsoft.com/office/drawing/2014/main" id="{B2C96D70-575B-4398-B917-2DCFD7A40583}"/>
              </a:ext>
            </a:extLst>
          </p:cNvPr>
          <p:cNvSpPr>
            <a:spLocks xmlns:a="http://schemas.openxmlformats.org/drawingml/2006/main" noGrp="1"/>
          </p:cNvSpPr>
          <p:nvPr/>
        </p:nvSpPr>
        <p:spPr>
          <a:xfrm xmlns:a="http://schemas.openxmlformats.org/drawingml/2006/main">
            <a:off x="1714500" y="4019550"/>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発表者：非公開</a:t>
            </a:r>
          </a:p>
        </p:txBody>
      </p:sp>
      <p:sp>
        <p:nvSpPr>
          <p:cNvPr id="4" name="text-4">
            <a:extLst xmlns:a="http://schemas.openxmlformats.org/drawingml/2006/main">
              <a:ext uri="{FF2B5EF4-FFF2-40B4-BE49-F238E27FC236}">
                <a16:creationId xmlns:a16="http://schemas.microsoft.com/office/drawing/2014/main" id="{CBD65058-F2BB-4BDC-AC50-AE904C99E59F}"/>
              </a:ext>
            </a:extLst>
          </p:cNvPr>
          <p:cNvSpPr>
            <a:spLocks xmlns:a="http://schemas.openxmlformats.org/drawingml/2006/main" noGrp="1"/>
          </p:cNvSpPr>
          <p:nvPr/>
        </p:nvSpPr>
        <p:spPr>
          <a:xfrm xmlns:a="http://schemas.openxmlformats.org/drawingml/2006/main">
            <a:off x="1714500" y="4600575"/>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指導教員：非公開</a:t>
            </a:r>
          </a:p>
        </p:txBody>
      </p:sp>
    </p:spTree>
    <p:extLst>
      <p:ext uri="{BB962C8B-B14F-4D97-AF65-F5344CB8AC3E}">
        <p14:creationId xmlns:p14="http://schemas.microsoft.com/office/powerpoint/2010/main" val="140757969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text-5">
            <a:extLst xmlns:a="http://schemas.openxmlformats.org/drawingml/2006/main">
              <a:ext uri="{FF2B5EF4-FFF2-40B4-BE49-F238E27FC236}">
                <a16:creationId xmlns:a16="http://schemas.microsoft.com/office/drawing/2014/main" id="{489E1E2B-E01F-40E2-997C-A09572762A2C}"/>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2</a:t>
            </a:r>
          </a:p>
        </p:txBody>
      </p:sp>
      <p:sp>
        <p:nvSpPr>
          <p:cNvPr id="2" name="text-6">
            <a:extLst xmlns:a="http://schemas.openxmlformats.org/drawingml/2006/main">
              <a:ext uri="{FF2B5EF4-FFF2-40B4-BE49-F238E27FC236}">
                <a16:creationId xmlns:a16="http://schemas.microsoft.com/office/drawing/2014/main" id="{7C4D193E-E3AB-4548-A1C4-C73FD448AB24}"/>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命令メモリから、実行する命令を読む</a:t>
            </a:r>
          </a:p>
        </p:txBody>
      </p:sp>
      <p:sp>
        <p:nvSpPr>
          <p:cNvPr id="3" name="text-7">
            <a:extLst xmlns:a="http://schemas.openxmlformats.org/drawingml/2006/main">
              <a:ext uri="{FF2B5EF4-FFF2-40B4-BE49-F238E27FC236}">
                <a16:creationId xmlns:a16="http://schemas.microsoft.com/office/drawing/2014/main" id="{A5390535-8114-41AD-B464-000AB6279278}"/>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2</a:t>
            </a:r>
          </a:p>
        </p:txBody>
      </p:sp>
      <p:sp>
        <p:nvSpPr>
          <p:cNvPr id="4" name="text-8">
            <a:extLst xmlns:a="http://schemas.openxmlformats.org/drawingml/2006/main">
              <a:ext uri="{FF2B5EF4-FFF2-40B4-BE49-F238E27FC236}">
                <a16:creationId xmlns:a16="http://schemas.microsoft.com/office/drawing/2014/main" id="{62CDFAD7-3CEB-4E00-B387-1FAE1DD51D17}"/>
              </a:ext>
            </a:extLst>
          </p:cNvPr>
          <p:cNvSpPr>
            <a:spLocks xmlns:a="http://schemas.openxmlformats.org/drawingml/2006/main" noGrp="1"/>
          </p:cNvSpPr>
          <p:nvPr/>
        </p:nvSpPr>
        <p:spPr>
          <a:xfrm xmlns:a="http://schemas.openxmlformats.org/drawingml/2006/main">
            <a:off x="609600" y="12858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1572C3"/>
                </a:solidFill>
                <a:latin typeface="Yu Gothic"/>
                <a:ea typeface="Yu Gothic"/>
                <a:cs typeface="Yu Gothic"/>
              </a:defRPr>
            </a:defPPr>
            <a:lvl1pPr algn="l">
              <a:defRPr sz="2250" b="1">
                <a:solidFill>
                  <a:srgbClr val="1572C3"/>
                </a:solidFill>
                <a:latin typeface="Yu Gothic"/>
                <a:ea typeface="Yu Gothic"/>
                <a:cs typeface="Yu Gothic"/>
              </a:defRPr>
            </a:lvl1pPr>
            <a:lvl2pPr algn="l">
              <a:defRPr sz="2250" b="1">
                <a:solidFill>
                  <a:srgbClr val="1572C3"/>
                </a:solidFill>
                <a:latin typeface="Yu Gothic"/>
                <a:ea typeface="Yu Gothic"/>
                <a:cs typeface="Yu Gothic"/>
              </a:defRPr>
            </a:lvl2pPr>
            <a:lvl3pPr algn="l">
              <a:defRPr sz="2250" b="1">
                <a:solidFill>
                  <a:srgbClr val="1572C3"/>
                </a:solidFill>
                <a:latin typeface="Yu Gothic"/>
                <a:ea typeface="Yu Gothic"/>
                <a:cs typeface="Yu Gothic"/>
              </a:defRPr>
            </a:lvl3pPr>
            <a:lvl4pPr algn="l">
              <a:defRPr sz="2250" b="1">
                <a:solidFill>
                  <a:srgbClr val="1572C3"/>
                </a:solidFill>
                <a:latin typeface="Yu Gothic"/>
                <a:ea typeface="Yu Gothic"/>
                <a:cs typeface="Yu Gothic"/>
              </a:defRPr>
            </a:lvl4pPr>
            <a:lvl5pPr algn="l">
              <a:defRPr sz="2250" b="1">
                <a:solidFill>
                  <a:srgbClr val="1572C3"/>
                </a:solidFill>
                <a:latin typeface="Yu Gothic"/>
                <a:ea typeface="Yu Gothic"/>
                <a:cs typeface="Yu Gothic"/>
              </a:defRPr>
            </a:lvl5pPr>
            <a:lvl6pPr algn="l">
              <a:defRPr sz="2250" b="1">
                <a:solidFill>
                  <a:srgbClr val="1572C3"/>
                </a:solidFill>
                <a:latin typeface="Yu Gothic"/>
                <a:ea typeface="Yu Gothic"/>
                <a:cs typeface="Yu Gothic"/>
              </a:defRPr>
            </a:lvl6pPr>
            <a:lvl7pPr algn="l">
              <a:defRPr sz="2250" b="1">
                <a:solidFill>
                  <a:srgbClr val="1572C3"/>
                </a:solidFill>
                <a:latin typeface="Yu Gothic"/>
                <a:ea typeface="Yu Gothic"/>
                <a:cs typeface="Yu Gothic"/>
              </a:defRPr>
            </a:lvl7pPr>
            <a:lvl8pPr algn="l">
              <a:defRPr sz="2250" b="1">
                <a:solidFill>
                  <a:srgbClr val="1572C3"/>
                </a:solidFill>
                <a:latin typeface="Yu Gothic"/>
                <a:ea typeface="Yu Gothic"/>
                <a:cs typeface="Yu Gothic"/>
              </a:defRPr>
            </a:lvl8pPr>
            <a:lvl9pPr algn="l">
              <a:defRPr sz="2250" b="1">
                <a:solidFill>
                  <a:srgbClr val="1572C3"/>
                </a:solidFill>
                <a:latin typeface="Yu Gothic"/>
                <a:ea typeface="Yu Gothic"/>
                <a:cs typeface="Yu Gothic"/>
              </a:defRPr>
            </a:lvl9pPr>
          </a:lstStyle>
          <a:p xmlns:a="http://schemas.openxmlformats.org/drawingml/2006/main">
            <a:pPr algn="l">
              <a:defRPr sz="2250" b="1">
                <a:solidFill>
                  <a:srgbClr val="1572C3"/>
                </a:solidFill>
                <a:latin typeface="Yu Gothic"/>
                <a:ea typeface="Yu Gothic"/>
                <a:cs typeface="Yu Gothic"/>
              </a:defRPr>
            </a:pPr>
            <a:r>
              <a:rPr sz="2250" b="1">
                <a:solidFill>
                  <a:srgbClr val="1572C3"/>
                </a:solidFill>
                <a:latin typeface="Yu Gothic"/>
                <a:ea typeface="Yu Gothic"/>
                <a:cs typeface="Yu Gothic"/>
              </a:rPr>
              <a:t>CPUは、命令の番地を指定して、実行する命令を読む</a:t>
            </a:r>
          </a:p>
        </p:txBody>
      </p:sp>
      <p:sp>
        <p:nvSpPr>
          <p:cNvPr id="5" name="block-9">
            <a:extLst xmlns:a="http://schemas.openxmlformats.org/drawingml/2006/main">
              <a:ext uri="{FF2B5EF4-FFF2-40B4-BE49-F238E27FC236}">
                <a16:creationId xmlns:a16="http://schemas.microsoft.com/office/drawing/2014/main" id="{43C2C885-405F-40B5-9480-E4346A678E0C}"/>
              </a:ext>
            </a:extLst>
          </p:cNvPr>
          <p:cNvSpPr>
            <a:spLocks xmlns:a="http://schemas.openxmlformats.org/drawingml/2006/main" noGrp="1"/>
          </p:cNvSpPr>
          <p:nvPr/>
        </p:nvSpPr>
        <p:spPr>
          <a:xfrm xmlns:a="http://schemas.openxmlformats.org/drawingml/2006/main">
            <a:off x="1200150" y="3162300"/>
            <a:ext cx="457200" cy="1381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10">
            <a:extLst xmlns:a="http://schemas.openxmlformats.org/drawingml/2006/main">
              <a:ext uri="{FF2B5EF4-FFF2-40B4-BE49-F238E27FC236}">
                <a16:creationId xmlns:a16="http://schemas.microsoft.com/office/drawing/2014/main" id="{83C8FE00-8613-453B-83D4-B0B07A303580}"/>
              </a:ext>
            </a:extLst>
          </p:cNvPr>
          <p:cNvSpPr>
            <a:spLocks xmlns:a="http://schemas.openxmlformats.org/drawingml/2006/main" noGrp="1"/>
          </p:cNvSpPr>
          <p:nvPr/>
        </p:nvSpPr>
        <p:spPr>
          <a:xfrm xmlns:a="http://schemas.openxmlformats.org/drawingml/2006/main">
            <a:off x="1009650" y="4610100"/>
            <a:ext cx="838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PC</a:t>
            </a:r>
          </a:p>
        </p:txBody>
      </p:sp>
      <p:sp>
        <p:nvSpPr>
          <p:cNvPr id="7" name="text-11">
            <a:extLst xmlns:a="http://schemas.openxmlformats.org/drawingml/2006/main">
              <a:ext uri="{FF2B5EF4-FFF2-40B4-BE49-F238E27FC236}">
                <a16:creationId xmlns:a16="http://schemas.microsoft.com/office/drawing/2014/main" id="{F7702176-D025-453D-B4A3-63BE4E987DF8}"/>
              </a:ext>
            </a:extLst>
          </p:cNvPr>
          <p:cNvSpPr>
            <a:spLocks xmlns:a="http://schemas.openxmlformats.org/drawingml/2006/main" noGrp="1"/>
          </p:cNvSpPr>
          <p:nvPr/>
        </p:nvSpPr>
        <p:spPr>
          <a:xfrm xmlns:a="http://schemas.openxmlformats.org/drawingml/2006/main">
            <a:off x="1238250" y="3676650"/>
            <a:ext cx="171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D</a:t>
            </a:r>
          </a:p>
        </p:txBody>
      </p:sp>
      <p:sp>
        <p:nvSpPr>
          <p:cNvPr id="8" name="text-12">
            <a:extLst xmlns:a="http://schemas.openxmlformats.org/drawingml/2006/main">
              <a:ext uri="{FF2B5EF4-FFF2-40B4-BE49-F238E27FC236}">
                <a16:creationId xmlns:a16="http://schemas.microsoft.com/office/drawing/2014/main" id="{81D029BB-8571-4E59-A5EB-EE04F39339B9}"/>
              </a:ext>
            </a:extLst>
          </p:cNvPr>
          <p:cNvSpPr>
            <a:spLocks xmlns:a="http://schemas.openxmlformats.org/drawingml/2006/main" noGrp="1"/>
          </p:cNvSpPr>
          <p:nvPr/>
        </p:nvSpPr>
        <p:spPr>
          <a:xfrm xmlns:a="http://schemas.openxmlformats.org/drawingml/2006/main">
            <a:off x="1438275" y="3676650"/>
            <a:ext cx="171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Q</a:t>
            </a:r>
          </a:p>
        </p:txBody>
      </p:sp>
      <p:sp>
        <p:nvSpPr>
          <p:cNvPr id="9" name="circuit-13">
            <a:extLst xmlns:a="http://schemas.openxmlformats.org/drawingml/2006/main">
              <a:ext uri="{FF2B5EF4-FFF2-40B4-BE49-F238E27FC236}">
                <a16:creationId xmlns:a16="http://schemas.microsoft.com/office/drawing/2014/main" id="{5A682941-FB09-4DB6-BABF-13A77C325738}"/>
              </a:ext>
            </a:extLst>
          </p:cNvPr>
          <p:cNvSpPr>
            <a:spLocks xmlns:a="http://schemas.openxmlformats.org/drawingml/2006/main" noGrp="1"/>
          </p:cNvSpPr>
          <p:nvPr/>
        </p:nvSpPr>
        <p:spPr>
          <a:xfrm xmlns:a="http://schemas.openxmlformats.org/drawingml/2006/main">
            <a:off x="1323975" y="3162300"/>
            <a:ext cx="209550" cy="123825"/>
          </a:xfrm>
          <a:custGeom xmlns:a="http://schemas.openxmlformats.org/drawingml/2006/main">
            <a:pathLst>
              <a:path w="209550" h="123825">
                <a:moveTo>
                  <a:pt x="0" y="0"/>
                </a:moveTo>
                <a:lnTo>
                  <a:pt x="104775" y="123825"/>
                </a:lnTo>
                <a:lnTo>
                  <a:pt x="209550" y="0"/>
                </a:lnTo>
                <a:close/>
              </a:path>
            </a:pathLst>
          </a:custGeom>
          <a:noFill xmlns:a="http://schemas.openxmlformats.org/drawingml/2006/main"/>
          <a:ln xmlns:a="http://schemas.openxmlformats.org/drawingml/2006/main" w="20955">
            <a:solidFill>
              <a:srgbClr val="231F20"/>
            </a:solidFill>
          </a:ln>
        </p:spPr>
      </p:sp>
      <p:sp>
        <p:nvSpPr>
          <p:cNvPr id="10" name="wire-14">
            <a:extLst xmlns:a="http://schemas.openxmlformats.org/drawingml/2006/main">
              <a:ext uri="{FF2B5EF4-FFF2-40B4-BE49-F238E27FC236}">
                <a16:creationId xmlns:a16="http://schemas.microsoft.com/office/drawing/2014/main" id="{A98B624E-4624-4DE4-B863-410195EF9470}"/>
              </a:ext>
            </a:extLst>
          </p:cNvPr>
          <p:cNvSpPr>
            <a:spLocks xmlns:a="http://schemas.openxmlformats.org/drawingml/2006/main" noGrp="1"/>
          </p:cNvSpPr>
          <p:nvPr/>
        </p:nvSpPr>
        <p:spPr>
          <a:xfrm xmlns:a="http://schemas.openxmlformats.org/drawingml/2006/main">
            <a:off x="1428750" y="2895600"/>
            <a:ext cx="9525" cy="266700"/>
          </a:xfrm>
          <a:custGeom xmlns:a="http://schemas.openxmlformats.org/drawingml/2006/main">
            <a:pathLst>
              <a:path w="9525" h="266700">
                <a:moveTo>
                  <a:pt x="0" y="0"/>
                </a:moveTo>
                <a:lnTo>
                  <a:pt x="0" y="266700"/>
                </a:lnTo>
              </a:path>
            </a:pathLst>
          </a:custGeom>
          <a:noFill xmlns:a="http://schemas.openxmlformats.org/drawingml/2006/main"/>
          <a:ln xmlns:a="http://schemas.openxmlformats.org/drawingml/2006/main" w="12383">
            <a:solidFill>
              <a:srgbClr val="231F20"/>
            </a:solidFill>
          </a:ln>
        </p:spPr>
      </p:sp>
      <p:sp>
        <p:nvSpPr>
          <p:cNvPr id="11" name="text-15">
            <a:extLst xmlns:a="http://schemas.openxmlformats.org/drawingml/2006/main">
              <a:ext uri="{FF2B5EF4-FFF2-40B4-BE49-F238E27FC236}">
                <a16:creationId xmlns:a16="http://schemas.microsoft.com/office/drawing/2014/main" id="{5DA583BB-BE16-4D77-B6E0-6F6EBC071C45}"/>
              </a:ext>
            </a:extLst>
          </p:cNvPr>
          <p:cNvSpPr>
            <a:spLocks xmlns:a="http://schemas.openxmlformats.org/drawingml/2006/main" noGrp="1"/>
          </p:cNvSpPr>
          <p:nvPr/>
        </p:nvSpPr>
        <p:spPr>
          <a:xfrm xmlns:a="http://schemas.openxmlformats.org/drawingml/2006/main">
            <a:off x="1228725" y="260032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Arial"/>
                <a:ea typeface="Arial"/>
                <a:cs typeface="Arial"/>
              </a:defRPr>
            </a:defPPr>
            <a:lvl1pPr algn="ctr">
              <a:defRPr sz="1500" b="0">
                <a:solidFill>
                  <a:srgbClr val="231F20"/>
                </a:solidFill>
                <a:latin typeface="Arial"/>
                <a:ea typeface="Arial"/>
                <a:cs typeface="Arial"/>
              </a:defRPr>
            </a:lvl1pPr>
            <a:lvl2pPr algn="ctr">
              <a:defRPr sz="1500" b="0">
                <a:solidFill>
                  <a:srgbClr val="231F20"/>
                </a:solidFill>
                <a:latin typeface="Arial"/>
                <a:ea typeface="Arial"/>
                <a:cs typeface="Arial"/>
              </a:defRPr>
            </a:lvl2pPr>
            <a:lvl3pPr algn="ctr">
              <a:defRPr sz="1500" b="0">
                <a:solidFill>
                  <a:srgbClr val="231F20"/>
                </a:solidFill>
                <a:latin typeface="Arial"/>
                <a:ea typeface="Arial"/>
                <a:cs typeface="Arial"/>
              </a:defRPr>
            </a:lvl3pPr>
            <a:lvl4pPr algn="ctr">
              <a:defRPr sz="1500" b="0">
                <a:solidFill>
                  <a:srgbClr val="231F20"/>
                </a:solidFill>
                <a:latin typeface="Arial"/>
                <a:ea typeface="Arial"/>
                <a:cs typeface="Arial"/>
              </a:defRPr>
            </a:lvl4pPr>
            <a:lvl5pPr algn="ctr">
              <a:defRPr sz="1500" b="0">
                <a:solidFill>
                  <a:srgbClr val="231F20"/>
                </a:solidFill>
                <a:latin typeface="Arial"/>
                <a:ea typeface="Arial"/>
                <a:cs typeface="Arial"/>
              </a:defRPr>
            </a:lvl5pPr>
            <a:lvl6pPr algn="ctr">
              <a:defRPr sz="1500" b="0">
                <a:solidFill>
                  <a:srgbClr val="231F20"/>
                </a:solidFill>
                <a:latin typeface="Arial"/>
                <a:ea typeface="Arial"/>
                <a:cs typeface="Arial"/>
              </a:defRPr>
            </a:lvl6pPr>
            <a:lvl7pPr algn="ctr">
              <a:defRPr sz="1500" b="0">
                <a:solidFill>
                  <a:srgbClr val="231F20"/>
                </a:solidFill>
                <a:latin typeface="Arial"/>
                <a:ea typeface="Arial"/>
                <a:cs typeface="Arial"/>
              </a:defRPr>
            </a:lvl7pPr>
            <a:lvl8pPr algn="ctr">
              <a:defRPr sz="1500" b="0">
                <a:solidFill>
                  <a:srgbClr val="231F20"/>
                </a:solidFill>
                <a:latin typeface="Arial"/>
                <a:ea typeface="Arial"/>
                <a:cs typeface="Arial"/>
              </a:defRPr>
            </a:lvl8pPr>
            <a:lvl9pPr algn="ctr">
              <a:defRPr sz="1500" b="0">
                <a:solidFill>
                  <a:srgbClr val="231F20"/>
                </a:solidFill>
                <a:latin typeface="Arial"/>
                <a:ea typeface="Arial"/>
                <a:cs typeface="Arial"/>
              </a:defRPr>
            </a:lvl9pPr>
          </a:lstStyle>
          <a:p xmlns:a="http://schemas.openxmlformats.org/drawingml/2006/main">
            <a:pPr algn="ctr">
              <a:defRPr sz="1500" b="0">
                <a:solidFill>
                  <a:srgbClr val="231F20"/>
                </a:solidFill>
                <a:latin typeface="Arial"/>
                <a:ea typeface="Arial"/>
                <a:cs typeface="Arial"/>
              </a:defRPr>
            </a:pPr>
            <a:r>
              <a:rPr sz="1500" b="0">
                <a:solidFill>
                  <a:srgbClr val="231F20"/>
                </a:solidFill>
                <a:latin typeface="Arial"/>
                <a:ea typeface="Arial"/>
                <a:cs typeface="Arial"/>
              </a:rPr>
              <a:t>clk</a:t>
            </a:r>
          </a:p>
        </p:txBody>
      </p:sp>
      <p:sp>
        <p:nvSpPr>
          <p:cNvPr id="12" name="wire-16">
            <a:extLst xmlns:a="http://schemas.openxmlformats.org/drawingml/2006/main">
              <a:ext uri="{FF2B5EF4-FFF2-40B4-BE49-F238E27FC236}">
                <a16:creationId xmlns:a16="http://schemas.microsoft.com/office/drawing/2014/main" id="{DDF6F5D8-B43D-48A0-8995-EA2026427DCD}"/>
              </a:ext>
            </a:extLst>
          </p:cNvPr>
          <p:cNvSpPr>
            <a:spLocks xmlns:a="http://schemas.openxmlformats.org/drawingml/2006/main" noGrp="1"/>
          </p:cNvSpPr>
          <p:nvPr/>
        </p:nvSpPr>
        <p:spPr>
          <a:xfrm xmlns:a="http://schemas.openxmlformats.org/drawingml/2006/main">
            <a:off x="1657350" y="3838575"/>
            <a:ext cx="1504950" cy="9525"/>
          </a:xfrm>
          <a:custGeom xmlns:a="http://schemas.openxmlformats.org/drawingml/2006/main">
            <a:pathLst>
              <a:path w="1504950" h="9525">
                <a:moveTo>
                  <a:pt x="0" y="0"/>
                </a:moveTo>
                <a:lnTo>
                  <a:pt x="1504950" y="0"/>
                </a:lnTo>
              </a:path>
            </a:pathLst>
          </a:custGeom>
          <a:noFill xmlns:a="http://schemas.openxmlformats.org/drawingml/2006/main"/>
          <a:ln xmlns:a="http://schemas.openxmlformats.org/drawingml/2006/main" w="28575">
            <a:solidFill>
              <a:srgbClr val="1572C3"/>
            </a:solidFill>
          </a:ln>
        </p:spPr>
      </p:sp>
      <p:sp>
        <p:nvSpPr>
          <p:cNvPr id="13" name="circuit-17">
            <a:extLst xmlns:a="http://schemas.openxmlformats.org/drawingml/2006/main">
              <a:ext uri="{FF2B5EF4-FFF2-40B4-BE49-F238E27FC236}">
                <a16:creationId xmlns:a16="http://schemas.microsoft.com/office/drawing/2014/main" id="{03E3EC78-687A-4D26-8263-EB6F74E26916}"/>
              </a:ext>
            </a:extLst>
          </p:cNvPr>
          <p:cNvSpPr>
            <a:spLocks xmlns:a="http://schemas.openxmlformats.org/drawingml/2006/main" noGrp="1"/>
          </p:cNvSpPr>
          <p:nvPr/>
        </p:nvSpPr>
        <p:spPr>
          <a:xfrm xmlns:a="http://schemas.openxmlformats.org/drawingml/2006/main">
            <a:off x="308610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 name="text-18">
            <a:extLst xmlns:a="http://schemas.openxmlformats.org/drawingml/2006/main">
              <a:ext uri="{FF2B5EF4-FFF2-40B4-BE49-F238E27FC236}">
                <a16:creationId xmlns:a16="http://schemas.microsoft.com/office/drawing/2014/main" id="{5FF710EA-B468-4316-B15F-B26BAB41DC78}"/>
              </a:ext>
            </a:extLst>
          </p:cNvPr>
          <p:cNvSpPr>
            <a:spLocks xmlns:a="http://schemas.openxmlformats.org/drawingml/2006/main" noGrp="1"/>
          </p:cNvSpPr>
          <p:nvPr/>
        </p:nvSpPr>
        <p:spPr>
          <a:xfrm xmlns:a="http://schemas.openxmlformats.org/drawingml/2006/main">
            <a:off x="1971675" y="3429000"/>
            <a:ext cx="10382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Yu Gothic"/>
                <a:ea typeface="Yu Gothic"/>
                <a:cs typeface="Yu Gothic"/>
              </a:defRPr>
            </a:defPPr>
            <a:lvl1pPr algn="ctr">
              <a:defRPr sz="1875" b="1">
                <a:solidFill>
                  <a:srgbClr val="1572C3"/>
                </a:solidFill>
                <a:latin typeface="Yu Gothic"/>
                <a:ea typeface="Yu Gothic"/>
                <a:cs typeface="Yu Gothic"/>
              </a:defRPr>
            </a:lvl1pPr>
            <a:lvl2pPr algn="ctr">
              <a:defRPr sz="1875" b="1">
                <a:solidFill>
                  <a:srgbClr val="1572C3"/>
                </a:solidFill>
                <a:latin typeface="Yu Gothic"/>
                <a:ea typeface="Yu Gothic"/>
                <a:cs typeface="Yu Gothic"/>
              </a:defRPr>
            </a:lvl2pPr>
            <a:lvl3pPr algn="ctr">
              <a:defRPr sz="1875" b="1">
                <a:solidFill>
                  <a:srgbClr val="1572C3"/>
                </a:solidFill>
                <a:latin typeface="Yu Gothic"/>
                <a:ea typeface="Yu Gothic"/>
                <a:cs typeface="Yu Gothic"/>
              </a:defRPr>
            </a:lvl3pPr>
            <a:lvl4pPr algn="ctr">
              <a:defRPr sz="1875" b="1">
                <a:solidFill>
                  <a:srgbClr val="1572C3"/>
                </a:solidFill>
                <a:latin typeface="Yu Gothic"/>
                <a:ea typeface="Yu Gothic"/>
                <a:cs typeface="Yu Gothic"/>
              </a:defRPr>
            </a:lvl4pPr>
            <a:lvl5pPr algn="ctr">
              <a:defRPr sz="1875" b="1">
                <a:solidFill>
                  <a:srgbClr val="1572C3"/>
                </a:solidFill>
                <a:latin typeface="Yu Gothic"/>
                <a:ea typeface="Yu Gothic"/>
                <a:cs typeface="Yu Gothic"/>
              </a:defRPr>
            </a:lvl5pPr>
            <a:lvl6pPr algn="ctr">
              <a:defRPr sz="1875" b="1">
                <a:solidFill>
                  <a:srgbClr val="1572C3"/>
                </a:solidFill>
                <a:latin typeface="Yu Gothic"/>
                <a:ea typeface="Yu Gothic"/>
                <a:cs typeface="Yu Gothic"/>
              </a:defRPr>
            </a:lvl6pPr>
            <a:lvl7pPr algn="ctr">
              <a:defRPr sz="1875" b="1">
                <a:solidFill>
                  <a:srgbClr val="1572C3"/>
                </a:solidFill>
                <a:latin typeface="Yu Gothic"/>
                <a:ea typeface="Yu Gothic"/>
                <a:cs typeface="Yu Gothic"/>
              </a:defRPr>
            </a:lvl7pPr>
            <a:lvl8pPr algn="ctr">
              <a:defRPr sz="1875" b="1">
                <a:solidFill>
                  <a:srgbClr val="1572C3"/>
                </a:solidFill>
                <a:latin typeface="Yu Gothic"/>
                <a:ea typeface="Yu Gothic"/>
                <a:cs typeface="Yu Gothic"/>
              </a:defRPr>
            </a:lvl8pPr>
            <a:lvl9pPr algn="ctr">
              <a:defRPr sz="1875" b="1">
                <a:solidFill>
                  <a:srgbClr val="1572C3"/>
                </a:solidFill>
                <a:latin typeface="Yu Gothic"/>
                <a:ea typeface="Yu Gothic"/>
                <a:cs typeface="Yu Gothic"/>
              </a:defRPr>
            </a:lvl9pPr>
          </a:lstStyle>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番地 0</a:t>
            </a:r>
          </a:p>
        </p:txBody>
      </p:sp>
      <p:sp>
        <p:nvSpPr>
          <p:cNvPr id="15" name="block-19">
            <a:extLst xmlns:a="http://schemas.openxmlformats.org/drawingml/2006/main">
              <a:ext uri="{FF2B5EF4-FFF2-40B4-BE49-F238E27FC236}">
                <a16:creationId xmlns:a16="http://schemas.microsoft.com/office/drawing/2014/main" id="{28DCAD8D-9596-4E72-917F-96F73A5B678B}"/>
              </a:ext>
            </a:extLst>
          </p:cNvPr>
          <p:cNvSpPr>
            <a:spLocks xmlns:a="http://schemas.openxmlformats.org/drawingml/2006/main" noGrp="1"/>
          </p:cNvSpPr>
          <p:nvPr/>
        </p:nvSpPr>
        <p:spPr>
          <a:xfrm xmlns:a="http://schemas.openxmlformats.org/drawingml/2006/main">
            <a:off x="3162300" y="2771775"/>
            <a:ext cx="3219450" cy="2266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6" name="text-20">
            <a:extLst xmlns:a="http://schemas.openxmlformats.org/drawingml/2006/main">
              <a:ext uri="{FF2B5EF4-FFF2-40B4-BE49-F238E27FC236}">
                <a16:creationId xmlns:a16="http://schemas.microsoft.com/office/drawing/2014/main" id="{E06579A0-349B-4D99-8AC5-6C4F09DDCFE8}"/>
              </a:ext>
            </a:extLst>
          </p:cNvPr>
          <p:cNvSpPr>
            <a:spLocks xmlns:a="http://schemas.openxmlformats.org/drawingml/2006/main" noGrp="1"/>
          </p:cNvSpPr>
          <p:nvPr/>
        </p:nvSpPr>
        <p:spPr>
          <a:xfrm xmlns:a="http://schemas.openxmlformats.org/drawingml/2006/main">
            <a:off x="3495675" y="2886075"/>
            <a:ext cx="2552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Yu Gothic"/>
                <a:ea typeface="Yu Gothic"/>
                <a:cs typeface="Yu Gothic"/>
              </a:defRPr>
            </a:defPPr>
            <a:lvl1pPr algn="ctr">
              <a:defRPr sz="2250" b="1">
                <a:solidFill>
                  <a:srgbClr val="231F20"/>
                </a:solidFill>
                <a:latin typeface="Yu Gothic"/>
                <a:ea typeface="Yu Gothic"/>
                <a:cs typeface="Yu Gothic"/>
              </a:defRPr>
            </a:lvl1pPr>
            <a:lvl2pPr algn="ctr">
              <a:defRPr sz="2250" b="1">
                <a:solidFill>
                  <a:srgbClr val="231F20"/>
                </a:solidFill>
                <a:latin typeface="Yu Gothic"/>
                <a:ea typeface="Yu Gothic"/>
                <a:cs typeface="Yu Gothic"/>
              </a:defRPr>
            </a:lvl2pPr>
            <a:lvl3pPr algn="ctr">
              <a:defRPr sz="2250" b="1">
                <a:solidFill>
                  <a:srgbClr val="231F20"/>
                </a:solidFill>
                <a:latin typeface="Yu Gothic"/>
                <a:ea typeface="Yu Gothic"/>
                <a:cs typeface="Yu Gothic"/>
              </a:defRPr>
            </a:lvl3pPr>
            <a:lvl4pPr algn="ctr">
              <a:defRPr sz="2250" b="1">
                <a:solidFill>
                  <a:srgbClr val="231F20"/>
                </a:solidFill>
                <a:latin typeface="Yu Gothic"/>
                <a:ea typeface="Yu Gothic"/>
                <a:cs typeface="Yu Gothic"/>
              </a:defRPr>
            </a:lvl4pPr>
            <a:lvl5pPr algn="ctr">
              <a:defRPr sz="2250" b="1">
                <a:solidFill>
                  <a:srgbClr val="231F20"/>
                </a:solidFill>
                <a:latin typeface="Yu Gothic"/>
                <a:ea typeface="Yu Gothic"/>
                <a:cs typeface="Yu Gothic"/>
              </a:defRPr>
            </a:lvl5pPr>
            <a:lvl6pPr algn="ctr">
              <a:defRPr sz="2250" b="1">
                <a:solidFill>
                  <a:srgbClr val="231F20"/>
                </a:solidFill>
                <a:latin typeface="Yu Gothic"/>
                <a:ea typeface="Yu Gothic"/>
                <a:cs typeface="Yu Gothic"/>
              </a:defRPr>
            </a:lvl6pPr>
            <a:lvl7pPr algn="ctr">
              <a:defRPr sz="2250" b="1">
                <a:solidFill>
                  <a:srgbClr val="231F20"/>
                </a:solidFill>
                <a:latin typeface="Yu Gothic"/>
                <a:ea typeface="Yu Gothic"/>
                <a:cs typeface="Yu Gothic"/>
              </a:defRPr>
            </a:lvl7pPr>
            <a:lvl8pPr algn="ctr">
              <a:defRPr sz="2250" b="1">
                <a:solidFill>
                  <a:srgbClr val="231F20"/>
                </a:solidFill>
                <a:latin typeface="Yu Gothic"/>
                <a:ea typeface="Yu Gothic"/>
                <a:cs typeface="Yu Gothic"/>
              </a:defRPr>
            </a:lvl8pPr>
            <a:lvl9pPr algn="ctr">
              <a:defRPr sz="2250" b="1">
                <a:solidFill>
                  <a:srgbClr val="231F20"/>
                </a:solidFill>
                <a:latin typeface="Yu Gothic"/>
                <a:ea typeface="Yu Gothic"/>
                <a:cs typeface="Yu Gothic"/>
              </a:defRPr>
            </a:lvl9pPr>
          </a:lstStyle>
          <a:p xmlns:a="http://schemas.openxmlformats.org/drawingml/2006/main">
            <a:pPr algn="ctr">
              <a:defRPr sz="2250" b="1">
                <a:solidFill>
                  <a:srgbClr val="231F20"/>
                </a:solidFill>
                <a:latin typeface="Yu Gothic"/>
                <a:ea typeface="Yu Gothic"/>
                <a:cs typeface="Yu Gothic"/>
              </a:defRPr>
            </a:pPr>
            <a:r>
              <a:rPr sz="2250" b="1">
                <a:solidFill>
                  <a:srgbClr val="231F20"/>
                </a:solidFill>
                <a:latin typeface="Yu Gothic"/>
                <a:ea typeface="Yu Gothic"/>
                <a:cs typeface="Yu Gothic"/>
              </a:rPr>
              <a:t>命令メモリ</a:t>
            </a:r>
          </a:p>
        </p:txBody>
      </p:sp>
      <p:sp>
        <p:nvSpPr>
          <p:cNvPr id="17" name="text-21">
            <a:extLst xmlns:a="http://schemas.openxmlformats.org/drawingml/2006/main">
              <a:ext uri="{FF2B5EF4-FFF2-40B4-BE49-F238E27FC236}">
                <a16:creationId xmlns:a16="http://schemas.microsoft.com/office/drawing/2014/main" id="{2244EDB8-13A0-4CF0-BE64-75BFCB3E24FA}"/>
              </a:ext>
            </a:extLst>
          </p:cNvPr>
          <p:cNvSpPr>
            <a:spLocks xmlns:a="http://schemas.openxmlformats.org/drawingml/2006/main" noGrp="1"/>
          </p:cNvSpPr>
          <p:nvPr/>
        </p:nvSpPr>
        <p:spPr>
          <a:xfrm xmlns:a="http://schemas.openxmlformats.org/drawingml/2006/main">
            <a:off x="3257550" y="368617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Arial"/>
                <a:ea typeface="Arial"/>
                <a:cs typeface="Arial"/>
              </a:defRPr>
            </a:defPPr>
            <a:lvl1pPr algn="l">
              <a:defRPr sz="1650" b="0">
                <a:solidFill>
                  <a:srgbClr val="231F20"/>
                </a:solidFill>
                <a:latin typeface="Arial"/>
                <a:ea typeface="Arial"/>
                <a:cs typeface="Arial"/>
              </a:defRPr>
            </a:lvl1pPr>
            <a:lvl2pPr algn="l">
              <a:defRPr sz="1650" b="0">
                <a:solidFill>
                  <a:srgbClr val="231F20"/>
                </a:solidFill>
                <a:latin typeface="Arial"/>
                <a:ea typeface="Arial"/>
                <a:cs typeface="Arial"/>
              </a:defRPr>
            </a:lvl2pPr>
            <a:lvl3pPr algn="l">
              <a:defRPr sz="1650" b="0">
                <a:solidFill>
                  <a:srgbClr val="231F20"/>
                </a:solidFill>
                <a:latin typeface="Arial"/>
                <a:ea typeface="Arial"/>
                <a:cs typeface="Arial"/>
              </a:defRPr>
            </a:lvl3pPr>
            <a:lvl4pPr algn="l">
              <a:defRPr sz="1650" b="0">
                <a:solidFill>
                  <a:srgbClr val="231F20"/>
                </a:solidFill>
                <a:latin typeface="Arial"/>
                <a:ea typeface="Arial"/>
                <a:cs typeface="Arial"/>
              </a:defRPr>
            </a:lvl4pPr>
            <a:lvl5pPr algn="l">
              <a:defRPr sz="1650" b="0">
                <a:solidFill>
                  <a:srgbClr val="231F20"/>
                </a:solidFill>
                <a:latin typeface="Arial"/>
                <a:ea typeface="Arial"/>
                <a:cs typeface="Arial"/>
              </a:defRPr>
            </a:lvl5pPr>
            <a:lvl6pPr algn="l">
              <a:defRPr sz="1650" b="0">
                <a:solidFill>
                  <a:srgbClr val="231F20"/>
                </a:solidFill>
                <a:latin typeface="Arial"/>
                <a:ea typeface="Arial"/>
                <a:cs typeface="Arial"/>
              </a:defRPr>
            </a:lvl6pPr>
            <a:lvl7pPr algn="l">
              <a:defRPr sz="1650" b="0">
                <a:solidFill>
                  <a:srgbClr val="231F20"/>
                </a:solidFill>
                <a:latin typeface="Arial"/>
                <a:ea typeface="Arial"/>
                <a:cs typeface="Arial"/>
              </a:defRPr>
            </a:lvl7pPr>
            <a:lvl8pPr algn="l">
              <a:defRPr sz="1650" b="0">
                <a:solidFill>
                  <a:srgbClr val="231F20"/>
                </a:solidFill>
                <a:latin typeface="Arial"/>
                <a:ea typeface="Arial"/>
                <a:cs typeface="Arial"/>
              </a:defRPr>
            </a:lvl8pPr>
            <a:lvl9pPr algn="l">
              <a:defRPr sz="1650" b="0">
                <a:solidFill>
                  <a:srgbClr val="231F20"/>
                </a:solidFill>
                <a:latin typeface="Arial"/>
                <a:ea typeface="Arial"/>
                <a:cs typeface="Arial"/>
              </a:defRPr>
            </a:lvl9pPr>
          </a:lstStyle>
          <a:p xmlns:a="http://schemas.openxmlformats.org/drawingml/2006/main">
            <a:pPr algn="l">
              <a:defRPr sz="1650" b="0">
                <a:solidFill>
                  <a:srgbClr val="231F20"/>
                </a:solidFill>
                <a:latin typeface="Arial"/>
                <a:ea typeface="Arial"/>
                <a:cs typeface="Arial"/>
              </a:defRPr>
            </a:pPr>
            <a:r>
              <a:rPr sz="1650" b="0">
                <a:solidFill>
                  <a:srgbClr val="231F20"/>
                </a:solidFill>
                <a:latin typeface="Arial"/>
                <a:ea typeface="Arial"/>
                <a:cs typeface="Arial"/>
              </a:rPr>
              <a:t>A</a:t>
            </a:r>
          </a:p>
        </p:txBody>
      </p:sp>
      <p:sp>
        <p:nvSpPr>
          <p:cNvPr id="18" name="text-22">
            <a:extLst xmlns:a="http://schemas.openxmlformats.org/drawingml/2006/main">
              <a:ext uri="{FF2B5EF4-FFF2-40B4-BE49-F238E27FC236}">
                <a16:creationId xmlns:a16="http://schemas.microsoft.com/office/drawing/2014/main" id="{381761B8-7830-46C3-8543-46D7AF9DC44E}"/>
              </a:ext>
            </a:extLst>
          </p:cNvPr>
          <p:cNvSpPr>
            <a:spLocks xmlns:a="http://schemas.openxmlformats.org/drawingml/2006/main" noGrp="1"/>
          </p:cNvSpPr>
          <p:nvPr/>
        </p:nvSpPr>
        <p:spPr>
          <a:xfrm xmlns:a="http://schemas.openxmlformats.org/drawingml/2006/main">
            <a:off x="5915025" y="3686175"/>
            <a:ext cx="409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Arial"/>
                <a:ea typeface="Arial"/>
                <a:cs typeface="Arial"/>
              </a:defRPr>
            </a:defPPr>
            <a:lvl1pPr algn="l">
              <a:defRPr sz="1650" b="0">
                <a:solidFill>
                  <a:srgbClr val="231F20"/>
                </a:solidFill>
                <a:latin typeface="Arial"/>
                <a:ea typeface="Arial"/>
                <a:cs typeface="Arial"/>
              </a:defRPr>
            </a:lvl1pPr>
            <a:lvl2pPr algn="l">
              <a:defRPr sz="1650" b="0">
                <a:solidFill>
                  <a:srgbClr val="231F20"/>
                </a:solidFill>
                <a:latin typeface="Arial"/>
                <a:ea typeface="Arial"/>
                <a:cs typeface="Arial"/>
              </a:defRPr>
            </a:lvl2pPr>
            <a:lvl3pPr algn="l">
              <a:defRPr sz="1650" b="0">
                <a:solidFill>
                  <a:srgbClr val="231F20"/>
                </a:solidFill>
                <a:latin typeface="Arial"/>
                <a:ea typeface="Arial"/>
                <a:cs typeface="Arial"/>
              </a:defRPr>
            </a:lvl3pPr>
            <a:lvl4pPr algn="l">
              <a:defRPr sz="1650" b="0">
                <a:solidFill>
                  <a:srgbClr val="231F20"/>
                </a:solidFill>
                <a:latin typeface="Arial"/>
                <a:ea typeface="Arial"/>
                <a:cs typeface="Arial"/>
              </a:defRPr>
            </a:lvl4pPr>
            <a:lvl5pPr algn="l">
              <a:defRPr sz="1650" b="0">
                <a:solidFill>
                  <a:srgbClr val="231F20"/>
                </a:solidFill>
                <a:latin typeface="Arial"/>
                <a:ea typeface="Arial"/>
                <a:cs typeface="Arial"/>
              </a:defRPr>
            </a:lvl5pPr>
            <a:lvl6pPr algn="l">
              <a:defRPr sz="1650" b="0">
                <a:solidFill>
                  <a:srgbClr val="231F20"/>
                </a:solidFill>
                <a:latin typeface="Arial"/>
                <a:ea typeface="Arial"/>
                <a:cs typeface="Arial"/>
              </a:defRPr>
            </a:lvl6pPr>
            <a:lvl7pPr algn="l">
              <a:defRPr sz="1650" b="0">
                <a:solidFill>
                  <a:srgbClr val="231F20"/>
                </a:solidFill>
                <a:latin typeface="Arial"/>
                <a:ea typeface="Arial"/>
                <a:cs typeface="Arial"/>
              </a:defRPr>
            </a:lvl7pPr>
            <a:lvl8pPr algn="l">
              <a:defRPr sz="1650" b="0">
                <a:solidFill>
                  <a:srgbClr val="231F20"/>
                </a:solidFill>
                <a:latin typeface="Arial"/>
                <a:ea typeface="Arial"/>
                <a:cs typeface="Arial"/>
              </a:defRPr>
            </a:lvl8pPr>
            <a:lvl9pPr algn="l">
              <a:defRPr sz="1650" b="0">
                <a:solidFill>
                  <a:srgbClr val="231F20"/>
                </a:solidFill>
                <a:latin typeface="Arial"/>
                <a:ea typeface="Arial"/>
                <a:cs typeface="Arial"/>
              </a:defRPr>
            </a:lvl9pPr>
          </a:lstStyle>
          <a:p xmlns:a="http://schemas.openxmlformats.org/drawingml/2006/main">
            <a:pPr algn="l">
              <a:defRPr sz="1650" b="0">
                <a:solidFill>
                  <a:srgbClr val="231F20"/>
                </a:solidFill>
                <a:latin typeface="Arial"/>
                <a:ea typeface="Arial"/>
                <a:cs typeface="Arial"/>
              </a:defRPr>
            </a:pPr>
            <a:r>
              <a:rPr sz="1650" b="0">
                <a:solidFill>
                  <a:srgbClr val="231F20"/>
                </a:solidFill>
                <a:latin typeface="Arial"/>
                <a:ea typeface="Arial"/>
                <a:cs typeface="Arial"/>
              </a:rPr>
              <a:t>RD</a:t>
            </a:r>
          </a:p>
        </p:txBody>
      </p:sp>
      <p:sp>
        <p:nvSpPr>
          <p:cNvPr id="19" name="text-23">
            <a:extLst xmlns:a="http://schemas.openxmlformats.org/drawingml/2006/main">
              <a:ext uri="{FF2B5EF4-FFF2-40B4-BE49-F238E27FC236}">
                <a16:creationId xmlns:a16="http://schemas.microsoft.com/office/drawing/2014/main" id="{7BE9BF89-D60A-4476-AF3F-F0E712929E47}"/>
              </a:ext>
            </a:extLst>
          </p:cNvPr>
          <p:cNvSpPr>
            <a:spLocks xmlns:a="http://schemas.openxmlformats.org/drawingml/2006/main" noGrp="1"/>
          </p:cNvSpPr>
          <p:nvPr/>
        </p:nvSpPr>
        <p:spPr>
          <a:xfrm xmlns:a="http://schemas.openxmlformats.org/drawingml/2006/main">
            <a:off x="3686175" y="3476625"/>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1572C3"/>
                </a:solidFill>
                <a:latin typeface="Arial"/>
                <a:ea typeface="Arial"/>
                <a:cs typeface="Arial"/>
              </a:defRPr>
            </a:defPPr>
            <a:lvl1pPr algn="l">
              <a:defRPr sz="1800" b="1">
                <a:solidFill>
                  <a:srgbClr val="1572C3"/>
                </a:solidFill>
                <a:latin typeface="Arial"/>
                <a:ea typeface="Arial"/>
                <a:cs typeface="Arial"/>
              </a:defRPr>
            </a:lvl1pPr>
            <a:lvl2pPr algn="l">
              <a:defRPr sz="1800" b="1">
                <a:solidFill>
                  <a:srgbClr val="1572C3"/>
                </a:solidFill>
                <a:latin typeface="Arial"/>
                <a:ea typeface="Arial"/>
                <a:cs typeface="Arial"/>
              </a:defRPr>
            </a:lvl2pPr>
            <a:lvl3pPr algn="l">
              <a:defRPr sz="1800" b="1">
                <a:solidFill>
                  <a:srgbClr val="1572C3"/>
                </a:solidFill>
                <a:latin typeface="Arial"/>
                <a:ea typeface="Arial"/>
                <a:cs typeface="Arial"/>
              </a:defRPr>
            </a:lvl3pPr>
            <a:lvl4pPr algn="l">
              <a:defRPr sz="1800" b="1">
                <a:solidFill>
                  <a:srgbClr val="1572C3"/>
                </a:solidFill>
                <a:latin typeface="Arial"/>
                <a:ea typeface="Arial"/>
                <a:cs typeface="Arial"/>
              </a:defRPr>
            </a:lvl4pPr>
            <a:lvl5pPr algn="l">
              <a:defRPr sz="1800" b="1">
                <a:solidFill>
                  <a:srgbClr val="1572C3"/>
                </a:solidFill>
                <a:latin typeface="Arial"/>
                <a:ea typeface="Arial"/>
                <a:cs typeface="Arial"/>
              </a:defRPr>
            </a:lvl5pPr>
            <a:lvl6pPr algn="l">
              <a:defRPr sz="1800" b="1">
                <a:solidFill>
                  <a:srgbClr val="1572C3"/>
                </a:solidFill>
                <a:latin typeface="Arial"/>
                <a:ea typeface="Arial"/>
                <a:cs typeface="Arial"/>
              </a:defRPr>
            </a:lvl6pPr>
            <a:lvl7pPr algn="l">
              <a:defRPr sz="1800" b="1">
                <a:solidFill>
                  <a:srgbClr val="1572C3"/>
                </a:solidFill>
                <a:latin typeface="Arial"/>
                <a:ea typeface="Arial"/>
                <a:cs typeface="Arial"/>
              </a:defRPr>
            </a:lvl7pPr>
            <a:lvl8pPr algn="l">
              <a:defRPr sz="1800" b="1">
                <a:solidFill>
                  <a:srgbClr val="1572C3"/>
                </a:solidFill>
                <a:latin typeface="Arial"/>
                <a:ea typeface="Arial"/>
                <a:cs typeface="Arial"/>
              </a:defRPr>
            </a:lvl8pPr>
            <a:lvl9pPr algn="l">
              <a:defRPr sz="1800" b="1">
                <a:solidFill>
                  <a:srgbClr val="1572C3"/>
                </a:solidFill>
                <a:latin typeface="Arial"/>
                <a:ea typeface="Arial"/>
                <a:cs typeface="Arial"/>
              </a:defRPr>
            </a:lvl9pPr>
          </a:lstStyle>
          <a:p xmlns:a="http://schemas.openxmlformats.org/drawingml/2006/main">
            <a:pPr algn="l">
              <a:defRPr sz="1800" b="1">
                <a:solidFill>
                  <a:srgbClr val="1572C3"/>
                </a:solidFill>
                <a:latin typeface="Arial"/>
                <a:ea typeface="Arial"/>
                <a:cs typeface="Arial"/>
              </a:defRPr>
            </a:pPr>
            <a:r>
              <a:rPr sz="1800" b="1">
                <a:solidFill>
                  <a:srgbClr val="1572C3"/>
                </a:solidFill>
                <a:latin typeface="Arial"/>
                <a:ea typeface="Arial"/>
                <a:cs typeface="Arial"/>
              </a:rPr>
              <a:t>0 : lw x1, 0(x0)</a:t>
            </a:r>
          </a:p>
        </p:txBody>
      </p:sp>
      <p:sp>
        <p:nvSpPr>
          <p:cNvPr id="20" name="text-24">
            <a:extLst xmlns:a="http://schemas.openxmlformats.org/drawingml/2006/main">
              <a:ext uri="{FF2B5EF4-FFF2-40B4-BE49-F238E27FC236}">
                <a16:creationId xmlns:a16="http://schemas.microsoft.com/office/drawing/2014/main" id="{8D9A506A-CB4C-4FD9-8D41-3BDC2C9F9BA3}"/>
              </a:ext>
            </a:extLst>
          </p:cNvPr>
          <p:cNvSpPr>
            <a:spLocks xmlns:a="http://schemas.openxmlformats.org/drawingml/2006/main" noGrp="1"/>
          </p:cNvSpPr>
          <p:nvPr/>
        </p:nvSpPr>
        <p:spPr>
          <a:xfrm xmlns:a="http://schemas.openxmlformats.org/drawingml/2006/main">
            <a:off x="3686175" y="4038600"/>
            <a:ext cx="211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Arial"/>
                <a:ea typeface="Arial"/>
                <a:cs typeface="Arial"/>
              </a:defRPr>
            </a:defPPr>
            <a:lvl1pPr algn="l">
              <a:defRPr sz="1800" b="0">
                <a:solidFill>
                  <a:srgbClr val="231F20"/>
                </a:solidFill>
                <a:latin typeface="Arial"/>
                <a:ea typeface="Arial"/>
                <a:cs typeface="Arial"/>
              </a:defRPr>
            </a:lvl1pPr>
            <a:lvl2pPr algn="l">
              <a:defRPr sz="1800" b="0">
                <a:solidFill>
                  <a:srgbClr val="231F20"/>
                </a:solidFill>
                <a:latin typeface="Arial"/>
                <a:ea typeface="Arial"/>
                <a:cs typeface="Arial"/>
              </a:defRPr>
            </a:lvl2pPr>
            <a:lvl3pPr algn="l">
              <a:defRPr sz="1800" b="0">
                <a:solidFill>
                  <a:srgbClr val="231F20"/>
                </a:solidFill>
                <a:latin typeface="Arial"/>
                <a:ea typeface="Arial"/>
                <a:cs typeface="Arial"/>
              </a:defRPr>
            </a:lvl3pPr>
            <a:lvl4pPr algn="l">
              <a:defRPr sz="1800" b="0">
                <a:solidFill>
                  <a:srgbClr val="231F20"/>
                </a:solidFill>
                <a:latin typeface="Arial"/>
                <a:ea typeface="Arial"/>
                <a:cs typeface="Arial"/>
              </a:defRPr>
            </a:lvl4pPr>
            <a:lvl5pPr algn="l">
              <a:defRPr sz="1800" b="0">
                <a:solidFill>
                  <a:srgbClr val="231F20"/>
                </a:solidFill>
                <a:latin typeface="Arial"/>
                <a:ea typeface="Arial"/>
                <a:cs typeface="Arial"/>
              </a:defRPr>
            </a:lvl5pPr>
            <a:lvl6pPr algn="l">
              <a:defRPr sz="1800" b="0">
                <a:solidFill>
                  <a:srgbClr val="231F20"/>
                </a:solidFill>
                <a:latin typeface="Arial"/>
                <a:ea typeface="Arial"/>
                <a:cs typeface="Arial"/>
              </a:defRPr>
            </a:lvl6pPr>
            <a:lvl7pPr algn="l">
              <a:defRPr sz="1800" b="0">
                <a:solidFill>
                  <a:srgbClr val="231F20"/>
                </a:solidFill>
                <a:latin typeface="Arial"/>
                <a:ea typeface="Arial"/>
                <a:cs typeface="Arial"/>
              </a:defRPr>
            </a:lvl7pPr>
            <a:lvl8pPr algn="l">
              <a:defRPr sz="1800" b="0">
                <a:solidFill>
                  <a:srgbClr val="231F20"/>
                </a:solidFill>
                <a:latin typeface="Arial"/>
                <a:ea typeface="Arial"/>
                <a:cs typeface="Arial"/>
              </a:defRPr>
            </a:lvl8pPr>
            <a:lvl9pPr algn="l">
              <a:defRPr sz="1800" b="0">
                <a:solidFill>
                  <a:srgbClr val="231F20"/>
                </a:solidFill>
                <a:latin typeface="Arial"/>
                <a:ea typeface="Arial"/>
                <a:cs typeface="Arial"/>
              </a:defRPr>
            </a:lvl9pPr>
          </a:lstStyle>
          <a:p xmlns:a="http://schemas.openxmlformats.org/drawingml/2006/main">
            <a:pPr algn="l">
              <a:defRPr sz="1800" b="0">
                <a:solidFill>
                  <a:srgbClr val="231F20"/>
                </a:solidFill>
                <a:latin typeface="Arial"/>
                <a:ea typeface="Arial"/>
                <a:cs typeface="Arial"/>
              </a:defRPr>
            </a:pPr>
            <a:r>
              <a:rPr sz="1800" b="0">
                <a:solidFill>
                  <a:srgbClr val="231F20"/>
                </a:solidFill>
                <a:latin typeface="Arial"/>
                <a:ea typeface="Arial"/>
                <a:cs typeface="Arial"/>
              </a:rPr>
              <a:t>4 : sw x1, 4(x0)</a:t>
            </a:r>
          </a:p>
        </p:txBody>
      </p:sp>
      <p:sp>
        <p:nvSpPr>
          <p:cNvPr id="21" name="text-25">
            <a:extLst xmlns:a="http://schemas.openxmlformats.org/drawingml/2006/main">
              <a:ext uri="{FF2B5EF4-FFF2-40B4-BE49-F238E27FC236}">
                <a16:creationId xmlns:a16="http://schemas.microsoft.com/office/drawing/2014/main" id="{DF64EBE4-4858-4EBD-A464-4E9EE78D2192}"/>
              </a:ext>
            </a:extLst>
          </p:cNvPr>
          <p:cNvSpPr>
            <a:spLocks xmlns:a="http://schemas.openxmlformats.org/drawingml/2006/main" noGrp="1"/>
          </p:cNvSpPr>
          <p:nvPr/>
        </p:nvSpPr>
        <p:spPr>
          <a:xfrm xmlns:a="http://schemas.openxmlformats.org/drawingml/2006/main">
            <a:off x="3495675" y="4572000"/>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777777"/>
                </a:solidFill>
                <a:latin typeface="Yu Gothic"/>
                <a:ea typeface="Yu Gothic"/>
                <a:cs typeface="Yu Gothic"/>
              </a:defRPr>
            </a:defPPr>
            <a:lvl1pPr algn="ctr">
              <a:defRPr sz="1425" b="0">
                <a:solidFill>
                  <a:srgbClr val="777777"/>
                </a:solidFill>
                <a:latin typeface="Yu Gothic"/>
                <a:ea typeface="Yu Gothic"/>
                <a:cs typeface="Yu Gothic"/>
              </a:defRPr>
            </a:lvl1pPr>
            <a:lvl2pPr algn="ctr">
              <a:defRPr sz="1425" b="0">
                <a:solidFill>
                  <a:srgbClr val="777777"/>
                </a:solidFill>
                <a:latin typeface="Yu Gothic"/>
                <a:ea typeface="Yu Gothic"/>
                <a:cs typeface="Yu Gothic"/>
              </a:defRPr>
            </a:lvl2pPr>
            <a:lvl3pPr algn="ctr">
              <a:defRPr sz="1425" b="0">
                <a:solidFill>
                  <a:srgbClr val="777777"/>
                </a:solidFill>
                <a:latin typeface="Yu Gothic"/>
                <a:ea typeface="Yu Gothic"/>
                <a:cs typeface="Yu Gothic"/>
              </a:defRPr>
            </a:lvl3pPr>
            <a:lvl4pPr algn="ctr">
              <a:defRPr sz="1425" b="0">
                <a:solidFill>
                  <a:srgbClr val="777777"/>
                </a:solidFill>
                <a:latin typeface="Yu Gothic"/>
                <a:ea typeface="Yu Gothic"/>
                <a:cs typeface="Yu Gothic"/>
              </a:defRPr>
            </a:lvl4pPr>
            <a:lvl5pPr algn="ctr">
              <a:defRPr sz="1425" b="0">
                <a:solidFill>
                  <a:srgbClr val="777777"/>
                </a:solidFill>
                <a:latin typeface="Yu Gothic"/>
                <a:ea typeface="Yu Gothic"/>
                <a:cs typeface="Yu Gothic"/>
              </a:defRPr>
            </a:lvl5pPr>
            <a:lvl6pPr algn="ctr">
              <a:defRPr sz="1425" b="0">
                <a:solidFill>
                  <a:srgbClr val="777777"/>
                </a:solidFill>
                <a:latin typeface="Yu Gothic"/>
                <a:ea typeface="Yu Gothic"/>
                <a:cs typeface="Yu Gothic"/>
              </a:defRPr>
            </a:lvl6pPr>
            <a:lvl7pPr algn="ctr">
              <a:defRPr sz="1425" b="0">
                <a:solidFill>
                  <a:srgbClr val="777777"/>
                </a:solidFill>
                <a:latin typeface="Yu Gothic"/>
                <a:ea typeface="Yu Gothic"/>
                <a:cs typeface="Yu Gothic"/>
              </a:defRPr>
            </a:lvl7pPr>
            <a:lvl8pPr algn="ctr">
              <a:defRPr sz="1425" b="0">
                <a:solidFill>
                  <a:srgbClr val="777777"/>
                </a:solidFill>
                <a:latin typeface="Yu Gothic"/>
                <a:ea typeface="Yu Gothic"/>
                <a:cs typeface="Yu Gothic"/>
              </a:defRPr>
            </a:lvl8pPr>
            <a:lvl9pPr algn="ctr">
              <a:defRPr sz="1425" b="0">
                <a:solidFill>
                  <a:srgbClr val="777777"/>
                </a:solidFill>
                <a:latin typeface="Yu Gothic"/>
                <a:ea typeface="Yu Gothic"/>
                <a:cs typeface="Yu Gothic"/>
              </a:defRPr>
            </a:lvl9pPr>
          </a:lstStyle>
          <a:p xmlns:a="http://schemas.openxmlformats.org/drawingml/2006/main">
            <a:pPr algn="ctr">
              <a:defRPr sz="1425" b="0">
                <a:solidFill>
                  <a:srgbClr val="777777"/>
                </a:solidFill>
                <a:latin typeface="Yu Gothic"/>
                <a:ea typeface="Yu Gothic"/>
                <a:cs typeface="Yu Gothic"/>
              </a:defRPr>
            </a:pPr>
            <a:r>
              <a:rPr sz="1425" b="0">
                <a:solidFill>
                  <a:srgbClr val="777777"/>
                </a:solidFill>
                <a:latin typeface="Yu Gothic"/>
                <a:ea typeface="Yu Gothic"/>
                <a:cs typeface="Yu Gothic"/>
              </a:rPr>
              <a:t>機械語を命令名で表記</a:t>
            </a:r>
          </a:p>
        </p:txBody>
      </p:sp>
      <p:sp>
        <p:nvSpPr>
          <p:cNvPr id="22" name="wire-26">
            <a:extLst xmlns:a="http://schemas.openxmlformats.org/drawingml/2006/main">
              <a:ext uri="{FF2B5EF4-FFF2-40B4-BE49-F238E27FC236}">
                <a16:creationId xmlns:a16="http://schemas.microsoft.com/office/drawing/2014/main" id="{297860F5-6F8C-4668-AB88-9DF50DAF5EE5}"/>
              </a:ext>
            </a:extLst>
          </p:cNvPr>
          <p:cNvSpPr>
            <a:spLocks xmlns:a="http://schemas.openxmlformats.org/drawingml/2006/main" noGrp="1"/>
          </p:cNvSpPr>
          <p:nvPr/>
        </p:nvSpPr>
        <p:spPr>
          <a:xfrm xmlns:a="http://schemas.openxmlformats.org/drawingml/2006/main">
            <a:off x="6381750" y="383857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1572C3"/>
            </a:solidFill>
          </a:ln>
        </p:spPr>
      </p:sp>
      <p:sp>
        <p:nvSpPr>
          <p:cNvPr id="23" name="circuit-27">
            <a:extLst xmlns:a="http://schemas.openxmlformats.org/drawingml/2006/main">
              <a:ext uri="{FF2B5EF4-FFF2-40B4-BE49-F238E27FC236}">
                <a16:creationId xmlns:a16="http://schemas.microsoft.com/office/drawing/2014/main" id="{86282214-3704-48BB-B24B-DE8FF7B2AB1B}"/>
              </a:ext>
            </a:extLst>
          </p:cNvPr>
          <p:cNvSpPr>
            <a:spLocks xmlns:a="http://schemas.openxmlformats.org/drawingml/2006/main" noGrp="1"/>
          </p:cNvSpPr>
          <p:nvPr/>
        </p:nvSpPr>
        <p:spPr>
          <a:xfrm xmlns:a="http://schemas.openxmlformats.org/drawingml/2006/main">
            <a:off x="76390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text-28">
            <a:extLst xmlns:a="http://schemas.openxmlformats.org/drawingml/2006/main">
              <a:ext uri="{FF2B5EF4-FFF2-40B4-BE49-F238E27FC236}">
                <a16:creationId xmlns:a16="http://schemas.microsoft.com/office/drawing/2014/main" id="{2A1A65D5-7565-4A63-90CE-80C7C8677F61}"/>
              </a:ext>
            </a:extLst>
          </p:cNvPr>
          <p:cNvSpPr>
            <a:spLocks xmlns:a="http://schemas.openxmlformats.org/drawingml/2006/main" noGrp="1"/>
          </p:cNvSpPr>
          <p:nvPr/>
        </p:nvSpPr>
        <p:spPr>
          <a:xfrm xmlns:a="http://schemas.openxmlformats.org/drawingml/2006/main">
            <a:off x="6534150" y="3409950"/>
            <a:ext cx="100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Yu Gothic"/>
                <a:ea typeface="Yu Gothic"/>
                <a:cs typeface="Yu Gothic"/>
              </a:defRPr>
            </a:defPPr>
            <a:lvl1pPr algn="ctr">
              <a:defRPr sz="1875" b="1">
                <a:solidFill>
                  <a:srgbClr val="1572C3"/>
                </a:solidFill>
                <a:latin typeface="Yu Gothic"/>
                <a:ea typeface="Yu Gothic"/>
                <a:cs typeface="Yu Gothic"/>
              </a:defRPr>
            </a:lvl1pPr>
            <a:lvl2pPr algn="ctr">
              <a:defRPr sz="1875" b="1">
                <a:solidFill>
                  <a:srgbClr val="1572C3"/>
                </a:solidFill>
                <a:latin typeface="Yu Gothic"/>
                <a:ea typeface="Yu Gothic"/>
                <a:cs typeface="Yu Gothic"/>
              </a:defRPr>
            </a:lvl2pPr>
            <a:lvl3pPr algn="ctr">
              <a:defRPr sz="1875" b="1">
                <a:solidFill>
                  <a:srgbClr val="1572C3"/>
                </a:solidFill>
                <a:latin typeface="Yu Gothic"/>
                <a:ea typeface="Yu Gothic"/>
                <a:cs typeface="Yu Gothic"/>
              </a:defRPr>
            </a:lvl3pPr>
            <a:lvl4pPr algn="ctr">
              <a:defRPr sz="1875" b="1">
                <a:solidFill>
                  <a:srgbClr val="1572C3"/>
                </a:solidFill>
                <a:latin typeface="Yu Gothic"/>
                <a:ea typeface="Yu Gothic"/>
                <a:cs typeface="Yu Gothic"/>
              </a:defRPr>
            </a:lvl4pPr>
            <a:lvl5pPr algn="ctr">
              <a:defRPr sz="1875" b="1">
                <a:solidFill>
                  <a:srgbClr val="1572C3"/>
                </a:solidFill>
                <a:latin typeface="Yu Gothic"/>
                <a:ea typeface="Yu Gothic"/>
                <a:cs typeface="Yu Gothic"/>
              </a:defRPr>
            </a:lvl5pPr>
            <a:lvl6pPr algn="ctr">
              <a:defRPr sz="1875" b="1">
                <a:solidFill>
                  <a:srgbClr val="1572C3"/>
                </a:solidFill>
                <a:latin typeface="Yu Gothic"/>
                <a:ea typeface="Yu Gothic"/>
                <a:cs typeface="Yu Gothic"/>
              </a:defRPr>
            </a:lvl6pPr>
            <a:lvl7pPr algn="ctr">
              <a:defRPr sz="1875" b="1">
                <a:solidFill>
                  <a:srgbClr val="1572C3"/>
                </a:solidFill>
                <a:latin typeface="Yu Gothic"/>
                <a:ea typeface="Yu Gothic"/>
                <a:cs typeface="Yu Gothic"/>
              </a:defRPr>
            </a:lvl7pPr>
            <a:lvl8pPr algn="ctr">
              <a:defRPr sz="1875" b="1">
                <a:solidFill>
                  <a:srgbClr val="1572C3"/>
                </a:solidFill>
                <a:latin typeface="Yu Gothic"/>
                <a:ea typeface="Yu Gothic"/>
                <a:cs typeface="Yu Gothic"/>
              </a:defRPr>
            </a:lvl8pPr>
            <a:lvl9pPr algn="ctr">
              <a:defRPr sz="1875" b="1">
                <a:solidFill>
                  <a:srgbClr val="1572C3"/>
                </a:solidFill>
                <a:latin typeface="Yu Gothic"/>
                <a:ea typeface="Yu Gothic"/>
                <a:cs typeface="Yu Gothic"/>
              </a:defRPr>
            </a:lvl9pPr>
          </a:lstStyle>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命令</a:t>
            </a:r>
          </a:p>
        </p:txBody>
      </p:sp>
      <p:sp>
        <p:nvSpPr>
          <p:cNvPr id="25" name="block-29">
            <a:extLst xmlns:a="http://schemas.openxmlformats.org/drawingml/2006/main">
              <a:ext uri="{FF2B5EF4-FFF2-40B4-BE49-F238E27FC236}">
                <a16:creationId xmlns:a16="http://schemas.microsoft.com/office/drawing/2014/main" id="{4FD30C6D-7E58-48A0-B6A8-F88E748ABA2A}"/>
              </a:ext>
            </a:extLst>
          </p:cNvPr>
          <p:cNvSpPr>
            <a:spLocks xmlns:a="http://schemas.openxmlformats.org/drawingml/2006/main" noGrp="1"/>
          </p:cNvSpPr>
          <p:nvPr/>
        </p:nvSpPr>
        <p:spPr>
          <a:xfrm xmlns:a="http://schemas.openxmlformats.org/drawingml/2006/main">
            <a:off x="7715250" y="3000375"/>
            <a:ext cx="1762125" cy="1714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26" name="text-30">
            <a:extLst xmlns:a="http://schemas.openxmlformats.org/drawingml/2006/main">
              <a:ext uri="{FF2B5EF4-FFF2-40B4-BE49-F238E27FC236}">
                <a16:creationId xmlns:a16="http://schemas.microsoft.com/office/drawing/2014/main" id="{159744B6-FB87-45F9-8C26-2855574D9B58}"/>
              </a:ext>
            </a:extLst>
          </p:cNvPr>
          <p:cNvSpPr>
            <a:spLocks xmlns:a="http://schemas.openxmlformats.org/drawingml/2006/main" noGrp="1"/>
          </p:cNvSpPr>
          <p:nvPr/>
        </p:nvSpPr>
        <p:spPr>
          <a:xfrm xmlns:a="http://schemas.openxmlformats.org/drawingml/2006/main">
            <a:off x="7791450" y="3057525"/>
            <a:ext cx="1609725"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命令を解読</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する回路</a:t>
            </a:r>
          </a:p>
        </p:txBody>
      </p:sp>
      <p:sp>
        <p:nvSpPr>
          <p:cNvPr id="27" name="wire-31">
            <a:extLst xmlns:a="http://schemas.openxmlformats.org/drawingml/2006/main">
              <a:ext uri="{FF2B5EF4-FFF2-40B4-BE49-F238E27FC236}">
                <a16:creationId xmlns:a16="http://schemas.microsoft.com/office/drawing/2014/main" id="{B13940EC-E825-49C2-A190-ADC6E4FDDBCC}"/>
              </a:ext>
            </a:extLst>
          </p:cNvPr>
          <p:cNvSpPr>
            <a:spLocks xmlns:a="http://schemas.openxmlformats.org/drawingml/2006/main" noGrp="1"/>
          </p:cNvSpPr>
          <p:nvPr/>
        </p:nvSpPr>
        <p:spPr>
          <a:xfrm xmlns:a="http://schemas.openxmlformats.org/drawingml/2006/main">
            <a:off x="9477375" y="3305175"/>
            <a:ext cx="561975" cy="9525"/>
          </a:xfrm>
          <a:custGeom xmlns:a="http://schemas.openxmlformats.org/drawingml/2006/main">
            <a:pathLst>
              <a:path w="561975" h="9525">
                <a:moveTo>
                  <a:pt x="0" y="0"/>
                </a:moveTo>
                <a:lnTo>
                  <a:pt x="561975" y="0"/>
                </a:lnTo>
              </a:path>
            </a:pathLst>
          </a:custGeom>
          <a:noFill xmlns:a="http://schemas.openxmlformats.org/drawingml/2006/main"/>
          <a:ln xmlns:a="http://schemas.openxmlformats.org/drawingml/2006/main" w="24765">
            <a:solidFill>
              <a:srgbClr val="231F20"/>
            </a:solidFill>
          </a:ln>
        </p:spPr>
      </p:sp>
      <p:sp>
        <p:nvSpPr>
          <p:cNvPr id="28" name="circuit-32">
            <a:extLst xmlns:a="http://schemas.openxmlformats.org/drawingml/2006/main">
              <a:ext uri="{FF2B5EF4-FFF2-40B4-BE49-F238E27FC236}">
                <a16:creationId xmlns:a16="http://schemas.microsoft.com/office/drawing/2014/main" id="{E990815B-3991-40B4-B0B9-D11B2DB9EFDE}"/>
              </a:ext>
            </a:extLst>
          </p:cNvPr>
          <p:cNvSpPr>
            <a:spLocks xmlns:a="http://schemas.openxmlformats.org/drawingml/2006/main" noGrp="1"/>
          </p:cNvSpPr>
          <p:nvPr/>
        </p:nvSpPr>
        <p:spPr>
          <a:xfrm xmlns:a="http://schemas.openxmlformats.org/drawingml/2006/main">
            <a:off x="9963150" y="32737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33">
            <a:extLst xmlns:a="http://schemas.openxmlformats.org/drawingml/2006/main">
              <a:ext uri="{FF2B5EF4-FFF2-40B4-BE49-F238E27FC236}">
                <a16:creationId xmlns:a16="http://schemas.microsoft.com/office/drawing/2014/main" id="{E3292DE1-CD1B-4CF1-877C-C2A1600769B3}"/>
              </a:ext>
            </a:extLst>
          </p:cNvPr>
          <p:cNvSpPr>
            <a:spLocks xmlns:a="http://schemas.openxmlformats.org/drawingml/2006/main" noGrp="1"/>
          </p:cNvSpPr>
          <p:nvPr/>
        </p:nvSpPr>
        <p:spPr>
          <a:xfrm xmlns:a="http://schemas.openxmlformats.org/drawingml/2006/main">
            <a:off x="10172700" y="31146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レジスタ番号</a:t>
            </a:r>
          </a:p>
        </p:txBody>
      </p:sp>
      <p:sp>
        <p:nvSpPr>
          <p:cNvPr id="30" name="wire-34">
            <a:extLst xmlns:a="http://schemas.openxmlformats.org/drawingml/2006/main">
              <a:ext uri="{FF2B5EF4-FFF2-40B4-BE49-F238E27FC236}">
                <a16:creationId xmlns:a16="http://schemas.microsoft.com/office/drawing/2014/main" id="{5FEC46EB-5EE5-4A91-A6BE-D6075E4BACEE}"/>
              </a:ext>
            </a:extLst>
          </p:cNvPr>
          <p:cNvSpPr>
            <a:spLocks xmlns:a="http://schemas.openxmlformats.org/drawingml/2006/main" noGrp="1"/>
          </p:cNvSpPr>
          <p:nvPr/>
        </p:nvSpPr>
        <p:spPr>
          <a:xfrm xmlns:a="http://schemas.openxmlformats.org/drawingml/2006/main">
            <a:off x="9477375" y="3838575"/>
            <a:ext cx="561975" cy="9525"/>
          </a:xfrm>
          <a:custGeom xmlns:a="http://schemas.openxmlformats.org/drawingml/2006/main">
            <a:pathLst>
              <a:path w="561975" h="9525">
                <a:moveTo>
                  <a:pt x="0" y="0"/>
                </a:moveTo>
                <a:lnTo>
                  <a:pt x="561975" y="0"/>
                </a:lnTo>
              </a:path>
            </a:pathLst>
          </a:custGeom>
          <a:noFill xmlns:a="http://schemas.openxmlformats.org/drawingml/2006/main"/>
          <a:ln xmlns:a="http://schemas.openxmlformats.org/drawingml/2006/main" w="24765">
            <a:solidFill>
              <a:srgbClr val="231F20"/>
            </a:solidFill>
          </a:ln>
        </p:spPr>
      </p:sp>
      <p:sp>
        <p:nvSpPr>
          <p:cNvPr id="31" name="circuit-35">
            <a:extLst xmlns:a="http://schemas.openxmlformats.org/drawingml/2006/main">
              <a:ext uri="{FF2B5EF4-FFF2-40B4-BE49-F238E27FC236}">
                <a16:creationId xmlns:a16="http://schemas.microsoft.com/office/drawing/2014/main" id="{9913ACD2-0D43-4C5E-A697-F3084A7DE9A5}"/>
              </a:ext>
            </a:extLst>
          </p:cNvPr>
          <p:cNvSpPr>
            <a:spLocks xmlns:a="http://schemas.openxmlformats.org/drawingml/2006/main" noGrp="1"/>
          </p:cNvSpPr>
          <p:nvPr/>
        </p:nvSpPr>
        <p:spPr>
          <a:xfrm xmlns:a="http://schemas.openxmlformats.org/drawingml/2006/main">
            <a:off x="99631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2" name="text-36">
            <a:extLst xmlns:a="http://schemas.openxmlformats.org/drawingml/2006/main">
              <a:ext uri="{FF2B5EF4-FFF2-40B4-BE49-F238E27FC236}">
                <a16:creationId xmlns:a16="http://schemas.microsoft.com/office/drawing/2014/main" id="{80D88CC7-5024-4CC0-B56F-68732EE2F504}"/>
              </a:ext>
            </a:extLst>
          </p:cNvPr>
          <p:cNvSpPr>
            <a:spLocks xmlns:a="http://schemas.openxmlformats.org/drawingml/2006/main" noGrp="1"/>
          </p:cNvSpPr>
          <p:nvPr/>
        </p:nvSpPr>
        <p:spPr>
          <a:xfrm xmlns:a="http://schemas.openxmlformats.org/drawingml/2006/main">
            <a:off x="10172700" y="36480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即値</a:t>
            </a:r>
          </a:p>
        </p:txBody>
      </p:sp>
      <p:sp>
        <p:nvSpPr>
          <p:cNvPr id="33" name="wire-37">
            <a:extLst xmlns:a="http://schemas.openxmlformats.org/drawingml/2006/main">
              <a:ext uri="{FF2B5EF4-FFF2-40B4-BE49-F238E27FC236}">
                <a16:creationId xmlns:a16="http://schemas.microsoft.com/office/drawing/2014/main" id="{28FCAC0F-E2D0-4815-B7E9-89B6775EEE5A}"/>
              </a:ext>
            </a:extLst>
          </p:cNvPr>
          <p:cNvSpPr>
            <a:spLocks xmlns:a="http://schemas.openxmlformats.org/drawingml/2006/main" noGrp="1"/>
          </p:cNvSpPr>
          <p:nvPr/>
        </p:nvSpPr>
        <p:spPr>
          <a:xfrm xmlns:a="http://schemas.openxmlformats.org/drawingml/2006/main">
            <a:off x="9477375" y="4371975"/>
            <a:ext cx="561975" cy="9525"/>
          </a:xfrm>
          <a:custGeom xmlns:a="http://schemas.openxmlformats.org/drawingml/2006/main">
            <a:pathLst>
              <a:path w="561975" h="9525">
                <a:moveTo>
                  <a:pt x="0" y="0"/>
                </a:moveTo>
                <a:lnTo>
                  <a:pt x="561975" y="0"/>
                </a:lnTo>
              </a:path>
            </a:pathLst>
          </a:custGeom>
          <a:noFill xmlns:a="http://schemas.openxmlformats.org/drawingml/2006/main"/>
          <a:ln xmlns:a="http://schemas.openxmlformats.org/drawingml/2006/main" w="12383">
            <a:solidFill>
              <a:srgbClr val="231F20"/>
            </a:solidFill>
          </a:ln>
        </p:spPr>
      </p:sp>
      <p:sp>
        <p:nvSpPr>
          <p:cNvPr id="34" name="circuit-38">
            <a:extLst xmlns:a="http://schemas.openxmlformats.org/drawingml/2006/main">
              <a:ext uri="{FF2B5EF4-FFF2-40B4-BE49-F238E27FC236}">
                <a16:creationId xmlns:a16="http://schemas.microsoft.com/office/drawing/2014/main" id="{F1C4D67F-F27F-4D5E-B55F-1EDF86005682}"/>
              </a:ext>
            </a:extLst>
          </p:cNvPr>
          <p:cNvSpPr>
            <a:spLocks xmlns:a="http://schemas.openxmlformats.org/drawingml/2006/main" noGrp="1"/>
          </p:cNvSpPr>
          <p:nvPr/>
        </p:nvSpPr>
        <p:spPr>
          <a:xfrm xmlns:a="http://schemas.openxmlformats.org/drawingml/2006/main">
            <a:off x="9963150" y="43405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5" name="text-39">
            <a:extLst xmlns:a="http://schemas.openxmlformats.org/drawingml/2006/main">
              <a:ext uri="{FF2B5EF4-FFF2-40B4-BE49-F238E27FC236}">
                <a16:creationId xmlns:a16="http://schemas.microsoft.com/office/drawing/2014/main" id="{F29A30C1-418A-4595-8DAB-AB4167910B2D}"/>
              </a:ext>
            </a:extLst>
          </p:cNvPr>
          <p:cNvSpPr>
            <a:spLocks xmlns:a="http://schemas.openxmlformats.org/drawingml/2006/main" noGrp="1"/>
          </p:cNvSpPr>
          <p:nvPr/>
        </p:nvSpPr>
        <p:spPr>
          <a:xfrm xmlns:a="http://schemas.openxmlformats.org/drawingml/2006/main">
            <a:off x="10172700" y="41814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制御信号</a:t>
            </a:r>
          </a:p>
        </p:txBody>
      </p:sp>
      <p:sp>
        <p:nvSpPr>
          <p:cNvPr id="36" name="text-40">
            <a:extLst xmlns:a="http://schemas.openxmlformats.org/drawingml/2006/main">
              <a:ext uri="{FF2B5EF4-FFF2-40B4-BE49-F238E27FC236}">
                <a16:creationId xmlns:a16="http://schemas.microsoft.com/office/drawing/2014/main" id="{E7809CE6-3E81-42FD-B427-BAAAC9344806}"/>
              </a:ext>
            </a:extLst>
          </p:cNvPr>
          <p:cNvSpPr>
            <a:spLocks xmlns:a="http://schemas.openxmlformats.org/drawingml/2006/main" noGrp="1"/>
          </p:cNvSpPr>
          <p:nvPr/>
        </p:nvSpPr>
        <p:spPr>
          <a:xfrm xmlns:a="http://schemas.openxmlformats.org/drawingml/2006/main">
            <a:off x="619125" y="19240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次の番地を作る</a:t>
            </a:r>
          </a:p>
        </p:txBody>
      </p:sp>
      <p:sp>
        <p:nvSpPr>
          <p:cNvPr id="37" name="circuit-41">
            <a:extLst xmlns:a="http://schemas.openxmlformats.org/drawingml/2006/main">
              <a:ext uri="{FF2B5EF4-FFF2-40B4-BE49-F238E27FC236}">
                <a16:creationId xmlns:a16="http://schemas.microsoft.com/office/drawing/2014/main" id="{F0AFC649-C7C6-4487-A192-0D94A1EBBBB1}"/>
              </a:ext>
            </a:extLst>
          </p:cNvPr>
          <p:cNvSpPr>
            <a:spLocks xmlns:a="http://schemas.openxmlformats.org/drawingml/2006/main" noGrp="1"/>
          </p:cNvSpPr>
          <p:nvPr/>
        </p:nvSpPr>
        <p:spPr>
          <a:xfrm xmlns:a="http://schemas.openxmlformats.org/drawingml/2006/main">
            <a:off x="2190750" y="2228850"/>
            <a:ext cx="533400" cy="542925"/>
          </a:xfrm>
          <a:custGeom xmlns:a="http://schemas.openxmlformats.org/drawingml/2006/main">
            <a:pathLst>
              <a:path w="533400" h="542925">
                <a:moveTo>
                  <a:pt x="0" y="0"/>
                </a:moveTo>
                <a:lnTo>
                  <a:pt x="533400" y="133350"/>
                </a:lnTo>
                <a:lnTo>
                  <a:pt x="533400" y="409575"/>
                </a:lnTo>
                <a:lnTo>
                  <a:pt x="0" y="542925"/>
                </a:lnTo>
                <a:lnTo>
                  <a:pt x="0" y="361950"/>
                </a:lnTo>
                <a:lnTo>
                  <a:pt x="114300" y="266700"/>
                </a:lnTo>
                <a:lnTo>
                  <a:pt x="0" y="180975"/>
                </a:lnTo>
                <a:close/>
              </a:path>
            </a:pathLst>
          </a:custGeom>
          <a:solidFill xmlns:a="http://schemas.openxmlformats.org/drawingml/2006/main">
            <a:srgbClr val="FFFFFF"/>
          </a:solidFill>
          <a:ln xmlns:a="http://schemas.openxmlformats.org/drawingml/2006/main" w="20955">
            <a:solidFill>
              <a:srgbClr val="231F20"/>
            </a:solidFill>
          </a:ln>
        </p:spPr>
      </p:sp>
      <p:sp>
        <p:nvSpPr>
          <p:cNvPr id="38" name="text-42">
            <a:extLst xmlns:a="http://schemas.openxmlformats.org/drawingml/2006/main">
              <a:ext uri="{FF2B5EF4-FFF2-40B4-BE49-F238E27FC236}">
                <a16:creationId xmlns:a16="http://schemas.microsoft.com/office/drawing/2014/main" id="{88F42A5F-2DE7-4D6C-A9CA-4BF392BDD33B}"/>
              </a:ext>
            </a:extLst>
          </p:cNvPr>
          <p:cNvSpPr>
            <a:spLocks xmlns:a="http://schemas.openxmlformats.org/drawingml/2006/main" noGrp="1"/>
          </p:cNvSpPr>
          <p:nvPr/>
        </p:nvSpPr>
        <p:spPr>
          <a:xfrm xmlns:a="http://schemas.openxmlformats.org/drawingml/2006/main">
            <a:off x="2343150" y="23431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Arial"/>
                <a:ea typeface="Arial"/>
                <a:cs typeface="Arial"/>
              </a:defRPr>
            </a:defPPr>
            <a:lvl1pPr algn="ctr">
              <a:defRPr sz="1950" b="1">
                <a:solidFill>
                  <a:srgbClr val="231F20"/>
                </a:solidFill>
                <a:latin typeface="Arial"/>
                <a:ea typeface="Arial"/>
                <a:cs typeface="Arial"/>
              </a:defRPr>
            </a:lvl1pPr>
            <a:lvl2pPr algn="ctr">
              <a:defRPr sz="1950" b="1">
                <a:solidFill>
                  <a:srgbClr val="231F20"/>
                </a:solidFill>
                <a:latin typeface="Arial"/>
                <a:ea typeface="Arial"/>
                <a:cs typeface="Arial"/>
              </a:defRPr>
            </a:lvl2pPr>
            <a:lvl3pPr algn="ctr">
              <a:defRPr sz="1950" b="1">
                <a:solidFill>
                  <a:srgbClr val="231F20"/>
                </a:solidFill>
                <a:latin typeface="Arial"/>
                <a:ea typeface="Arial"/>
                <a:cs typeface="Arial"/>
              </a:defRPr>
            </a:lvl3pPr>
            <a:lvl4pPr algn="ctr">
              <a:defRPr sz="1950" b="1">
                <a:solidFill>
                  <a:srgbClr val="231F20"/>
                </a:solidFill>
                <a:latin typeface="Arial"/>
                <a:ea typeface="Arial"/>
                <a:cs typeface="Arial"/>
              </a:defRPr>
            </a:lvl4pPr>
            <a:lvl5pPr algn="ctr">
              <a:defRPr sz="1950" b="1">
                <a:solidFill>
                  <a:srgbClr val="231F20"/>
                </a:solidFill>
                <a:latin typeface="Arial"/>
                <a:ea typeface="Arial"/>
                <a:cs typeface="Arial"/>
              </a:defRPr>
            </a:lvl5pPr>
            <a:lvl6pPr algn="ctr">
              <a:defRPr sz="1950" b="1">
                <a:solidFill>
                  <a:srgbClr val="231F20"/>
                </a:solidFill>
                <a:latin typeface="Arial"/>
                <a:ea typeface="Arial"/>
                <a:cs typeface="Arial"/>
              </a:defRPr>
            </a:lvl6pPr>
            <a:lvl7pPr algn="ctr">
              <a:defRPr sz="1950" b="1">
                <a:solidFill>
                  <a:srgbClr val="231F20"/>
                </a:solidFill>
                <a:latin typeface="Arial"/>
                <a:ea typeface="Arial"/>
                <a:cs typeface="Arial"/>
              </a:defRPr>
            </a:lvl7pPr>
            <a:lvl8pPr algn="ctr">
              <a:defRPr sz="1950" b="1">
                <a:solidFill>
                  <a:srgbClr val="231F20"/>
                </a:solidFill>
                <a:latin typeface="Arial"/>
                <a:ea typeface="Arial"/>
                <a:cs typeface="Arial"/>
              </a:defRPr>
            </a:lvl8pPr>
            <a:lvl9pPr algn="ctr">
              <a:defRPr sz="1950" b="1">
                <a:solidFill>
                  <a:srgbClr val="231F20"/>
                </a:solidFill>
                <a:latin typeface="Arial"/>
                <a:ea typeface="Arial"/>
                <a:cs typeface="Arial"/>
              </a:defRPr>
            </a:lvl9pPr>
          </a:lstStyle>
          <a:p xmlns:a="http://schemas.openxmlformats.org/drawingml/2006/main">
            <a:pPr algn="ctr">
              <a:defRPr sz="1950" b="1">
                <a:solidFill>
                  <a:srgbClr val="231F20"/>
                </a:solidFill>
                <a:latin typeface="Arial"/>
                <a:ea typeface="Arial"/>
                <a:cs typeface="Arial"/>
              </a:defRPr>
            </a:pPr>
            <a:r>
              <a:rPr sz="1950" b="1">
                <a:solidFill>
                  <a:srgbClr val="231F20"/>
                </a:solidFill>
                <a:latin typeface="Arial"/>
                <a:ea typeface="Arial"/>
                <a:cs typeface="Arial"/>
              </a:rPr>
              <a:t>+</a:t>
            </a:r>
          </a:p>
        </p:txBody>
      </p:sp>
      <p:sp>
        <p:nvSpPr>
          <p:cNvPr id="39" name="wire-43">
            <a:extLst xmlns:a="http://schemas.openxmlformats.org/drawingml/2006/main">
              <a:ext uri="{FF2B5EF4-FFF2-40B4-BE49-F238E27FC236}">
                <a16:creationId xmlns:a16="http://schemas.microsoft.com/office/drawing/2014/main" id="{DE384299-2D26-4F5E-A4C8-50C0AEFECA54}"/>
              </a:ext>
            </a:extLst>
          </p:cNvPr>
          <p:cNvSpPr>
            <a:spLocks xmlns:a="http://schemas.openxmlformats.org/drawingml/2006/main" noGrp="1"/>
          </p:cNvSpPr>
          <p:nvPr/>
        </p:nvSpPr>
        <p:spPr>
          <a:xfrm xmlns:a="http://schemas.openxmlformats.org/drawingml/2006/main">
            <a:off x="1952625" y="2381250"/>
            <a:ext cx="9525" cy="1457325"/>
          </a:xfrm>
          <a:custGeom xmlns:a="http://schemas.openxmlformats.org/drawingml/2006/main">
            <a:pathLst>
              <a:path w="9525" h="1457325">
                <a:moveTo>
                  <a:pt x="0" y="1457325"/>
                </a:moveTo>
                <a:lnTo>
                  <a:pt x="0" y="0"/>
                </a:lnTo>
              </a:path>
            </a:pathLst>
          </a:custGeom>
          <a:noFill xmlns:a="http://schemas.openxmlformats.org/drawingml/2006/main"/>
          <a:ln xmlns:a="http://schemas.openxmlformats.org/drawingml/2006/main" w="24765">
            <a:solidFill>
              <a:srgbClr val="231F20"/>
            </a:solidFill>
          </a:ln>
        </p:spPr>
      </p:sp>
      <p:sp>
        <p:nvSpPr>
          <p:cNvPr id="40" name="wire-44">
            <a:extLst xmlns:a="http://schemas.openxmlformats.org/drawingml/2006/main">
              <a:ext uri="{FF2B5EF4-FFF2-40B4-BE49-F238E27FC236}">
                <a16:creationId xmlns:a16="http://schemas.microsoft.com/office/drawing/2014/main" id="{DA80D0D3-9F65-483B-B72D-1DEF69B3F8BD}"/>
              </a:ext>
            </a:extLst>
          </p:cNvPr>
          <p:cNvSpPr>
            <a:spLocks xmlns:a="http://schemas.openxmlformats.org/drawingml/2006/main" noGrp="1"/>
          </p:cNvSpPr>
          <p:nvPr/>
        </p:nvSpPr>
        <p:spPr>
          <a:xfrm xmlns:a="http://schemas.openxmlformats.org/drawingml/2006/main">
            <a:off x="1952625" y="23812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4765">
            <a:solidFill>
              <a:srgbClr val="231F20"/>
            </a:solidFill>
          </a:ln>
        </p:spPr>
      </p:sp>
      <p:sp>
        <p:nvSpPr>
          <p:cNvPr id="41" name="circuit-45">
            <a:extLst xmlns:a="http://schemas.openxmlformats.org/drawingml/2006/main">
              <a:ext uri="{FF2B5EF4-FFF2-40B4-BE49-F238E27FC236}">
                <a16:creationId xmlns:a16="http://schemas.microsoft.com/office/drawing/2014/main" id="{B79603EB-087E-44C9-A803-4BE411AD6AAF}"/>
              </a:ext>
            </a:extLst>
          </p:cNvPr>
          <p:cNvSpPr>
            <a:spLocks xmlns:a="http://schemas.openxmlformats.org/drawingml/2006/main" noGrp="1"/>
          </p:cNvSpPr>
          <p:nvPr/>
        </p:nvSpPr>
        <p:spPr>
          <a:xfrm xmlns:a="http://schemas.openxmlformats.org/drawingml/2006/main">
            <a:off x="2114550" y="23498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2" name="text-46">
            <a:extLst xmlns:a="http://schemas.openxmlformats.org/drawingml/2006/main">
              <a:ext uri="{FF2B5EF4-FFF2-40B4-BE49-F238E27FC236}">
                <a16:creationId xmlns:a16="http://schemas.microsoft.com/office/drawing/2014/main" id="{2888EFD9-546B-4BC9-B20B-6352CD95E0FA}"/>
              </a:ext>
            </a:extLst>
          </p:cNvPr>
          <p:cNvSpPr>
            <a:spLocks xmlns:a="http://schemas.openxmlformats.org/drawingml/2006/main" noGrp="1"/>
          </p:cNvSpPr>
          <p:nvPr/>
        </p:nvSpPr>
        <p:spPr>
          <a:xfrm xmlns:a="http://schemas.openxmlformats.org/drawingml/2006/main">
            <a:off x="1876425" y="2609850"/>
            <a:ext cx="228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Arial"/>
                <a:ea typeface="Arial"/>
                <a:cs typeface="Arial"/>
              </a:defRPr>
            </a:defPPr>
            <a:lvl1pPr algn="l">
              <a:defRPr sz="1650" b="0">
                <a:solidFill>
                  <a:srgbClr val="231F20"/>
                </a:solidFill>
                <a:latin typeface="Arial"/>
                <a:ea typeface="Arial"/>
                <a:cs typeface="Arial"/>
              </a:defRPr>
            </a:lvl1pPr>
            <a:lvl2pPr algn="l">
              <a:defRPr sz="1650" b="0">
                <a:solidFill>
                  <a:srgbClr val="231F20"/>
                </a:solidFill>
                <a:latin typeface="Arial"/>
                <a:ea typeface="Arial"/>
                <a:cs typeface="Arial"/>
              </a:defRPr>
            </a:lvl2pPr>
            <a:lvl3pPr algn="l">
              <a:defRPr sz="1650" b="0">
                <a:solidFill>
                  <a:srgbClr val="231F20"/>
                </a:solidFill>
                <a:latin typeface="Arial"/>
                <a:ea typeface="Arial"/>
                <a:cs typeface="Arial"/>
              </a:defRPr>
            </a:lvl3pPr>
            <a:lvl4pPr algn="l">
              <a:defRPr sz="1650" b="0">
                <a:solidFill>
                  <a:srgbClr val="231F20"/>
                </a:solidFill>
                <a:latin typeface="Arial"/>
                <a:ea typeface="Arial"/>
                <a:cs typeface="Arial"/>
              </a:defRPr>
            </a:lvl4pPr>
            <a:lvl5pPr algn="l">
              <a:defRPr sz="1650" b="0">
                <a:solidFill>
                  <a:srgbClr val="231F20"/>
                </a:solidFill>
                <a:latin typeface="Arial"/>
                <a:ea typeface="Arial"/>
                <a:cs typeface="Arial"/>
              </a:defRPr>
            </a:lvl5pPr>
            <a:lvl6pPr algn="l">
              <a:defRPr sz="1650" b="0">
                <a:solidFill>
                  <a:srgbClr val="231F20"/>
                </a:solidFill>
                <a:latin typeface="Arial"/>
                <a:ea typeface="Arial"/>
                <a:cs typeface="Arial"/>
              </a:defRPr>
            </a:lvl6pPr>
            <a:lvl7pPr algn="l">
              <a:defRPr sz="1650" b="0">
                <a:solidFill>
                  <a:srgbClr val="231F20"/>
                </a:solidFill>
                <a:latin typeface="Arial"/>
                <a:ea typeface="Arial"/>
                <a:cs typeface="Arial"/>
              </a:defRPr>
            </a:lvl7pPr>
            <a:lvl8pPr algn="l">
              <a:defRPr sz="1650" b="0">
                <a:solidFill>
                  <a:srgbClr val="231F20"/>
                </a:solidFill>
                <a:latin typeface="Arial"/>
                <a:ea typeface="Arial"/>
                <a:cs typeface="Arial"/>
              </a:defRPr>
            </a:lvl8pPr>
            <a:lvl9pPr algn="l">
              <a:defRPr sz="1650" b="0">
                <a:solidFill>
                  <a:srgbClr val="231F20"/>
                </a:solidFill>
                <a:latin typeface="Arial"/>
                <a:ea typeface="Arial"/>
                <a:cs typeface="Arial"/>
              </a:defRPr>
            </a:lvl9pPr>
          </a:lstStyle>
          <a:p xmlns:a="http://schemas.openxmlformats.org/drawingml/2006/main">
            <a:pPr algn="l">
              <a:defRPr sz="1650" b="0">
                <a:solidFill>
                  <a:srgbClr val="231F20"/>
                </a:solidFill>
                <a:latin typeface="Arial"/>
                <a:ea typeface="Arial"/>
                <a:cs typeface="Arial"/>
              </a:defRPr>
            </a:pPr>
            <a:r>
              <a:rPr sz="1650" b="0">
                <a:solidFill>
                  <a:srgbClr val="231F20"/>
                </a:solidFill>
                <a:latin typeface="Arial"/>
                <a:ea typeface="Arial"/>
                <a:cs typeface="Arial"/>
              </a:rPr>
              <a:t>4</a:t>
            </a:r>
          </a:p>
        </p:txBody>
      </p:sp>
      <p:sp>
        <p:nvSpPr>
          <p:cNvPr id="43" name="wire-47">
            <a:extLst xmlns:a="http://schemas.openxmlformats.org/drawingml/2006/main">
              <a:ext uri="{FF2B5EF4-FFF2-40B4-BE49-F238E27FC236}">
                <a16:creationId xmlns:a16="http://schemas.microsoft.com/office/drawing/2014/main" id="{710DEC61-37D6-4638-95F3-65CEA625D160}"/>
              </a:ext>
            </a:extLst>
          </p:cNvPr>
          <p:cNvSpPr>
            <a:spLocks xmlns:a="http://schemas.openxmlformats.org/drawingml/2006/main" noGrp="1"/>
          </p:cNvSpPr>
          <p:nvPr/>
        </p:nvSpPr>
        <p:spPr>
          <a:xfrm xmlns:a="http://schemas.openxmlformats.org/drawingml/2006/main">
            <a:off x="2076450" y="26289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4765">
            <a:solidFill>
              <a:srgbClr val="231F20"/>
            </a:solidFill>
          </a:ln>
        </p:spPr>
      </p:sp>
      <p:sp>
        <p:nvSpPr>
          <p:cNvPr id="44" name="circuit-48">
            <a:extLst xmlns:a="http://schemas.openxmlformats.org/drawingml/2006/main">
              <a:ext uri="{FF2B5EF4-FFF2-40B4-BE49-F238E27FC236}">
                <a16:creationId xmlns:a16="http://schemas.microsoft.com/office/drawing/2014/main" id="{20DF63C6-0CD0-4351-B47A-960127D5DE9A}"/>
              </a:ext>
            </a:extLst>
          </p:cNvPr>
          <p:cNvSpPr>
            <a:spLocks xmlns:a="http://schemas.openxmlformats.org/drawingml/2006/main" noGrp="1"/>
          </p:cNvSpPr>
          <p:nvPr/>
        </p:nvSpPr>
        <p:spPr>
          <a:xfrm xmlns:a="http://schemas.openxmlformats.org/drawingml/2006/main">
            <a:off x="2114550" y="2597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wire-49">
            <a:extLst xmlns:a="http://schemas.openxmlformats.org/drawingml/2006/main">
              <a:ext uri="{FF2B5EF4-FFF2-40B4-BE49-F238E27FC236}">
                <a16:creationId xmlns:a16="http://schemas.microsoft.com/office/drawing/2014/main" id="{683F871A-E690-475F-AED1-4F395A963BC4}"/>
              </a:ext>
            </a:extLst>
          </p:cNvPr>
          <p:cNvSpPr>
            <a:spLocks xmlns:a="http://schemas.openxmlformats.org/drawingml/2006/main" noGrp="1"/>
          </p:cNvSpPr>
          <p:nvPr/>
        </p:nvSpPr>
        <p:spPr>
          <a:xfrm xmlns:a="http://schemas.openxmlformats.org/drawingml/2006/main">
            <a:off x="2724150" y="249555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4765">
            <a:solidFill>
              <a:srgbClr val="231F20"/>
            </a:solidFill>
          </a:ln>
        </p:spPr>
      </p:sp>
      <p:sp>
        <p:nvSpPr>
          <p:cNvPr id="46" name="wire-50">
            <a:extLst xmlns:a="http://schemas.openxmlformats.org/drawingml/2006/main">
              <a:ext uri="{FF2B5EF4-FFF2-40B4-BE49-F238E27FC236}">
                <a16:creationId xmlns:a16="http://schemas.microsoft.com/office/drawing/2014/main" id="{569B1B45-6E6A-41A4-B648-65EA292BC7DD}"/>
              </a:ext>
            </a:extLst>
          </p:cNvPr>
          <p:cNvSpPr>
            <a:spLocks xmlns:a="http://schemas.openxmlformats.org/drawingml/2006/main" noGrp="1"/>
          </p:cNvSpPr>
          <p:nvPr/>
        </p:nvSpPr>
        <p:spPr>
          <a:xfrm xmlns:a="http://schemas.openxmlformats.org/drawingml/2006/main">
            <a:off x="2914650" y="2495550"/>
            <a:ext cx="9525" cy="2876550"/>
          </a:xfrm>
          <a:custGeom xmlns:a="http://schemas.openxmlformats.org/drawingml/2006/main">
            <a:pathLst>
              <a:path w="9525" h="2876550">
                <a:moveTo>
                  <a:pt x="0" y="0"/>
                </a:moveTo>
                <a:lnTo>
                  <a:pt x="0" y="2876550"/>
                </a:lnTo>
              </a:path>
            </a:pathLst>
          </a:custGeom>
          <a:noFill xmlns:a="http://schemas.openxmlformats.org/drawingml/2006/main"/>
          <a:ln xmlns:a="http://schemas.openxmlformats.org/drawingml/2006/main" w="24765">
            <a:solidFill>
              <a:srgbClr val="231F20"/>
            </a:solidFill>
          </a:ln>
        </p:spPr>
      </p:sp>
      <p:sp>
        <p:nvSpPr>
          <p:cNvPr id="47" name="wire-51">
            <a:extLst xmlns:a="http://schemas.openxmlformats.org/drawingml/2006/main">
              <a:ext uri="{FF2B5EF4-FFF2-40B4-BE49-F238E27FC236}">
                <a16:creationId xmlns:a16="http://schemas.microsoft.com/office/drawing/2014/main" id="{0CA62064-BB54-47A9-87D0-238357B9C45B}"/>
              </a:ext>
            </a:extLst>
          </p:cNvPr>
          <p:cNvSpPr>
            <a:spLocks xmlns:a="http://schemas.openxmlformats.org/drawingml/2006/main" noGrp="1"/>
          </p:cNvSpPr>
          <p:nvPr/>
        </p:nvSpPr>
        <p:spPr>
          <a:xfrm xmlns:a="http://schemas.openxmlformats.org/drawingml/2006/main">
            <a:off x="742950" y="5372100"/>
            <a:ext cx="2171700" cy="9525"/>
          </a:xfrm>
          <a:custGeom xmlns:a="http://schemas.openxmlformats.org/drawingml/2006/main">
            <a:pathLst>
              <a:path w="2171700" h="9525">
                <a:moveTo>
                  <a:pt x="2171700" y="0"/>
                </a:moveTo>
                <a:lnTo>
                  <a:pt x="0" y="0"/>
                </a:lnTo>
              </a:path>
            </a:pathLst>
          </a:custGeom>
          <a:noFill xmlns:a="http://schemas.openxmlformats.org/drawingml/2006/main"/>
          <a:ln xmlns:a="http://schemas.openxmlformats.org/drawingml/2006/main" w="24765">
            <a:solidFill>
              <a:srgbClr val="231F20"/>
            </a:solidFill>
          </a:ln>
        </p:spPr>
      </p:sp>
      <p:sp>
        <p:nvSpPr>
          <p:cNvPr id="48" name="wire-52">
            <a:extLst xmlns:a="http://schemas.openxmlformats.org/drawingml/2006/main">
              <a:ext uri="{FF2B5EF4-FFF2-40B4-BE49-F238E27FC236}">
                <a16:creationId xmlns:a16="http://schemas.microsoft.com/office/drawing/2014/main" id="{0B09463B-7106-4C27-8647-950302A04FEC}"/>
              </a:ext>
            </a:extLst>
          </p:cNvPr>
          <p:cNvSpPr>
            <a:spLocks xmlns:a="http://schemas.openxmlformats.org/drawingml/2006/main" noGrp="1"/>
          </p:cNvSpPr>
          <p:nvPr/>
        </p:nvSpPr>
        <p:spPr>
          <a:xfrm xmlns:a="http://schemas.openxmlformats.org/drawingml/2006/main">
            <a:off x="742950" y="3838575"/>
            <a:ext cx="9525" cy="1533525"/>
          </a:xfrm>
          <a:custGeom xmlns:a="http://schemas.openxmlformats.org/drawingml/2006/main">
            <a:pathLst>
              <a:path w="9525" h="1533525">
                <a:moveTo>
                  <a:pt x="0" y="1533525"/>
                </a:moveTo>
                <a:lnTo>
                  <a:pt x="0" y="0"/>
                </a:lnTo>
              </a:path>
            </a:pathLst>
          </a:custGeom>
          <a:noFill xmlns:a="http://schemas.openxmlformats.org/drawingml/2006/main"/>
          <a:ln xmlns:a="http://schemas.openxmlformats.org/drawingml/2006/main" w="24765">
            <a:solidFill>
              <a:srgbClr val="231F20"/>
            </a:solidFill>
          </a:ln>
        </p:spPr>
      </p:sp>
      <p:sp>
        <p:nvSpPr>
          <p:cNvPr id="49" name="wire-53">
            <a:extLst xmlns:a="http://schemas.openxmlformats.org/drawingml/2006/main">
              <a:ext uri="{FF2B5EF4-FFF2-40B4-BE49-F238E27FC236}">
                <a16:creationId xmlns:a16="http://schemas.microsoft.com/office/drawing/2014/main" id="{59A15B0F-62BC-4F07-BF5D-4744297DAE8B}"/>
              </a:ext>
            </a:extLst>
          </p:cNvPr>
          <p:cNvSpPr>
            <a:spLocks xmlns:a="http://schemas.openxmlformats.org/drawingml/2006/main" noGrp="1"/>
          </p:cNvSpPr>
          <p:nvPr/>
        </p:nvSpPr>
        <p:spPr>
          <a:xfrm xmlns:a="http://schemas.openxmlformats.org/drawingml/2006/main">
            <a:off x="742950" y="3838575"/>
            <a:ext cx="457200" cy="9525"/>
          </a:xfrm>
          <a:custGeom xmlns:a="http://schemas.openxmlformats.org/drawingml/2006/main">
            <a:pathLst>
              <a:path w="457200" h="9525">
                <a:moveTo>
                  <a:pt x="0" y="0"/>
                </a:moveTo>
                <a:lnTo>
                  <a:pt x="457200" y="0"/>
                </a:lnTo>
              </a:path>
            </a:pathLst>
          </a:custGeom>
          <a:noFill xmlns:a="http://schemas.openxmlformats.org/drawingml/2006/main"/>
          <a:ln xmlns:a="http://schemas.openxmlformats.org/drawingml/2006/main" w="24765">
            <a:solidFill>
              <a:srgbClr val="231F20"/>
            </a:solidFill>
          </a:ln>
        </p:spPr>
      </p:sp>
      <p:sp>
        <p:nvSpPr>
          <p:cNvPr id="50" name="circuit-54">
            <a:extLst xmlns:a="http://schemas.openxmlformats.org/drawingml/2006/main">
              <a:ext uri="{FF2B5EF4-FFF2-40B4-BE49-F238E27FC236}">
                <a16:creationId xmlns:a16="http://schemas.microsoft.com/office/drawing/2014/main" id="{6323093E-9AC0-4887-AE90-DA97A2670EFC}"/>
              </a:ext>
            </a:extLst>
          </p:cNvPr>
          <p:cNvSpPr>
            <a:spLocks xmlns:a="http://schemas.openxmlformats.org/drawingml/2006/main" noGrp="1"/>
          </p:cNvSpPr>
          <p:nvPr/>
        </p:nvSpPr>
        <p:spPr>
          <a:xfrm xmlns:a="http://schemas.openxmlformats.org/drawingml/2006/main">
            <a:off x="11239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1" name="text-55">
            <a:extLst xmlns:a="http://schemas.openxmlformats.org/drawingml/2006/main">
              <a:ext uri="{FF2B5EF4-FFF2-40B4-BE49-F238E27FC236}">
                <a16:creationId xmlns:a16="http://schemas.microsoft.com/office/drawing/2014/main" id="{FE620CD3-94EA-4979-95F2-67F2D4692BE4}"/>
              </a:ext>
            </a:extLst>
          </p:cNvPr>
          <p:cNvSpPr>
            <a:spLocks xmlns:a="http://schemas.openxmlformats.org/drawingml/2006/main" noGrp="1"/>
          </p:cNvSpPr>
          <p:nvPr/>
        </p:nvSpPr>
        <p:spPr>
          <a:xfrm xmlns:a="http://schemas.openxmlformats.org/drawingml/2006/main">
            <a:off x="3162300" y="5381625"/>
            <a:ext cx="828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231F20"/>
                </a:solidFill>
                <a:latin typeface="Yu Gothic"/>
                <a:ea typeface="Yu Gothic"/>
                <a:cs typeface="Yu Gothic"/>
              </a:defRPr>
            </a:defPPr>
            <a:lvl1pPr algn="l">
              <a:defRPr sz="1950" b="1">
                <a:solidFill>
                  <a:srgbClr val="231F20"/>
                </a:solidFill>
                <a:latin typeface="Yu Gothic"/>
                <a:ea typeface="Yu Gothic"/>
                <a:cs typeface="Yu Gothic"/>
              </a:defRPr>
            </a:lvl1pPr>
            <a:lvl2pPr algn="l">
              <a:defRPr sz="1950" b="1">
                <a:solidFill>
                  <a:srgbClr val="231F20"/>
                </a:solidFill>
                <a:latin typeface="Yu Gothic"/>
                <a:ea typeface="Yu Gothic"/>
                <a:cs typeface="Yu Gothic"/>
              </a:defRPr>
            </a:lvl2pPr>
            <a:lvl3pPr algn="l">
              <a:defRPr sz="1950" b="1">
                <a:solidFill>
                  <a:srgbClr val="231F20"/>
                </a:solidFill>
                <a:latin typeface="Yu Gothic"/>
                <a:ea typeface="Yu Gothic"/>
                <a:cs typeface="Yu Gothic"/>
              </a:defRPr>
            </a:lvl3pPr>
            <a:lvl4pPr algn="l">
              <a:defRPr sz="1950" b="1">
                <a:solidFill>
                  <a:srgbClr val="231F20"/>
                </a:solidFill>
                <a:latin typeface="Yu Gothic"/>
                <a:ea typeface="Yu Gothic"/>
                <a:cs typeface="Yu Gothic"/>
              </a:defRPr>
            </a:lvl4pPr>
            <a:lvl5pPr algn="l">
              <a:defRPr sz="1950" b="1">
                <a:solidFill>
                  <a:srgbClr val="231F20"/>
                </a:solidFill>
                <a:latin typeface="Yu Gothic"/>
                <a:ea typeface="Yu Gothic"/>
                <a:cs typeface="Yu Gothic"/>
              </a:defRPr>
            </a:lvl5pPr>
            <a:lvl6pPr algn="l">
              <a:defRPr sz="1950" b="1">
                <a:solidFill>
                  <a:srgbClr val="231F20"/>
                </a:solidFill>
                <a:latin typeface="Yu Gothic"/>
                <a:ea typeface="Yu Gothic"/>
                <a:cs typeface="Yu Gothic"/>
              </a:defRPr>
            </a:lvl6pPr>
            <a:lvl7pPr algn="l">
              <a:defRPr sz="1950" b="1">
                <a:solidFill>
                  <a:srgbClr val="231F20"/>
                </a:solidFill>
                <a:latin typeface="Yu Gothic"/>
                <a:ea typeface="Yu Gothic"/>
                <a:cs typeface="Yu Gothic"/>
              </a:defRPr>
            </a:lvl7pPr>
            <a:lvl8pPr algn="l">
              <a:defRPr sz="1950" b="1">
                <a:solidFill>
                  <a:srgbClr val="231F20"/>
                </a:solidFill>
                <a:latin typeface="Yu Gothic"/>
                <a:ea typeface="Yu Gothic"/>
                <a:cs typeface="Yu Gothic"/>
              </a:defRPr>
            </a:lvl8pPr>
            <a:lvl9pPr algn="l">
              <a:defRPr sz="1950" b="1">
                <a:solidFill>
                  <a:srgbClr val="231F20"/>
                </a:solidFill>
                <a:latin typeface="Yu Gothic"/>
                <a:ea typeface="Yu Gothic"/>
                <a:cs typeface="Yu Gothic"/>
              </a:defRPr>
            </a:lvl9pPr>
          </a:lstStyle>
          <a:p xmlns:a="http://schemas.openxmlformats.org/drawingml/2006/main">
            <a:pPr algn="l">
              <a:defRPr sz="1950" b="1">
                <a:solidFill>
                  <a:srgbClr val="231F20"/>
                </a:solidFill>
                <a:latin typeface="Yu Gothic"/>
                <a:ea typeface="Yu Gothic"/>
                <a:cs typeface="Yu Gothic"/>
              </a:defRPr>
            </a:pPr>
            <a:r>
              <a:rPr sz="1950" b="1">
                <a:solidFill>
                  <a:srgbClr val="231F20"/>
                </a:solidFill>
                <a:latin typeface="Yu Gothic"/>
                <a:ea typeface="Yu Gothic"/>
                <a:cs typeface="Yu Gothic"/>
              </a:rPr>
              <a:t>分岐しない32ビット命令の例：次は 0 + 4 = 4 番地</a:t>
            </a:r>
          </a:p>
        </p:txBody>
      </p:sp>
      <p:sp>
        <p:nvSpPr>
          <p:cNvPr id="52" name="text-56">
            <a:extLst xmlns:a="http://schemas.openxmlformats.org/drawingml/2006/main">
              <a:ext uri="{FF2B5EF4-FFF2-40B4-BE49-F238E27FC236}">
                <a16:creationId xmlns:a16="http://schemas.microsoft.com/office/drawing/2014/main" id="{5305BB5D-C8B7-4CC2-90A7-F846AFE1904B}"/>
              </a:ext>
            </a:extLst>
          </p:cNvPr>
          <p:cNvSpPr>
            <a:spLocks xmlns:a="http://schemas.openxmlformats.org/drawingml/2006/main" noGrp="1"/>
          </p:cNvSpPr>
          <p:nvPr/>
        </p:nvSpPr>
        <p:spPr>
          <a:xfrm xmlns:a="http://schemas.openxmlformats.org/drawingml/2006/main">
            <a:off x="609600" y="5857875"/>
            <a:ext cx="10915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PC：次に読む命令の番地を保存するレジスタ</a:t>
            </a:r>
          </a:p>
        </p:txBody>
      </p:sp>
      <p:sp>
        <p:nvSpPr>
          <p:cNvPr id="53" name="text-57">
            <a:extLst xmlns:a="http://schemas.openxmlformats.org/drawingml/2006/main">
              <a:ext uri="{FF2B5EF4-FFF2-40B4-BE49-F238E27FC236}">
                <a16:creationId xmlns:a16="http://schemas.microsoft.com/office/drawing/2014/main" id="{E92F6CCD-9D9E-44AC-B106-0AF7294E6474}"/>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2</a:t>
            </a:r>
          </a:p>
        </p:txBody>
      </p:sp>
      <p:sp>
        <p:nvSpPr>
          <p:cNvPr id="54" name="text-58">
            <a:extLst xmlns:a="http://schemas.openxmlformats.org/drawingml/2006/main">
              <a:ext uri="{FF2B5EF4-FFF2-40B4-BE49-F238E27FC236}">
                <a16:creationId xmlns:a16="http://schemas.microsoft.com/office/drawing/2014/main" id="{0AE5CC42-A83E-4C6F-88ED-136528C30975}"/>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PCと命令メモリを含む簡略図。命令の番地と、命令が読み書きするデータの番地は別</a:t>
            </a:r>
          </a:p>
        </p:txBody>
      </p:sp>
    </p:spTree>
    <p:extLst>
      <p:ext uri="{BB962C8B-B14F-4D97-AF65-F5344CB8AC3E}">
        <p14:creationId xmlns:p14="http://schemas.microsoft.com/office/powerpoint/2010/main" val="116347705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3" name="text-59">
            <a:extLst xmlns:a="http://schemas.openxmlformats.org/drawingml/2006/main">
              <a:ext uri="{FF2B5EF4-FFF2-40B4-BE49-F238E27FC236}">
                <a16:creationId xmlns:a16="http://schemas.microsoft.com/office/drawing/2014/main" id="{08546FE7-C161-488E-8233-8045DB795AAB}"/>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3</a:t>
            </a:r>
          </a:p>
        </p:txBody>
      </p:sp>
      <p:sp>
        <p:nvSpPr>
          <p:cNvPr id="2" name="text-60">
            <a:extLst xmlns:a="http://schemas.openxmlformats.org/drawingml/2006/main">
              <a:ext uri="{FF2B5EF4-FFF2-40B4-BE49-F238E27FC236}">
                <a16:creationId xmlns:a16="http://schemas.microsoft.com/office/drawing/2014/main" id="{980A1ECA-B191-47F8-9280-3AB7ECAEDEB6}"/>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lw：データメモリから値を読む</a:t>
            </a:r>
          </a:p>
        </p:txBody>
      </p:sp>
      <p:sp>
        <p:nvSpPr>
          <p:cNvPr id="3" name="text-61">
            <a:extLst xmlns:a="http://schemas.openxmlformats.org/drawingml/2006/main">
              <a:ext uri="{FF2B5EF4-FFF2-40B4-BE49-F238E27FC236}">
                <a16:creationId xmlns:a16="http://schemas.microsoft.com/office/drawing/2014/main" id="{FCE691E7-31D1-4F47-A85D-09AA4F73A252}"/>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3</a:t>
            </a:r>
          </a:p>
        </p:txBody>
      </p:sp>
      <p:sp>
        <p:nvSpPr>
          <p:cNvPr id="4" name="text-62">
            <a:extLst xmlns:a="http://schemas.openxmlformats.org/drawingml/2006/main">
              <a:ext uri="{FF2B5EF4-FFF2-40B4-BE49-F238E27FC236}">
                <a16:creationId xmlns:a16="http://schemas.microsoft.com/office/drawing/2014/main" id="{ACBEA51F-B598-4ED2-BFED-A62822B67DA0}"/>
              </a:ext>
            </a:extLst>
          </p:cNvPr>
          <p:cNvSpPr>
            <a:spLocks xmlns:a="http://schemas.openxmlformats.org/drawingml/2006/main" noGrp="1"/>
          </p:cNvSpPr>
          <p:nvPr/>
        </p:nvSpPr>
        <p:spPr>
          <a:xfrm xmlns:a="http://schemas.openxmlformats.org/drawingml/2006/main">
            <a:off x="609600" y="12954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lw x1, 0(x0)　：　データの0番地から、x1へ読む</a:t>
            </a:r>
          </a:p>
        </p:txBody>
      </p:sp>
      <p:sp>
        <p:nvSpPr>
          <p:cNvPr id="5" name="block-63">
            <a:extLst xmlns:a="http://schemas.openxmlformats.org/drawingml/2006/main">
              <a:ext uri="{FF2B5EF4-FFF2-40B4-BE49-F238E27FC236}">
                <a16:creationId xmlns:a16="http://schemas.microsoft.com/office/drawing/2014/main" id="{51A60CDA-5090-49DD-BF89-858750C64180}"/>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64">
            <a:extLst xmlns:a="http://schemas.openxmlformats.org/drawingml/2006/main">
              <a:ext uri="{FF2B5EF4-FFF2-40B4-BE49-F238E27FC236}">
                <a16:creationId xmlns:a16="http://schemas.microsoft.com/office/drawing/2014/main" id="{2585EC80-65EA-4922-B3FA-E2A1F0F090AC}"/>
              </a:ext>
            </a:extLst>
          </p:cNvPr>
          <p:cNvSpPr>
            <a:spLocks xmlns:a="http://schemas.openxmlformats.org/drawingml/2006/main" noGrp="1"/>
          </p:cNvSpPr>
          <p:nvPr/>
        </p:nvSpPr>
        <p:spPr>
          <a:xfrm xmlns:a="http://schemas.openxmlformats.org/drawingml/2006/main">
            <a:off x="1619250" y="3467100"/>
            <a:ext cx="1152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Register</a:t>
            </a:r>
          </a:p>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File</a:t>
            </a:r>
          </a:p>
        </p:txBody>
      </p:sp>
      <p:sp>
        <p:nvSpPr>
          <p:cNvPr id="7" name="text-65">
            <a:extLst xmlns:a="http://schemas.openxmlformats.org/drawingml/2006/main">
              <a:ext uri="{FF2B5EF4-FFF2-40B4-BE49-F238E27FC236}">
                <a16:creationId xmlns:a16="http://schemas.microsoft.com/office/drawing/2014/main" id="{20F7BC73-C231-4BD5-BBCF-F1668D753B03}"/>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66">
            <a:extLst xmlns:a="http://schemas.openxmlformats.org/drawingml/2006/main">
              <a:ext uri="{FF2B5EF4-FFF2-40B4-BE49-F238E27FC236}">
                <a16:creationId xmlns:a16="http://schemas.microsoft.com/office/drawing/2014/main" id="{F2660AF6-9449-4FF2-A055-008E4899B94B}"/>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A2</a:t>
            </a:r>
          </a:p>
        </p:txBody>
      </p:sp>
      <p:sp>
        <p:nvSpPr>
          <p:cNvPr id="9" name="text-67">
            <a:extLst xmlns:a="http://schemas.openxmlformats.org/drawingml/2006/main">
              <a:ext uri="{FF2B5EF4-FFF2-40B4-BE49-F238E27FC236}">
                <a16:creationId xmlns:a16="http://schemas.microsoft.com/office/drawing/2014/main" id="{B0E06605-8967-4136-9392-235221B9FEE9}"/>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A3</a:t>
            </a:r>
          </a:p>
        </p:txBody>
      </p:sp>
      <p:sp>
        <p:nvSpPr>
          <p:cNvPr id="10" name="text-68">
            <a:extLst xmlns:a="http://schemas.openxmlformats.org/drawingml/2006/main">
              <a:ext uri="{FF2B5EF4-FFF2-40B4-BE49-F238E27FC236}">
                <a16:creationId xmlns:a16="http://schemas.microsoft.com/office/drawing/2014/main" id="{EF8DDF3F-189E-4311-B620-4A1F810FE374}"/>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WD3</a:t>
            </a:r>
          </a:p>
        </p:txBody>
      </p:sp>
      <p:sp>
        <p:nvSpPr>
          <p:cNvPr id="11" name="text-69">
            <a:extLst xmlns:a="http://schemas.openxmlformats.org/drawingml/2006/main">
              <a:ext uri="{FF2B5EF4-FFF2-40B4-BE49-F238E27FC236}">
                <a16:creationId xmlns:a16="http://schemas.microsoft.com/office/drawing/2014/main" id="{F98FDE59-C06E-4D9B-BA82-FDF2999859C8}"/>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70">
            <a:extLst xmlns:a="http://schemas.openxmlformats.org/drawingml/2006/main">
              <a:ext uri="{FF2B5EF4-FFF2-40B4-BE49-F238E27FC236}">
                <a16:creationId xmlns:a16="http://schemas.microsoft.com/office/drawing/2014/main" id="{50E9D760-5BEC-4504-90AA-2BFD6BDD38A0}"/>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RD2</a:t>
            </a:r>
          </a:p>
        </p:txBody>
      </p:sp>
      <p:sp>
        <p:nvSpPr>
          <p:cNvPr id="13" name="text-71">
            <a:extLst xmlns:a="http://schemas.openxmlformats.org/drawingml/2006/main">
              <a:ext uri="{FF2B5EF4-FFF2-40B4-BE49-F238E27FC236}">
                <a16:creationId xmlns:a16="http://schemas.microsoft.com/office/drawing/2014/main" id="{207AAD4C-73CC-48E2-BE2D-0D236A86E5C1}"/>
              </a:ext>
            </a:extLst>
          </p:cNvPr>
          <p:cNvSpPr>
            <a:spLocks xmlns:a="http://schemas.openxmlformats.org/drawingml/2006/main" noGrp="1"/>
          </p:cNvSpPr>
          <p:nvPr/>
        </p:nvSpPr>
        <p:spPr>
          <a:xfrm xmlns:a="http://schemas.openxmlformats.org/drawingml/2006/main">
            <a:off x="1219200" y="1885950"/>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レジスタ群</a:t>
            </a:r>
          </a:p>
        </p:txBody>
      </p:sp>
      <p:sp>
        <p:nvSpPr>
          <p:cNvPr id="14" name="circuit-72">
            <a:extLst xmlns:a="http://schemas.openxmlformats.org/drawingml/2006/main">
              <a:ext uri="{FF2B5EF4-FFF2-40B4-BE49-F238E27FC236}">
                <a16:creationId xmlns:a16="http://schemas.microsoft.com/office/drawing/2014/main" id="{CA804157-8CD5-422E-B0C4-18FD3280F453}"/>
              </a:ext>
            </a:extLst>
          </p:cNvPr>
          <p:cNvSpPr>
            <a:spLocks xmlns:a="http://schemas.openxmlformats.org/drawingml/2006/main" noGrp="1"/>
          </p:cNvSpPr>
          <p:nvPr/>
        </p:nvSpPr>
        <p:spPr>
          <a:xfrm xmlns:a="http://schemas.openxmlformats.org/drawingml/2006/main">
            <a:off x="1552575" y="2838450"/>
            <a:ext cx="190500" cy="114300"/>
          </a:xfrm>
          <a:custGeom xmlns:a="http://schemas.openxmlformats.org/drawingml/2006/main">
            <a:pathLst>
              <a:path w="190500" h="114300">
                <a:moveTo>
                  <a:pt x="0" y="0"/>
                </a:moveTo>
                <a:lnTo>
                  <a:pt x="95250" y="114300"/>
                </a:lnTo>
                <a:lnTo>
                  <a:pt x="190500" y="0"/>
                </a:lnTo>
                <a:close/>
              </a:path>
            </a:pathLst>
          </a:custGeom>
          <a:noFill xmlns:a="http://schemas.openxmlformats.org/drawingml/2006/main"/>
          <a:ln xmlns:a="http://schemas.openxmlformats.org/drawingml/2006/main" w="20955">
            <a:solidFill>
              <a:srgbClr val="231F20"/>
            </a:solidFill>
          </a:ln>
        </p:spPr>
      </p:sp>
      <p:sp>
        <p:nvSpPr>
          <p:cNvPr id="15" name="wire-73">
            <a:extLst xmlns:a="http://schemas.openxmlformats.org/drawingml/2006/main">
              <a:ext uri="{FF2B5EF4-FFF2-40B4-BE49-F238E27FC236}">
                <a16:creationId xmlns:a16="http://schemas.microsoft.com/office/drawing/2014/main" id="{8F67F306-FAC3-4B7A-9D06-BEA151A00157}"/>
              </a:ext>
            </a:extLst>
          </p:cNvPr>
          <p:cNvSpPr>
            <a:spLocks xmlns:a="http://schemas.openxmlformats.org/drawingml/2006/main" noGrp="1"/>
          </p:cNvSpPr>
          <p:nvPr/>
        </p:nvSpPr>
        <p:spPr>
          <a:xfrm xmlns:a="http://schemas.openxmlformats.org/drawingml/2006/main">
            <a:off x="1647825" y="2609850"/>
            <a:ext cx="9525" cy="228600"/>
          </a:xfrm>
          <a:custGeom xmlns:a="http://schemas.openxmlformats.org/drawingml/2006/main">
            <a:pathLst>
              <a:path w="9525" h="228600">
                <a:moveTo>
                  <a:pt x="0" y="0"/>
                </a:moveTo>
                <a:lnTo>
                  <a:pt x="0" y="228600"/>
                </a:lnTo>
              </a:path>
            </a:pathLst>
          </a:custGeom>
          <a:noFill xmlns:a="http://schemas.openxmlformats.org/drawingml/2006/main"/>
          <a:ln xmlns:a="http://schemas.openxmlformats.org/drawingml/2006/main" w="12383">
            <a:solidFill>
              <a:srgbClr val="231F20"/>
            </a:solidFill>
          </a:ln>
        </p:spPr>
      </p:sp>
      <p:sp>
        <p:nvSpPr>
          <p:cNvPr id="16" name="text-74">
            <a:extLst xmlns:a="http://schemas.openxmlformats.org/drawingml/2006/main">
              <a:ext uri="{FF2B5EF4-FFF2-40B4-BE49-F238E27FC236}">
                <a16:creationId xmlns:a16="http://schemas.microsoft.com/office/drawing/2014/main" id="{F6BFF17A-4FED-45FA-988A-D111A0AEFF57}"/>
              </a:ext>
            </a:extLst>
          </p:cNvPr>
          <p:cNvSpPr>
            <a:spLocks xmlns:a="http://schemas.openxmlformats.org/drawingml/2006/main" noGrp="1"/>
          </p:cNvSpPr>
          <p:nvPr/>
        </p:nvSpPr>
        <p:spPr>
          <a:xfrm xmlns:a="http://schemas.openxmlformats.org/drawingml/2006/main">
            <a:off x="1409700" y="23431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231F20"/>
                </a:solidFill>
                <a:latin typeface="Arial"/>
                <a:ea typeface="Arial"/>
                <a:cs typeface="Arial"/>
              </a:defRPr>
            </a:defPPr>
            <a:lvl1pPr algn="ctr">
              <a:defRPr sz="1425" b="0">
                <a:solidFill>
                  <a:srgbClr val="231F20"/>
                </a:solidFill>
                <a:latin typeface="Arial"/>
                <a:ea typeface="Arial"/>
                <a:cs typeface="Arial"/>
              </a:defRPr>
            </a:lvl1pPr>
            <a:lvl2pPr algn="ctr">
              <a:defRPr sz="1425" b="0">
                <a:solidFill>
                  <a:srgbClr val="231F20"/>
                </a:solidFill>
                <a:latin typeface="Arial"/>
                <a:ea typeface="Arial"/>
                <a:cs typeface="Arial"/>
              </a:defRPr>
            </a:lvl2pPr>
            <a:lvl3pPr algn="ctr">
              <a:defRPr sz="1425" b="0">
                <a:solidFill>
                  <a:srgbClr val="231F20"/>
                </a:solidFill>
                <a:latin typeface="Arial"/>
                <a:ea typeface="Arial"/>
                <a:cs typeface="Arial"/>
              </a:defRPr>
            </a:lvl3pPr>
            <a:lvl4pPr algn="ctr">
              <a:defRPr sz="1425" b="0">
                <a:solidFill>
                  <a:srgbClr val="231F20"/>
                </a:solidFill>
                <a:latin typeface="Arial"/>
                <a:ea typeface="Arial"/>
                <a:cs typeface="Arial"/>
              </a:defRPr>
            </a:lvl4pPr>
            <a:lvl5pPr algn="ctr">
              <a:defRPr sz="1425" b="0">
                <a:solidFill>
                  <a:srgbClr val="231F20"/>
                </a:solidFill>
                <a:latin typeface="Arial"/>
                <a:ea typeface="Arial"/>
                <a:cs typeface="Arial"/>
              </a:defRPr>
            </a:lvl5pPr>
            <a:lvl6pPr algn="ctr">
              <a:defRPr sz="1425" b="0">
                <a:solidFill>
                  <a:srgbClr val="231F20"/>
                </a:solidFill>
                <a:latin typeface="Arial"/>
                <a:ea typeface="Arial"/>
                <a:cs typeface="Arial"/>
              </a:defRPr>
            </a:lvl6pPr>
            <a:lvl7pPr algn="ctr">
              <a:defRPr sz="1425" b="0">
                <a:solidFill>
                  <a:srgbClr val="231F20"/>
                </a:solidFill>
                <a:latin typeface="Arial"/>
                <a:ea typeface="Arial"/>
                <a:cs typeface="Arial"/>
              </a:defRPr>
            </a:lvl7pPr>
            <a:lvl8pPr algn="ctr">
              <a:defRPr sz="1425" b="0">
                <a:solidFill>
                  <a:srgbClr val="231F20"/>
                </a:solidFill>
                <a:latin typeface="Arial"/>
                <a:ea typeface="Arial"/>
                <a:cs typeface="Arial"/>
              </a:defRPr>
            </a:lvl8pPr>
            <a:lvl9pPr algn="ctr">
              <a:defRPr sz="1425" b="0">
                <a:solidFill>
                  <a:srgbClr val="231F20"/>
                </a:solidFill>
                <a:latin typeface="Arial"/>
                <a:ea typeface="Arial"/>
                <a:cs typeface="Arial"/>
              </a:defRPr>
            </a:lvl9pPr>
          </a:lstStyle>
          <a:p xmlns:a="http://schemas.openxmlformats.org/drawingml/2006/main">
            <a:pPr algn="ctr">
              <a:defRPr sz="1425" b="0">
                <a:solidFill>
                  <a:srgbClr val="231F20"/>
                </a:solidFill>
                <a:latin typeface="Arial"/>
                <a:ea typeface="Arial"/>
                <a:cs typeface="Arial"/>
              </a:defRPr>
            </a:pPr>
            <a:r>
              <a:rPr sz="1425" b="0">
                <a:solidFill>
                  <a:srgbClr val="231F20"/>
                </a:solidFill>
                <a:latin typeface="Arial"/>
                <a:ea typeface="Arial"/>
                <a:cs typeface="Arial"/>
              </a:rPr>
              <a:t>clk</a:t>
            </a:r>
          </a:p>
        </p:txBody>
      </p:sp>
      <p:sp>
        <p:nvSpPr>
          <p:cNvPr id="17" name="text-75">
            <a:extLst xmlns:a="http://schemas.openxmlformats.org/drawingml/2006/main">
              <a:ext uri="{FF2B5EF4-FFF2-40B4-BE49-F238E27FC236}">
                <a16:creationId xmlns:a16="http://schemas.microsoft.com/office/drawing/2014/main" id="{E6FB3CF1-5FE3-421F-A3BB-4D9A8D68B122}"/>
              </a:ext>
            </a:extLst>
          </p:cNvPr>
          <p:cNvSpPr>
            <a:spLocks xmlns:a="http://schemas.openxmlformats.org/drawingml/2006/main" noGrp="1"/>
          </p:cNvSpPr>
          <p:nvPr/>
        </p:nvSpPr>
        <p:spPr>
          <a:xfrm xmlns:a="http://schemas.openxmlformats.org/drawingml/2006/main">
            <a:off x="2228850" y="2857500"/>
            <a:ext cx="52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Arial"/>
                <a:ea typeface="Arial"/>
                <a:cs typeface="Arial"/>
              </a:defRPr>
            </a:defPPr>
            <a:lvl1pPr algn="l">
              <a:defRPr sz="1350" b="0">
                <a:solidFill>
                  <a:srgbClr val="1572C3"/>
                </a:solidFill>
                <a:latin typeface="Arial"/>
                <a:ea typeface="Arial"/>
                <a:cs typeface="Arial"/>
              </a:defRPr>
            </a:lvl1pPr>
            <a:lvl2pPr algn="l">
              <a:defRPr sz="1350" b="0">
                <a:solidFill>
                  <a:srgbClr val="1572C3"/>
                </a:solidFill>
                <a:latin typeface="Arial"/>
                <a:ea typeface="Arial"/>
                <a:cs typeface="Arial"/>
              </a:defRPr>
            </a:lvl2pPr>
            <a:lvl3pPr algn="l">
              <a:defRPr sz="1350" b="0">
                <a:solidFill>
                  <a:srgbClr val="1572C3"/>
                </a:solidFill>
                <a:latin typeface="Arial"/>
                <a:ea typeface="Arial"/>
                <a:cs typeface="Arial"/>
              </a:defRPr>
            </a:lvl3pPr>
            <a:lvl4pPr algn="l">
              <a:defRPr sz="1350" b="0">
                <a:solidFill>
                  <a:srgbClr val="1572C3"/>
                </a:solidFill>
                <a:latin typeface="Arial"/>
                <a:ea typeface="Arial"/>
                <a:cs typeface="Arial"/>
              </a:defRPr>
            </a:lvl4pPr>
            <a:lvl5pPr algn="l">
              <a:defRPr sz="1350" b="0">
                <a:solidFill>
                  <a:srgbClr val="1572C3"/>
                </a:solidFill>
                <a:latin typeface="Arial"/>
                <a:ea typeface="Arial"/>
                <a:cs typeface="Arial"/>
              </a:defRPr>
            </a:lvl5pPr>
            <a:lvl6pPr algn="l">
              <a:defRPr sz="1350" b="0">
                <a:solidFill>
                  <a:srgbClr val="1572C3"/>
                </a:solidFill>
                <a:latin typeface="Arial"/>
                <a:ea typeface="Arial"/>
                <a:cs typeface="Arial"/>
              </a:defRPr>
            </a:lvl6pPr>
            <a:lvl7pPr algn="l">
              <a:defRPr sz="1350" b="0">
                <a:solidFill>
                  <a:srgbClr val="1572C3"/>
                </a:solidFill>
                <a:latin typeface="Arial"/>
                <a:ea typeface="Arial"/>
                <a:cs typeface="Arial"/>
              </a:defRPr>
            </a:lvl7pPr>
            <a:lvl8pPr algn="l">
              <a:defRPr sz="1350" b="0">
                <a:solidFill>
                  <a:srgbClr val="1572C3"/>
                </a:solidFill>
                <a:latin typeface="Arial"/>
                <a:ea typeface="Arial"/>
                <a:cs typeface="Arial"/>
              </a:defRPr>
            </a:lvl8pPr>
            <a:lvl9pPr algn="l">
              <a:defRPr sz="1350" b="0">
                <a:solidFill>
                  <a:srgbClr val="1572C3"/>
                </a:solidFill>
                <a:latin typeface="Arial"/>
                <a:ea typeface="Arial"/>
                <a:cs typeface="Arial"/>
              </a:defRPr>
            </a:lvl9pPr>
          </a:lstStyle>
          <a:p xmlns:a="http://schemas.openxmlformats.org/drawingml/2006/main">
            <a:pPr algn="l">
              <a:defRPr sz="1350" b="0">
                <a:solidFill>
                  <a:srgbClr val="1572C3"/>
                </a:solidFill>
                <a:latin typeface="Arial"/>
                <a:ea typeface="Arial"/>
                <a:cs typeface="Arial"/>
              </a:defRPr>
            </a:pPr>
            <a:r>
              <a:rPr sz="1350" b="0">
                <a:solidFill>
                  <a:srgbClr val="1572C3"/>
                </a:solidFill>
                <a:latin typeface="Arial"/>
                <a:ea typeface="Arial"/>
                <a:cs typeface="Arial"/>
              </a:rPr>
              <a:t>WE3</a:t>
            </a:r>
          </a:p>
        </p:txBody>
      </p:sp>
      <p:sp>
        <p:nvSpPr>
          <p:cNvPr id="18" name="text-76">
            <a:extLst xmlns:a="http://schemas.openxmlformats.org/drawingml/2006/main">
              <a:ext uri="{FF2B5EF4-FFF2-40B4-BE49-F238E27FC236}">
                <a16:creationId xmlns:a16="http://schemas.microsoft.com/office/drawing/2014/main" id="{84E71AF1-BA5C-49D8-A9AF-242044491D99}"/>
              </a:ext>
            </a:extLst>
          </p:cNvPr>
          <p:cNvSpPr>
            <a:spLocks xmlns:a="http://schemas.openxmlformats.org/drawingml/2006/main" noGrp="1"/>
          </p:cNvSpPr>
          <p:nvPr/>
        </p:nvSpPr>
        <p:spPr>
          <a:xfrm xmlns:a="http://schemas.openxmlformats.org/drawingml/2006/main">
            <a:off x="2305050" y="2362200"/>
            <a:ext cx="3905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1</a:t>
            </a:r>
          </a:p>
        </p:txBody>
      </p:sp>
      <p:sp>
        <p:nvSpPr>
          <p:cNvPr id="19" name="wire-77">
            <a:extLst xmlns:a="http://schemas.openxmlformats.org/drawingml/2006/main">
              <a:ext uri="{FF2B5EF4-FFF2-40B4-BE49-F238E27FC236}">
                <a16:creationId xmlns:a16="http://schemas.microsoft.com/office/drawing/2014/main" id="{14602E04-5094-491B-BAAE-7115A69FC265}"/>
              </a:ext>
            </a:extLst>
          </p:cNvPr>
          <p:cNvSpPr>
            <a:spLocks xmlns:a="http://schemas.openxmlformats.org/drawingml/2006/main" noGrp="1"/>
          </p:cNvSpPr>
          <p:nvPr/>
        </p:nvSpPr>
        <p:spPr>
          <a:xfrm xmlns:a="http://schemas.openxmlformats.org/drawingml/2006/main">
            <a:off x="248602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1572C3"/>
            </a:solidFill>
          </a:ln>
        </p:spPr>
      </p:sp>
      <p:sp>
        <p:nvSpPr>
          <p:cNvPr id="20" name="circuit-78">
            <a:extLst xmlns:a="http://schemas.openxmlformats.org/drawingml/2006/main">
              <a:ext uri="{FF2B5EF4-FFF2-40B4-BE49-F238E27FC236}">
                <a16:creationId xmlns:a16="http://schemas.microsoft.com/office/drawing/2014/main" id="{25C32D98-E237-4D6C-A0C0-F33628558C3E}"/>
              </a:ext>
            </a:extLst>
          </p:cNvPr>
          <p:cNvSpPr>
            <a:spLocks xmlns:a="http://schemas.openxmlformats.org/drawingml/2006/main" noGrp="1"/>
          </p:cNvSpPr>
          <p:nvPr/>
        </p:nvSpPr>
        <p:spPr>
          <a:xfrm xmlns:a="http://schemas.openxmlformats.org/drawingml/2006/main">
            <a:off x="2454593" y="27622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1572C3"/>
          </a:solidFill>
          <a:ln xmlns:a="http://schemas.openxmlformats.org/drawingml/2006/main" w="9525">
            <a:solidFill>
              <a:srgbClr val="1572C3"/>
            </a:solidFill>
          </a:ln>
        </p:spPr>
      </p:sp>
      <p:sp>
        <p:nvSpPr>
          <p:cNvPr id="21" name="wire-79">
            <a:extLst xmlns:a="http://schemas.openxmlformats.org/drawingml/2006/main">
              <a:ext uri="{FF2B5EF4-FFF2-40B4-BE49-F238E27FC236}">
                <a16:creationId xmlns:a16="http://schemas.microsoft.com/office/drawing/2014/main" id="{D934CD77-1E06-4BAE-929F-FF092DF8C5B6}"/>
              </a:ext>
            </a:extLst>
          </p:cNvPr>
          <p:cNvSpPr>
            <a:spLocks xmlns:a="http://schemas.openxmlformats.org/drawingml/2006/main" noGrp="1"/>
          </p:cNvSpPr>
          <p:nvPr/>
        </p:nvSpPr>
        <p:spPr>
          <a:xfrm xmlns:a="http://schemas.openxmlformats.org/drawingml/2006/main">
            <a:off x="885825" y="3276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2" name="circuit-80">
            <a:extLst xmlns:a="http://schemas.openxmlformats.org/drawingml/2006/main">
              <a:ext uri="{FF2B5EF4-FFF2-40B4-BE49-F238E27FC236}">
                <a16:creationId xmlns:a16="http://schemas.microsoft.com/office/drawing/2014/main" id="{3484A662-DEAF-46E8-97ED-B7B5AEF7E7E1}"/>
              </a:ext>
            </a:extLst>
          </p:cNvPr>
          <p:cNvSpPr>
            <a:spLocks xmlns:a="http://schemas.openxmlformats.org/drawingml/2006/main" noGrp="1"/>
          </p:cNvSpPr>
          <p:nvPr/>
        </p:nvSpPr>
        <p:spPr>
          <a:xfrm xmlns:a="http://schemas.openxmlformats.org/drawingml/2006/main">
            <a:off x="114300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81">
            <a:extLst xmlns:a="http://schemas.openxmlformats.org/drawingml/2006/main">
              <a:ext uri="{FF2B5EF4-FFF2-40B4-BE49-F238E27FC236}">
                <a16:creationId xmlns:a16="http://schemas.microsoft.com/office/drawing/2014/main" id="{D70B8E82-C4FF-476D-A9FF-67EC44C744CE}"/>
              </a:ext>
            </a:extLst>
          </p:cNvPr>
          <p:cNvSpPr>
            <a:spLocks xmlns:a="http://schemas.openxmlformats.org/drawingml/2006/main" noGrp="1"/>
          </p:cNvSpPr>
          <p:nvPr/>
        </p:nvSpPr>
        <p:spPr>
          <a:xfrm xmlns:a="http://schemas.openxmlformats.org/drawingml/2006/main">
            <a:off x="542925" y="3114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0</a:t>
            </a:r>
          </a:p>
        </p:txBody>
      </p:sp>
      <p:sp>
        <p:nvSpPr>
          <p:cNvPr id="24" name="wire-82">
            <a:extLst xmlns:a="http://schemas.openxmlformats.org/drawingml/2006/main">
              <a:ext uri="{FF2B5EF4-FFF2-40B4-BE49-F238E27FC236}">
                <a16:creationId xmlns:a16="http://schemas.microsoft.com/office/drawing/2014/main" id="{4C349F6A-9EFF-429D-A81B-16B698A39370}"/>
              </a:ext>
            </a:extLst>
          </p:cNvPr>
          <p:cNvSpPr>
            <a:spLocks xmlns:a="http://schemas.openxmlformats.org/drawingml/2006/main" noGrp="1"/>
          </p:cNvSpPr>
          <p:nvPr/>
        </p:nvSpPr>
        <p:spPr>
          <a:xfrm xmlns:a="http://schemas.openxmlformats.org/drawingml/2006/main">
            <a:off x="885825" y="398145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B9BEC6"/>
            </a:solidFill>
          </a:ln>
        </p:spPr>
      </p:sp>
      <p:sp>
        <p:nvSpPr>
          <p:cNvPr id="25" name="circuit-83">
            <a:extLst xmlns:a="http://schemas.openxmlformats.org/drawingml/2006/main">
              <a:ext uri="{FF2B5EF4-FFF2-40B4-BE49-F238E27FC236}">
                <a16:creationId xmlns:a16="http://schemas.microsoft.com/office/drawing/2014/main" id="{6E3BE03C-822B-40F0-ABAB-A97D4A5F7510}"/>
              </a:ext>
            </a:extLst>
          </p:cNvPr>
          <p:cNvSpPr>
            <a:spLocks xmlns:a="http://schemas.openxmlformats.org/drawingml/2006/main" noGrp="1"/>
          </p:cNvSpPr>
          <p:nvPr/>
        </p:nvSpPr>
        <p:spPr>
          <a:xfrm xmlns:a="http://schemas.openxmlformats.org/drawingml/2006/main">
            <a:off x="114300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B9BEC6"/>
          </a:solidFill>
          <a:ln xmlns:a="http://schemas.openxmlformats.org/drawingml/2006/main" w="9525">
            <a:solidFill>
              <a:srgbClr val="B9BEC6"/>
            </a:solidFill>
          </a:ln>
        </p:spPr>
      </p:sp>
      <p:sp>
        <p:nvSpPr>
          <p:cNvPr id="26" name="text-84">
            <a:extLst xmlns:a="http://schemas.openxmlformats.org/drawingml/2006/main">
              <a:ext uri="{FF2B5EF4-FFF2-40B4-BE49-F238E27FC236}">
                <a16:creationId xmlns:a16="http://schemas.microsoft.com/office/drawing/2014/main" id="{B00B0437-110B-4BD9-A464-1A901AB6D3F8}"/>
              </a:ext>
            </a:extLst>
          </p:cNvPr>
          <p:cNvSpPr>
            <a:spLocks xmlns:a="http://schemas.openxmlformats.org/drawingml/2006/main" noGrp="1"/>
          </p:cNvSpPr>
          <p:nvPr/>
        </p:nvSpPr>
        <p:spPr>
          <a:xfrm xmlns:a="http://schemas.openxmlformats.org/drawingml/2006/main">
            <a:off x="542925" y="381952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27" name="wire-85">
            <a:extLst xmlns:a="http://schemas.openxmlformats.org/drawingml/2006/main">
              <a:ext uri="{FF2B5EF4-FFF2-40B4-BE49-F238E27FC236}">
                <a16:creationId xmlns:a16="http://schemas.microsoft.com/office/drawing/2014/main" id="{1A75DE5C-D30B-49BD-99C8-4BFF143BA79A}"/>
              </a:ext>
            </a:extLst>
          </p:cNvPr>
          <p:cNvSpPr>
            <a:spLocks xmlns:a="http://schemas.openxmlformats.org/drawingml/2006/main" noGrp="1"/>
          </p:cNvSpPr>
          <p:nvPr/>
        </p:nvSpPr>
        <p:spPr>
          <a:xfrm xmlns:a="http://schemas.openxmlformats.org/drawingml/2006/main">
            <a:off x="885825" y="4419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8" name="circuit-86">
            <a:extLst xmlns:a="http://schemas.openxmlformats.org/drawingml/2006/main">
              <a:ext uri="{FF2B5EF4-FFF2-40B4-BE49-F238E27FC236}">
                <a16:creationId xmlns:a16="http://schemas.microsoft.com/office/drawing/2014/main" id="{5D373012-C3EF-433B-954B-C4931D252E72}"/>
              </a:ext>
            </a:extLst>
          </p:cNvPr>
          <p:cNvSpPr>
            <a:spLocks xmlns:a="http://schemas.openxmlformats.org/drawingml/2006/main" noGrp="1"/>
          </p:cNvSpPr>
          <p:nvPr/>
        </p:nvSpPr>
        <p:spPr>
          <a:xfrm xmlns:a="http://schemas.openxmlformats.org/drawingml/2006/main">
            <a:off x="11430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87">
            <a:extLst xmlns:a="http://schemas.openxmlformats.org/drawingml/2006/main">
              <a:ext uri="{FF2B5EF4-FFF2-40B4-BE49-F238E27FC236}">
                <a16:creationId xmlns:a16="http://schemas.microsoft.com/office/drawing/2014/main" id="{12F5FCE2-3E21-4313-AB46-C7B8E595019B}"/>
              </a:ext>
            </a:extLst>
          </p:cNvPr>
          <p:cNvSpPr>
            <a:spLocks xmlns:a="http://schemas.openxmlformats.org/drawingml/2006/main" noGrp="1"/>
          </p:cNvSpPr>
          <p:nvPr/>
        </p:nvSpPr>
        <p:spPr>
          <a:xfrm xmlns:a="http://schemas.openxmlformats.org/drawingml/2006/main">
            <a:off x="542925" y="4257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30" name="wire-88">
            <a:extLst xmlns:a="http://schemas.openxmlformats.org/drawingml/2006/main">
              <a:ext uri="{FF2B5EF4-FFF2-40B4-BE49-F238E27FC236}">
                <a16:creationId xmlns:a16="http://schemas.microsoft.com/office/drawing/2014/main" id="{3E333986-16C1-4D72-900C-77CC5B49D433}"/>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31" name="circuit-89">
            <a:extLst xmlns:a="http://schemas.openxmlformats.org/drawingml/2006/main">
              <a:ext uri="{FF2B5EF4-FFF2-40B4-BE49-F238E27FC236}">
                <a16:creationId xmlns:a16="http://schemas.microsoft.com/office/drawing/2014/main" id="{8B0655E9-7859-4475-9545-C15D88C184FE}"/>
              </a:ext>
            </a:extLst>
          </p:cNvPr>
          <p:cNvSpPr>
            <a:spLocks xmlns:a="http://schemas.openxmlformats.org/drawingml/2006/main" noGrp="1"/>
          </p:cNvSpPr>
          <p:nvPr/>
        </p:nvSpPr>
        <p:spPr>
          <a:xfrm xmlns:a="http://schemas.openxmlformats.org/drawingml/2006/main">
            <a:off x="363855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2" name="text-90">
            <a:extLst xmlns:a="http://schemas.openxmlformats.org/drawingml/2006/main">
              <a:ext uri="{FF2B5EF4-FFF2-40B4-BE49-F238E27FC236}">
                <a16:creationId xmlns:a16="http://schemas.microsoft.com/office/drawing/2014/main" id="{D54E767E-A45A-40F8-B4CA-33BDBCD622CE}"/>
              </a:ext>
            </a:extLst>
          </p:cNvPr>
          <p:cNvSpPr>
            <a:spLocks xmlns:a="http://schemas.openxmlformats.org/drawingml/2006/main" noGrp="1"/>
          </p:cNvSpPr>
          <p:nvPr/>
        </p:nvSpPr>
        <p:spPr>
          <a:xfrm xmlns:a="http://schemas.openxmlformats.org/drawingml/2006/main">
            <a:off x="3048000" y="2924175"/>
            <a:ext cx="4667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a:t>
            </a:r>
          </a:p>
        </p:txBody>
      </p:sp>
      <p:sp>
        <p:nvSpPr>
          <p:cNvPr id="33" name="circuit-91">
            <a:extLst xmlns:a="http://schemas.openxmlformats.org/drawingml/2006/main">
              <a:ext uri="{FF2B5EF4-FFF2-40B4-BE49-F238E27FC236}">
                <a16:creationId xmlns:a16="http://schemas.microsoft.com/office/drawing/2014/main" id="{30EBE118-FC5C-4D75-B73A-D3D9A916B399}"/>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21908">
            <a:solidFill>
              <a:srgbClr val="231F20"/>
            </a:solidFill>
          </a:ln>
        </p:spPr>
      </p:sp>
      <p:sp>
        <p:nvSpPr>
          <p:cNvPr id="34" name="text-92">
            <a:extLst xmlns:a="http://schemas.openxmlformats.org/drawingml/2006/main">
              <a:ext uri="{FF2B5EF4-FFF2-40B4-BE49-F238E27FC236}">
                <a16:creationId xmlns:a16="http://schemas.microsoft.com/office/drawing/2014/main" id="{79FA71CC-53B9-4F23-8968-DC643A82F111}"/>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5" name="text-93">
            <a:extLst xmlns:a="http://schemas.openxmlformats.org/drawingml/2006/main">
              <a:ext uri="{FF2B5EF4-FFF2-40B4-BE49-F238E27FC236}">
                <a16:creationId xmlns:a16="http://schemas.microsoft.com/office/drawing/2014/main" id="{700E1D0C-E042-4741-80EF-CDAF531FAB27}"/>
              </a:ext>
            </a:extLst>
          </p:cNvPr>
          <p:cNvSpPr>
            <a:spLocks xmlns:a="http://schemas.openxmlformats.org/drawingml/2006/main" noGrp="1"/>
          </p:cNvSpPr>
          <p:nvPr/>
        </p:nvSpPr>
        <p:spPr>
          <a:xfrm xmlns:a="http://schemas.openxmlformats.org/drawingml/2006/main">
            <a:off x="3638550" y="2552700"/>
            <a:ext cx="1114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Arial"/>
                <a:ea typeface="Arial"/>
                <a:cs typeface="Arial"/>
              </a:defRPr>
            </a:defPPr>
            <a:lvl1pPr algn="ctr">
              <a:defRPr sz="1950" b="1">
                <a:solidFill>
                  <a:srgbClr val="231F20"/>
                </a:solidFill>
                <a:latin typeface="Arial"/>
                <a:ea typeface="Arial"/>
                <a:cs typeface="Arial"/>
              </a:defRPr>
            </a:lvl1pPr>
            <a:lvl2pPr algn="ctr">
              <a:defRPr sz="1950" b="1">
                <a:solidFill>
                  <a:srgbClr val="231F20"/>
                </a:solidFill>
                <a:latin typeface="Arial"/>
                <a:ea typeface="Arial"/>
                <a:cs typeface="Arial"/>
              </a:defRPr>
            </a:lvl2pPr>
            <a:lvl3pPr algn="ctr">
              <a:defRPr sz="1950" b="1">
                <a:solidFill>
                  <a:srgbClr val="231F20"/>
                </a:solidFill>
                <a:latin typeface="Arial"/>
                <a:ea typeface="Arial"/>
                <a:cs typeface="Arial"/>
              </a:defRPr>
            </a:lvl3pPr>
            <a:lvl4pPr algn="ctr">
              <a:defRPr sz="1950" b="1">
                <a:solidFill>
                  <a:srgbClr val="231F20"/>
                </a:solidFill>
                <a:latin typeface="Arial"/>
                <a:ea typeface="Arial"/>
                <a:cs typeface="Arial"/>
              </a:defRPr>
            </a:lvl4pPr>
            <a:lvl5pPr algn="ctr">
              <a:defRPr sz="1950" b="1">
                <a:solidFill>
                  <a:srgbClr val="231F20"/>
                </a:solidFill>
                <a:latin typeface="Arial"/>
                <a:ea typeface="Arial"/>
                <a:cs typeface="Arial"/>
              </a:defRPr>
            </a:lvl5pPr>
            <a:lvl6pPr algn="ctr">
              <a:defRPr sz="1950" b="1">
                <a:solidFill>
                  <a:srgbClr val="231F20"/>
                </a:solidFill>
                <a:latin typeface="Arial"/>
                <a:ea typeface="Arial"/>
                <a:cs typeface="Arial"/>
              </a:defRPr>
            </a:lvl6pPr>
            <a:lvl7pPr algn="ctr">
              <a:defRPr sz="1950" b="1">
                <a:solidFill>
                  <a:srgbClr val="231F20"/>
                </a:solidFill>
                <a:latin typeface="Arial"/>
                <a:ea typeface="Arial"/>
                <a:cs typeface="Arial"/>
              </a:defRPr>
            </a:lvl7pPr>
            <a:lvl8pPr algn="ctr">
              <a:defRPr sz="1950" b="1">
                <a:solidFill>
                  <a:srgbClr val="231F20"/>
                </a:solidFill>
                <a:latin typeface="Arial"/>
                <a:ea typeface="Arial"/>
                <a:cs typeface="Arial"/>
              </a:defRPr>
            </a:lvl8pPr>
            <a:lvl9pPr algn="ctr">
              <a:defRPr sz="1950" b="1">
                <a:solidFill>
                  <a:srgbClr val="231F20"/>
                </a:solidFill>
                <a:latin typeface="Arial"/>
                <a:ea typeface="Arial"/>
                <a:cs typeface="Arial"/>
              </a:defRPr>
            </a:lvl9pPr>
          </a:lstStyle>
          <a:p xmlns:a="http://schemas.openxmlformats.org/drawingml/2006/main">
            <a:pPr algn="ctr">
              <a:defRPr sz="1950" b="1">
                <a:solidFill>
                  <a:srgbClr val="231F20"/>
                </a:solidFill>
                <a:latin typeface="Arial"/>
                <a:ea typeface="Arial"/>
                <a:cs typeface="Arial"/>
              </a:defRPr>
            </a:pPr>
            <a:r>
              <a:rPr sz="1950" b="1">
                <a:solidFill>
                  <a:srgbClr val="231F20"/>
                </a:solidFill>
                <a:latin typeface="Arial"/>
                <a:ea typeface="Arial"/>
                <a:cs typeface="Arial"/>
              </a:rPr>
              <a:t>ALU</a:t>
            </a:r>
          </a:p>
        </p:txBody>
      </p:sp>
      <p:sp>
        <p:nvSpPr>
          <p:cNvPr id="36" name="circuit-94">
            <a:extLst xmlns:a="http://schemas.openxmlformats.org/drawingml/2006/main">
              <a:ext uri="{FF2B5EF4-FFF2-40B4-BE49-F238E27FC236}">
                <a16:creationId xmlns:a16="http://schemas.microsoft.com/office/drawing/2014/main" id="{F8C36948-38B4-496A-A19F-F4CE5D198EAB}"/>
              </a:ext>
            </a:extLst>
          </p:cNvPr>
          <p:cNvSpPr>
            <a:spLocks xmlns:a="http://schemas.openxmlformats.org/drawingml/2006/main" noGrp="1"/>
          </p:cNvSpPr>
          <p:nvPr/>
        </p:nvSpPr>
        <p:spPr>
          <a:xfrm xmlns:a="http://schemas.openxmlformats.org/drawingml/2006/main">
            <a:off x="3619500" y="4867275"/>
            <a:ext cx="1143000" cy="561975"/>
          </a:xfrm>
          <a:custGeom xmlns:a="http://schemas.openxmlformats.org/drawingml/2006/main">
            <a:pathLst>
              <a:path w="1143000" h="561975">
                <a:moveTo>
                  <a:pt x="0" y="209550"/>
                </a:moveTo>
                <a:lnTo>
                  <a:pt x="1143000" y="0"/>
                </a:lnTo>
                <a:lnTo>
                  <a:pt x="1143000" y="561975"/>
                </a:lnTo>
                <a:lnTo>
                  <a:pt x="0" y="561975"/>
                </a:lnTo>
                <a:close/>
              </a:path>
            </a:pathLst>
          </a:custGeom>
          <a:solidFill xmlns:a="http://schemas.openxmlformats.org/drawingml/2006/main">
            <a:srgbClr val="FFFFFF"/>
          </a:solidFill>
          <a:ln xmlns:a="http://schemas.openxmlformats.org/drawingml/2006/main" w="20955">
            <a:solidFill>
              <a:srgbClr val="231F20"/>
            </a:solidFill>
          </a:ln>
        </p:spPr>
      </p:sp>
      <p:sp>
        <p:nvSpPr>
          <p:cNvPr id="37" name="text-95">
            <a:extLst xmlns:a="http://schemas.openxmlformats.org/drawingml/2006/main">
              <a:ext uri="{FF2B5EF4-FFF2-40B4-BE49-F238E27FC236}">
                <a16:creationId xmlns:a16="http://schemas.microsoft.com/office/drawing/2014/main" id="{26C74192-1885-46E2-BBB7-C1EB1548948F}"/>
              </a:ext>
            </a:extLst>
          </p:cNvPr>
          <p:cNvSpPr>
            <a:spLocks xmlns:a="http://schemas.openxmlformats.org/drawingml/2006/main" noGrp="1"/>
          </p:cNvSpPr>
          <p:nvPr/>
        </p:nvSpPr>
        <p:spPr>
          <a:xfrm xmlns:a="http://schemas.openxmlformats.org/drawingml/2006/main">
            <a:off x="3714750" y="5114925"/>
            <a:ext cx="9239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extend</a:t>
            </a:r>
          </a:p>
        </p:txBody>
      </p:sp>
      <p:sp>
        <p:nvSpPr>
          <p:cNvPr id="38" name="text-96">
            <a:extLst xmlns:a="http://schemas.openxmlformats.org/drawingml/2006/main">
              <a:ext uri="{FF2B5EF4-FFF2-40B4-BE49-F238E27FC236}">
                <a16:creationId xmlns:a16="http://schemas.microsoft.com/office/drawing/2014/main" id="{0C353D5E-780B-4C11-A2DE-3A0E0BE5E20D}"/>
              </a:ext>
            </a:extLst>
          </p:cNvPr>
          <p:cNvSpPr>
            <a:spLocks xmlns:a="http://schemas.openxmlformats.org/drawingml/2006/main" noGrp="1"/>
          </p:cNvSpPr>
          <p:nvPr/>
        </p:nvSpPr>
        <p:spPr>
          <a:xfrm xmlns:a="http://schemas.openxmlformats.org/drawingml/2006/main">
            <a:off x="3524250" y="5572125"/>
            <a:ext cx="137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即値を作る</a:t>
            </a:r>
          </a:p>
        </p:txBody>
      </p:sp>
      <p:sp>
        <p:nvSpPr>
          <p:cNvPr id="39" name="wire-97">
            <a:extLst xmlns:a="http://schemas.openxmlformats.org/drawingml/2006/main">
              <a:ext uri="{FF2B5EF4-FFF2-40B4-BE49-F238E27FC236}">
                <a16:creationId xmlns:a16="http://schemas.microsoft.com/office/drawing/2014/main" id="{A33830D7-BAD9-47E3-AE47-6D44DFF048EA}"/>
              </a:ext>
            </a:extLst>
          </p:cNvPr>
          <p:cNvSpPr>
            <a:spLocks xmlns:a="http://schemas.openxmlformats.org/drawingml/2006/main" noGrp="1"/>
          </p:cNvSpPr>
          <p:nvPr/>
        </p:nvSpPr>
        <p:spPr>
          <a:xfrm xmlns:a="http://schemas.openxmlformats.org/drawingml/2006/main">
            <a:off x="4762500" y="522922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8575">
            <a:solidFill>
              <a:srgbClr val="231F20"/>
            </a:solidFill>
          </a:ln>
        </p:spPr>
      </p:sp>
      <p:sp>
        <p:nvSpPr>
          <p:cNvPr id="40" name="wire-98">
            <a:extLst xmlns:a="http://schemas.openxmlformats.org/drawingml/2006/main">
              <a:ext uri="{FF2B5EF4-FFF2-40B4-BE49-F238E27FC236}">
                <a16:creationId xmlns:a16="http://schemas.microsoft.com/office/drawing/2014/main" id="{46831A08-CCC8-41A8-B60A-E67184F3567B}"/>
              </a:ext>
            </a:extLst>
          </p:cNvPr>
          <p:cNvSpPr>
            <a:spLocks xmlns:a="http://schemas.openxmlformats.org/drawingml/2006/main" noGrp="1"/>
          </p:cNvSpPr>
          <p:nvPr/>
        </p:nvSpPr>
        <p:spPr>
          <a:xfrm xmlns:a="http://schemas.openxmlformats.org/drawingml/2006/main">
            <a:off x="4953000" y="4524375"/>
            <a:ext cx="9525" cy="704850"/>
          </a:xfrm>
          <a:custGeom xmlns:a="http://schemas.openxmlformats.org/drawingml/2006/main">
            <a:pathLst>
              <a:path w="9525" h="704850">
                <a:moveTo>
                  <a:pt x="0" y="704850"/>
                </a:moveTo>
                <a:lnTo>
                  <a:pt x="0" y="0"/>
                </a:lnTo>
              </a:path>
            </a:pathLst>
          </a:custGeom>
          <a:noFill xmlns:a="http://schemas.openxmlformats.org/drawingml/2006/main"/>
          <a:ln xmlns:a="http://schemas.openxmlformats.org/drawingml/2006/main" w="28575">
            <a:solidFill>
              <a:srgbClr val="231F20"/>
            </a:solidFill>
          </a:ln>
        </p:spPr>
      </p:sp>
      <p:sp>
        <p:nvSpPr>
          <p:cNvPr id="41" name="wire-99">
            <a:extLst xmlns:a="http://schemas.openxmlformats.org/drawingml/2006/main">
              <a:ext uri="{FF2B5EF4-FFF2-40B4-BE49-F238E27FC236}">
                <a16:creationId xmlns:a16="http://schemas.microsoft.com/office/drawing/2014/main" id="{544B0C50-A1E0-4C58-865E-55DDC9A51B25}"/>
              </a:ext>
            </a:extLst>
          </p:cNvPr>
          <p:cNvSpPr>
            <a:spLocks xmlns:a="http://schemas.openxmlformats.org/drawingml/2006/main" noGrp="1"/>
          </p:cNvSpPr>
          <p:nvPr/>
        </p:nvSpPr>
        <p:spPr>
          <a:xfrm xmlns:a="http://schemas.openxmlformats.org/drawingml/2006/main">
            <a:off x="3333750" y="4524375"/>
            <a:ext cx="1619250" cy="9525"/>
          </a:xfrm>
          <a:custGeom xmlns:a="http://schemas.openxmlformats.org/drawingml/2006/main">
            <a:pathLst>
              <a:path w="1619250" h="9525">
                <a:moveTo>
                  <a:pt x="1619250" y="0"/>
                </a:moveTo>
                <a:lnTo>
                  <a:pt x="0" y="0"/>
                </a:lnTo>
              </a:path>
            </a:pathLst>
          </a:custGeom>
          <a:noFill xmlns:a="http://schemas.openxmlformats.org/drawingml/2006/main"/>
          <a:ln xmlns:a="http://schemas.openxmlformats.org/drawingml/2006/main" w="28575">
            <a:solidFill>
              <a:srgbClr val="231F20"/>
            </a:solidFill>
          </a:ln>
        </p:spPr>
      </p:sp>
      <p:sp>
        <p:nvSpPr>
          <p:cNvPr id="42" name="wire-100">
            <a:extLst xmlns:a="http://schemas.openxmlformats.org/drawingml/2006/main">
              <a:ext uri="{FF2B5EF4-FFF2-40B4-BE49-F238E27FC236}">
                <a16:creationId xmlns:a16="http://schemas.microsoft.com/office/drawing/2014/main" id="{13A6E231-64BF-41F0-AC75-3A7AB88FF4E0}"/>
              </a:ext>
            </a:extLst>
          </p:cNvPr>
          <p:cNvSpPr>
            <a:spLocks xmlns:a="http://schemas.openxmlformats.org/drawingml/2006/main" noGrp="1"/>
          </p:cNvSpPr>
          <p:nvPr/>
        </p:nvSpPr>
        <p:spPr>
          <a:xfrm xmlns:a="http://schemas.openxmlformats.org/drawingml/2006/main">
            <a:off x="3333750" y="3981450"/>
            <a:ext cx="9525" cy="542925"/>
          </a:xfrm>
          <a:custGeom xmlns:a="http://schemas.openxmlformats.org/drawingml/2006/main">
            <a:pathLst>
              <a:path w="9525" h="542925">
                <a:moveTo>
                  <a:pt x="0" y="542925"/>
                </a:moveTo>
                <a:lnTo>
                  <a:pt x="0" y="0"/>
                </a:lnTo>
              </a:path>
            </a:pathLst>
          </a:custGeom>
          <a:noFill xmlns:a="http://schemas.openxmlformats.org/drawingml/2006/main"/>
          <a:ln xmlns:a="http://schemas.openxmlformats.org/drawingml/2006/main" w="28575">
            <a:solidFill>
              <a:srgbClr val="231F20"/>
            </a:solidFill>
          </a:ln>
        </p:spPr>
      </p:sp>
      <p:sp>
        <p:nvSpPr>
          <p:cNvPr id="43" name="wire-101">
            <a:extLst xmlns:a="http://schemas.openxmlformats.org/drawingml/2006/main">
              <a:ext uri="{FF2B5EF4-FFF2-40B4-BE49-F238E27FC236}">
                <a16:creationId xmlns:a16="http://schemas.microsoft.com/office/drawing/2014/main" id="{6D4C5322-6CAF-4C16-9190-EBBA3481F263}"/>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44" name="circuit-102">
            <a:extLst xmlns:a="http://schemas.openxmlformats.org/drawingml/2006/main">
              <a:ext uri="{FF2B5EF4-FFF2-40B4-BE49-F238E27FC236}">
                <a16:creationId xmlns:a16="http://schemas.microsoft.com/office/drawing/2014/main" id="{30FB9A7B-E869-47E3-B57F-4C1D7EBC642E}"/>
              </a:ext>
            </a:extLst>
          </p:cNvPr>
          <p:cNvSpPr>
            <a:spLocks xmlns:a="http://schemas.openxmlformats.org/drawingml/2006/main" noGrp="1"/>
          </p:cNvSpPr>
          <p:nvPr/>
        </p:nvSpPr>
        <p:spPr>
          <a:xfrm xmlns:a="http://schemas.openxmlformats.org/drawingml/2006/main">
            <a:off x="363855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text-103">
            <a:extLst xmlns:a="http://schemas.openxmlformats.org/drawingml/2006/main">
              <a:ext uri="{FF2B5EF4-FFF2-40B4-BE49-F238E27FC236}">
                <a16:creationId xmlns:a16="http://schemas.microsoft.com/office/drawing/2014/main" id="{3C82CAAB-4C91-403C-8AB5-82A73CD09610}"/>
              </a:ext>
            </a:extLst>
          </p:cNvPr>
          <p:cNvSpPr>
            <a:spLocks xmlns:a="http://schemas.openxmlformats.org/drawingml/2006/main" noGrp="1"/>
          </p:cNvSpPr>
          <p:nvPr/>
        </p:nvSpPr>
        <p:spPr>
          <a:xfrm xmlns:a="http://schemas.openxmlformats.org/drawingml/2006/main">
            <a:off x="3333750" y="4181475"/>
            <a:ext cx="381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a:t>
            </a:r>
          </a:p>
        </p:txBody>
      </p:sp>
      <p:sp>
        <p:nvSpPr>
          <p:cNvPr id="46" name="wire-104">
            <a:extLst xmlns:a="http://schemas.openxmlformats.org/drawingml/2006/main">
              <a:ext uri="{FF2B5EF4-FFF2-40B4-BE49-F238E27FC236}">
                <a16:creationId xmlns:a16="http://schemas.microsoft.com/office/drawing/2014/main" id="{B18CA81D-0A57-4160-8E7A-7A4A788A2167}"/>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8575">
            <a:solidFill>
              <a:srgbClr val="231F20"/>
            </a:solidFill>
          </a:ln>
        </p:spPr>
      </p:sp>
      <p:sp>
        <p:nvSpPr>
          <p:cNvPr id="47" name="circuit-105">
            <a:extLst xmlns:a="http://schemas.openxmlformats.org/drawingml/2006/main">
              <a:ext uri="{FF2B5EF4-FFF2-40B4-BE49-F238E27FC236}">
                <a16:creationId xmlns:a16="http://schemas.microsoft.com/office/drawing/2014/main" id="{8A80A30D-3C02-4427-9C38-B81CD4C32CEE}"/>
              </a:ext>
            </a:extLst>
          </p:cNvPr>
          <p:cNvSpPr>
            <a:spLocks xmlns:a="http://schemas.openxmlformats.org/drawingml/2006/main" noGrp="1"/>
          </p:cNvSpPr>
          <p:nvPr/>
        </p:nvSpPr>
        <p:spPr>
          <a:xfrm xmlns:a="http://schemas.openxmlformats.org/drawingml/2006/main">
            <a:off x="5448300" y="3588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8" name="text-106">
            <a:extLst xmlns:a="http://schemas.openxmlformats.org/drawingml/2006/main">
              <a:ext uri="{FF2B5EF4-FFF2-40B4-BE49-F238E27FC236}">
                <a16:creationId xmlns:a16="http://schemas.microsoft.com/office/drawing/2014/main" id="{99215A99-10BD-45F4-8590-4E6FBA612D80}"/>
              </a:ext>
            </a:extLst>
          </p:cNvPr>
          <p:cNvSpPr>
            <a:spLocks xmlns:a="http://schemas.openxmlformats.org/drawingml/2006/main" noGrp="1"/>
          </p:cNvSpPr>
          <p:nvPr/>
        </p:nvSpPr>
        <p:spPr>
          <a:xfrm xmlns:a="http://schemas.openxmlformats.org/drawingml/2006/main">
            <a:off x="4591050" y="3219450"/>
            <a:ext cx="904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 0</a:t>
            </a:r>
          </a:p>
        </p:txBody>
      </p:sp>
      <p:sp>
        <p:nvSpPr>
          <p:cNvPr id="49" name="wire-107">
            <a:extLst xmlns:a="http://schemas.openxmlformats.org/drawingml/2006/main">
              <a:ext uri="{FF2B5EF4-FFF2-40B4-BE49-F238E27FC236}">
                <a16:creationId xmlns:a16="http://schemas.microsoft.com/office/drawing/2014/main" id="{F8225DC7-AAEF-4D4E-A437-7FF68E048CAF}"/>
              </a:ext>
            </a:extLst>
          </p:cNvPr>
          <p:cNvSpPr>
            <a:spLocks xmlns:a="http://schemas.openxmlformats.org/drawingml/2006/main" noGrp="1"/>
          </p:cNvSpPr>
          <p:nvPr/>
        </p:nvSpPr>
        <p:spPr>
          <a:xfrm xmlns:a="http://schemas.openxmlformats.org/drawingml/2006/main">
            <a:off x="2895600" y="3981450"/>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28575">
            <a:solidFill>
              <a:srgbClr val="B9BEC6"/>
            </a:solidFill>
          </a:ln>
        </p:spPr>
      </p:sp>
      <p:sp>
        <p:nvSpPr>
          <p:cNvPr id="50" name="wire-108">
            <a:extLst xmlns:a="http://schemas.openxmlformats.org/drawingml/2006/main">
              <a:ext uri="{FF2B5EF4-FFF2-40B4-BE49-F238E27FC236}">
                <a16:creationId xmlns:a16="http://schemas.microsoft.com/office/drawing/2014/main" id="{1B2CAE96-61D0-4A1C-AEC8-7A1E2B00D9CB}"/>
              </a:ext>
            </a:extLst>
          </p:cNvPr>
          <p:cNvSpPr>
            <a:spLocks xmlns:a="http://schemas.openxmlformats.org/drawingml/2006/main" noGrp="1"/>
          </p:cNvSpPr>
          <p:nvPr/>
        </p:nvSpPr>
        <p:spPr>
          <a:xfrm xmlns:a="http://schemas.openxmlformats.org/drawingml/2006/main">
            <a:off x="5267325" y="4476750"/>
            <a:ext cx="257175" cy="9525"/>
          </a:xfrm>
          <a:custGeom xmlns:a="http://schemas.openxmlformats.org/drawingml/2006/main">
            <a:pathLst>
              <a:path w="257175" h="9525">
                <a:moveTo>
                  <a:pt x="0" y="0"/>
                </a:moveTo>
                <a:lnTo>
                  <a:pt x="257175" y="0"/>
                </a:lnTo>
              </a:path>
            </a:pathLst>
          </a:custGeom>
          <a:noFill xmlns:a="http://schemas.openxmlformats.org/drawingml/2006/main"/>
          <a:ln xmlns:a="http://schemas.openxmlformats.org/drawingml/2006/main" w="28575">
            <a:solidFill>
              <a:srgbClr val="B9BEC6"/>
            </a:solidFill>
          </a:ln>
        </p:spPr>
      </p:sp>
      <p:sp>
        <p:nvSpPr>
          <p:cNvPr id="51" name="block-109">
            <a:extLst xmlns:a="http://schemas.openxmlformats.org/drawingml/2006/main">
              <a:ext uri="{FF2B5EF4-FFF2-40B4-BE49-F238E27FC236}">
                <a16:creationId xmlns:a16="http://schemas.microsoft.com/office/drawing/2014/main" id="{F4474D68-F4D0-4F7F-A47C-2B28A1E89A04}"/>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2" name="text-110">
            <a:extLst xmlns:a="http://schemas.openxmlformats.org/drawingml/2006/main">
              <a:ext uri="{FF2B5EF4-FFF2-40B4-BE49-F238E27FC236}">
                <a16:creationId xmlns:a16="http://schemas.microsoft.com/office/drawing/2014/main" id="{3BD34FB3-1E9E-41BC-994C-6E8E23C94E01}"/>
              </a:ext>
            </a:extLst>
          </p:cNvPr>
          <p:cNvSpPr>
            <a:spLocks xmlns:a="http://schemas.openxmlformats.org/drawingml/2006/main" noGrp="1"/>
          </p:cNvSpPr>
          <p:nvPr/>
        </p:nvSpPr>
        <p:spPr>
          <a:xfrm xmlns:a="http://schemas.openxmlformats.org/drawingml/2006/main">
            <a:off x="5819775" y="3095625"/>
            <a:ext cx="1200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Data</a:t>
            </a:r>
          </a:p>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Memory</a:t>
            </a:r>
          </a:p>
        </p:txBody>
      </p:sp>
      <p:sp>
        <p:nvSpPr>
          <p:cNvPr id="53" name="text-111">
            <a:extLst xmlns:a="http://schemas.openxmlformats.org/drawingml/2006/main">
              <a:ext uri="{FF2B5EF4-FFF2-40B4-BE49-F238E27FC236}">
                <a16:creationId xmlns:a16="http://schemas.microsoft.com/office/drawing/2014/main" id="{B2E46843-EBEE-42ED-9136-9FB6708EA488}"/>
              </a:ext>
            </a:extLst>
          </p:cNvPr>
          <p:cNvSpPr>
            <a:spLocks xmlns:a="http://schemas.openxmlformats.org/drawingml/2006/main" noGrp="1"/>
          </p:cNvSpPr>
          <p:nvPr/>
        </p:nvSpPr>
        <p:spPr>
          <a:xfrm xmlns:a="http://schemas.openxmlformats.org/drawingml/2006/main">
            <a:off x="5619750" y="3476625"/>
            <a:ext cx="28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A</a:t>
            </a:r>
          </a:p>
        </p:txBody>
      </p:sp>
      <p:sp>
        <p:nvSpPr>
          <p:cNvPr id="54" name="text-112">
            <a:extLst xmlns:a="http://schemas.openxmlformats.org/drawingml/2006/main">
              <a:ext uri="{FF2B5EF4-FFF2-40B4-BE49-F238E27FC236}">
                <a16:creationId xmlns:a16="http://schemas.microsoft.com/office/drawing/2014/main" id="{E379C5BB-D437-4FB9-B295-CD3625685354}"/>
              </a:ext>
            </a:extLst>
          </p:cNvPr>
          <p:cNvSpPr>
            <a:spLocks xmlns:a="http://schemas.openxmlformats.org/drawingml/2006/main" noGrp="1"/>
          </p:cNvSpPr>
          <p:nvPr/>
        </p:nvSpPr>
        <p:spPr>
          <a:xfrm xmlns:a="http://schemas.openxmlformats.org/drawingml/2006/main">
            <a:off x="5619750" y="4324350"/>
            <a:ext cx="400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WD</a:t>
            </a:r>
          </a:p>
        </p:txBody>
      </p:sp>
      <p:sp>
        <p:nvSpPr>
          <p:cNvPr id="55" name="text-113">
            <a:extLst xmlns:a="http://schemas.openxmlformats.org/drawingml/2006/main">
              <a:ext uri="{FF2B5EF4-FFF2-40B4-BE49-F238E27FC236}">
                <a16:creationId xmlns:a16="http://schemas.microsoft.com/office/drawing/2014/main" id="{E6825E1B-A5E5-4F79-9C9E-CE34C55328A2}"/>
              </a:ext>
            </a:extLst>
          </p:cNvPr>
          <p:cNvSpPr>
            <a:spLocks xmlns:a="http://schemas.openxmlformats.org/drawingml/2006/main" noGrp="1"/>
          </p:cNvSpPr>
          <p:nvPr/>
        </p:nvSpPr>
        <p:spPr>
          <a:xfrm xmlns:a="http://schemas.openxmlformats.org/drawingml/2006/main">
            <a:off x="6734175" y="40195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RD</a:t>
            </a:r>
          </a:p>
        </p:txBody>
      </p:sp>
      <p:sp>
        <p:nvSpPr>
          <p:cNvPr id="56" name="text-114">
            <a:extLst xmlns:a="http://schemas.openxmlformats.org/drawingml/2006/main">
              <a:ext uri="{FF2B5EF4-FFF2-40B4-BE49-F238E27FC236}">
                <a16:creationId xmlns:a16="http://schemas.microsoft.com/office/drawing/2014/main" id="{B6002F6C-B0D6-4C16-A22F-4B6D0C960E89}"/>
              </a:ext>
            </a:extLst>
          </p:cNvPr>
          <p:cNvSpPr>
            <a:spLocks xmlns:a="http://schemas.openxmlformats.org/drawingml/2006/main" noGrp="1"/>
          </p:cNvSpPr>
          <p:nvPr/>
        </p:nvSpPr>
        <p:spPr>
          <a:xfrm xmlns:a="http://schemas.openxmlformats.org/drawingml/2006/main">
            <a:off x="6219825" y="2867025"/>
            <a:ext cx="4095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WE</a:t>
            </a:r>
          </a:p>
        </p:txBody>
      </p:sp>
      <p:sp>
        <p:nvSpPr>
          <p:cNvPr id="57" name="text-115">
            <a:extLst xmlns:a="http://schemas.openxmlformats.org/drawingml/2006/main">
              <a:ext uri="{FF2B5EF4-FFF2-40B4-BE49-F238E27FC236}">
                <a16:creationId xmlns:a16="http://schemas.microsoft.com/office/drawing/2014/main" id="{2A8EE975-F98A-4279-8919-B6B2BCDDB30E}"/>
              </a:ext>
            </a:extLst>
          </p:cNvPr>
          <p:cNvSpPr>
            <a:spLocks xmlns:a="http://schemas.openxmlformats.org/drawingml/2006/main" noGrp="1"/>
          </p:cNvSpPr>
          <p:nvPr/>
        </p:nvSpPr>
        <p:spPr>
          <a:xfrm xmlns:a="http://schemas.openxmlformats.org/drawingml/2006/main">
            <a:off x="5524500" y="1885950"/>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データメモリ</a:t>
            </a:r>
          </a:p>
        </p:txBody>
      </p:sp>
      <p:sp>
        <p:nvSpPr>
          <p:cNvPr id="58" name="text-116">
            <a:extLst xmlns:a="http://schemas.openxmlformats.org/drawingml/2006/main">
              <a:ext uri="{FF2B5EF4-FFF2-40B4-BE49-F238E27FC236}">
                <a16:creationId xmlns:a16="http://schemas.microsoft.com/office/drawing/2014/main" id="{473B081E-AF99-4CDC-9B7D-C590B80818EF}"/>
              </a:ext>
            </a:extLst>
          </p:cNvPr>
          <p:cNvSpPr>
            <a:spLocks xmlns:a="http://schemas.openxmlformats.org/drawingml/2006/main" noGrp="1"/>
          </p:cNvSpPr>
          <p:nvPr/>
        </p:nvSpPr>
        <p:spPr>
          <a:xfrm xmlns:a="http://schemas.openxmlformats.org/drawingml/2006/main">
            <a:off x="6229350" y="236220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B9BEC6"/>
                </a:solidFill>
                <a:latin typeface="Arial"/>
                <a:ea typeface="Arial"/>
                <a:cs typeface="Arial"/>
              </a:defRPr>
            </a:defPPr>
            <a:lvl1pPr algn="ctr">
              <a:defRPr sz="1500" b="1">
                <a:solidFill>
                  <a:srgbClr val="B9BEC6"/>
                </a:solidFill>
                <a:latin typeface="Arial"/>
                <a:ea typeface="Arial"/>
                <a:cs typeface="Arial"/>
              </a:defRPr>
            </a:lvl1pPr>
            <a:lvl2pPr algn="ctr">
              <a:defRPr sz="1500" b="1">
                <a:solidFill>
                  <a:srgbClr val="B9BEC6"/>
                </a:solidFill>
                <a:latin typeface="Arial"/>
                <a:ea typeface="Arial"/>
                <a:cs typeface="Arial"/>
              </a:defRPr>
            </a:lvl2pPr>
            <a:lvl3pPr algn="ctr">
              <a:defRPr sz="1500" b="1">
                <a:solidFill>
                  <a:srgbClr val="B9BEC6"/>
                </a:solidFill>
                <a:latin typeface="Arial"/>
                <a:ea typeface="Arial"/>
                <a:cs typeface="Arial"/>
              </a:defRPr>
            </a:lvl3pPr>
            <a:lvl4pPr algn="ctr">
              <a:defRPr sz="1500" b="1">
                <a:solidFill>
                  <a:srgbClr val="B9BEC6"/>
                </a:solidFill>
                <a:latin typeface="Arial"/>
                <a:ea typeface="Arial"/>
                <a:cs typeface="Arial"/>
              </a:defRPr>
            </a:lvl4pPr>
            <a:lvl5pPr algn="ctr">
              <a:defRPr sz="1500" b="1">
                <a:solidFill>
                  <a:srgbClr val="B9BEC6"/>
                </a:solidFill>
                <a:latin typeface="Arial"/>
                <a:ea typeface="Arial"/>
                <a:cs typeface="Arial"/>
              </a:defRPr>
            </a:lvl5pPr>
            <a:lvl6pPr algn="ctr">
              <a:defRPr sz="1500" b="1">
                <a:solidFill>
                  <a:srgbClr val="B9BEC6"/>
                </a:solidFill>
                <a:latin typeface="Arial"/>
                <a:ea typeface="Arial"/>
                <a:cs typeface="Arial"/>
              </a:defRPr>
            </a:lvl6pPr>
            <a:lvl7pPr algn="ctr">
              <a:defRPr sz="1500" b="1">
                <a:solidFill>
                  <a:srgbClr val="B9BEC6"/>
                </a:solidFill>
                <a:latin typeface="Arial"/>
                <a:ea typeface="Arial"/>
                <a:cs typeface="Arial"/>
              </a:defRPr>
            </a:lvl7pPr>
            <a:lvl8pPr algn="ctr">
              <a:defRPr sz="1500" b="1">
                <a:solidFill>
                  <a:srgbClr val="B9BEC6"/>
                </a:solidFill>
                <a:latin typeface="Arial"/>
                <a:ea typeface="Arial"/>
                <a:cs typeface="Arial"/>
              </a:defRPr>
            </a:lvl8pPr>
            <a:lvl9pPr algn="ctr">
              <a:defRPr sz="1500" b="1">
                <a:solidFill>
                  <a:srgbClr val="B9BEC6"/>
                </a:solidFill>
                <a:latin typeface="Arial"/>
                <a:ea typeface="Arial"/>
                <a:cs typeface="Arial"/>
              </a:defRPr>
            </a:lvl9pPr>
          </a:lstStyle>
          <a:p xmlns:a="http://schemas.openxmlformats.org/drawingml/2006/main">
            <a:pPr algn="ctr">
              <a:defRPr sz="1500" b="1">
                <a:solidFill>
                  <a:srgbClr val="B9BEC6"/>
                </a:solidFill>
                <a:latin typeface="Arial"/>
                <a:ea typeface="Arial"/>
                <a:cs typeface="Arial"/>
              </a:defRPr>
            </a:pPr>
            <a:r>
              <a:rPr sz="1500" b="1">
                <a:solidFill>
                  <a:srgbClr val="B9BEC6"/>
                </a:solidFill>
                <a:latin typeface="Arial"/>
                <a:ea typeface="Arial"/>
                <a:cs typeface="Arial"/>
              </a:rPr>
              <a:t>0</a:t>
            </a:r>
          </a:p>
        </p:txBody>
      </p:sp>
      <p:sp>
        <p:nvSpPr>
          <p:cNvPr id="59" name="wire-117">
            <a:extLst xmlns:a="http://schemas.openxmlformats.org/drawingml/2006/main">
              <a:ext uri="{FF2B5EF4-FFF2-40B4-BE49-F238E27FC236}">
                <a16:creationId xmlns:a16="http://schemas.microsoft.com/office/drawing/2014/main" id="{5CE9F988-CE6F-408B-B82A-60A9B4CE80A3}"/>
              </a:ext>
            </a:extLst>
          </p:cNvPr>
          <p:cNvSpPr>
            <a:spLocks xmlns:a="http://schemas.openxmlformats.org/drawingml/2006/main" noGrp="1"/>
          </p:cNvSpPr>
          <p:nvPr/>
        </p:nvSpPr>
        <p:spPr>
          <a:xfrm xmlns:a="http://schemas.openxmlformats.org/drawingml/2006/main">
            <a:off x="642937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B9BEC6"/>
            </a:solidFill>
          </a:ln>
        </p:spPr>
      </p:sp>
      <p:sp>
        <p:nvSpPr>
          <p:cNvPr id="60" name="circuit-118">
            <a:extLst xmlns:a="http://schemas.openxmlformats.org/drawingml/2006/main">
              <a:ext uri="{FF2B5EF4-FFF2-40B4-BE49-F238E27FC236}">
                <a16:creationId xmlns:a16="http://schemas.microsoft.com/office/drawing/2014/main" id="{D6C24F37-A7F0-4FE7-9CF7-5C26A9932E28}"/>
              </a:ext>
            </a:extLst>
          </p:cNvPr>
          <p:cNvSpPr>
            <a:spLocks xmlns:a="http://schemas.openxmlformats.org/drawingml/2006/main" noGrp="1"/>
          </p:cNvSpPr>
          <p:nvPr/>
        </p:nvSpPr>
        <p:spPr>
          <a:xfrm xmlns:a="http://schemas.openxmlformats.org/drawingml/2006/main">
            <a:off x="6397943" y="2762250"/>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61" name="wire-119">
            <a:extLst xmlns:a="http://schemas.openxmlformats.org/drawingml/2006/main">
              <a:ext uri="{FF2B5EF4-FFF2-40B4-BE49-F238E27FC236}">
                <a16:creationId xmlns:a16="http://schemas.microsoft.com/office/drawing/2014/main" id="{1EB580A3-F465-446B-A3F9-5DB445E99EE0}"/>
              </a:ext>
            </a:extLst>
          </p:cNvPr>
          <p:cNvSpPr>
            <a:spLocks xmlns:a="http://schemas.openxmlformats.org/drawingml/2006/main" noGrp="1"/>
          </p:cNvSpPr>
          <p:nvPr/>
        </p:nvSpPr>
        <p:spPr>
          <a:xfrm xmlns:a="http://schemas.openxmlformats.org/drawingml/2006/main">
            <a:off x="7181850" y="417195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1572C3"/>
            </a:solidFill>
          </a:ln>
        </p:spPr>
      </p:sp>
      <p:sp>
        <p:nvSpPr>
          <p:cNvPr id="62" name="wire-120">
            <a:extLst xmlns:a="http://schemas.openxmlformats.org/drawingml/2006/main">
              <a:ext uri="{FF2B5EF4-FFF2-40B4-BE49-F238E27FC236}">
                <a16:creationId xmlns:a16="http://schemas.microsoft.com/office/drawing/2014/main" id="{49502902-83AE-49E0-8957-53CEE901C861}"/>
              </a:ext>
            </a:extLst>
          </p:cNvPr>
          <p:cNvSpPr>
            <a:spLocks xmlns:a="http://schemas.openxmlformats.org/drawingml/2006/main" noGrp="1"/>
          </p:cNvSpPr>
          <p:nvPr/>
        </p:nvSpPr>
        <p:spPr>
          <a:xfrm xmlns:a="http://schemas.openxmlformats.org/drawingml/2006/main">
            <a:off x="7496175" y="4171950"/>
            <a:ext cx="9525" cy="2000250"/>
          </a:xfrm>
          <a:custGeom xmlns:a="http://schemas.openxmlformats.org/drawingml/2006/main">
            <a:pathLst>
              <a:path w="9525" h="2000250">
                <a:moveTo>
                  <a:pt x="0" y="0"/>
                </a:moveTo>
                <a:lnTo>
                  <a:pt x="0" y="2000250"/>
                </a:lnTo>
              </a:path>
            </a:pathLst>
          </a:custGeom>
          <a:noFill xmlns:a="http://schemas.openxmlformats.org/drawingml/2006/main"/>
          <a:ln xmlns:a="http://schemas.openxmlformats.org/drawingml/2006/main" w="28575">
            <a:solidFill>
              <a:srgbClr val="1572C3"/>
            </a:solidFill>
          </a:ln>
        </p:spPr>
      </p:sp>
      <p:sp>
        <p:nvSpPr>
          <p:cNvPr id="63" name="wire-121">
            <a:extLst xmlns:a="http://schemas.openxmlformats.org/drawingml/2006/main">
              <a:ext uri="{FF2B5EF4-FFF2-40B4-BE49-F238E27FC236}">
                <a16:creationId xmlns:a16="http://schemas.microsoft.com/office/drawing/2014/main" id="{0CE112FC-3659-472D-B0EE-E55354C82D07}"/>
              </a:ext>
            </a:extLst>
          </p:cNvPr>
          <p:cNvSpPr>
            <a:spLocks xmlns:a="http://schemas.openxmlformats.org/drawingml/2006/main" noGrp="1"/>
          </p:cNvSpPr>
          <p:nvPr/>
        </p:nvSpPr>
        <p:spPr>
          <a:xfrm xmlns:a="http://schemas.openxmlformats.org/drawingml/2006/main">
            <a:off x="695325" y="6172200"/>
            <a:ext cx="6800850" cy="9525"/>
          </a:xfrm>
          <a:custGeom xmlns:a="http://schemas.openxmlformats.org/drawingml/2006/main">
            <a:pathLst>
              <a:path w="6800850" h="9525">
                <a:moveTo>
                  <a:pt x="6800850" y="0"/>
                </a:moveTo>
                <a:lnTo>
                  <a:pt x="0" y="0"/>
                </a:lnTo>
              </a:path>
            </a:pathLst>
          </a:custGeom>
          <a:noFill xmlns:a="http://schemas.openxmlformats.org/drawingml/2006/main"/>
          <a:ln xmlns:a="http://schemas.openxmlformats.org/drawingml/2006/main" w="28575">
            <a:solidFill>
              <a:srgbClr val="1572C3"/>
            </a:solidFill>
          </a:ln>
        </p:spPr>
      </p:sp>
      <p:sp>
        <p:nvSpPr>
          <p:cNvPr id="64" name="wire-122">
            <a:extLst xmlns:a="http://schemas.openxmlformats.org/drawingml/2006/main">
              <a:ext uri="{FF2B5EF4-FFF2-40B4-BE49-F238E27FC236}">
                <a16:creationId xmlns:a16="http://schemas.microsoft.com/office/drawing/2014/main" id="{CB44557B-57BC-4A5E-AE87-15C8D7067AF5}"/>
              </a:ext>
            </a:extLst>
          </p:cNvPr>
          <p:cNvSpPr>
            <a:spLocks xmlns:a="http://schemas.openxmlformats.org/drawingml/2006/main" noGrp="1"/>
          </p:cNvSpPr>
          <p:nvPr/>
        </p:nvSpPr>
        <p:spPr>
          <a:xfrm xmlns:a="http://schemas.openxmlformats.org/drawingml/2006/main">
            <a:off x="695325" y="4838700"/>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28575">
            <a:solidFill>
              <a:srgbClr val="1572C3"/>
            </a:solidFill>
          </a:ln>
        </p:spPr>
      </p:sp>
      <p:sp>
        <p:nvSpPr>
          <p:cNvPr id="65" name="wire-123">
            <a:extLst xmlns:a="http://schemas.openxmlformats.org/drawingml/2006/main">
              <a:ext uri="{FF2B5EF4-FFF2-40B4-BE49-F238E27FC236}">
                <a16:creationId xmlns:a16="http://schemas.microsoft.com/office/drawing/2014/main" id="{E8E7A0E2-B45A-4B5D-9AF1-C847924E3125}"/>
              </a:ext>
            </a:extLst>
          </p:cNvPr>
          <p:cNvSpPr>
            <a:spLocks xmlns:a="http://schemas.openxmlformats.org/drawingml/2006/main" noGrp="1"/>
          </p:cNvSpPr>
          <p:nvPr/>
        </p:nvSpPr>
        <p:spPr>
          <a:xfrm xmlns:a="http://schemas.openxmlformats.org/drawingml/2006/main">
            <a:off x="695325" y="4838700"/>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1572C3"/>
            </a:solidFill>
          </a:ln>
        </p:spPr>
      </p:sp>
      <p:sp>
        <p:nvSpPr>
          <p:cNvPr id="66" name="circuit-124">
            <a:extLst xmlns:a="http://schemas.openxmlformats.org/drawingml/2006/main">
              <a:ext uri="{FF2B5EF4-FFF2-40B4-BE49-F238E27FC236}">
                <a16:creationId xmlns:a16="http://schemas.microsoft.com/office/drawing/2014/main" id="{9A8D42E5-606F-4354-80AF-595919DFD575}"/>
              </a:ext>
            </a:extLst>
          </p:cNvPr>
          <p:cNvSpPr>
            <a:spLocks xmlns:a="http://schemas.openxmlformats.org/drawingml/2006/main" noGrp="1"/>
          </p:cNvSpPr>
          <p:nvPr/>
        </p:nvSpPr>
        <p:spPr>
          <a:xfrm xmlns:a="http://schemas.openxmlformats.org/drawingml/2006/main">
            <a:off x="1143000"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67" name="text-125">
            <a:extLst xmlns:a="http://schemas.openxmlformats.org/drawingml/2006/main">
              <a:ext uri="{FF2B5EF4-FFF2-40B4-BE49-F238E27FC236}">
                <a16:creationId xmlns:a16="http://schemas.microsoft.com/office/drawing/2014/main" id="{9A739FAC-90C6-4F6A-A17A-69794EC4E695}"/>
              </a:ext>
            </a:extLst>
          </p:cNvPr>
          <p:cNvSpPr>
            <a:spLocks xmlns:a="http://schemas.openxmlformats.org/drawingml/2006/main" noGrp="1"/>
          </p:cNvSpPr>
          <p:nvPr/>
        </p:nvSpPr>
        <p:spPr>
          <a:xfrm xmlns:a="http://schemas.openxmlformats.org/drawingml/2006/main">
            <a:off x="5429250" y="5695950"/>
            <a:ext cx="190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読んだ値 3</a:t>
            </a:r>
          </a:p>
        </p:txBody>
      </p:sp>
      <p:sp>
        <p:nvSpPr>
          <p:cNvPr id="68" name="text-126">
            <a:extLst xmlns:a="http://schemas.openxmlformats.org/drawingml/2006/main">
              <a:ext uri="{FF2B5EF4-FFF2-40B4-BE49-F238E27FC236}">
                <a16:creationId xmlns:a16="http://schemas.microsoft.com/office/drawing/2014/main" id="{31F0EFFD-91CE-448C-9B10-F3B7DE16F91F}"/>
              </a:ext>
            </a:extLst>
          </p:cNvPr>
          <p:cNvSpPr>
            <a:spLocks xmlns:a="http://schemas.openxmlformats.org/drawingml/2006/main" noGrp="1"/>
          </p:cNvSpPr>
          <p:nvPr/>
        </p:nvSpPr>
        <p:spPr>
          <a:xfrm xmlns:a="http://schemas.openxmlformats.org/drawingml/2006/main">
            <a:off x="8096250" y="2762250"/>
            <a:ext cx="34766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① 0 + 0で番地を作る</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② 0番地の3を読む</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③ x1へ3を保存する</a:t>
            </a:r>
          </a:p>
        </p:txBody>
      </p:sp>
      <p:sp>
        <p:nvSpPr>
          <p:cNvPr id="69" name="text-127">
            <a:extLst xmlns:a="http://schemas.openxmlformats.org/drawingml/2006/main">
              <a:ext uri="{FF2B5EF4-FFF2-40B4-BE49-F238E27FC236}">
                <a16:creationId xmlns:a16="http://schemas.microsoft.com/office/drawing/2014/main" id="{092F4CB1-AE58-47E4-B7E6-E62C2A639FBA}"/>
              </a:ext>
            </a:extLst>
          </p:cNvPr>
          <p:cNvSpPr>
            <a:spLocks xmlns:a="http://schemas.openxmlformats.org/drawingml/2006/main" noGrp="1"/>
          </p:cNvSpPr>
          <p:nvPr/>
        </p:nvSpPr>
        <p:spPr>
          <a:xfrm xmlns:a="http://schemas.openxmlformats.org/drawingml/2006/main">
            <a:off x="8096250" y="5524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初期状態：0番地に3</a:t>
            </a:r>
          </a:p>
        </p:txBody>
      </p:sp>
      <p:sp>
        <p:nvSpPr>
          <p:cNvPr id="70" name="text-128">
            <a:extLst xmlns:a="http://schemas.openxmlformats.org/drawingml/2006/main">
              <a:ext uri="{FF2B5EF4-FFF2-40B4-BE49-F238E27FC236}">
                <a16:creationId xmlns:a16="http://schemas.microsoft.com/office/drawing/2014/main" id="{41935342-7A70-4974-BBB9-24C6ECB6D53A}"/>
              </a:ext>
            </a:extLst>
          </p:cNvPr>
          <p:cNvSpPr>
            <a:spLocks xmlns:a="http://schemas.openxmlformats.org/drawingml/2006/main" noGrp="1"/>
          </p:cNvSpPr>
          <p:nvPr/>
        </p:nvSpPr>
        <p:spPr>
          <a:xfrm xmlns:a="http://schemas.openxmlformats.org/drawingml/2006/main">
            <a:off x="8096250" y="189547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x0は常に0</a:t>
            </a:r>
          </a:p>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x1はCPU内の保存場所</a:t>
            </a:r>
          </a:p>
        </p:txBody>
      </p:sp>
      <p:sp>
        <p:nvSpPr>
          <p:cNvPr id="71" name="text-129">
            <a:extLst xmlns:a="http://schemas.openxmlformats.org/drawingml/2006/main">
              <a:ext uri="{FF2B5EF4-FFF2-40B4-BE49-F238E27FC236}">
                <a16:creationId xmlns:a16="http://schemas.microsoft.com/office/drawing/2014/main" id="{0A74D6B2-1185-4609-B65F-6F552B895D95}"/>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3</a:t>
            </a:r>
          </a:p>
        </p:txBody>
      </p:sp>
      <p:sp>
        <p:nvSpPr>
          <p:cNvPr id="72" name="text-130">
            <a:extLst xmlns:a="http://schemas.openxmlformats.org/drawingml/2006/main">
              <a:ext uri="{FF2B5EF4-FFF2-40B4-BE49-F238E27FC236}">
                <a16:creationId xmlns:a16="http://schemas.microsoft.com/office/drawing/2014/main" id="{20A626F3-3E24-4DD9-A74F-EAAAFE4568D5}"/>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A：番地／レジスタ番号　RD：読出し値　WD：書込み値　WE：書込許可。灰色は不使用</a:t>
            </a:r>
          </a:p>
        </p:txBody>
      </p:sp>
    </p:spTree>
    <p:extLst>
      <p:ext uri="{BB962C8B-B14F-4D97-AF65-F5344CB8AC3E}">
        <p14:creationId xmlns:p14="http://schemas.microsoft.com/office/powerpoint/2010/main" val="8633833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3" name="text-131">
            <a:extLst xmlns:a="http://schemas.openxmlformats.org/drawingml/2006/main">
              <a:ext uri="{FF2B5EF4-FFF2-40B4-BE49-F238E27FC236}">
                <a16:creationId xmlns:a16="http://schemas.microsoft.com/office/drawing/2014/main" id="{15D5B835-553B-4529-8F8E-36D67D78AC0F}"/>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4</a:t>
            </a:r>
          </a:p>
        </p:txBody>
      </p:sp>
      <p:sp>
        <p:nvSpPr>
          <p:cNvPr id="2" name="text-132">
            <a:extLst xmlns:a="http://schemas.openxmlformats.org/drawingml/2006/main">
              <a:ext uri="{FF2B5EF4-FFF2-40B4-BE49-F238E27FC236}">
                <a16:creationId xmlns:a16="http://schemas.microsoft.com/office/drawing/2014/main" id="{A3858F3C-D4C6-4CD8-9622-DE7BFF369CBC}"/>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sw：レジスタの値をメモリへ書く</a:t>
            </a:r>
          </a:p>
        </p:txBody>
      </p:sp>
      <p:sp>
        <p:nvSpPr>
          <p:cNvPr id="3" name="text-133">
            <a:extLst xmlns:a="http://schemas.openxmlformats.org/drawingml/2006/main">
              <a:ext uri="{FF2B5EF4-FFF2-40B4-BE49-F238E27FC236}">
                <a16:creationId xmlns:a16="http://schemas.microsoft.com/office/drawing/2014/main" id="{31ED5518-B787-45D1-9E64-46A5900E685F}"/>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4</a:t>
            </a:r>
          </a:p>
        </p:txBody>
      </p:sp>
      <p:sp>
        <p:nvSpPr>
          <p:cNvPr id="4" name="text-134">
            <a:extLst xmlns:a="http://schemas.openxmlformats.org/drawingml/2006/main">
              <a:ext uri="{FF2B5EF4-FFF2-40B4-BE49-F238E27FC236}">
                <a16:creationId xmlns:a16="http://schemas.microsoft.com/office/drawing/2014/main" id="{F9AB720D-2238-4EDA-81D2-2F31528C3C04}"/>
              </a:ext>
            </a:extLst>
          </p:cNvPr>
          <p:cNvSpPr>
            <a:spLocks xmlns:a="http://schemas.openxmlformats.org/drawingml/2006/main" noGrp="1"/>
          </p:cNvSpPr>
          <p:nvPr/>
        </p:nvSpPr>
        <p:spPr>
          <a:xfrm xmlns:a="http://schemas.openxmlformats.org/drawingml/2006/main">
            <a:off x="609600" y="12954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sw x1, 4(x0)　：　x1の3を、データの4番地へ書く</a:t>
            </a:r>
          </a:p>
        </p:txBody>
      </p:sp>
      <p:sp>
        <p:nvSpPr>
          <p:cNvPr id="5" name="block-135">
            <a:extLst xmlns:a="http://schemas.openxmlformats.org/drawingml/2006/main">
              <a:ext uri="{FF2B5EF4-FFF2-40B4-BE49-F238E27FC236}">
                <a16:creationId xmlns:a16="http://schemas.microsoft.com/office/drawing/2014/main" id="{9538F610-6705-4011-9127-3424207E7305}"/>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136">
            <a:extLst xmlns:a="http://schemas.openxmlformats.org/drawingml/2006/main">
              <a:ext uri="{FF2B5EF4-FFF2-40B4-BE49-F238E27FC236}">
                <a16:creationId xmlns:a16="http://schemas.microsoft.com/office/drawing/2014/main" id="{C9912EE3-BF1D-4DEA-BC29-26FA96468799}"/>
              </a:ext>
            </a:extLst>
          </p:cNvPr>
          <p:cNvSpPr>
            <a:spLocks xmlns:a="http://schemas.openxmlformats.org/drawingml/2006/main" noGrp="1"/>
          </p:cNvSpPr>
          <p:nvPr/>
        </p:nvSpPr>
        <p:spPr>
          <a:xfrm xmlns:a="http://schemas.openxmlformats.org/drawingml/2006/main">
            <a:off x="1619250" y="3467100"/>
            <a:ext cx="11525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Register</a:t>
            </a:r>
          </a:p>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File</a:t>
            </a:r>
          </a:p>
        </p:txBody>
      </p:sp>
      <p:sp>
        <p:nvSpPr>
          <p:cNvPr id="7" name="text-137">
            <a:extLst xmlns:a="http://schemas.openxmlformats.org/drawingml/2006/main">
              <a:ext uri="{FF2B5EF4-FFF2-40B4-BE49-F238E27FC236}">
                <a16:creationId xmlns:a16="http://schemas.microsoft.com/office/drawing/2014/main" id="{7626F3C6-CCFD-4B26-A5CD-34B1CEC3663A}"/>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138">
            <a:extLst xmlns:a="http://schemas.openxmlformats.org/drawingml/2006/main">
              <a:ext uri="{FF2B5EF4-FFF2-40B4-BE49-F238E27FC236}">
                <a16:creationId xmlns:a16="http://schemas.microsoft.com/office/drawing/2014/main" id="{8995D80B-0A34-4573-917B-66A542CF76AB}"/>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A2</a:t>
            </a:r>
          </a:p>
        </p:txBody>
      </p:sp>
      <p:sp>
        <p:nvSpPr>
          <p:cNvPr id="9" name="text-139">
            <a:extLst xmlns:a="http://schemas.openxmlformats.org/drawingml/2006/main">
              <a:ext uri="{FF2B5EF4-FFF2-40B4-BE49-F238E27FC236}">
                <a16:creationId xmlns:a16="http://schemas.microsoft.com/office/drawing/2014/main" id="{1683D52C-FF94-4EF0-B3C9-7CDA1AA49CD6}"/>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A3</a:t>
            </a:r>
          </a:p>
        </p:txBody>
      </p:sp>
      <p:sp>
        <p:nvSpPr>
          <p:cNvPr id="10" name="text-140">
            <a:extLst xmlns:a="http://schemas.openxmlformats.org/drawingml/2006/main">
              <a:ext uri="{FF2B5EF4-FFF2-40B4-BE49-F238E27FC236}">
                <a16:creationId xmlns:a16="http://schemas.microsoft.com/office/drawing/2014/main" id="{F86D3F44-4461-4AF7-B42A-041EEE7E9244}"/>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WD3</a:t>
            </a:r>
          </a:p>
        </p:txBody>
      </p:sp>
      <p:sp>
        <p:nvSpPr>
          <p:cNvPr id="11" name="text-141">
            <a:extLst xmlns:a="http://schemas.openxmlformats.org/drawingml/2006/main">
              <a:ext uri="{FF2B5EF4-FFF2-40B4-BE49-F238E27FC236}">
                <a16:creationId xmlns:a16="http://schemas.microsoft.com/office/drawing/2014/main" id="{E9D209F0-B679-4149-B92F-1D17B751858B}"/>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142">
            <a:extLst xmlns:a="http://schemas.openxmlformats.org/drawingml/2006/main">
              <a:ext uri="{FF2B5EF4-FFF2-40B4-BE49-F238E27FC236}">
                <a16:creationId xmlns:a16="http://schemas.microsoft.com/office/drawing/2014/main" id="{449C300E-0318-4A32-B7EC-5E3B0FA96E8D}"/>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RD2</a:t>
            </a:r>
          </a:p>
        </p:txBody>
      </p:sp>
      <p:sp>
        <p:nvSpPr>
          <p:cNvPr id="13" name="text-143">
            <a:extLst xmlns:a="http://schemas.openxmlformats.org/drawingml/2006/main">
              <a:ext uri="{FF2B5EF4-FFF2-40B4-BE49-F238E27FC236}">
                <a16:creationId xmlns:a16="http://schemas.microsoft.com/office/drawing/2014/main" id="{E0D6C0CF-BB01-42C4-A978-26664A0E752D}"/>
              </a:ext>
            </a:extLst>
          </p:cNvPr>
          <p:cNvSpPr>
            <a:spLocks xmlns:a="http://schemas.openxmlformats.org/drawingml/2006/main" noGrp="1"/>
          </p:cNvSpPr>
          <p:nvPr/>
        </p:nvSpPr>
        <p:spPr>
          <a:xfrm xmlns:a="http://schemas.openxmlformats.org/drawingml/2006/main">
            <a:off x="1219200" y="1885950"/>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レジスタ群</a:t>
            </a:r>
          </a:p>
        </p:txBody>
      </p:sp>
      <p:sp>
        <p:nvSpPr>
          <p:cNvPr id="14" name="circuit-144">
            <a:extLst xmlns:a="http://schemas.openxmlformats.org/drawingml/2006/main">
              <a:ext uri="{FF2B5EF4-FFF2-40B4-BE49-F238E27FC236}">
                <a16:creationId xmlns:a16="http://schemas.microsoft.com/office/drawing/2014/main" id="{00F16096-7B0C-442C-B772-B6E02E30B568}"/>
              </a:ext>
            </a:extLst>
          </p:cNvPr>
          <p:cNvSpPr>
            <a:spLocks xmlns:a="http://schemas.openxmlformats.org/drawingml/2006/main" noGrp="1"/>
          </p:cNvSpPr>
          <p:nvPr/>
        </p:nvSpPr>
        <p:spPr>
          <a:xfrm xmlns:a="http://schemas.openxmlformats.org/drawingml/2006/main">
            <a:off x="1552575" y="2838450"/>
            <a:ext cx="190500" cy="114300"/>
          </a:xfrm>
          <a:custGeom xmlns:a="http://schemas.openxmlformats.org/drawingml/2006/main">
            <a:pathLst>
              <a:path w="190500" h="114300">
                <a:moveTo>
                  <a:pt x="0" y="0"/>
                </a:moveTo>
                <a:lnTo>
                  <a:pt x="95250" y="114300"/>
                </a:lnTo>
                <a:lnTo>
                  <a:pt x="190500" y="0"/>
                </a:lnTo>
                <a:close/>
              </a:path>
            </a:pathLst>
          </a:custGeom>
          <a:noFill xmlns:a="http://schemas.openxmlformats.org/drawingml/2006/main"/>
          <a:ln xmlns:a="http://schemas.openxmlformats.org/drawingml/2006/main" w="20955">
            <a:solidFill>
              <a:srgbClr val="231F20"/>
            </a:solidFill>
          </a:ln>
        </p:spPr>
      </p:sp>
      <p:sp>
        <p:nvSpPr>
          <p:cNvPr id="15" name="wire-145">
            <a:extLst xmlns:a="http://schemas.openxmlformats.org/drawingml/2006/main">
              <a:ext uri="{FF2B5EF4-FFF2-40B4-BE49-F238E27FC236}">
                <a16:creationId xmlns:a16="http://schemas.microsoft.com/office/drawing/2014/main" id="{28D0B999-2BE4-4289-82E6-DF7B111FDA42}"/>
              </a:ext>
            </a:extLst>
          </p:cNvPr>
          <p:cNvSpPr>
            <a:spLocks xmlns:a="http://schemas.openxmlformats.org/drawingml/2006/main" noGrp="1"/>
          </p:cNvSpPr>
          <p:nvPr/>
        </p:nvSpPr>
        <p:spPr>
          <a:xfrm xmlns:a="http://schemas.openxmlformats.org/drawingml/2006/main">
            <a:off x="1647825" y="2609850"/>
            <a:ext cx="9525" cy="228600"/>
          </a:xfrm>
          <a:custGeom xmlns:a="http://schemas.openxmlformats.org/drawingml/2006/main">
            <a:pathLst>
              <a:path w="9525" h="228600">
                <a:moveTo>
                  <a:pt x="0" y="0"/>
                </a:moveTo>
                <a:lnTo>
                  <a:pt x="0" y="228600"/>
                </a:lnTo>
              </a:path>
            </a:pathLst>
          </a:custGeom>
          <a:noFill xmlns:a="http://schemas.openxmlformats.org/drawingml/2006/main"/>
          <a:ln xmlns:a="http://schemas.openxmlformats.org/drawingml/2006/main" w="12383">
            <a:solidFill>
              <a:srgbClr val="231F20"/>
            </a:solidFill>
          </a:ln>
        </p:spPr>
      </p:sp>
      <p:sp>
        <p:nvSpPr>
          <p:cNvPr id="16" name="text-146">
            <a:extLst xmlns:a="http://schemas.openxmlformats.org/drawingml/2006/main">
              <a:ext uri="{FF2B5EF4-FFF2-40B4-BE49-F238E27FC236}">
                <a16:creationId xmlns:a16="http://schemas.microsoft.com/office/drawing/2014/main" id="{D6BEE4C6-29FE-4A58-82AF-328012F6951A}"/>
              </a:ext>
            </a:extLst>
          </p:cNvPr>
          <p:cNvSpPr>
            <a:spLocks xmlns:a="http://schemas.openxmlformats.org/drawingml/2006/main" noGrp="1"/>
          </p:cNvSpPr>
          <p:nvPr/>
        </p:nvSpPr>
        <p:spPr>
          <a:xfrm xmlns:a="http://schemas.openxmlformats.org/drawingml/2006/main">
            <a:off x="1409700" y="23431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231F20"/>
                </a:solidFill>
                <a:latin typeface="Arial"/>
                <a:ea typeface="Arial"/>
                <a:cs typeface="Arial"/>
              </a:defRPr>
            </a:defPPr>
            <a:lvl1pPr algn="ctr">
              <a:defRPr sz="1425" b="0">
                <a:solidFill>
                  <a:srgbClr val="231F20"/>
                </a:solidFill>
                <a:latin typeface="Arial"/>
                <a:ea typeface="Arial"/>
                <a:cs typeface="Arial"/>
              </a:defRPr>
            </a:lvl1pPr>
            <a:lvl2pPr algn="ctr">
              <a:defRPr sz="1425" b="0">
                <a:solidFill>
                  <a:srgbClr val="231F20"/>
                </a:solidFill>
                <a:latin typeface="Arial"/>
                <a:ea typeface="Arial"/>
                <a:cs typeface="Arial"/>
              </a:defRPr>
            </a:lvl2pPr>
            <a:lvl3pPr algn="ctr">
              <a:defRPr sz="1425" b="0">
                <a:solidFill>
                  <a:srgbClr val="231F20"/>
                </a:solidFill>
                <a:latin typeface="Arial"/>
                <a:ea typeface="Arial"/>
                <a:cs typeface="Arial"/>
              </a:defRPr>
            </a:lvl3pPr>
            <a:lvl4pPr algn="ctr">
              <a:defRPr sz="1425" b="0">
                <a:solidFill>
                  <a:srgbClr val="231F20"/>
                </a:solidFill>
                <a:latin typeface="Arial"/>
                <a:ea typeface="Arial"/>
                <a:cs typeface="Arial"/>
              </a:defRPr>
            </a:lvl4pPr>
            <a:lvl5pPr algn="ctr">
              <a:defRPr sz="1425" b="0">
                <a:solidFill>
                  <a:srgbClr val="231F20"/>
                </a:solidFill>
                <a:latin typeface="Arial"/>
                <a:ea typeface="Arial"/>
                <a:cs typeface="Arial"/>
              </a:defRPr>
            </a:lvl5pPr>
            <a:lvl6pPr algn="ctr">
              <a:defRPr sz="1425" b="0">
                <a:solidFill>
                  <a:srgbClr val="231F20"/>
                </a:solidFill>
                <a:latin typeface="Arial"/>
                <a:ea typeface="Arial"/>
                <a:cs typeface="Arial"/>
              </a:defRPr>
            </a:lvl6pPr>
            <a:lvl7pPr algn="ctr">
              <a:defRPr sz="1425" b="0">
                <a:solidFill>
                  <a:srgbClr val="231F20"/>
                </a:solidFill>
                <a:latin typeface="Arial"/>
                <a:ea typeface="Arial"/>
                <a:cs typeface="Arial"/>
              </a:defRPr>
            </a:lvl7pPr>
            <a:lvl8pPr algn="ctr">
              <a:defRPr sz="1425" b="0">
                <a:solidFill>
                  <a:srgbClr val="231F20"/>
                </a:solidFill>
                <a:latin typeface="Arial"/>
                <a:ea typeface="Arial"/>
                <a:cs typeface="Arial"/>
              </a:defRPr>
            </a:lvl8pPr>
            <a:lvl9pPr algn="ctr">
              <a:defRPr sz="1425" b="0">
                <a:solidFill>
                  <a:srgbClr val="231F20"/>
                </a:solidFill>
                <a:latin typeface="Arial"/>
                <a:ea typeface="Arial"/>
                <a:cs typeface="Arial"/>
              </a:defRPr>
            </a:lvl9pPr>
          </a:lstStyle>
          <a:p xmlns:a="http://schemas.openxmlformats.org/drawingml/2006/main">
            <a:pPr algn="ctr">
              <a:defRPr sz="1425" b="0">
                <a:solidFill>
                  <a:srgbClr val="231F20"/>
                </a:solidFill>
                <a:latin typeface="Arial"/>
                <a:ea typeface="Arial"/>
                <a:cs typeface="Arial"/>
              </a:defRPr>
            </a:pPr>
            <a:r>
              <a:rPr sz="1425" b="0">
                <a:solidFill>
                  <a:srgbClr val="231F20"/>
                </a:solidFill>
                <a:latin typeface="Arial"/>
                <a:ea typeface="Arial"/>
                <a:cs typeface="Arial"/>
              </a:rPr>
              <a:t>clk</a:t>
            </a:r>
          </a:p>
        </p:txBody>
      </p:sp>
      <p:sp>
        <p:nvSpPr>
          <p:cNvPr id="17" name="text-147">
            <a:extLst xmlns:a="http://schemas.openxmlformats.org/drawingml/2006/main">
              <a:ext uri="{FF2B5EF4-FFF2-40B4-BE49-F238E27FC236}">
                <a16:creationId xmlns:a16="http://schemas.microsoft.com/office/drawing/2014/main" id="{67D5A000-ADEC-4290-9FC0-05BCCD4DFB3A}"/>
              </a:ext>
            </a:extLst>
          </p:cNvPr>
          <p:cNvSpPr>
            <a:spLocks xmlns:a="http://schemas.openxmlformats.org/drawingml/2006/main" noGrp="1"/>
          </p:cNvSpPr>
          <p:nvPr/>
        </p:nvSpPr>
        <p:spPr>
          <a:xfrm xmlns:a="http://schemas.openxmlformats.org/drawingml/2006/main">
            <a:off x="2228850" y="2857500"/>
            <a:ext cx="52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WE3</a:t>
            </a:r>
          </a:p>
        </p:txBody>
      </p:sp>
      <p:sp>
        <p:nvSpPr>
          <p:cNvPr id="18" name="text-148">
            <a:extLst xmlns:a="http://schemas.openxmlformats.org/drawingml/2006/main">
              <a:ext uri="{FF2B5EF4-FFF2-40B4-BE49-F238E27FC236}">
                <a16:creationId xmlns:a16="http://schemas.microsoft.com/office/drawing/2014/main" id="{83F1AEF0-4932-44BD-AF15-B9A654412180}"/>
              </a:ext>
            </a:extLst>
          </p:cNvPr>
          <p:cNvSpPr>
            <a:spLocks xmlns:a="http://schemas.openxmlformats.org/drawingml/2006/main" noGrp="1"/>
          </p:cNvSpPr>
          <p:nvPr/>
        </p:nvSpPr>
        <p:spPr>
          <a:xfrm xmlns:a="http://schemas.openxmlformats.org/drawingml/2006/main">
            <a:off x="2305050" y="2362200"/>
            <a:ext cx="3905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B9BEC6"/>
                </a:solidFill>
                <a:latin typeface="Arial"/>
                <a:ea typeface="Arial"/>
                <a:cs typeface="Arial"/>
              </a:defRPr>
            </a:defPPr>
            <a:lvl1pPr algn="ctr">
              <a:defRPr sz="1500" b="1">
                <a:solidFill>
                  <a:srgbClr val="B9BEC6"/>
                </a:solidFill>
                <a:latin typeface="Arial"/>
                <a:ea typeface="Arial"/>
                <a:cs typeface="Arial"/>
              </a:defRPr>
            </a:lvl1pPr>
            <a:lvl2pPr algn="ctr">
              <a:defRPr sz="1500" b="1">
                <a:solidFill>
                  <a:srgbClr val="B9BEC6"/>
                </a:solidFill>
                <a:latin typeface="Arial"/>
                <a:ea typeface="Arial"/>
                <a:cs typeface="Arial"/>
              </a:defRPr>
            </a:lvl2pPr>
            <a:lvl3pPr algn="ctr">
              <a:defRPr sz="1500" b="1">
                <a:solidFill>
                  <a:srgbClr val="B9BEC6"/>
                </a:solidFill>
                <a:latin typeface="Arial"/>
                <a:ea typeface="Arial"/>
                <a:cs typeface="Arial"/>
              </a:defRPr>
            </a:lvl3pPr>
            <a:lvl4pPr algn="ctr">
              <a:defRPr sz="1500" b="1">
                <a:solidFill>
                  <a:srgbClr val="B9BEC6"/>
                </a:solidFill>
                <a:latin typeface="Arial"/>
                <a:ea typeface="Arial"/>
                <a:cs typeface="Arial"/>
              </a:defRPr>
            </a:lvl4pPr>
            <a:lvl5pPr algn="ctr">
              <a:defRPr sz="1500" b="1">
                <a:solidFill>
                  <a:srgbClr val="B9BEC6"/>
                </a:solidFill>
                <a:latin typeface="Arial"/>
                <a:ea typeface="Arial"/>
                <a:cs typeface="Arial"/>
              </a:defRPr>
            </a:lvl5pPr>
            <a:lvl6pPr algn="ctr">
              <a:defRPr sz="1500" b="1">
                <a:solidFill>
                  <a:srgbClr val="B9BEC6"/>
                </a:solidFill>
                <a:latin typeface="Arial"/>
                <a:ea typeface="Arial"/>
                <a:cs typeface="Arial"/>
              </a:defRPr>
            </a:lvl6pPr>
            <a:lvl7pPr algn="ctr">
              <a:defRPr sz="1500" b="1">
                <a:solidFill>
                  <a:srgbClr val="B9BEC6"/>
                </a:solidFill>
                <a:latin typeface="Arial"/>
                <a:ea typeface="Arial"/>
                <a:cs typeface="Arial"/>
              </a:defRPr>
            </a:lvl7pPr>
            <a:lvl8pPr algn="ctr">
              <a:defRPr sz="1500" b="1">
                <a:solidFill>
                  <a:srgbClr val="B9BEC6"/>
                </a:solidFill>
                <a:latin typeface="Arial"/>
                <a:ea typeface="Arial"/>
                <a:cs typeface="Arial"/>
              </a:defRPr>
            </a:lvl8pPr>
            <a:lvl9pPr algn="ctr">
              <a:defRPr sz="1500" b="1">
                <a:solidFill>
                  <a:srgbClr val="B9BEC6"/>
                </a:solidFill>
                <a:latin typeface="Arial"/>
                <a:ea typeface="Arial"/>
                <a:cs typeface="Arial"/>
              </a:defRPr>
            </a:lvl9pPr>
          </a:lstStyle>
          <a:p xmlns:a="http://schemas.openxmlformats.org/drawingml/2006/main">
            <a:pPr algn="ctr">
              <a:defRPr sz="1500" b="1">
                <a:solidFill>
                  <a:srgbClr val="B9BEC6"/>
                </a:solidFill>
                <a:latin typeface="Arial"/>
                <a:ea typeface="Arial"/>
                <a:cs typeface="Arial"/>
              </a:defRPr>
            </a:pPr>
            <a:r>
              <a:rPr sz="1500" b="1">
                <a:solidFill>
                  <a:srgbClr val="B9BEC6"/>
                </a:solidFill>
                <a:latin typeface="Arial"/>
                <a:ea typeface="Arial"/>
                <a:cs typeface="Arial"/>
              </a:rPr>
              <a:t>0</a:t>
            </a:r>
          </a:p>
        </p:txBody>
      </p:sp>
      <p:sp>
        <p:nvSpPr>
          <p:cNvPr id="19" name="wire-149">
            <a:extLst xmlns:a="http://schemas.openxmlformats.org/drawingml/2006/main">
              <a:ext uri="{FF2B5EF4-FFF2-40B4-BE49-F238E27FC236}">
                <a16:creationId xmlns:a16="http://schemas.microsoft.com/office/drawing/2014/main" id="{65E0B10C-A14D-4F2C-9CD3-8A1064608E8A}"/>
              </a:ext>
            </a:extLst>
          </p:cNvPr>
          <p:cNvSpPr>
            <a:spLocks xmlns:a="http://schemas.openxmlformats.org/drawingml/2006/main" noGrp="1"/>
          </p:cNvSpPr>
          <p:nvPr/>
        </p:nvSpPr>
        <p:spPr>
          <a:xfrm xmlns:a="http://schemas.openxmlformats.org/drawingml/2006/main">
            <a:off x="248602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B9BEC6"/>
            </a:solidFill>
          </a:ln>
        </p:spPr>
      </p:sp>
      <p:sp>
        <p:nvSpPr>
          <p:cNvPr id="20" name="circuit-150">
            <a:extLst xmlns:a="http://schemas.openxmlformats.org/drawingml/2006/main">
              <a:ext uri="{FF2B5EF4-FFF2-40B4-BE49-F238E27FC236}">
                <a16:creationId xmlns:a16="http://schemas.microsoft.com/office/drawing/2014/main" id="{0414B18E-19B2-4B42-B1A8-53B06F3FF134}"/>
              </a:ext>
            </a:extLst>
          </p:cNvPr>
          <p:cNvSpPr>
            <a:spLocks xmlns:a="http://schemas.openxmlformats.org/drawingml/2006/main" noGrp="1"/>
          </p:cNvSpPr>
          <p:nvPr/>
        </p:nvSpPr>
        <p:spPr>
          <a:xfrm xmlns:a="http://schemas.openxmlformats.org/drawingml/2006/main">
            <a:off x="2454593" y="27622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21" name="wire-151">
            <a:extLst xmlns:a="http://schemas.openxmlformats.org/drawingml/2006/main">
              <a:ext uri="{FF2B5EF4-FFF2-40B4-BE49-F238E27FC236}">
                <a16:creationId xmlns:a16="http://schemas.microsoft.com/office/drawing/2014/main" id="{D62FDDA7-EAE5-4B11-AF06-D718AEC5545C}"/>
              </a:ext>
            </a:extLst>
          </p:cNvPr>
          <p:cNvSpPr>
            <a:spLocks xmlns:a="http://schemas.openxmlformats.org/drawingml/2006/main" noGrp="1"/>
          </p:cNvSpPr>
          <p:nvPr/>
        </p:nvSpPr>
        <p:spPr>
          <a:xfrm xmlns:a="http://schemas.openxmlformats.org/drawingml/2006/main">
            <a:off x="885825" y="3276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2" name="circuit-152">
            <a:extLst xmlns:a="http://schemas.openxmlformats.org/drawingml/2006/main">
              <a:ext uri="{FF2B5EF4-FFF2-40B4-BE49-F238E27FC236}">
                <a16:creationId xmlns:a16="http://schemas.microsoft.com/office/drawing/2014/main" id="{4016B772-0EB8-4AA2-A5BE-578C1B78E669}"/>
              </a:ext>
            </a:extLst>
          </p:cNvPr>
          <p:cNvSpPr>
            <a:spLocks xmlns:a="http://schemas.openxmlformats.org/drawingml/2006/main" noGrp="1"/>
          </p:cNvSpPr>
          <p:nvPr/>
        </p:nvSpPr>
        <p:spPr>
          <a:xfrm xmlns:a="http://schemas.openxmlformats.org/drawingml/2006/main">
            <a:off x="114300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153">
            <a:extLst xmlns:a="http://schemas.openxmlformats.org/drawingml/2006/main">
              <a:ext uri="{FF2B5EF4-FFF2-40B4-BE49-F238E27FC236}">
                <a16:creationId xmlns:a16="http://schemas.microsoft.com/office/drawing/2014/main" id="{AE593BD4-EE84-4155-A1AD-9987D38E5B1A}"/>
              </a:ext>
            </a:extLst>
          </p:cNvPr>
          <p:cNvSpPr>
            <a:spLocks xmlns:a="http://schemas.openxmlformats.org/drawingml/2006/main" noGrp="1"/>
          </p:cNvSpPr>
          <p:nvPr/>
        </p:nvSpPr>
        <p:spPr>
          <a:xfrm xmlns:a="http://schemas.openxmlformats.org/drawingml/2006/main">
            <a:off x="542925" y="3114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0</a:t>
            </a:r>
          </a:p>
        </p:txBody>
      </p:sp>
      <p:sp>
        <p:nvSpPr>
          <p:cNvPr id="24" name="wire-154">
            <a:extLst xmlns:a="http://schemas.openxmlformats.org/drawingml/2006/main">
              <a:ext uri="{FF2B5EF4-FFF2-40B4-BE49-F238E27FC236}">
                <a16:creationId xmlns:a16="http://schemas.microsoft.com/office/drawing/2014/main" id="{AA218B85-C5F9-45B2-9966-C367F8560E97}"/>
              </a:ext>
            </a:extLst>
          </p:cNvPr>
          <p:cNvSpPr>
            <a:spLocks xmlns:a="http://schemas.openxmlformats.org/drawingml/2006/main" noGrp="1"/>
          </p:cNvSpPr>
          <p:nvPr/>
        </p:nvSpPr>
        <p:spPr>
          <a:xfrm xmlns:a="http://schemas.openxmlformats.org/drawingml/2006/main">
            <a:off x="885825" y="398145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231F20"/>
            </a:solidFill>
          </a:ln>
        </p:spPr>
      </p:sp>
      <p:sp>
        <p:nvSpPr>
          <p:cNvPr id="25" name="circuit-155">
            <a:extLst xmlns:a="http://schemas.openxmlformats.org/drawingml/2006/main">
              <a:ext uri="{FF2B5EF4-FFF2-40B4-BE49-F238E27FC236}">
                <a16:creationId xmlns:a16="http://schemas.microsoft.com/office/drawing/2014/main" id="{C7CDD2C5-E92C-43F6-AA82-FD9E6842ACE2}"/>
              </a:ext>
            </a:extLst>
          </p:cNvPr>
          <p:cNvSpPr>
            <a:spLocks xmlns:a="http://schemas.openxmlformats.org/drawingml/2006/main" noGrp="1"/>
          </p:cNvSpPr>
          <p:nvPr/>
        </p:nvSpPr>
        <p:spPr>
          <a:xfrm xmlns:a="http://schemas.openxmlformats.org/drawingml/2006/main">
            <a:off x="114300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6" name="text-156">
            <a:extLst xmlns:a="http://schemas.openxmlformats.org/drawingml/2006/main">
              <a:ext uri="{FF2B5EF4-FFF2-40B4-BE49-F238E27FC236}">
                <a16:creationId xmlns:a16="http://schemas.microsoft.com/office/drawing/2014/main" id="{A68B61B7-BD25-44B6-9D68-B002BE316E57}"/>
              </a:ext>
            </a:extLst>
          </p:cNvPr>
          <p:cNvSpPr>
            <a:spLocks xmlns:a="http://schemas.openxmlformats.org/drawingml/2006/main" noGrp="1"/>
          </p:cNvSpPr>
          <p:nvPr/>
        </p:nvSpPr>
        <p:spPr>
          <a:xfrm xmlns:a="http://schemas.openxmlformats.org/drawingml/2006/main">
            <a:off x="542925" y="381952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27" name="wire-157">
            <a:extLst xmlns:a="http://schemas.openxmlformats.org/drawingml/2006/main">
              <a:ext uri="{FF2B5EF4-FFF2-40B4-BE49-F238E27FC236}">
                <a16:creationId xmlns:a16="http://schemas.microsoft.com/office/drawing/2014/main" id="{F3402B35-8A19-4247-B1EF-E06959F23FA2}"/>
              </a:ext>
            </a:extLst>
          </p:cNvPr>
          <p:cNvSpPr>
            <a:spLocks xmlns:a="http://schemas.openxmlformats.org/drawingml/2006/main" noGrp="1"/>
          </p:cNvSpPr>
          <p:nvPr/>
        </p:nvSpPr>
        <p:spPr>
          <a:xfrm xmlns:a="http://schemas.openxmlformats.org/drawingml/2006/main">
            <a:off x="885825" y="44196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17145">
            <a:solidFill>
              <a:srgbClr val="B9BEC6"/>
            </a:solidFill>
          </a:ln>
        </p:spPr>
      </p:sp>
      <p:sp>
        <p:nvSpPr>
          <p:cNvPr id="28" name="circuit-158">
            <a:extLst xmlns:a="http://schemas.openxmlformats.org/drawingml/2006/main">
              <a:ext uri="{FF2B5EF4-FFF2-40B4-BE49-F238E27FC236}">
                <a16:creationId xmlns:a16="http://schemas.microsoft.com/office/drawing/2014/main" id="{94A55DDA-7B93-4158-B8AD-31AB734CD357}"/>
              </a:ext>
            </a:extLst>
          </p:cNvPr>
          <p:cNvSpPr>
            <a:spLocks xmlns:a="http://schemas.openxmlformats.org/drawingml/2006/main" noGrp="1"/>
          </p:cNvSpPr>
          <p:nvPr/>
        </p:nvSpPr>
        <p:spPr>
          <a:xfrm xmlns:a="http://schemas.openxmlformats.org/drawingml/2006/main">
            <a:off x="11430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B9BEC6"/>
          </a:solidFill>
          <a:ln xmlns:a="http://schemas.openxmlformats.org/drawingml/2006/main" w="9525">
            <a:solidFill>
              <a:srgbClr val="B9BEC6"/>
            </a:solidFill>
          </a:ln>
        </p:spPr>
      </p:sp>
      <p:sp>
        <p:nvSpPr>
          <p:cNvPr id="29" name="text-159">
            <a:extLst xmlns:a="http://schemas.openxmlformats.org/drawingml/2006/main">
              <a:ext uri="{FF2B5EF4-FFF2-40B4-BE49-F238E27FC236}">
                <a16:creationId xmlns:a16="http://schemas.microsoft.com/office/drawing/2014/main" id="{84434D39-A0F5-414F-966E-371268292DDD}"/>
              </a:ext>
            </a:extLst>
          </p:cNvPr>
          <p:cNvSpPr>
            <a:spLocks xmlns:a="http://schemas.openxmlformats.org/drawingml/2006/main" noGrp="1"/>
          </p:cNvSpPr>
          <p:nvPr/>
        </p:nvSpPr>
        <p:spPr>
          <a:xfrm xmlns:a="http://schemas.openxmlformats.org/drawingml/2006/main">
            <a:off x="542925" y="4257675"/>
            <a:ext cx="304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30" name="wire-160">
            <a:extLst xmlns:a="http://schemas.openxmlformats.org/drawingml/2006/main">
              <a:ext uri="{FF2B5EF4-FFF2-40B4-BE49-F238E27FC236}">
                <a16:creationId xmlns:a16="http://schemas.microsoft.com/office/drawing/2014/main" id="{EBE7AF86-B275-4DE5-A218-4C41C6CB4C69}"/>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31" name="circuit-161">
            <a:extLst xmlns:a="http://schemas.openxmlformats.org/drawingml/2006/main">
              <a:ext uri="{FF2B5EF4-FFF2-40B4-BE49-F238E27FC236}">
                <a16:creationId xmlns:a16="http://schemas.microsoft.com/office/drawing/2014/main" id="{A951AE95-D33D-4534-97BE-A9EA0786A8FD}"/>
              </a:ext>
            </a:extLst>
          </p:cNvPr>
          <p:cNvSpPr>
            <a:spLocks xmlns:a="http://schemas.openxmlformats.org/drawingml/2006/main" noGrp="1"/>
          </p:cNvSpPr>
          <p:nvPr/>
        </p:nvSpPr>
        <p:spPr>
          <a:xfrm xmlns:a="http://schemas.openxmlformats.org/drawingml/2006/main">
            <a:off x="3638550" y="3245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2" name="text-162">
            <a:extLst xmlns:a="http://schemas.openxmlformats.org/drawingml/2006/main">
              <a:ext uri="{FF2B5EF4-FFF2-40B4-BE49-F238E27FC236}">
                <a16:creationId xmlns:a16="http://schemas.microsoft.com/office/drawing/2014/main" id="{59BFE313-803E-4913-8049-CAFCF7C7DCEE}"/>
              </a:ext>
            </a:extLst>
          </p:cNvPr>
          <p:cNvSpPr>
            <a:spLocks xmlns:a="http://schemas.openxmlformats.org/drawingml/2006/main" noGrp="1"/>
          </p:cNvSpPr>
          <p:nvPr/>
        </p:nvSpPr>
        <p:spPr>
          <a:xfrm xmlns:a="http://schemas.openxmlformats.org/drawingml/2006/main">
            <a:off x="3048000" y="2924175"/>
            <a:ext cx="4667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a:t>
            </a:r>
          </a:p>
        </p:txBody>
      </p:sp>
      <p:sp>
        <p:nvSpPr>
          <p:cNvPr id="33" name="circuit-163">
            <a:extLst xmlns:a="http://schemas.openxmlformats.org/drawingml/2006/main">
              <a:ext uri="{FF2B5EF4-FFF2-40B4-BE49-F238E27FC236}">
                <a16:creationId xmlns:a16="http://schemas.microsoft.com/office/drawing/2014/main" id="{4708D490-2D8D-4703-8AA2-2A6F7A73513F}"/>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21908">
            <a:solidFill>
              <a:srgbClr val="231F20"/>
            </a:solidFill>
          </a:ln>
        </p:spPr>
      </p:sp>
      <p:sp>
        <p:nvSpPr>
          <p:cNvPr id="34" name="text-164">
            <a:extLst xmlns:a="http://schemas.openxmlformats.org/drawingml/2006/main">
              <a:ext uri="{FF2B5EF4-FFF2-40B4-BE49-F238E27FC236}">
                <a16:creationId xmlns:a16="http://schemas.microsoft.com/office/drawing/2014/main" id="{C5BE8C44-2540-475E-BE67-4C231A89788D}"/>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5" name="text-165">
            <a:extLst xmlns:a="http://schemas.openxmlformats.org/drawingml/2006/main">
              <a:ext uri="{FF2B5EF4-FFF2-40B4-BE49-F238E27FC236}">
                <a16:creationId xmlns:a16="http://schemas.microsoft.com/office/drawing/2014/main" id="{91787303-5336-4F72-849E-D177AD775330}"/>
              </a:ext>
            </a:extLst>
          </p:cNvPr>
          <p:cNvSpPr>
            <a:spLocks xmlns:a="http://schemas.openxmlformats.org/drawingml/2006/main" noGrp="1"/>
          </p:cNvSpPr>
          <p:nvPr/>
        </p:nvSpPr>
        <p:spPr>
          <a:xfrm xmlns:a="http://schemas.openxmlformats.org/drawingml/2006/main">
            <a:off x="3638550" y="2552700"/>
            <a:ext cx="1114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Arial"/>
                <a:ea typeface="Arial"/>
                <a:cs typeface="Arial"/>
              </a:defRPr>
            </a:defPPr>
            <a:lvl1pPr algn="ctr">
              <a:defRPr sz="1950" b="1">
                <a:solidFill>
                  <a:srgbClr val="231F20"/>
                </a:solidFill>
                <a:latin typeface="Arial"/>
                <a:ea typeface="Arial"/>
                <a:cs typeface="Arial"/>
              </a:defRPr>
            </a:lvl1pPr>
            <a:lvl2pPr algn="ctr">
              <a:defRPr sz="1950" b="1">
                <a:solidFill>
                  <a:srgbClr val="231F20"/>
                </a:solidFill>
                <a:latin typeface="Arial"/>
                <a:ea typeface="Arial"/>
                <a:cs typeface="Arial"/>
              </a:defRPr>
            </a:lvl2pPr>
            <a:lvl3pPr algn="ctr">
              <a:defRPr sz="1950" b="1">
                <a:solidFill>
                  <a:srgbClr val="231F20"/>
                </a:solidFill>
                <a:latin typeface="Arial"/>
                <a:ea typeface="Arial"/>
                <a:cs typeface="Arial"/>
              </a:defRPr>
            </a:lvl3pPr>
            <a:lvl4pPr algn="ctr">
              <a:defRPr sz="1950" b="1">
                <a:solidFill>
                  <a:srgbClr val="231F20"/>
                </a:solidFill>
                <a:latin typeface="Arial"/>
                <a:ea typeface="Arial"/>
                <a:cs typeface="Arial"/>
              </a:defRPr>
            </a:lvl4pPr>
            <a:lvl5pPr algn="ctr">
              <a:defRPr sz="1950" b="1">
                <a:solidFill>
                  <a:srgbClr val="231F20"/>
                </a:solidFill>
                <a:latin typeface="Arial"/>
                <a:ea typeface="Arial"/>
                <a:cs typeface="Arial"/>
              </a:defRPr>
            </a:lvl5pPr>
            <a:lvl6pPr algn="ctr">
              <a:defRPr sz="1950" b="1">
                <a:solidFill>
                  <a:srgbClr val="231F20"/>
                </a:solidFill>
                <a:latin typeface="Arial"/>
                <a:ea typeface="Arial"/>
                <a:cs typeface="Arial"/>
              </a:defRPr>
            </a:lvl6pPr>
            <a:lvl7pPr algn="ctr">
              <a:defRPr sz="1950" b="1">
                <a:solidFill>
                  <a:srgbClr val="231F20"/>
                </a:solidFill>
                <a:latin typeface="Arial"/>
                <a:ea typeface="Arial"/>
                <a:cs typeface="Arial"/>
              </a:defRPr>
            </a:lvl7pPr>
            <a:lvl8pPr algn="ctr">
              <a:defRPr sz="1950" b="1">
                <a:solidFill>
                  <a:srgbClr val="231F20"/>
                </a:solidFill>
                <a:latin typeface="Arial"/>
                <a:ea typeface="Arial"/>
                <a:cs typeface="Arial"/>
              </a:defRPr>
            </a:lvl8pPr>
            <a:lvl9pPr algn="ctr">
              <a:defRPr sz="1950" b="1">
                <a:solidFill>
                  <a:srgbClr val="231F20"/>
                </a:solidFill>
                <a:latin typeface="Arial"/>
                <a:ea typeface="Arial"/>
                <a:cs typeface="Arial"/>
              </a:defRPr>
            </a:lvl9pPr>
          </a:lstStyle>
          <a:p xmlns:a="http://schemas.openxmlformats.org/drawingml/2006/main">
            <a:pPr algn="ctr">
              <a:defRPr sz="1950" b="1">
                <a:solidFill>
                  <a:srgbClr val="231F20"/>
                </a:solidFill>
                <a:latin typeface="Arial"/>
                <a:ea typeface="Arial"/>
                <a:cs typeface="Arial"/>
              </a:defRPr>
            </a:pPr>
            <a:r>
              <a:rPr sz="1950" b="1">
                <a:solidFill>
                  <a:srgbClr val="231F20"/>
                </a:solidFill>
                <a:latin typeface="Arial"/>
                <a:ea typeface="Arial"/>
                <a:cs typeface="Arial"/>
              </a:rPr>
              <a:t>ALU</a:t>
            </a:r>
          </a:p>
        </p:txBody>
      </p:sp>
      <p:sp>
        <p:nvSpPr>
          <p:cNvPr id="36" name="circuit-166">
            <a:extLst xmlns:a="http://schemas.openxmlformats.org/drawingml/2006/main">
              <a:ext uri="{FF2B5EF4-FFF2-40B4-BE49-F238E27FC236}">
                <a16:creationId xmlns:a16="http://schemas.microsoft.com/office/drawing/2014/main" id="{0F97C943-4CBA-4314-83AD-B85D8C9623EE}"/>
              </a:ext>
            </a:extLst>
          </p:cNvPr>
          <p:cNvSpPr>
            <a:spLocks xmlns:a="http://schemas.openxmlformats.org/drawingml/2006/main" noGrp="1"/>
          </p:cNvSpPr>
          <p:nvPr/>
        </p:nvSpPr>
        <p:spPr>
          <a:xfrm xmlns:a="http://schemas.openxmlformats.org/drawingml/2006/main">
            <a:off x="3619500" y="4867275"/>
            <a:ext cx="1143000" cy="561975"/>
          </a:xfrm>
          <a:custGeom xmlns:a="http://schemas.openxmlformats.org/drawingml/2006/main">
            <a:pathLst>
              <a:path w="1143000" h="561975">
                <a:moveTo>
                  <a:pt x="0" y="209550"/>
                </a:moveTo>
                <a:lnTo>
                  <a:pt x="1143000" y="0"/>
                </a:lnTo>
                <a:lnTo>
                  <a:pt x="1143000" y="561975"/>
                </a:lnTo>
                <a:lnTo>
                  <a:pt x="0" y="561975"/>
                </a:lnTo>
                <a:close/>
              </a:path>
            </a:pathLst>
          </a:custGeom>
          <a:solidFill xmlns:a="http://schemas.openxmlformats.org/drawingml/2006/main">
            <a:srgbClr val="FFFFFF"/>
          </a:solidFill>
          <a:ln xmlns:a="http://schemas.openxmlformats.org/drawingml/2006/main" w="20955">
            <a:solidFill>
              <a:srgbClr val="231F20"/>
            </a:solidFill>
          </a:ln>
        </p:spPr>
      </p:sp>
      <p:sp>
        <p:nvSpPr>
          <p:cNvPr id="37" name="text-167">
            <a:extLst xmlns:a="http://schemas.openxmlformats.org/drawingml/2006/main">
              <a:ext uri="{FF2B5EF4-FFF2-40B4-BE49-F238E27FC236}">
                <a16:creationId xmlns:a16="http://schemas.microsoft.com/office/drawing/2014/main" id="{550E0995-C985-4F15-A1E8-988963679CA4}"/>
              </a:ext>
            </a:extLst>
          </p:cNvPr>
          <p:cNvSpPr>
            <a:spLocks xmlns:a="http://schemas.openxmlformats.org/drawingml/2006/main" noGrp="1"/>
          </p:cNvSpPr>
          <p:nvPr/>
        </p:nvSpPr>
        <p:spPr>
          <a:xfrm xmlns:a="http://schemas.openxmlformats.org/drawingml/2006/main">
            <a:off x="3714750" y="5114925"/>
            <a:ext cx="9239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extend</a:t>
            </a:r>
          </a:p>
        </p:txBody>
      </p:sp>
      <p:sp>
        <p:nvSpPr>
          <p:cNvPr id="38" name="text-168">
            <a:extLst xmlns:a="http://schemas.openxmlformats.org/drawingml/2006/main">
              <a:ext uri="{FF2B5EF4-FFF2-40B4-BE49-F238E27FC236}">
                <a16:creationId xmlns:a16="http://schemas.microsoft.com/office/drawing/2014/main" id="{E7755940-A0DD-4F1F-918E-6D5C0DD6B41E}"/>
              </a:ext>
            </a:extLst>
          </p:cNvPr>
          <p:cNvSpPr>
            <a:spLocks xmlns:a="http://schemas.openxmlformats.org/drawingml/2006/main" noGrp="1"/>
          </p:cNvSpPr>
          <p:nvPr/>
        </p:nvSpPr>
        <p:spPr>
          <a:xfrm xmlns:a="http://schemas.openxmlformats.org/drawingml/2006/main">
            <a:off x="3524250" y="5572125"/>
            <a:ext cx="137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即値を作る</a:t>
            </a:r>
          </a:p>
        </p:txBody>
      </p:sp>
      <p:sp>
        <p:nvSpPr>
          <p:cNvPr id="39" name="wire-169">
            <a:extLst xmlns:a="http://schemas.openxmlformats.org/drawingml/2006/main">
              <a:ext uri="{FF2B5EF4-FFF2-40B4-BE49-F238E27FC236}">
                <a16:creationId xmlns:a16="http://schemas.microsoft.com/office/drawing/2014/main" id="{6ABE34A6-2E19-4474-968C-A65020093723}"/>
              </a:ext>
            </a:extLst>
          </p:cNvPr>
          <p:cNvSpPr>
            <a:spLocks xmlns:a="http://schemas.openxmlformats.org/drawingml/2006/main" noGrp="1"/>
          </p:cNvSpPr>
          <p:nvPr/>
        </p:nvSpPr>
        <p:spPr>
          <a:xfrm xmlns:a="http://schemas.openxmlformats.org/drawingml/2006/main">
            <a:off x="4762500" y="522922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8575">
            <a:solidFill>
              <a:srgbClr val="231F20"/>
            </a:solidFill>
          </a:ln>
        </p:spPr>
      </p:sp>
      <p:sp>
        <p:nvSpPr>
          <p:cNvPr id="40" name="wire-170">
            <a:extLst xmlns:a="http://schemas.openxmlformats.org/drawingml/2006/main">
              <a:ext uri="{FF2B5EF4-FFF2-40B4-BE49-F238E27FC236}">
                <a16:creationId xmlns:a16="http://schemas.microsoft.com/office/drawing/2014/main" id="{4014A3E9-BEED-413F-83EC-178A9C87FA17}"/>
              </a:ext>
            </a:extLst>
          </p:cNvPr>
          <p:cNvSpPr>
            <a:spLocks xmlns:a="http://schemas.openxmlformats.org/drawingml/2006/main" noGrp="1"/>
          </p:cNvSpPr>
          <p:nvPr/>
        </p:nvSpPr>
        <p:spPr>
          <a:xfrm xmlns:a="http://schemas.openxmlformats.org/drawingml/2006/main">
            <a:off x="4953000" y="4524375"/>
            <a:ext cx="9525" cy="704850"/>
          </a:xfrm>
          <a:custGeom xmlns:a="http://schemas.openxmlformats.org/drawingml/2006/main">
            <a:pathLst>
              <a:path w="9525" h="704850">
                <a:moveTo>
                  <a:pt x="0" y="704850"/>
                </a:moveTo>
                <a:lnTo>
                  <a:pt x="0" y="0"/>
                </a:lnTo>
              </a:path>
            </a:pathLst>
          </a:custGeom>
          <a:noFill xmlns:a="http://schemas.openxmlformats.org/drawingml/2006/main"/>
          <a:ln xmlns:a="http://schemas.openxmlformats.org/drawingml/2006/main" w="28575">
            <a:solidFill>
              <a:srgbClr val="231F20"/>
            </a:solidFill>
          </a:ln>
        </p:spPr>
      </p:sp>
      <p:sp>
        <p:nvSpPr>
          <p:cNvPr id="41" name="wire-171">
            <a:extLst xmlns:a="http://schemas.openxmlformats.org/drawingml/2006/main">
              <a:ext uri="{FF2B5EF4-FFF2-40B4-BE49-F238E27FC236}">
                <a16:creationId xmlns:a16="http://schemas.microsoft.com/office/drawing/2014/main" id="{E7075B20-18CC-460A-BF66-2541C84F8603}"/>
              </a:ext>
            </a:extLst>
          </p:cNvPr>
          <p:cNvSpPr>
            <a:spLocks xmlns:a="http://schemas.openxmlformats.org/drawingml/2006/main" noGrp="1"/>
          </p:cNvSpPr>
          <p:nvPr/>
        </p:nvSpPr>
        <p:spPr>
          <a:xfrm xmlns:a="http://schemas.openxmlformats.org/drawingml/2006/main">
            <a:off x="3333750" y="4524375"/>
            <a:ext cx="1619250" cy="9525"/>
          </a:xfrm>
          <a:custGeom xmlns:a="http://schemas.openxmlformats.org/drawingml/2006/main">
            <a:pathLst>
              <a:path w="1619250" h="9525">
                <a:moveTo>
                  <a:pt x="1619250" y="0"/>
                </a:moveTo>
                <a:lnTo>
                  <a:pt x="0" y="0"/>
                </a:lnTo>
              </a:path>
            </a:pathLst>
          </a:custGeom>
          <a:noFill xmlns:a="http://schemas.openxmlformats.org/drawingml/2006/main"/>
          <a:ln xmlns:a="http://schemas.openxmlformats.org/drawingml/2006/main" w="28575">
            <a:solidFill>
              <a:srgbClr val="231F20"/>
            </a:solidFill>
          </a:ln>
        </p:spPr>
      </p:sp>
      <p:sp>
        <p:nvSpPr>
          <p:cNvPr id="42" name="wire-172">
            <a:extLst xmlns:a="http://schemas.openxmlformats.org/drawingml/2006/main">
              <a:ext uri="{FF2B5EF4-FFF2-40B4-BE49-F238E27FC236}">
                <a16:creationId xmlns:a16="http://schemas.microsoft.com/office/drawing/2014/main" id="{293B928D-0CC2-4A97-A3FB-F37894BF44D0}"/>
              </a:ext>
            </a:extLst>
          </p:cNvPr>
          <p:cNvSpPr>
            <a:spLocks xmlns:a="http://schemas.openxmlformats.org/drawingml/2006/main" noGrp="1"/>
          </p:cNvSpPr>
          <p:nvPr/>
        </p:nvSpPr>
        <p:spPr>
          <a:xfrm xmlns:a="http://schemas.openxmlformats.org/drawingml/2006/main">
            <a:off x="3333750" y="3981450"/>
            <a:ext cx="9525" cy="542925"/>
          </a:xfrm>
          <a:custGeom xmlns:a="http://schemas.openxmlformats.org/drawingml/2006/main">
            <a:pathLst>
              <a:path w="9525" h="542925">
                <a:moveTo>
                  <a:pt x="0" y="542925"/>
                </a:moveTo>
                <a:lnTo>
                  <a:pt x="0" y="0"/>
                </a:lnTo>
              </a:path>
            </a:pathLst>
          </a:custGeom>
          <a:noFill xmlns:a="http://schemas.openxmlformats.org/drawingml/2006/main"/>
          <a:ln xmlns:a="http://schemas.openxmlformats.org/drawingml/2006/main" w="28575">
            <a:solidFill>
              <a:srgbClr val="231F20"/>
            </a:solidFill>
          </a:ln>
        </p:spPr>
      </p:sp>
      <p:sp>
        <p:nvSpPr>
          <p:cNvPr id="43" name="wire-173">
            <a:extLst xmlns:a="http://schemas.openxmlformats.org/drawingml/2006/main">
              <a:ext uri="{FF2B5EF4-FFF2-40B4-BE49-F238E27FC236}">
                <a16:creationId xmlns:a16="http://schemas.microsoft.com/office/drawing/2014/main" id="{C7A55FD7-8B96-4F10-9E8D-292E753BD445}"/>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44" name="circuit-174">
            <a:extLst xmlns:a="http://schemas.openxmlformats.org/drawingml/2006/main">
              <a:ext uri="{FF2B5EF4-FFF2-40B4-BE49-F238E27FC236}">
                <a16:creationId xmlns:a16="http://schemas.microsoft.com/office/drawing/2014/main" id="{2FD5F47A-51EF-4D35-9E78-7B99A8F2AA5A}"/>
              </a:ext>
            </a:extLst>
          </p:cNvPr>
          <p:cNvSpPr>
            <a:spLocks xmlns:a="http://schemas.openxmlformats.org/drawingml/2006/main" noGrp="1"/>
          </p:cNvSpPr>
          <p:nvPr/>
        </p:nvSpPr>
        <p:spPr>
          <a:xfrm xmlns:a="http://schemas.openxmlformats.org/drawingml/2006/main">
            <a:off x="363855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text-175">
            <a:extLst xmlns:a="http://schemas.openxmlformats.org/drawingml/2006/main">
              <a:ext uri="{FF2B5EF4-FFF2-40B4-BE49-F238E27FC236}">
                <a16:creationId xmlns:a16="http://schemas.microsoft.com/office/drawing/2014/main" id="{2C3E8B42-4E07-46E9-8659-6CD055C851BC}"/>
              </a:ext>
            </a:extLst>
          </p:cNvPr>
          <p:cNvSpPr>
            <a:spLocks xmlns:a="http://schemas.openxmlformats.org/drawingml/2006/main" noGrp="1"/>
          </p:cNvSpPr>
          <p:nvPr/>
        </p:nvSpPr>
        <p:spPr>
          <a:xfrm xmlns:a="http://schemas.openxmlformats.org/drawingml/2006/main">
            <a:off x="3333750" y="4181475"/>
            <a:ext cx="381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4</a:t>
            </a:r>
          </a:p>
        </p:txBody>
      </p:sp>
      <p:sp>
        <p:nvSpPr>
          <p:cNvPr id="46" name="wire-176">
            <a:extLst xmlns:a="http://schemas.openxmlformats.org/drawingml/2006/main">
              <a:ext uri="{FF2B5EF4-FFF2-40B4-BE49-F238E27FC236}">
                <a16:creationId xmlns:a16="http://schemas.microsoft.com/office/drawing/2014/main" id="{E1C5B047-3883-4EA0-94F3-231C6CDBE60F}"/>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8575">
            <a:solidFill>
              <a:srgbClr val="231F20"/>
            </a:solidFill>
          </a:ln>
        </p:spPr>
      </p:sp>
      <p:sp>
        <p:nvSpPr>
          <p:cNvPr id="47" name="circuit-177">
            <a:extLst xmlns:a="http://schemas.openxmlformats.org/drawingml/2006/main">
              <a:ext uri="{FF2B5EF4-FFF2-40B4-BE49-F238E27FC236}">
                <a16:creationId xmlns:a16="http://schemas.microsoft.com/office/drawing/2014/main" id="{3F618D3B-F48C-4454-86E9-EF40E9F53C79}"/>
              </a:ext>
            </a:extLst>
          </p:cNvPr>
          <p:cNvSpPr>
            <a:spLocks xmlns:a="http://schemas.openxmlformats.org/drawingml/2006/main" noGrp="1"/>
          </p:cNvSpPr>
          <p:nvPr/>
        </p:nvSpPr>
        <p:spPr>
          <a:xfrm xmlns:a="http://schemas.openxmlformats.org/drawingml/2006/main">
            <a:off x="5448300" y="3588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8" name="text-178">
            <a:extLst xmlns:a="http://schemas.openxmlformats.org/drawingml/2006/main">
              <a:ext uri="{FF2B5EF4-FFF2-40B4-BE49-F238E27FC236}">
                <a16:creationId xmlns:a16="http://schemas.microsoft.com/office/drawing/2014/main" id="{C4BACF41-DBD7-4701-8948-23E472FE166D}"/>
              </a:ext>
            </a:extLst>
          </p:cNvPr>
          <p:cNvSpPr>
            <a:spLocks xmlns:a="http://schemas.openxmlformats.org/drawingml/2006/main" noGrp="1"/>
          </p:cNvSpPr>
          <p:nvPr/>
        </p:nvSpPr>
        <p:spPr>
          <a:xfrm xmlns:a="http://schemas.openxmlformats.org/drawingml/2006/main">
            <a:off x="4591050" y="3219450"/>
            <a:ext cx="904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 4</a:t>
            </a:r>
          </a:p>
        </p:txBody>
      </p:sp>
      <p:sp>
        <p:nvSpPr>
          <p:cNvPr id="49" name="wire-179">
            <a:extLst xmlns:a="http://schemas.openxmlformats.org/drawingml/2006/main">
              <a:ext uri="{FF2B5EF4-FFF2-40B4-BE49-F238E27FC236}">
                <a16:creationId xmlns:a16="http://schemas.microsoft.com/office/drawing/2014/main" id="{B5070EE0-4ABC-4344-ADC6-C10EEBFA420C}"/>
              </a:ext>
            </a:extLst>
          </p:cNvPr>
          <p:cNvSpPr>
            <a:spLocks xmlns:a="http://schemas.openxmlformats.org/drawingml/2006/main" noGrp="1"/>
          </p:cNvSpPr>
          <p:nvPr/>
        </p:nvSpPr>
        <p:spPr>
          <a:xfrm xmlns:a="http://schemas.openxmlformats.org/drawingml/2006/main">
            <a:off x="2895600" y="3981450"/>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28575">
            <a:solidFill>
              <a:srgbClr val="1572C3"/>
            </a:solidFill>
          </a:ln>
        </p:spPr>
      </p:sp>
      <p:sp>
        <p:nvSpPr>
          <p:cNvPr id="50" name="wire-180">
            <a:extLst xmlns:a="http://schemas.openxmlformats.org/drawingml/2006/main">
              <a:ext uri="{FF2B5EF4-FFF2-40B4-BE49-F238E27FC236}">
                <a16:creationId xmlns:a16="http://schemas.microsoft.com/office/drawing/2014/main" id="{A0470645-D6AF-4818-AB78-D8EB385774F5}"/>
              </a:ext>
            </a:extLst>
          </p:cNvPr>
          <p:cNvSpPr>
            <a:spLocks xmlns:a="http://schemas.openxmlformats.org/drawingml/2006/main" noGrp="1"/>
          </p:cNvSpPr>
          <p:nvPr/>
        </p:nvSpPr>
        <p:spPr>
          <a:xfrm xmlns:a="http://schemas.openxmlformats.org/drawingml/2006/main">
            <a:off x="3105150" y="3981450"/>
            <a:ext cx="9525" cy="1971675"/>
          </a:xfrm>
          <a:custGeom xmlns:a="http://schemas.openxmlformats.org/drawingml/2006/main">
            <a:pathLst>
              <a:path w="9525" h="1971675">
                <a:moveTo>
                  <a:pt x="0" y="0"/>
                </a:moveTo>
                <a:lnTo>
                  <a:pt x="0" y="1971675"/>
                </a:lnTo>
              </a:path>
            </a:pathLst>
          </a:custGeom>
          <a:noFill xmlns:a="http://schemas.openxmlformats.org/drawingml/2006/main"/>
          <a:ln xmlns:a="http://schemas.openxmlformats.org/drawingml/2006/main" w="28575">
            <a:solidFill>
              <a:srgbClr val="1572C3"/>
            </a:solidFill>
          </a:ln>
        </p:spPr>
      </p:sp>
      <p:sp>
        <p:nvSpPr>
          <p:cNvPr id="51" name="wire-181">
            <a:extLst xmlns:a="http://schemas.openxmlformats.org/drawingml/2006/main">
              <a:ext uri="{FF2B5EF4-FFF2-40B4-BE49-F238E27FC236}">
                <a16:creationId xmlns:a16="http://schemas.microsoft.com/office/drawing/2014/main" id="{9184125F-8340-4836-A601-C4F9FDFC5755}"/>
              </a:ext>
            </a:extLst>
          </p:cNvPr>
          <p:cNvSpPr>
            <a:spLocks xmlns:a="http://schemas.openxmlformats.org/drawingml/2006/main" noGrp="1"/>
          </p:cNvSpPr>
          <p:nvPr/>
        </p:nvSpPr>
        <p:spPr>
          <a:xfrm xmlns:a="http://schemas.openxmlformats.org/drawingml/2006/main">
            <a:off x="3105150" y="5953125"/>
            <a:ext cx="2133600" cy="9525"/>
          </a:xfrm>
          <a:custGeom xmlns:a="http://schemas.openxmlformats.org/drawingml/2006/main">
            <a:pathLst>
              <a:path w="2133600" h="9525">
                <a:moveTo>
                  <a:pt x="0" y="0"/>
                </a:moveTo>
                <a:lnTo>
                  <a:pt x="2133600" y="0"/>
                </a:lnTo>
              </a:path>
            </a:pathLst>
          </a:custGeom>
          <a:noFill xmlns:a="http://schemas.openxmlformats.org/drawingml/2006/main"/>
          <a:ln xmlns:a="http://schemas.openxmlformats.org/drawingml/2006/main" w="28575">
            <a:solidFill>
              <a:srgbClr val="1572C3"/>
            </a:solidFill>
          </a:ln>
        </p:spPr>
      </p:sp>
      <p:sp>
        <p:nvSpPr>
          <p:cNvPr id="52" name="wire-182">
            <a:extLst xmlns:a="http://schemas.openxmlformats.org/drawingml/2006/main">
              <a:ext uri="{FF2B5EF4-FFF2-40B4-BE49-F238E27FC236}">
                <a16:creationId xmlns:a16="http://schemas.microsoft.com/office/drawing/2014/main" id="{F0AA90C2-3C2F-4F29-BF76-338FE91FB883}"/>
              </a:ext>
            </a:extLst>
          </p:cNvPr>
          <p:cNvSpPr>
            <a:spLocks xmlns:a="http://schemas.openxmlformats.org/drawingml/2006/main" noGrp="1"/>
          </p:cNvSpPr>
          <p:nvPr/>
        </p:nvSpPr>
        <p:spPr>
          <a:xfrm xmlns:a="http://schemas.openxmlformats.org/drawingml/2006/main">
            <a:off x="5238750" y="4476750"/>
            <a:ext cx="9525" cy="1476375"/>
          </a:xfrm>
          <a:custGeom xmlns:a="http://schemas.openxmlformats.org/drawingml/2006/main">
            <a:pathLst>
              <a:path w="9525" h="1476375">
                <a:moveTo>
                  <a:pt x="0" y="1476375"/>
                </a:moveTo>
                <a:lnTo>
                  <a:pt x="0" y="0"/>
                </a:lnTo>
              </a:path>
            </a:pathLst>
          </a:custGeom>
          <a:noFill xmlns:a="http://schemas.openxmlformats.org/drawingml/2006/main"/>
          <a:ln xmlns:a="http://schemas.openxmlformats.org/drawingml/2006/main" w="28575">
            <a:solidFill>
              <a:srgbClr val="1572C3"/>
            </a:solidFill>
          </a:ln>
        </p:spPr>
      </p:sp>
      <p:sp>
        <p:nvSpPr>
          <p:cNvPr id="53" name="wire-183">
            <a:extLst xmlns:a="http://schemas.openxmlformats.org/drawingml/2006/main">
              <a:ext uri="{FF2B5EF4-FFF2-40B4-BE49-F238E27FC236}">
                <a16:creationId xmlns:a16="http://schemas.microsoft.com/office/drawing/2014/main" id="{3F5C5856-3295-4B07-ADAB-131434724CA1}"/>
              </a:ext>
            </a:extLst>
          </p:cNvPr>
          <p:cNvSpPr>
            <a:spLocks xmlns:a="http://schemas.openxmlformats.org/drawingml/2006/main" noGrp="1"/>
          </p:cNvSpPr>
          <p:nvPr/>
        </p:nvSpPr>
        <p:spPr>
          <a:xfrm xmlns:a="http://schemas.openxmlformats.org/drawingml/2006/main">
            <a:off x="5238750" y="44767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1572C3"/>
            </a:solidFill>
          </a:ln>
        </p:spPr>
      </p:sp>
      <p:sp>
        <p:nvSpPr>
          <p:cNvPr id="54" name="circuit-184">
            <a:extLst xmlns:a="http://schemas.openxmlformats.org/drawingml/2006/main">
              <a:ext uri="{FF2B5EF4-FFF2-40B4-BE49-F238E27FC236}">
                <a16:creationId xmlns:a16="http://schemas.microsoft.com/office/drawing/2014/main" id="{F5405771-147F-4BC1-82B1-D59F04F84464}"/>
              </a:ext>
            </a:extLst>
          </p:cNvPr>
          <p:cNvSpPr>
            <a:spLocks xmlns:a="http://schemas.openxmlformats.org/drawingml/2006/main" noGrp="1"/>
          </p:cNvSpPr>
          <p:nvPr/>
        </p:nvSpPr>
        <p:spPr>
          <a:xfrm xmlns:a="http://schemas.openxmlformats.org/drawingml/2006/main">
            <a:off x="5448300" y="4445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5" name="text-185">
            <a:extLst xmlns:a="http://schemas.openxmlformats.org/drawingml/2006/main">
              <a:ext uri="{FF2B5EF4-FFF2-40B4-BE49-F238E27FC236}">
                <a16:creationId xmlns:a16="http://schemas.microsoft.com/office/drawing/2014/main" id="{23056E87-4200-4B88-A58B-2CCE54B97A57}"/>
              </a:ext>
            </a:extLst>
          </p:cNvPr>
          <p:cNvSpPr>
            <a:spLocks xmlns:a="http://schemas.openxmlformats.org/drawingml/2006/main" noGrp="1"/>
          </p:cNvSpPr>
          <p:nvPr/>
        </p:nvSpPr>
        <p:spPr>
          <a:xfrm xmlns:a="http://schemas.openxmlformats.org/drawingml/2006/main">
            <a:off x="3371850" y="600075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書く値 3</a:t>
            </a:r>
          </a:p>
        </p:txBody>
      </p:sp>
      <p:sp>
        <p:nvSpPr>
          <p:cNvPr id="56" name="block-186">
            <a:extLst xmlns:a="http://schemas.openxmlformats.org/drawingml/2006/main">
              <a:ext uri="{FF2B5EF4-FFF2-40B4-BE49-F238E27FC236}">
                <a16:creationId xmlns:a16="http://schemas.microsoft.com/office/drawing/2014/main" id="{49FABB4C-9914-4FEE-B757-DA70FE47A531}"/>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7" name="text-187">
            <a:extLst xmlns:a="http://schemas.openxmlformats.org/drawingml/2006/main">
              <a:ext uri="{FF2B5EF4-FFF2-40B4-BE49-F238E27FC236}">
                <a16:creationId xmlns:a16="http://schemas.microsoft.com/office/drawing/2014/main" id="{BF380C8C-5849-4226-98A4-4E3BE8995548}"/>
              </a:ext>
            </a:extLst>
          </p:cNvPr>
          <p:cNvSpPr>
            <a:spLocks xmlns:a="http://schemas.openxmlformats.org/drawingml/2006/main" noGrp="1"/>
          </p:cNvSpPr>
          <p:nvPr/>
        </p:nvSpPr>
        <p:spPr>
          <a:xfrm xmlns:a="http://schemas.openxmlformats.org/drawingml/2006/main">
            <a:off x="5819775" y="3095625"/>
            <a:ext cx="1200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Data</a:t>
            </a:r>
          </a:p>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Memory</a:t>
            </a:r>
          </a:p>
        </p:txBody>
      </p:sp>
      <p:sp>
        <p:nvSpPr>
          <p:cNvPr id="58" name="text-188">
            <a:extLst xmlns:a="http://schemas.openxmlformats.org/drawingml/2006/main">
              <a:ext uri="{FF2B5EF4-FFF2-40B4-BE49-F238E27FC236}">
                <a16:creationId xmlns:a16="http://schemas.microsoft.com/office/drawing/2014/main" id="{D22C956C-2406-4883-AD04-4AF07DB761D3}"/>
              </a:ext>
            </a:extLst>
          </p:cNvPr>
          <p:cNvSpPr>
            <a:spLocks xmlns:a="http://schemas.openxmlformats.org/drawingml/2006/main" noGrp="1"/>
          </p:cNvSpPr>
          <p:nvPr/>
        </p:nvSpPr>
        <p:spPr>
          <a:xfrm xmlns:a="http://schemas.openxmlformats.org/drawingml/2006/main">
            <a:off x="5619750" y="3476625"/>
            <a:ext cx="28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A</a:t>
            </a:r>
          </a:p>
        </p:txBody>
      </p:sp>
      <p:sp>
        <p:nvSpPr>
          <p:cNvPr id="59" name="text-189">
            <a:extLst xmlns:a="http://schemas.openxmlformats.org/drawingml/2006/main">
              <a:ext uri="{FF2B5EF4-FFF2-40B4-BE49-F238E27FC236}">
                <a16:creationId xmlns:a16="http://schemas.microsoft.com/office/drawing/2014/main" id="{B0915F23-04A1-498C-A395-154F90F40849}"/>
              </a:ext>
            </a:extLst>
          </p:cNvPr>
          <p:cNvSpPr>
            <a:spLocks xmlns:a="http://schemas.openxmlformats.org/drawingml/2006/main" noGrp="1"/>
          </p:cNvSpPr>
          <p:nvPr/>
        </p:nvSpPr>
        <p:spPr>
          <a:xfrm xmlns:a="http://schemas.openxmlformats.org/drawingml/2006/main">
            <a:off x="5619750" y="4324350"/>
            <a:ext cx="400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WD</a:t>
            </a:r>
          </a:p>
        </p:txBody>
      </p:sp>
      <p:sp>
        <p:nvSpPr>
          <p:cNvPr id="60" name="text-190">
            <a:extLst xmlns:a="http://schemas.openxmlformats.org/drawingml/2006/main">
              <a:ext uri="{FF2B5EF4-FFF2-40B4-BE49-F238E27FC236}">
                <a16:creationId xmlns:a16="http://schemas.microsoft.com/office/drawing/2014/main" id="{3903D561-ABD2-4C3C-926B-6852BA4F8642}"/>
              </a:ext>
            </a:extLst>
          </p:cNvPr>
          <p:cNvSpPr>
            <a:spLocks xmlns:a="http://schemas.openxmlformats.org/drawingml/2006/main" noGrp="1"/>
          </p:cNvSpPr>
          <p:nvPr/>
        </p:nvSpPr>
        <p:spPr>
          <a:xfrm xmlns:a="http://schemas.openxmlformats.org/drawingml/2006/main">
            <a:off x="6734175" y="40195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RD</a:t>
            </a:r>
          </a:p>
        </p:txBody>
      </p:sp>
      <p:sp>
        <p:nvSpPr>
          <p:cNvPr id="61" name="text-191">
            <a:extLst xmlns:a="http://schemas.openxmlformats.org/drawingml/2006/main">
              <a:ext uri="{FF2B5EF4-FFF2-40B4-BE49-F238E27FC236}">
                <a16:creationId xmlns:a16="http://schemas.microsoft.com/office/drawing/2014/main" id="{3DEE38A0-7A14-4FE1-80B8-3544F700B6AA}"/>
              </a:ext>
            </a:extLst>
          </p:cNvPr>
          <p:cNvSpPr>
            <a:spLocks xmlns:a="http://schemas.openxmlformats.org/drawingml/2006/main" noGrp="1"/>
          </p:cNvSpPr>
          <p:nvPr/>
        </p:nvSpPr>
        <p:spPr>
          <a:xfrm xmlns:a="http://schemas.openxmlformats.org/drawingml/2006/main">
            <a:off x="6219825" y="2867025"/>
            <a:ext cx="4095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WE</a:t>
            </a:r>
          </a:p>
        </p:txBody>
      </p:sp>
      <p:sp>
        <p:nvSpPr>
          <p:cNvPr id="62" name="text-192">
            <a:extLst xmlns:a="http://schemas.openxmlformats.org/drawingml/2006/main">
              <a:ext uri="{FF2B5EF4-FFF2-40B4-BE49-F238E27FC236}">
                <a16:creationId xmlns:a16="http://schemas.microsoft.com/office/drawing/2014/main" id="{BFADA62E-81C4-4E5C-B560-6C862C8E72DE}"/>
              </a:ext>
            </a:extLst>
          </p:cNvPr>
          <p:cNvSpPr>
            <a:spLocks xmlns:a="http://schemas.openxmlformats.org/drawingml/2006/main" noGrp="1"/>
          </p:cNvSpPr>
          <p:nvPr/>
        </p:nvSpPr>
        <p:spPr>
          <a:xfrm xmlns:a="http://schemas.openxmlformats.org/drawingml/2006/main">
            <a:off x="5524500" y="1885950"/>
            <a:ext cx="180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データメモリ</a:t>
            </a:r>
          </a:p>
        </p:txBody>
      </p:sp>
      <p:sp>
        <p:nvSpPr>
          <p:cNvPr id="63" name="text-193">
            <a:extLst xmlns:a="http://schemas.openxmlformats.org/drawingml/2006/main">
              <a:ext uri="{FF2B5EF4-FFF2-40B4-BE49-F238E27FC236}">
                <a16:creationId xmlns:a16="http://schemas.microsoft.com/office/drawing/2014/main" id="{2590CEF8-C11D-450D-ABC6-A05733B2ED9E}"/>
              </a:ext>
            </a:extLst>
          </p:cNvPr>
          <p:cNvSpPr>
            <a:spLocks xmlns:a="http://schemas.openxmlformats.org/drawingml/2006/main" noGrp="1"/>
          </p:cNvSpPr>
          <p:nvPr/>
        </p:nvSpPr>
        <p:spPr>
          <a:xfrm xmlns:a="http://schemas.openxmlformats.org/drawingml/2006/main">
            <a:off x="6229350" y="2362200"/>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1</a:t>
            </a:r>
          </a:p>
        </p:txBody>
      </p:sp>
      <p:sp>
        <p:nvSpPr>
          <p:cNvPr id="64" name="wire-194">
            <a:extLst xmlns:a="http://schemas.openxmlformats.org/drawingml/2006/main">
              <a:ext uri="{FF2B5EF4-FFF2-40B4-BE49-F238E27FC236}">
                <a16:creationId xmlns:a16="http://schemas.microsoft.com/office/drawing/2014/main" id="{661E89A3-F5E4-4447-B19F-0121BC957D0C}"/>
              </a:ext>
            </a:extLst>
          </p:cNvPr>
          <p:cNvSpPr>
            <a:spLocks xmlns:a="http://schemas.openxmlformats.org/drawingml/2006/main" noGrp="1"/>
          </p:cNvSpPr>
          <p:nvPr/>
        </p:nvSpPr>
        <p:spPr>
          <a:xfrm xmlns:a="http://schemas.openxmlformats.org/drawingml/2006/main">
            <a:off x="6429375" y="2619375"/>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12383">
            <a:solidFill>
              <a:srgbClr val="1572C3"/>
            </a:solidFill>
          </a:ln>
        </p:spPr>
      </p:sp>
      <p:sp>
        <p:nvSpPr>
          <p:cNvPr id="65" name="circuit-195">
            <a:extLst xmlns:a="http://schemas.openxmlformats.org/drawingml/2006/main">
              <a:ext uri="{FF2B5EF4-FFF2-40B4-BE49-F238E27FC236}">
                <a16:creationId xmlns:a16="http://schemas.microsoft.com/office/drawing/2014/main" id="{F95808A1-74D2-4ADA-9435-D5370A6463C0}"/>
              </a:ext>
            </a:extLst>
          </p:cNvPr>
          <p:cNvSpPr>
            <a:spLocks xmlns:a="http://schemas.openxmlformats.org/drawingml/2006/main" noGrp="1"/>
          </p:cNvSpPr>
          <p:nvPr/>
        </p:nvSpPr>
        <p:spPr>
          <a:xfrm xmlns:a="http://schemas.openxmlformats.org/drawingml/2006/main">
            <a:off x="6397943" y="2762250"/>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1572C3"/>
          </a:solidFill>
          <a:ln xmlns:a="http://schemas.openxmlformats.org/drawingml/2006/main" w="9525">
            <a:solidFill>
              <a:srgbClr val="1572C3"/>
            </a:solidFill>
          </a:ln>
        </p:spPr>
      </p:sp>
      <p:sp>
        <p:nvSpPr>
          <p:cNvPr id="66" name="wire-196">
            <a:extLst xmlns:a="http://schemas.openxmlformats.org/drawingml/2006/main">
              <a:ext uri="{FF2B5EF4-FFF2-40B4-BE49-F238E27FC236}">
                <a16:creationId xmlns:a16="http://schemas.microsoft.com/office/drawing/2014/main" id="{F1AE998D-B98F-418D-90B2-752149FF6545}"/>
              </a:ext>
            </a:extLst>
          </p:cNvPr>
          <p:cNvSpPr>
            <a:spLocks xmlns:a="http://schemas.openxmlformats.org/drawingml/2006/main" noGrp="1"/>
          </p:cNvSpPr>
          <p:nvPr/>
        </p:nvSpPr>
        <p:spPr>
          <a:xfrm xmlns:a="http://schemas.openxmlformats.org/drawingml/2006/main">
            <a:off x="7181850" y="417195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8575">
            <a:solidFill>
              <a:srgbClr val="B9BEC6"/>
            </a:solidFill>
          </a:ln>
        </p:spPr>
      </p:sp>
      <p:sp>
        <p:nvSpPr>
          <p:cNvPr id="67" name="wire-197">
            <a:extLst xmlns:a="http://schemas.openxmlformats.org/drawingml/2006/main">
              <a:ext uri="{FF2B5EF4-FFF2-40B4-BE49-F238E27FC236}">
                <a16:creationId xmlns:a16="http://schemas.microsoft.com/office/drawing/2014/main" id="{5D110CD9-BBDE-481B-B511-1842F4CDAA74}"/>
              </a:ext>
            </a:extLst>
          </p:cNvPr>
          <p:cNvSpPr>
            <a:spLocks xmlns:a="http://schemas.openxmlformats.org/drawingml/2006/main" noGrp="1"/>
          </p:cNvSpPr>
          <p:nvPr/>
        </p:nvSpPr>
        <p:spPr>
          <a:xfrm xmlns:a="http://schemas.openxmlformats.org/drawingml/2006/main">
            <a:off x="981075" y="48387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B9BEC6"/>
            </a:solidFill>
          </a:ln>
        </p:spPr>
      </p:sp>
      <p:sp>
        <p:nvSpPr>
          <p:cNvPr id="68" name="text-198">
            <a:extLst xmlns:a="http://schemas.openxmlformats.org/drawingml/2006/main">
              <a:ext uri="{FF2B5EF4-FFF2-40B4-BE49-F238E27FC236}">
                <a16:creationId xmlns:a16="http://schemas.microsoft.com/office/drawing/2014/main" id="{8E189679-33AB-41A3-8EDF-435E610DDE94}"/>
              </a:ext>
            </a:extLst>
          </p:cNvPr>
          <p:cNvSpPr>
            <a:spLocks xmlns:a="http://schemas.openxmlformats.org/drawingml/2006/main" noGrp="1"/>
          </p:cNvSpPr>
          <p:nvPr/>
        </p:nvSpPr>
        <p:spPr>
          <a:xfrm xmlns:a="http://schemas.openxmlformats.org/drawingml/2006/main">
            <a:off x="8096250" y="2762250"/>
            <a:ext cx="3476625"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① 0 + 4で番地を作る</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② x1の3を別の線へ出す</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③ 4番地へ3を書く</a:t>
            </a:r>
          </a:p>
        </p:txBody>
      </p:sp>
      <p:sp>
        <p:nvSpPr>
          <p:cNvPr id="69" name="text-199">
            <a:extLst xmlns:a="http://schemas.openxmlformats.org/drawingml/2006/main">
              <a:ext uri="{FF2B5EF4-FFF2-40B4-BE49-F238E27FC236}">
                <a16:creationId xmlns:a16="http://schemas.microsoft.com/office/drawing/2014/main" id="{5BC4B196-18F0-40D3-AAEB-C25F0CF5F11A}"/>
              </a:ext>
            </a:extLst>
          </p:cNvPr>
          <p:cNvSpPr>
            <a:spLocks xmlns:a="http://schemas.openxmlformats.org/drawingml/2006/main" noGrp="1"/>
          </p:cNvSpPr>
          <p:nvPr/>
        </p:nvSpPr>
        <p:spPr>
          <a:xfrm xmlns:a="http://schemas.openxmlformats.org/drawingml/2006/main">
            <a:off x="8096250" y="5524500"/>
            <a:ext cx="3476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読み出した3を、別の番地へ保存</a:t>
            </a:r>
          </a:p>
        </p:txBody>
      </p:sp>
      <p:sp>
        <p:nvSpPr>
          <p:cNvPr id="70" name="text-200">
            <a:extLst xmlns:a="http://schemas.openxmlformats.org/drawingml/2006/main">
              <a:ext uri="{FF2B5EF4-FFF2-40B4-BE49-F238E27FC236}">
                <a16:creationId xmlns:a16="http://schemas.microsoft.com/office/drawing/2014/main" id="{B0F30845-C859-47DD-879D-1363D3CC50C4}"/>
              </a:ext>
            </a:extLst>
          </p:cNvPr>
          <p:cNvSpPr>
            <a:spLocks xmlns:a="http://schemas.openxmlformats.org/drawingml/2006/main" noGrp="1"/>
          </p:cNvSpPr>
          <p:nvPr/>
        </p:nvSpPr>
        <p:spPr>
          <a:xfrm xmlns:a="http://schemas.openxmlformats.org/drawingml/2006/main">
            <a:off x="8096250" y="1895475"/>
            <a:ext cx="3476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x0は常に0</a:t>
            </a:r>
          </a:p>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x1はCPU内の保存場所</a:t>
            </a:r>
          </a:p>
        </p:txBody>
      </p:sp>
      <p:sp>
        <p:nvSpPr>
          <p:cNvPr id="71" name="text-201">
            <a:extLst xmlns:a="http://schemas.openxmlformats.org/drawingml/2006/main">
              <a:ext uri="{FF2B5EF4-FFF2-40B4-BE49-F238E27FC236}">
                <a16:creationId xmlns:a16="http://schemas.microsoft.com/office/drawing/2014/main" id="{B0D9ECCF-C04F-4612-8F77-95BAE3A7870F}"/>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4</a:t>
            </a:r>
          </a:p>
        </p:txBody>
      </p:sp>
      <p:sp>
        <p:nvSpPr>
          <p:cNvPr id="72" name="text-202">
            <a:extLst xmlns:a="http://schemas.openxmlformats.org/drawingml/2006/main">
              <a:ext uri="{FF2B5EF4-FFF2-40B4-BE49-F238E27FC236}">
                <a16:creationId xmlns:a16="http://schemas.microsoft.com/office/drawing/2014/main" id="{4DE6F4AA-9E90-4861-8093-A9E2DFCD4C5B}"/>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番地を作る線と、書く値を運ぶ線を分ける。青い線がswで追加して使う経路</a:t>
            </a:r>
          </a:p>
        </p:txBody>
      </p:sp>
    </p:spTree>
    <p:extLst>
      <p:ext uri="{BB962C8B-B14F-4D97-AF65-F5344CB8AC3E}">
        <p14:creationId xmlns:p14="http://schemas.microsoft.com/office/powerpoint/2010/main" val="19081515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5" name="text-203">
            <a:extLst xmlns:a="http://schemas.openxmlformats.org/drawingml/2006/main">
              <a:ext uri="{FF2B5EF4-FFF2-40B4-BE49-F238E27FC236}">
                <a16:creationId xmlns:a16="http://schemas.microsoft.com/office/drawing/2014/main" id="{9FDFE342-DDD5-4EE6-AAF8-3F01EDF2630F}"/>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5</a:t>
            </a:r>
          </a:p>
        </p:txBody>
      </p:sp>
      <p:sp>
        <p:nvSpPr>
          <p:cNvPr id="2" name="text-204">
            <a:extLst xmlns:a="http://schemas.openxmlformats.org/drawingml/2006/main">
              <a:ext uri="{FF2B5EF4-FFF2-40B4-BE49-F238E27FC236}">
                <a16:creationId xmlns:a16="http://schemas.microsoft.com/office/drawing/2014/main" id="{4F41136F-9EE2-419D-89CF-5E14ECE4E14D}"/>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命令とデータを、バス経由で読む</a:t>
            </a:r>
          </a:p>
        </p:txBody>
      </p:sp>
      <p:sp>
        <p:nvSpPr>
          <p:cNvPr id="3" name="text-205">
            <a:extLst xmlns:a="http://schemas.openxmlformats.org/drawingml/2006/main">
              <a:ext uri="{FF2B5EF4-FFF2-40B4-BE49-F238E27FC236}">
                <a16:creationId xmlns:a16="http://schemas.microsoft.com/office/drawing/2014/main" id="{A5587BB1-E021-4FF3-916E-0675C6A08CD4}"/>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5</a:t>
            </a:r>
          </a:p>
        </p:txBody>
      </p:sp>
      <p:sp>
        <p:nvSpPr>
          <p:cNvPr id="4" name="text-206">
            <a:extLst xmlns:a="http://schemas.openxmlformats.org/drawingml/2006/main">
              <a:ext uri="{FF2B5EF4-FFF2-40B4-BE49-F238E27FC236}">
                <a16:creationId xmlns:a16="http://schemas.microsoft.com/office/drawing/2014/main" id="{1CFAC9DB-B8D1-4799-8345-B516B380972E}"/>
              </a:ext>
            </a:extLst>
          </p:cNvPr>
          <p:cNvSpPr>
            <a:spLocks xmlns:a="http://schemas.openxmlformats.org/drawingml/2006/main" noGrp="1"/>
          </p:cNvSpPr>
          <p:nvPr/>
        </p:nvSpPr>
        <p:spPr>
          <a:xfrm xmlns:a="http://schemas.openxmlformats.org/drawingml/2006/main">
            <a:off x="609600" y="129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CPUの演算回路を残し、メモリとの間にバス接続を置く</a:t>
            </a:r>
          </a:p>
        </p:txBody>
      </p:sp>
      <p:sp>
        <p:nvSpPr>
          <p:cNvPr id="5" name="block-207">
            <a:extLst xmlns:a="http://schemas.openxmlformats.org/drawingml/2006/main">
              <a:ext uri="{FF2B5EF4-FFF2-40B4-BE49-F238E27FC236}">
                <a16:creationId xmlns:a16="http://schemas.microsoft.com/office/drawing/2014/main" id="{E8BCD1BF-A8CF-48D8-A197-9E988BED5BFD}"/>
              </a:ext>
            </a:extLst>
          </p:cNvPr>
          <p:cNvSpPr>
            <a:spLocks xmlns:a="http://schemas.openxmlformats.org/drawingml/2006/main" noGrp="1"/>
          </p:cNvSpPr>
          <p:nvPr/>
        </p:nvSpPr>
        <p:spPr>
          <a:xfrm xmlns:a="http://schemas.openxmlformats.org/drawingml/2006/main">
            <a:off x="609600" y="2133600"/>
            <a:ext cx="5248275" cy="3619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208">
            <a:extLst xmlns:a="http://schemas.openxmlformats.org/drawingml/2006/main">
              <a:ext uri="{FF2B5EF4-FFF2-40B4-BE49-F238E27FC236}">
                <a16:creationId xmlns:a16="http://schemas.microsoft.com/office/drawing/2014/main" id="{510E85BF-1404-4A81-BD85-98CAB8BD03F0}"/>
              </a:ext>
            </a:extLst>
          </p:cNvPr>
          <p:cNvSpPr>
            <a:spLocks xmlns:a="http://schemas.openxmlformats.org/drawingml/2006/main" noGrp="1"/>
          </p:cNvSpPr>
          <p:nvPr/>
        </p:nvSpPr>
        <p:spPr>
          <a:xfrm xmlns:a="http://schemas.openxmlformats.org/drawingml/2006/main">
            <a:off x="733425" y="2209800"/>
            <a:ext cx="95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Arial"/>
                <a:ea typeface="Arial"/>
                <a:cs typeface="Arial"/>
              </a:defRPr>
            </a:defPPr>
            <a:lvl1pPr algn="l">
              <a:defRPr sz="2025" b="1">
                <a:solidFill>
                  <a:srgbClr val="231F20"/>
                </a:solidFill>
                <a:latin typeface="Arial"/>
                <a:ea typeface="Arial"/>
                <a:cs typeface="Arial"/>
              </a:defRPr>
            </a:lvl1pPr>
            <a:lvl2pPr algn="l">
              <a:defRPr sz="2025" b="1">
                <a:solidFill>
                  <a:srgbClr val="231F20"/>
                </a:solidFill>
                <a:latin typeface="Arial"/>
                <a:ea typeface="Arial"/>
                <a:cs typeface="Arial"/>
              </a:defRPr>
            </a:lvl2pPr>
            <a:lvl3pPr algn="l">
              <a:defRPr sz="2025" b="1">
                <a:solidFill>
                  <a:srgbClr val="231F20"/>
                </a:solidFill>
                <a:latin typeface="Arial"/>
                <a:ea typeface="Arial"/>
                <a:cs typeface="Arial"/>
              </a:defRPr>
            </a:lvl3pPr>
            <a:lvl4pPr algn="l">
              <a:defRPr sz="2025" b="1">
                <a:solidFill>
                  <a:srgbClr val="231F20"/>
                </a:solidFill>
                <a:latin typeface="Arial"/>
                <a:ea typeface="Arial"/>
                <a:cs typeface="Arial"/>
              </a:defRPr>
            </a:lvl4pPr>
            <a:lvl5pPr algn="l">
              <a:defRPr sz="2025" b="1">
                <a:solidFill>
                  <a:srgbClr val="231F20"/>
                </a:solidFill>
                <a:latin typeface="Arial"/>
                <a:ea typeface="Arial"/>
                <a:cs typeface="Arial"/>
              </a:defRPr>
            </a:lvl5pPr>
            <a:lvl6pPr algn="l">
              <a:defRPr sz="2025" b="1">
                <a:solidFill>
                  <a:srgbClr val="231F20"/>
                </a:solidFill>
                <a:latin typeface="Arial"/>
                <a:ea typeface="Arial"/>
                <a:cs typeface="Arial"/>
              </a:defRPr>
            </a:lvl6pPr>
            <a:lvl7pPr algn="l">
              <a:defRPr sz="2025" b="1">
                <a:solidFill>
                  <a:srgbClr val="231F20"/>
                </a:solidFill>
                <a:latin typeface="Arial"/>
                <a:ea typeface="Arial"/>
                <a:cs typeface="Arial"/>
              </a:defRPr>
            </a:lvl7pPr>
            <a:lvl8pPr algn="l">
              <a:defRPr sz="2025" b="1">
                <a:solidFill>
                  <a:srgbClr val="231F20"/>
                </a:solidFill>
                <a:latin typeface="Arial"/>
                <a:ea typeface="Arial"/>
                <a:cs typeface="Arial"/>
              </a:defRPr>
            </a:lvl8pPr>
            <a:lvl9pPr algn="l">
              <a:defRPr sz="2025" b="1">
                <a:solidFill>
                  <a:srgbClr val="231F20"/>
                </a:solidFill>
                <a:latin typeface="Arial"/>
                <a:ea typeface="Arial"/>
                <a:cs typeface="Arial"/>
              </a:defRPr>
            </a:lvl9pPr>
          </a:lstStyle>
          <a:p xmlns:a="http://schemas.openxmlformats.org/drawingml/2006/main">
            <a:pPr algn="l">
              <a:defRPr sz="2025" b="1">
                <a:solidFill>
                  <a:srgbClr val="231F20"/>
                </a:solidFill>
                <a:latin typeface="Arial"/>
                <a:ea typeface="Arial"/>
                <a:cs typeface="Arial"/>
              </a:defRPr>
            </a:pPr>
            <a:r>
              <a:rPr sz="2025" b="1">
                <a:solidFill>
                  <a:srgbClr val="231F20"/>
                </a:solidFill>
                <a:latin typeface="Arial"/>
                <a:ea typeface="Arial"/>
                <a:cs typeface="Arial"/>
              </a:rPr>
              <a:t>CPU</a:t>
            </a:r>
          </a:p>
        </p:txBody>
      </p:sp>
      <p:sp>
        <p:nvSpPr>
          <p:cNvPr id="7" name="block-209">
            <a:extLst xmlns:a="http://schemas.openxmlformats.org/drawingml/2006/main">
              <a:ext uri="{FF2B5EF4-FFF2-40B4-BE49-F238E27FC236}">
                <a16:creationId xmlns:a16="http://schemas.microsoft.com/office/drawing/2014/main" id="{CC502C6B-0632-4EE1-BA38-E8B7189F0461}"/>
              </a:ext>
            </a:extLst>
          </p:cNvPr>
          <p:cNvSpPr>
            <a:spLocks xmlns:a="http://schemas.openxmlformats.org/drawingml/2006/main" noGrp="1"/>
          </p:cNvSpPr>
          <p:nvPr/>
        </p:nvSpPr>
        <p:spPr>
          <a:xfrm xmlns:a="http://schemas.openxmlformats.org/drawingml/2006/main">
            <a:off x="895350" y="2809875"/>
            <a:ext cx="295275" cy="704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 name="circuit-210">
            <a:extLst xmlns:a="http://schemas.openxmlformats.org/drawingml/2006/main">
              <a:ext uri="{FF2B5EF4-FFF2-40B4-BE49-F238E27FC236}">
                <a16:creationId xmlns:a16="http://schemas.microsoft.com/office/drawing/2014/main" id="{45F06E44-224B-4FE7-9150-31F9611C9A94}"/>
              </a:ext>
            </a:extLst>
          </p:cNvPr>
          <p:cNvSpPr>
            <a:spLocks xmlns:a="http://schemas.openxmlformats.org/drawingml/2006/main" noGrp="1"/>
          </p:cNvSpPr>
          <p:nvPr/>
        </p:nvSpPr>
        <p:spPr>
          <a:xfrm xmlns:a="http://schemas.openxmlformats.org/drawingml/2006/main">
            <a:off x="971550" y="2809875"/>
            <a:ext cx="142875" cy="85725"/>
          </a:xfrm>
          <a:custGeom xmlns:a="http://schemas.openxmlformats.org/drawingml/2006/main">
            <a:pathLst>
              <a:path w="142875" h="85725">
                <a:moveTo>
                  <a:pt x="0" y="0"/>
                </a:moveTo>
                <a:lnTo>
                  <a:pt x="66675" y="85725"/>
                </a:lnTo>
                <a:lnTo>
                  <a:pt x="142875" y="0"/>
                </a:lnTo>
                <a:close/>
              </a:path>
            </a:pathLst>
          </a:custGeom>
          <a:noFill xmlns:a="http://schemas.openxmlformats.org/drawingml/2006/main"/>
          <a:ln xmlns:a="http://schemas.openxmlformats.org/drawingml/2006/main" w="20955">
            <a:solidFill>
              <a:srgbClr val="231F20"/>
            </a:solidFill>
          </a:ln>
        </p:spPr>
      </p:sp>
      <p:sp>
        <p:nvSpPr>
          <p:cNvPr id="9" name="wire-211">
            <a:extLst xmlns:a="http://schemas.openxmlformats.org/drawingml/2006/main">
              <a:ext uri="{FF2B5EF4-FFF2-40B4-BE49-F238E27FC236}">
                <a16:creationId xmlns:a16="http://schemas.microsoft.com/office/drawing/2014/main" id="{0147A436-1825-4E75-8D1D-EF5A589D467F}"/>
              </a:ext>
            </a:extLst>
          </p:cNvPr>
          <p:cNvSpPr>
            <a:spLocks xmlns:a="http://schemas.openxmlformats.org/drawingml/2006/main" noGrp="1"/>
          </p:cNvSpPr>
          <p:nvPr/>
        </p:nvSpPr>
        <p:spPr>
          <a:xfrm xmlns:a="http://schemas.openxmlformats.org/drawingml/2006/main">
            <a:off x="1038225" y="2667000"/>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0478">
            <a:solidFill>
              <a:srgbClr val="231F20"/>
            </a:solidFill>
          </a:ln>
        </p:spPr>
      </p:sp>
      <p:sp>
        <p:nvSpPr>
          <p:cNvPr id="10" name="text-212">
            <a:extLst xmlns:a="http://schemas.openxmlformats.org/drawingml/2006/main">
              <a:ext uri="{FF2B5EF4-FFF2-40B4-BE49-F238E27FC236}">
                <a16:creationId xmlns:a16="http://schemas.microsoft.com/office/drawing/2014/main" id="{236767C4-099D-4497-9152-11CD54784F45}"/>
              </a:ext>
            </a:extLst>
          </p:cNvPr>
          <p:cNvSpPr>
            <a:spLocks xmlns:a="http://schemas.openxmlformats.org/drawingml/2006/main" noGrp="1"/>
          </p:cNvSpPr>
          <p:nvPr/>
        </p:nvSpPr>
        <p:spPr>
          <a:xfrm xmlns:a="http://schemas.openxmlformats.org/drawingml/2006/main">
            <a:off x="847725" y="3514725"/>
            <a:ext cx="419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PC</a:t>
            </a:r>
          </a:p>
        </p:txBody>
      </p:sp>
      <p:sp>
        <p:nvSpPr>
          <p:cNvPr id="11" name="block-213">
            <a:extLst xmlns:a="http://schemas.openxmlformats.org/drawingml/2006/main">
              <a:ext uri="{FF2B5EF4-FFF2-40B4-BE49-F238E27FC236}">
                <a16:creationId xmlns:a16="http://schemas.microsoft.com/office/drawing/2014/main" id="{1A11ADE9-3B7B-42FA-8F82-94D655B8E9F3}"/>
              </a:ext>
            </a:extLst>
          </p:cNvPr>
          <p:cNvSpPr>
            <a:spLocks xmlns:a="http://schemas.openxmlformats.org/drawingml/2006/main" noGrp="1"/>
          </p:cNvSpPr>
          <p:nvPr/>
        </p:nvSpPr>
        <p:spPr>
          <a:xfrm xmlns:a="http://schemas.openxmlformats.org/drawingml/2006/main">
            <a:off x="1809750" y="2705100"/>
            <a:ext cx="1676400" cy="5238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214">
            <a:extLst xmlns:a="http://schemas.openxmlformats.org/drawingml/2006/main">
              <a:ext uri="{FF2B5EF4-FFF2-40B4-BE49-F238E27FC236}">
                <a16:creationId xmlns:a16="http://schemas.microsoft.com/office/drawing/2014/main" id="{68249FF0-FB10-466A-A8F0-6A626DB906B3}"/>
              </a:ext>
            </a:extLst>
          </p:cNvPr>
          <p:cNvSpPr>
            <a:spLocks xmlns:a="http://schemas.openxmlformats.org/drawingml/2006/main" noGrp="1"/>
          </p:cNvSpPr>
          <p:nvPr/>
        </p:nvSpPr>
        <p:spPr>
          <a:xfrm xmlns:a="http://schemas.openxmlformats.org/drawingml/2006/main">
            <a:off x="1885950" y="2762250"/>
            <a:ext cx="152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命令を解読</a:t>
            </a:r>
          </a:p>
        </p:txBody>
      </p:sp>
      <p:sp>
        <p:nvSpPr>
          <p:cNvPr id="13" name="wire-215">
            <a:extLst xmlns:a="http://schemas.openxmlformats.org/drawingml/2006/main">
              <a:ext uri="{FF2B5EF4-FFF2-40B4-BE49-F238E27FC236}">
                <a16:creationId xmlns:a16="http://schemas.microsoft.com/office/drawing/2014/main" id="{C2AF858A-A448-47B7-B8DE-44C2BE3D51DB}"/>
              </a:ext>
            </a:extLst>
          </p:cNvPr>
          <p:cNvSpPr>
            <a:spLocks xmlns:a="http://schemas.openxmlformats.org/drawingml/2006/main" noGrp="1"/>
          </p:cNvSpPr>
          <p:nvPr/>
        </p:nvSpPr>
        <p:spPr>
          <a:xfrm xmlns:a="http://schemas.openxmlformats.org/drawingml/2006/main">
            <a:off x="1190625" y="30480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5718">
            <a:solidFill>
              <a:srgbClr val="231F20"/>
            </a:solidFill>
          </a:ln>
        </p:spPr>
      </p:sp>
      <p:sp>
        <p:nvSpPr>
          <p:cNvPr id="14" name="wire-216">
            <a:extLst xmlns:a="http://schemas.openxmlformats.org/drawingml/2006/main">
              <a:ext uri="{FF2B5EF4-FFF2-40B4-BE49-F238E27FC236}">
                <a16:creationId xmlns:a16="http://schemas.microsoft.com/office/drawing/2014/main" id="{79F0FAD1-FA65-4459-A2AB-96C8A00F441C}"/>
              </a:ext>
            </a:extLst>
          </p:cNvPr>
          <p:cNvSpPr>
            <a:spLocks xmlns:a="http://schemas.openxmlformats.org/drawingml/2006/main" noGrp="1"/>
          </p:cNvSpPr>
          <p:nvPr/>
        </p:nvSpPr>
        <p:spPr>
          <a:xfrm xmlns:a="http://schemas.openxmlformats.org/drawingml/2006/main">
            <a:off x="1524000"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5718">
            <a:solidFill>
              <a:srgbClr val="231F20"/>
            </a:solidFill>
          </a:ln>
        </p:spPr>
      </p:sp>
      <p:sp>
        <p:nvSpPr>
          <p:cNvPr id="15" name="wire-217">
            <a:extLst xmlns:a="http://schemas.openxmlformats.org/drawingml/2006/main">
              <a:ext uri="{FF2B5EF4-FFF2-40B4-BE49-F238E27FC236}">
                <a16:creationId xmlns:a16="http://schemas.microsoft.com/office/drawing/2014/main" id="{D58AE013-EE3E-4AAB-9FDE-8E1BA8B176D9}"/>
              </a:ext>
            </a:extLst>
          </p:cNvPr>
          <p:cNvSpPr>
            <a:spLocks xmlns:a="http://schemas.openxmlformats.org/drawingml/2006/main" noGrp="1"/>
          </p:cNvSpPr>
          <p:nvPr/>
        </p:nvSpPr>
        <p:spPr>
          <a:xfrm xmlns:a="http://schemas.openxmlformats.org/drawingml/2006/main">
            <a:off x="1524000" y="2543175"/>
            <a:ext cx="3324225" cy="9525"/>
          </a:xfrm>
          <a:custGeom xmlns:a="http://schemas.openxmlformats.org/drawingml/2006/main">
            <a:pathLst>
              <a:path w="3324225" h="9525">
                <a:moveTo>
                  <a:pt x="0" y="0"/>
                </a:moveTo>
                <a:lnTo>
                  <a:pt x="3324225" y="0"/>
                </a:lnTo>
              </a:path>
            </a:pathLst>
          </a:custGeom>
          <a:noFill xmlns:a="http://schemas.openxmlformats.org/drawingml/2006/main"/>
          <a:ln xmlns:a="http://schemas.openxmlformats.org/drawingml/2006/main" w="25718">
            <a:solidFill>
              <a:srgbClr val="231F20"/>
            </a:solidFill>
          </a:ln>
        </p:spPr>
      </p:sp>
      <p:sp>
        <p:nvSpPr>
          <p:cNvPr id="16" name="wire-218">
            <a:extLst xmlns:a="http://schemas.openxmlformats.org/drawingml/2006/main">
              <a:ext uri="{FF2B5EF4-FFF2-40B4-BE49-F238E27FC236}">
                <a16:creationId xmlns:a16="http://schemas.microsoft.com/office/drawing/2014/main" id="{1B3548A9-C2C3-4500-9A1D-E850B4E2A37D}"/>
              </a:ext>
            </a:extLst>
          </p:cNvPr>
          <p:cNvSpPr>
            <a:spLocks xmlns:a="http://schemas.openxmlformats.org/drawingml/2006/main" noGrp="1"/>
          </p:cNvSpPr>
          <p:nvPr/>
        </p:nvSpPr>
        <p:spPr>
          <a:xfrm xmlns:a="http://schemas.openxmlformats.org/drawingml/2006/main">
            <a:off x="4848225" y="25431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5718">
            <a:solidFill>
              <a:srgbClr val="231F20"/>
            </a:solidFill>
          </a:ln>
        </p:spPr>
      </p:sp>
      <p:sp>
        <p:nvSpPr>
          <p:cNvPr id="17" name="circuit-219">
            <a:extLst xmlns:a="http://schemas.openxmlformats.org/drawingml/2006/main">
              <a:ext uri="{FF2B5EF4-FFF2-40B4-BE49-F238E27FC236}">
                <a16:creationId xmlns:a16="http://schemas.microsoft.com/office/drawing/2014/main" id="{9EF5CD09-85DA-4663-A825-890DBFB88E05}"/>
              </a:ext>
            </a:extLst>
          </p:cNvPr>
          <p:cNvSpPr>
            <a:spLocks xmlns:a="http://schemas.openxmlformats.org/drawingml/2006/main" noGrp="1"/>
          </p:cNvSpPr>
          <p:nvPr/>
        </p:nvSpPr>
        <p:spPr>
          <a:xfrm xmlns:a="http://schemas.openxmlformats.org/drawingml/2006/main">
            <a:off x="4816793" y="30289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18" name="text-220">
            <a:extLst xmlns:a="http://schemas.openxmlformats.org/drawingml/2006/main">
              <a:ext uri="{FF2B5EF4-FFF2-40B4-BE49-F238E27FC236}">
                <a16:creationId xmlns:a16="http://schemas.microsoft.com/office/drawing/2014/main" id="{DD7D6D2B-8323-4488-8760-3B1712E86F9E}"/>
              </a:ext>
            </a:extLst>
          </p:cNvPr>
          <p:cNvSpPr>
            <a:spLocks xmlns:a="http://schemas.openxmlformats.org/drawingml/2006/main" noGrp="1"/>
          </p:cNvSpPr>
          <p:nvPr/>
        </p:nvSpPr>
        <p:spPr>
          <a:xfrm xmlns:a="http://schemas.openxmlformats.org/drawingml/2006/main">
            <a:off x="3143250" y="2228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命令の番地</a:t>
            </a:r>
          </a:p>
        </p:txBody>
      </p:sp>
      <p:sp>
        <p:nvSpPr>
          <p:cNvPr id="19" name="wire-221">
            <a:extLst xmlns:a="http://schemas.openxmlformats.org/drawingml/2006/main">
              <a:ext uri="{FF2B5EF4-FFF2-40B4-BE49-F238E27FC236}">
                <a16:creationId xmlns:a16="http://schemas.microsoft.com/office/drawing/2014/main" id="{CCC8B965-4A77-44DD-B391-F4F2F59C5CC6}"/>
              </a:ext>
            </a:extLst>
          </p:cNvPr>
          <p:cNvSpPr>
            <a:spLocks xmlns:a="http://schemas.openxmlformats.org/drawingml/2006/main" noGrp="1"/>
          </p:cNvSpPr>
          <p:nvPr/>
        </p:nvSpPr>
        <p:spPr>
          <a:xfrm xmlns:a="http://schemas.openxmlformats.org/drawingml/2006/main">
            <a:off x="3771900" y="3286125"/>
            <a:ext cx="828675" cy="9525"/>
          </a:xfrm>
          <a:custGeom xmlns:a="http://schemas.openxmlformats.org/drawingml/2006/main">
            <a:pathLst>
              <a:path w="828675" h="9525">
                <a:moveTo>
                  <a:pt x="828675" y="0"/>
                </a:moveTo>
                <a:lnTo>
                  <a:pt x="0" y="0"/>
                </a:lnTo>
              </a:path>
            </a:pathLst>
          </a:custGeom>
          <a:noFill xmlns:a="http://schemas.openxmlformats.org/drawingml/2006/main"/>
          <a:ln xmlns:a="http://schemas.openxmlformats.org/drawingml/2006/main" w="25718">
            <a:solidFill>
              <a:srgbClr val="1572C3"/>
            </a:solidFill>
          </a:ln>
        </p:spPr>
      </p:sp>
      <p:sp>
        <p:nvSpPr>
          <p:cNvPr id="20" name="wire-222">
            <a:extLst xmlns:a="http://schemas.openxmlformats.org/drawingml/2006/main">
              <a:ext uri="{FF2B5EF4-FFF2-40B4-BE49-F238E27FC236}">
                <a16:creationId xmlns:a16="http://schemas.microsoft.com/office/drawing/2014/main" id="{8DFE0B44-DDD9-470D-ACB0-AC991D9F3BC7}"/>
              </a:ext>
            </a:extLst>
          </p:cNvPr>
          <p:cNvSpPr>
            <a:spLocks xmlns:a="http://schemas.openxmlformats.org/drawingml/2006/main" noGrp="1"/>
          </p:cNvSpPr>
          <p:nvPr/>
        </p:nvSpPr>
        <p:spPr>
          <a:xfrm xmlns:a="http://schemas.openxmlformats.org/drawingml/2006/main">
            <a:off x="3771900" y="296227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5718">
            <a:solidFill>
              <a:srgbClr val="1572C3"/>
            </a:solidFill>
          </a:ln>
        </p:spPr>
      </p:sp>
      <p:sp>
        <p:nvSpPr>
          <p:cNvPr id="21" name="wire-223">
            <a:extLst xmlns:a="http://schemas.openxmlformats.org/drawingml/2006/main">
              <a:ext uri="{FF2B5EF4-FFF2-40B4-BE49-F238E27FC236}">
                <a16:creationId xmlns:a16="http://schemas.microsoft.com/office/drawing/2014/main" id="{2FD16AC1-17D3-47D9-8BDB-940E2548BA26}"/>
              </a:ext>
            </a:extLst>
          </p:cNvPr>
          <p:cNvSpPr>
            <a:spLocks xmlns:a="http://schemas.openxmlformats.org/drawingml/2006/main" noGrp="1"/>
          </p:cNvSpPr>
          <p:nvPr/>
        </p:nvSpPr>
        <p:spPr>
          <a:xfrm xmlns:a="http://schemas.openxmlformats.org/drawingml/2006/main">
            <a:off x="3486150" y="2962275"/>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5718">
            <a:solidFill>
              <a:srgbClr val="1572C3"/>
            </a:solidFill>
          </a:ln>
        </p:spPr>
      </p:sp>
      <p:sp>
        <p:nvSpPr>
          <p:cNvPr id="22" name="circuit-224">
            <a:extLst xmlns:a="http://schemas.openxmlformats.org/drawingml/2006/main">
              <a:ext uri="{FF2B5EF4-FFF2-40B4-BE49-F238E27FC236}">
                <a16:creationId xmlns:a16="http://schemas.microsoft.com/office/drawing/2014/main" id="{9A978799-F61E-43CB-8055-4B68C7DE4473}"/>
              </a:ext>
            </a:extLst>
          </p:cNvPr>
          <p:cNvSpPr>
            <a:spLocks xmlns:a="http://schemas.openxmlformats.org/drawingml/2006/main" noGrp="1"/>
          </p:cNvSpPr>
          <p:nvPr/>
        </p:nvSpPr>
        <p:spPr>
          <a:xfrm xmlns:a="http://schemas.openxmlformats.org/drawingml/2006/main">
            <a:off x="3486150" y="29308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3" name="text-225">
            <a:extLst xmlns:a="http://schemas.openxmlformats.org/drawingml/2006/main">
              <a:ext uri="{FF2B5EF4-FFF2-40B4-BE49-F238E27FC236}">
                <a16:creationId xmlns:a16="http://schemas.microsoft.com/office/drawing/2014/main" id="{DF823C97-B675-4D20-9237-D98132D2F856}"/>
              </a:ext>
            </a:extLst>
          </p:cNvPr>
          <p:cNvSpPr>
            <a:spLocks xmlns:a="http://schemas.openxmlformats.org/drawingml/2006/main" noGrp="1"/>
          </p:cNvSpPr>
          <p:nvPr/>
        </p:nvSpPr>
        <p:spPr>
          <a:xfrm xmlns:a="http://schemas.openxmlformats.org/drawingml/2006/main">
            <a:off x="3676650" y="3352800"/>
            <a:ext cx="1104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読んだ命令</a:t>
            </a:r>
          </a:p>
        </p:txBody>
      </p:sp>
      <p:sp>
        <p:nvSpPr>
          <p:cNvPr id="24" name="wire-226">
            <a:extLst xmlns:a="http://schemas.openxmlformats.org/drawingml/2006/main">
              <a:ext uri="{FF2B5EF4-FFF2-40B4-BE49-F238E27FC236}">
                <a16:creationId xmlns:a16="http://schemas.microsoft.com/office/drawing/2014/main" id="{D5724D3B-B6A3-4C6C-B832-793E05B77273}"/>
              </a:ext>
            </a:extLst>
          </p:cNvPr>
          <p:cNvSpPr>
            <a:spLocks xmlns:a="http://schemas.openxmlformats.org/drawingml/2006/main" noGrp="1"/>
          </p:cNvSpPr>
          <p:nvPr/>
        </p:nvSpPr>
        <p:spPr>
          <a:xfrm xmlns:a="http://schemas.openxmlformats.org/drawingml/2006/main">
            <a:off x="2647950" y="32289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1430">
            <a:solidFill>
              <a:srgbClr val="231F20"/>
            </a:solidFill>
          </a:ln>
        </p:spPr>
      </p:sp>
      <p:sp>
        <p:nvSpPr>
          <p:cNvPr id="25" name="wire-227">
            <a:extLst xmlns:a="http://schemas.openxmlformats.org/drawingml/2006/main">
              <a:ext uri="{FF2B5EF4-FFF2-40B4-BE49-F238E27FC236}">
                <a16:creationId xmlns:a16="http://schemas.microsoft.com/office/drawing/2014/main" id="{49D0E794-89C1-47AD-95C7-102AC4818F61}"/>
              </a:ext>
            </a:extLst>
          </p:cNvPr>
          <p:cNvSpPr>
            <a:spLocks xmlns:a="http://schemas.openxmlformats.org/drawingml/2006/main" noGrp="1"/>
          </p:cNvSpPr>
          <p:nvPr/>
        </p:nvSpPr>
        <p:spPr>
          <a:xfrm xmlns:a="http://schemas.openxmlformats.org/drawingml/2006/main">
            <a:off x="1571625" y="3419475"/>
            <a:ext cx="1076325" cy="9525"/>
          </a:xfrm>
          <a:custGeom xmlns:a="http://schemas.openxmlformats.org/drawingml/2006/main">
            <a:pathLst>
              <a:path w="1076325" h="9525">
                <a:moveTo>
                  <a:pt x="1076325" y="0"/>
                </a:moveTo>
                <a:lnTo>
                  <a:pt x="0" y="0"/>
                </a:lnTo>
              </a:path>
            </a:pathLst>
          </a:custGeom>
          <a:noFill xmlns:a="http://schemas.openxmlformats.org/drawingml/2006/main"/>
          <a:ln xmlns:a="http://schemas.openxmlformats.org/drawingml/2006/main" w="11430">
            <a:solidFill>
              <a:srgbClr val="231F20"/>
            </a:solidFill>
          </a:ln>
        </p:spPr>
      </p:sp>
      <p:sp>
        <p:nvSpPr>
          <p:cNvPr id="26" name="wire-228">
            <a:extLst xmlns:a="http://schemas.openxmlformats.org/drawingml/2006/main">
              <a:ext uri="{FF2B5EF4-FFF2-40B4-BE49-F238E27FC236}">
                <a16:creationId xmlns:a16="http://schemas.microsoft.com/office/drawing/2014/main" id="{62FF66A5-39DB-491A-8F2D-8137A556B3D5}"/>
              </a:ext>
            </a:extLst>
          </p:cNvPr>
          <p:cNvSpPr>
            <a:spLocks xmlns:a="http://schemas.openxmlformats.org/drawingml/2006/main" noGrp="1"/>
          </p:cNvSpPr>
          <p:nvPr/>
        </p:nvSpPr>
        <p:spPr>
          <a:xfrm xmlns:a="http://schemas.openxmlformats.org/drawingml/2006/main">
            <a:off x="1571625" y="3419475"/>
            <a:ext cx="9525" cy="361950"/>
          </a:xfrm>
          <a:custGeom xmlns:a="http://schemas.openxmlformats.org/drawingml/2006/main">
            <a:pathLst>
              <a:path w="9525" h="361950">
                <a:moveTo>
                  <a:pt x="0" y="0"/>
                </a:moveTo>
                <a:lnTo>
                  <a:pt x="0" y="361950"/>
                </a:lnTo>
              </a:path>
            </a:pathLst>
          </a:custGeom>
          <a:noFill xmlns:a="http://schemas.openxmlformats.org/drawingml/2006/main"/>
          <a:ln xmlns:a="http://schemas.openxmlformats.org/drawingml/2006/main" w="11430">
            <a:solidFill>
              <a:srgbClr val="231F20"/>
            </a:solidFill>
          </a:ln>
        </p:spPr>
      </p:sp>
      <p:sp>
        <p:nvSpPr>
          <p:cNvPr id="27" name="circuit-229">
            <a:extLst xmlns:a="http://schemas.openxmlformats.org/drawingml/2006/main">
              <a:ext uri="{FF2B5EF4-FFF2-40B4-BE49-F238E27FC236}">
                <a16:creationId xmlns:a16="http://schemas.microsoft.com/office/drawing/2014/main" id="{4D2BC3D7-07FC-4DD4-BF99-40389D497DB8}"/>
              </a:ext>
            </a:extLst>
          </p:cNvPr>
          <p:cNvSpPr>
            <a:spLocks xmlns:a="http://schemas.openxmlformats.org/drawingml/2006/main" noGrp="1"/>
          </p:cNvSpPr>
          <p:nvPr/>
        </p:nvSpPr>
        <p:spPr>
          <a:xfrm xmlns:a="http://schemas.openxmlformats.org/drawingml/2006/main">
            <a:off x="1540193" y="370522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8" name="block-230">
            <a:extLst xmlns:a="http://schemas.openxmlformats.org/drawingml/2006/main">
              <a:ext uri="{FF2B5EF4-FFF2-40B4-BE49-F238E27FC236}">
                <a16:creationId xmlns:a16="http://schemas.microsoft.com/office/drawing/2014/main" id="{E7693FA2-3BB9-4962-A9C8-68C3ABD3407D}"/>
              </a:ext>
            </a:extLst>
          </p:cNvPr>
          <p:cNvSpPr>
            <a:spLocks xmlns:a="http://schemas.openxmlformats.org/drawingml/2006/main" noGrp="1"/>
          </p:cNvSpPr>
          <p:nvPr/>
        </p:nvSpPr>
        <p:spPr>
          <a:xfrm xmlns:a="http://schemas.openxmlformats.org/drawingml/2006/main">
            <a:off x="1066800" y="3781425"/>
            <a:ext cx="1238250" cy="1123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231">
            <a:extLst xmlns:a="http://schemas.openxmlformats.org/drawingml/2006/main">
              <a:ext uri="{FF2B5EF4-FFF2-40B4-BE49-F238E27FC236}">
                <a16:creationId xmlns:a16="http://schemas.microsoft.com/office/drawing/2014/main" id="{AFF9783B-FB86-4ADE-AB2A-1C72F4C7591F}"/>
              </a:ext>
            </a:extLst>
          </p:cNvPr>
          <p:cNvSpPr>
            <a:spLocks xmlns:a="http://schemas.openxmlformats.org/drawingml/2006/main" noGrp="1"/>
          </p:cNvSpPr>
          <p:nvPr/>
        </p:nvSpPr>
        <p:spPr>
          <a:xfrm xmlns:a="http://schemas.openxmlformats.org/drawingml/2006/main">
            <a:off x="1152525" y="4229100"/>
            <a:ext cx="106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regfile</a:t>
            </a:r>
          </a:p>
        </p:txBody>
      </p:sp>
      <p:sp>
        <p:nvSpPr>
          <p:cNvPr id="30" name="circuit-232">
            <a:extLst xmlns:a="http://schemas.openxmlformats.org/drawingml/2006/main">
              <a:ext uri="{FF2B5EF4-FFF2-40B4-BE49-F238E27FC236}">
                <a16:creationId xmlns:a16="http://schemas.microsoft.com/office/drawing/2014/main" id="{03828FA7-4DE9-4BD9-AD27-002227FDC5C8}"/>
              </a:ext>
            </a:extLst>
          </p:cNvPr>
          <p:cNvSpPr>
            <a:spLocks xmlns:a="http://schemas.openxmlformats.org/drawingml/2006/main" noGrp="1"/>
          </p:cNvSpPr>
          <p:nvPr/>
        </p:nvSpPr>
        <p:spPr>
          <a:xfrm xmlns:a="http://schemas.openxmlformats.org/drawingml/2006/main">
            <a:off x="1581150" y="3781425"/>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31" name="wire-233">
            <a:extLst xmlns:a="http://schemas.openxmlformats.org/drawingml/2006/main">
              <a:ext uri="{FF2B5EF4-FFF2-40B4-BE49-F238E27FC236}">
                <a16:creationId xmlns:a16="http://schemas.microsoft.com/office/drawing/2014/main" id="{AEA522BC-0B3C-4B92-993A-2C6457F4179F}"/>
              </a:ext>
            </a:extLst>
          </p:cNvPr>
          <p:cNvSpPr>
            <a:spLocks xmlns:a="http://schemas.openxmlformats.org/drawingml/2006/main" noGrp="1"/>
          </p:cNvSpPr>
          <p:nvPr/>
        </p:nvSpPr>
        <p:spPr>
          <a:xfrm xmlns:a="http://schemas.openxmlformats.org/drawingml/2006/main">
            <a:off x="1666875" y="364807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10478">
            <a:solidFill>
              <a:srgbClr val="231F20"/>
            </a:solidFill>
          </a:ln>
        </p:spPr>
      </p:sp>
      <p:sp>
        <p:nvSpPr>
          <p:cNvPr id="32" name="text-234">
            <a:extLst xmlns:a="http://schemas.openxmlformats.org/drawingml/2006/main">
              <a:ext uri="{FF2B5EF4-FFF2-40B4-BE49-F238E27FC236}">
                <a16:creationId xmlns:a16="http://schemas.microsoft.com/office/drawing/2014/main" id="{EEC5BAF1-8B67-4368-90EB-611BBD8885C8}"/>
              </a:ext>
            </a:extLst>
          </p:cNvPr>
          <p:cNvSpPr>
            <a:spLocks xmlns:a="http://schemas.openxmlformats.org/drawingml/2006/main" noGrp="1"/>
          </p:cNvSpPr>
          <p:nvPr/>
        </p:nvSpPr>
        <p:spPr>
          <a:xfrm xmlns:a="http://schemas.openxmlformats.org/drawingml/2006/main">
            <a:off x="1857375" y="387667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RD1</a:t>
            </a:r>
          </a:p>
        </p:txBody>
      </p:sp>
      <p:sp>
        <p:nvSpPr>
          <p:cNvPr id="33" name="text-235">
            <a:extLst xmlns:a="http://schemas.openxmlformats.org/drawingml/2006/main">
              <a:ext uri="{FF2B5EF4-FFF2-40B4-BE49-F238E27FC236}">
                <a16:creationId xmlns:a16="http://schemas.microsoft.com/office/drawing/2014/main" id="{5748D9C5-F66E-41F8-B093-0E5957103207}"/>
              </a:ext>
            </a:extLst>
          </p:cNvPr>
          <p:cNvSpPr>
            <a:spLocks xmlns:a="http://schemas.openxmlformats.org/drawingml/2006/main" noGrp="1"/>
          </p:cNvSpPr>
          <p:nvPr/>
        </p:nvSpPr>
        <p:spPr>
          <a:xfrm xmlns:a="http://schemas.openxmlformats.org/drawingml/2006/main">
            <a:off x="1857375" y="45910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RD2</a:t>
            </a:r>
          </a:p>
        </p:txBody>
      </p:sp>
      <p:sp>
        <p:nvSpPr>
          <p:cNvPr id="34" name="circuit-236">
            <a:extLst xmlns:a="http://schemas.openxmlformats.org/drawingml/2006/main">
              <a:ext uri="{FF2B5EF4-FFF2-40B4-BE49-F238E27FC236}">
                <a16:creationId xmlns:a16="http://schemas.microsoft.com/office/drawing/2014/main" id="{8A248095-9400-42B4-830C-FDAD9003294F}"/>
              </a:ext>
            </a:extLst>
          </p:cNvPr>
          <p:cNvSpPr>
            <a:spLocks xmlns:a="http://schemas.openxmlformats.org/drawingml/2006/main" noGrp="1"/>
          </p:cNvSpPr>
          <p:nvPr/>
        </p:nvSpPr>
        <p:spPr>
          <a:xfrm xmlns:a="http://schemas.openxmlformats.org/drawingml/2006/main">
            <a:off x="3114675" y="3752850"/>
            <a:ext cx="666750" cy="819150"/>
          </a:xfrm>
          <a:custGeom xmlns:a="http://schemas.openxmlformats.org/drawingml/2006/main">
            <a:pathLst>
              <a:path w="666750" h="819150">
                <a:moveTo>
                  <a:pt x="0" y="0"/>
                </a:moveTo>
                <a:lnTo>
                  <a:pt x="666750" y="171450"/>
                </a:lnTo>
                <a:lnTo>
                  <a:pt x="666750" y="647700"/>
                </a:lnTo>
                <a:lnTo>
                  <a:pt x="0" y="819150"/>
                </a:lnTo>
                <a:lnTo>
                  <a:pt x="0" y="533400"/>
                </a:lnTo>
                <a:lnTo>
                  <a:pt x="161925" y="400050"/>
                </a:lnTo>
                <a:lnTo>
                  <a:pt x="0" y="257175"/>
                </a:lnTo>
                <a:close/>
              </a:path>
            </a:pathLst>
          </a:custGeom>
          <a:solidFill xmlns:a="http://schemas.openxmlformats.org/drawingml/2006/main">
            <a:srgbClr val="FFFFFF"/>
          </a:solidFill>
          <a:ln xmlns:a="http://schemas.openxmlformats.org/drawingml/2006/main" w="20955">
            <a:solidFill>
              <a:srgbClr val="231F20"/>
            </a:solidFill>
          </a:ln>
        </p:spPr>
      </p:sp>
      <p:sp>
        <p:nvSpPr>
          <p:cNvPr id="35" name="text-237">
            <a:extLst xmlns:a="http://schemas.openxmlformats.org/drawingml/2006/main">
              <a:ext uri="{FF2B5EF4-FFF2-40B4-BE49-F238E27FC236}">
                <a16:creationId xmlns:a16="http://schemas.microsoft.com/office/drawing/2014/main" id="{C7918EFC-8CDC-456C-82C2-D0B0142B8EC5}"/>
              </a:ext>
            </a:extLst>
          </p:cNvPr>
          <p:cNvSpPr>
            <a:spLocks xmlns:a="http://schemas.openxmlformats.org/drawingml/2006/main" noGrp="1"/>
          </p:cNvSpPr>
          <p:nvPr/>
        </p:nvSpPr>
        <p:spPr>
          <a:xfrm xmlns:a="http://schemas.openxmlformats.org/drawingml/2006/main">
            <a:off x="3276600" y="401955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ALU</a:t>
            </a:r>
          </a:p>
        </p:txBody>
      </p:sp>
      <p:sp>
        <p:nvSpPr>
          <p:cNvPr id="36" name="wire-238">
            <a:extLst xmlns:a="http://schemas.openxmlformats.org/drawingml/2006/main">
              <a:ext uri="{FF2B5EF4-FFF2-40B4-BE49-F238E27FC236}">
                <a16:creationId xmlns:a16="http://schemas.microsoft.com/office/drawing/2014/main" id="{61FAC45C-410C-4A1C-8995-AEB68045008B}"/>
              </a:ext>
            </a:extLst>
          </p:cNvPr>
          <p:cNvSpPr>
            <a:spLocks xmlns:a="http://schemas.openxmlformats.org/drawingml/2006/main" noGrp="1"/>
          </p:cNvSpPr>
          <p:nvPr/>
        </p:nvSpPr>
        <p:spPr>
          <a:xfrm xmlns:a="http://schemas.openxmlformats.org/drawingml/2006/main">
            <a:off x="2305050" y="40005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28575">
            <a:solidFill>
              <a:srgbClr val="231F20"/>
            </a:solidFill>
          </a:ln>
        </p:spPr>
      </p:sp>
      <p:sp>
        <p:nvSpPr>
          <p:cNvPr id="37" name="circuit-239">
            <a:extLst xmlns:a="http://schemas.openxmlformats.org/drawingml/2006/main">
              <a:ext uri="{FF2B5EF4-FFF2-40B4-BE49-F238E27FC236}">
                <a16:creationId xmlns:a16="http://schemas.microsoft.com/office/drawing/2014/main" id="{6B0CF4C8-62FA-456A-9B27-1E0582B00EF0}"/>
              </a:ext>
            </a:extLst>
          </p:cNvPr>
          <p:cNvSpPr>
            <a:spLocks xmlns:a="http://schemas.openxmlformats.org/drawingml/2006/main" noGrp="1"/>
          </p:cNvSpPr>
          <p:nvPr/>
        </p:nvSpPr>
        <p:spPr>
          <a:xfrm xmlns:a="http://schemas.openxmlformats.org/drawingml/2006/main">
            <a:off x="3038475" y="3969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8" name="text-240">
            <a:extLst xmlns:a="http://schemas.openxmlformats.org/drawingml/2006/main">
              <a:ext uri="{FF2B5EF4-FFF2-40B4-BE49-F238E27FC236}">
                <a16:creationId xmlns:a16="http://schemas.microsoft.com/office/drawing/2014/main" id="{689A5D1B-2C0E-4A88-BAF7-88482E6F6917}"/>
              </a:ext>
            </a:extLst>
          </p:cNvPr>
          <p:cNvSpPr>
            <a:spLocks xmlns:a="http://schemas.openxmlformats.org/drawingml/2006/main" noGrp="1"/>
          </p:cNvSpPr>
          <p:nvPr/>
        </p:nvSpPr>
        <p:spPr>
          <a:xfrm xmlns:a="http://schemas.openxmlformats.org/drawingml/2006/main">
            <a:off x="2333625" y="3638550"/>
            <a:ext cx="781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基準番地</a:t>
            </a:r>
          </a:p>
        </p:txBody>
      </p:sp>
      <p:sp>
        <p:nvSpPr>
          <p:cNvPr id="39" name="circuit-241">
            <a:extLst xmlns:a="http://schemas.openxmlformats.org/drawingml/2006/main">
              <a:ext uri="{FF2B5EF4-FFF2-40B4-BE49-F238E27FC236}">
                <a16:creationId xmlns:a16="http://schemas.microsoft.com/office/drawing/2014/main" id="{44A81024-D29B-4B09-BF23-3EF27A70321D}"/>
              </a:ext>
            </a:extLst>
          </p:cNvPr>
          <p:cNvSpPr>
            <a:spLocks xmlns:a="http://schemas.openxmlformats.org/drawingml/2006/main" noGrp="1"/>
          </p:cNvSpPr>
          <p:nvPr/>
        </p:nvSpPr>
        <p:spPr>
          <a:xfrm xmlns:a="http://schemas.openxmlformats.org/drawingml/2006/main">
            <a:off x="2771775" y="4857750"/>
            <a:ext cx="885825" cy="352425"/>
          </a:xfrm>
          <a:custGeom xmlns:a="http://schemas.openxmlformats.org/drawingml/2006/main">
            <a:pathLst>
              <a:path w="885825" h="352425">
                <a:moveTo>
                  <a:pt x="0" y="161925"/>
                </a:moveTo>
                <a:lnTo>
                  <a:pt x="885825" y="0"/>
                </a:lnTo>
                <a:lnTo>
                  <a:pt x="885825" y="352425"/>
                </a:lnTo>
                <a:lnTo>
                  <a:pt x="0" y="352425"/>
                </a:lnTo>
                <a:close/>
              </a:path>
            </a:pathLst>
          </a:custGeom>
          <a:solidFill xmlns:a="http://schemas.openxmlformats.org/drawingml/2006/main">
            <a:srgbClr val="FFFFFF"/>
          </a:solidFill>
          <a:ln xmlns:a="http://schemas.openxmlformats.org/drawingml/2006/main" w="20955">
            <a:solidFill>
              <a:srgbClr val="231F20"/>
            </a:solidFill>
          </a:ln>
        </p:spPr>
      </p:sp>
      <p:sp>
        <p:nvSpPr>
          <p:cNvPr id="40" name="text-242">
            <a:extLst xmlns:a="http://schemas.openxmlformats.org/drawingml/2006/main">
              <a:ext uri="{FF2B5EF4-FFF2-40B4-BE49-F238E27FC236}">
                <a16:creationId xmlns:a16="http://schemas.microsoft.com/office/drawing/2014/main" id="{D88785BA-1637-4B14-B108-1729BB4BE663}"/>
              </a:ext>
            </a:extLst>
          </p:cNvPr>
          <p:cNvSpPr>
            <a:spLocks xmlns:a="http://schemas.openxmlformats.org/drawingml/2006/main" noGrp="1"/>
          </p:cNvSpPr>
          <p:nvPr/>
        </p:nvSpPr>
        <p:spPr>
          <a:xfrm xmlns:a="http://schemas.openxmlformats.org/drawingml/2006/main">
            <a:off x="2857500" y="4953000"/>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Arial"/>
                <a:ea typeface="Arial"/>
                <a:cs typeface="Arial"/>
              </a:defRPr>
            </a:defPPr>
            <a:lvl1pPr algn="ctr">
              <a:defRPr sz="1350" b="1">
                <a:solidFill>
                  <a:srgbClr val="231F20"/>
                </a:solidFill>
                <a:latin typeface="Arial"/>
                <a:ea typeface="Arial"/>
                <a:cs typeface="Arial"/>
              </a:defRPr>
            </a:lvl1pPr>
            <a:lvl2pPr algn="ctr">
              <a:defRPr sz="1350" b="1">
                <a:solidFill>
                  <a:srgbClr val="231F20"/>
                </a:solidFill>
                <a:latin typeface="Arial"/>
                <a:ea typeface="Arial"/>
                <a:cs typeface="Arial"/>
              </a:defRPr>
            </a:lvl2pPr>
            <a:lvl3pPr algn="ctr">
              <a:defRPr sz="1350" b="1">
                <a:solidFill>
                  <a:srgbClr val="231F20"/>
                </a:solidFill>
                <a:latin typeface="Arial"/>
                <a:ea typeface="Arial"/>
                <a:cs typeface="Arial"/>
              </a:defRPr>
            </a:lvl3pPr>
            <a:lvl4pPr algn="ctr">
              <a:defRPr sz="1350" b="1">
                <a:solidFill>
                  <a:srgbClr val="231F20"/>
                </a:solidFill>
                <a:latin typeface="Arial"/>
                <a:ea typeface="Arial"/>
                <a:cs typeface="Arial"/>
              </a:defRPr>
            </a:lvl4pPr>
            <a:lvl5pPr algn="ctr">
              <a:defRPr sz="1350" b="1">
                <a:solidFill>
                  <a:srgbClr val="231F20"/>
                </a:solidFill>
                <a:latin typeface="Arial"/>
                <a:ea typeface="Arial"/>
                <a:cs typeface="Arial"/>
              </a:defRPr>
            </a:lvl5pPr>
            <a:lvl6pPr algn="ctr">
              <a:defRPr sz="1350" b="1">
                <a:solidFill>
                  <a:srgbClr val="231F20"/>
                </a:solidFill>
                <a:latin typeface="Arial"/>
                <a:ea typeface="Arial"/>
                <a:cs typeface="Arial"/>
              </a:defRPr>
            </a:lvl6pPr>
            <a:lvl7pPr algn="ctr">
              <a:defRPr sz="1350" b="1">
                <a:solidFill>
                  <a:srgbClr val="231F20"/>
                </a:solidFill>
                <a:latin typeface="Arial"/>
                <a:ea typeface="Arial"/>
                <a:cs typeface="Arial"/>
              </a:defRPr>
            </a:lvl7pPr>
            <a:lvl8pPr algn="ctr">
              <a:defRPr sz="1350" b="1">
                <a:solidFill>
                  <a:srgbClr val="231F20"/>
                </a:solidFill>
                <a:latin typeface="Arial"/>
                <a:ea typeface="Arial"/>
                <a:cs typeface="Arial"/>
              </a:defRPr>
            </a:lvl8pPr>
            <a:lvl9pPr algn="ctr">
              <a:defRPr sz="1350" b="1">
                <a:solidFill>
                  <a:srgbClr val="231F20"/>
                </a:solidFill>
                <a:latin typeface="Arial"/>
                <a:ea typeface="Arial"/>
                <a:cs typeface="Arial"/>
              </a:defRPr>
            </a:lvl9pPr>
          </a:lstStyle>
          <a:p xmlns:a="http://schemas.openxmlformats.org/drawingml/2006/main">
            <a:pPr algn="ctr">
              <a:defRPr sz="1350" b="1">
                <a:solidFill>
                  <a:srgbClr val="231F20"/>
                </a:solidFill>
                <a:latin typeface="Arial"/>
                <a:ea typeface="Arial"/>
                <a:cs typeface="Arial"/>
              </a:defRPr>
            </a:pPr>
            <a:r>
              <a:rPr sz="1350" b="1">
                <a:solidFill>
                  <a:srgbClr val="231F20"/>
                </a:solidFill>
                <a:latin typeface="Arial"/>
                <a:ea typeface="Arial"/>
                <a:cs typeface="Arial"/>
              </a:rPr>
              <a:t>extend</a:t>
            </a:r>
          </a:p>
        </p:txBody>
      </p:sp>
      <p:sp>
        <p:nvSpPr>
          <p:cNvPr id="41" name="wire-243">
            <a:extLst xmlns:a="http://schemas.openxmlformats.org/drawingml/2006/main">
              <a:ext uri="{FF2B5EF4-FFF2-40B4-BE49-F238E27FC236}">
                <a16:creationId xmlns:a16="http://schemas.microsoft.com/office/drawing/2014/main" id="{F9E52587-0E53-4D71-82CB-BEC8136E0F6A}"/>
              </a:ext>
            </a:extLst>
          </p:cNvPr>
          <p:cNvSpPr>
            <a:spLocks xmlns:a="http://schemas.openxmlformats.org/drawingml/2006/main" noGrp="1"/>
          </p:cNvSpPr>
          <p:nvPr/>
        </p:nvSpPr>
        <p:spPr>
          <a:xfrm xmlns:a="http://schemas.openxmlformats.org/drawingml/2006/main">
            <a:off x="3657600" y="503872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2" name="wire-244">
            <a:extLst xmlns:a="http://schemas.openxmlformats.org/drawingml/2006/main">
              <a:ext uri="{FF2B5EF4-FFF2-40B4-BE49-F238E27FC236}">
                <a16:creationId xmlns:a16="http://schemas.microsoft.com/office/drawing/2014/main" id="{F2DD1951-0E84-4DAB-B3D3-6D9488F32156}"/>
              </a:ext>
            </a:extLst>
          </p:cNvPr>
          <p:cNvSpPr>
            <a:spLocks xmlns:a="http://schemas.openxmlformats.org/drawingml/2006/main" noGrp="1"/>
          </p:cNvSpPr>
          <p:nvPr/>
        </p:nvSpPr>
        <p:spPr>
          <a:xfrm xmlns:a="http://schemas.openxmlformats.org/drawingml/2006/main">
            <a:off x="3857625" y="46767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4765">
            <a:solidFill>
              <a:srgbClr val="231F20"/>
            </a:solidFill>
          </a:ln>
        </p:spPr>
      </p:sp>
      <p:sp>
        <p:nvSpPr>
          <p:cNvPr id="43" name="wire-245">
            <a:extLst xmlns:a="http://schemas.openxmlformats.org/drawingml/2006/main">
              <a:ext uri="{FF2B5EF4-FFF2-40B4-BE49-F238E27FC236}">
                <a16:creationId xmlns:a16="http://schemas.microsoft.com/office/drawing/2014/main" id="{0266B142-D094-4809-A7B8-BA3864293F59}"/>
              </a:ext>
            </a:extLst>
          </p:cNvPr>
          <p:cNvSpPr>
            <a:spLocks xmlns:a="http://schemas.openxmlformats.org/drawingml/2006/main" noGrp="1"/>
          </p:cNvSpPr>
          <p:nvPr/>
        </p:nvSpPr>
        <p:spPr>
          <a:xfrm xmlns:a="http://schemas.openxmlformats.org/drawingml/2006/main">
            <a:off x="2914650" y="4676775"/>
            <a:ext cx="942975" cy="9525"/>
          </a:xfrm>
          <a:custGeom xmlns:a="http://schemas.openxmlformats.org/drawingml/2006/main">
            <a:pathLst>
              <a:path w="942975" h="9525">
                <a:moveTo>
                  <a:pt x="942975" y="0"/>
                </a:moveTo>
                <a:lnTo>
                  <a:pt x="0" y="0"/>
                </a:lnTo>
              </a:path>
            </a:pathLst>
          </a:custGeom>
          <a:noFill xmlns:a="http://schemas.openxmlformats.org/drawingml/2006/main"/>
          <a:ln xmlns:a="http://schemas.openxmlformats.org/drawingml/2006/main" w="24765">
            <a:solidFill>
              <a:srgbClr val="231F20"/>
            </a:solidFill>
          </a:ln>
        </p:spPr>
      </p:sp>
      <p:sp>
        <p:nvSpPr>
          <p:cNvPr id="44" name="wire-246">
            <a:extLst xmlns:a="http://schemas.openxmlformats.org/drawingml/2006/main">
              <a:ext uri="{FF2B5EF4-FFF2-40B4-BE49-F238E27FC236}">
                <a16:creationId xmlns:a16="http://schemas.microsoft.com/office/drawing/2014/main" id="{98AEAB04-2E58-446D-B70B-C5865A369FB2}"/>
              </a:ext>
            </a:extLst>
          </p:cNvPr>
          <p:cNvSpPr>
            <a:spLocks xmlns:a="http://schemas.openxmlformats.org/drawingml/2006/main" noGrp="1"/>
          </p:cNvSpPr>
          <p:nvPr/>
        </p:nvSpPr>
        <p:spPr>
          <a:xfrm xmlns:a="http://schemas.openxmlformats.org/drawingml/2006/main">
            <a:off x="2914650" y="4410075"/>
            <a:ext cx="9525" cy="266700"/>
          </a:xfrm>
          <a:custGeom xmlns:a="http://schemas.openxmlformats.org/drawingml/2006/main">
            <a:pathLst>
              <a:path w="9525" h="266700">
                <a:moveTo>
                  <a:pt x="0" y="266700"/>
                </a:moveTo>
                <a:lnTo>
                  <a:pt x="0" y="0"/>
                </a:lnTo>
              </a:path>
            </a:pathLst>
          </a:custGeom>
          <a:noFill xmlns:a="http://schemas.openxmlformats.org/drawingml/2006/main"/>
          <a:ln xmlns:a="http://schemas.openxmlformats.org/drawingml/2006/main" w="24765">
            <a:solidFill>
              <a:srgbClr val="231F20"/>
            </a:solidFill>
          </a:ln>
        </p:spPr>
      </p:sp>
      <p:sp>
        <p:nvSpPr>
          <p:cNvPr id="45" name="wire-247">
            <a:extLst xmlns:a="http://schemas.openxmlformats.org/drawingml/2006/main">
              <a:ext uri="{FF2B5EF4-FFF2-40B4-BE49-F238E27FC236}">
                <a16:creationId xmlns:a16="http://schemas.microsoft.com/office/drawing/2014/main" id="{C79A8CC1-EB2E-44DF-9B01-2A0B279A10A8}"/>
              </a:ext>
            </a:extLst>
          </p:cNvPr>
          <p:cNvSpPr>
            <a:spLocks xmlns:a="http://schemas.openxmlformats.org/drawingml/2006/main" noGrp="1"/>
          </p:cNvSpPr>
          <p:nvPr/>
        </p:nvSpPr>
        <p:spPr>
          <a:xfrm xmlns:a="http://schemas.openxmlformats.org/drawingml/2006/main">
            <a:off x="2914650" y="441007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6" name="circuit-248">
            <a:extLst xmlns:a="http://schemas.openxmlformats.org/drawingml/2006/main">
              <a:ext uri="{FF2B5EF4-FFF2-40B4-BE49-F238E27FC236}">
                <a16:creationId xmlns:a16="http://schemas.microsoft.com/office/drawing/2014/main" id="{C5093D93-DB73-4550-9E74-030A8A94FFE3}"/>
              </a:ext>
            </a:extLst>
          </p:cNvPr>
          <p:cNvSpPr>
            <a:spLocks xmlns:a="http://schemas.openxmlformats.org/drawingml/2006/main" noGrp="1"/>
          </p:cNvSpPr>
          <p:nvPr/>
        </p:nvSpPr>
        <p:spPr>
          <a:xfrm xmlns:a="http://schemas.openxmlformats.org/drawingml/2006/main">
            <a:off x="3038475" y="43786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7" name="wire-249">
            <a:extLst xmlns:a="http://schemas.openxmlformats.org/drawingml/2006/main">
              <a:ext uri="{FF2B5EF4-FFF2-40B4-BE49-F238E27FC236}">
                <a16:creationId xmlns:a16="http://schemas.microsoft.com/office/drawing/2014/main" id="{F87C9FA7-5056-45D1-A376-3601D550AF72}"/>
              </a:ext>
            </a:extLst>
          </p:cNvPr>
          <p:cNvSpPr>
            <a:spLocks xmlns:a="http://schemas.openxmlformats.org/drawingml/2006/main" noGrp="1"/>
          </p:cNvSpPr>
          <p:nvPr/>
        </p:nvSpPr>
        <p:spPr>
          <a:xfrm xmlns:a="http://schemas.openxmlformats.org/drawingml/2006/main">
            <a:off x="3781425" y="41529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48" name="circuit-250">
            <a:extLst xmlns:a="http://schemas.openxmlformats.org/drawingml/2006/main">
              <a:ext uri="{FF2B5EF4-FFF2-40B4-BE49-F238E27FC236}">
                <a16:creationId xmlns:a16="http://schemas.microsoft.com/office/drawing/2014/main" id="{4E2AE640-9BE4-49C4-B193-C1C2835CBCA3}"/>
              </a:ext>
            </a:extLst>
          </p:cNvPr>
          <p:cNvSpPr>
            <a:spLocks xmlns:a="http://schemas.openxmlformats.org/drawingml/2006/main" noGrp="1"/>
          </p:cNvSpPr>
          <p:nvPr/>
        </p:nvSpPr>
        <p:spPr>
          <a:xfrm xmlns:a="http://schemas.openxmlformats.org/drawingml/2006/main">
            <a:off x="4524375" y="4121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9" name="text-251">
            <a:extLst xmlns:a="http://schemas.openxmlformats.org/drawingml/2006/main">
              <a:ext uri="{FF2B5EF4-FFF2-40B4-BE49-F238E27FC236}">
                <a16:creationId xmlns:a16="http://schemas.microsoft.com/office/drawing/2014/main" id="{DB1E4CCB-DE81-4349-9369-F50E31559B90}"/>
              </a:ext>
            </a:extLst>
          </p:cNvPr>
          <p:cNvSpPr>
            <a:spLocks xmlns:a="http://schemas.openxmlformats.org/drawingml/2006/main" noGrp="1"/>
          </p:cNvSpPr>
          <p:nvPr/>
        </p:nvSpPr>
        <p:spPr>
          <a:xfrm xmlns:a="http://schemas.openxmlformats.org/drawingml/2006/main">
            <a:off x="3886200" y="3790950"/>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番地</a:t>
            </a:r>
          </a:p>
        </p:txBody>
      </p:sp>
      <p:sp>
        <p:nvSpPr>
          <p:cNvPr id="50" name="wire-252">
            <a:extLst xmlns:a="http://schemas.openxmlformats.org/drawingml/2006/main">
              <a:ext uri="{FF2B5EF4-FFF2-40B4-BE49-F238E27FC236}">
                <a16:creationId xmlns:a16="http://schemas.microsoft.com/office/drawing/2014/main" id="{96C0EB0B-798F-4A7A-B3EB-A9D4D5AB87A4}"/>
              </a:ext>
            </a:extLst>
          </p:cNvPr>
          <p:cNvSpPr>
            <a:spLocks xmlns:a="http://schemas.openxmlformats.org/drawingml/2006/main" noGrp="1"/>
          </p:cNvSpPr>
          <p:nvPr/>
        </p:nvSpPr>
        <p:spPr>
          <a:xfrm xmlns:a="http://schemas.openxmlformats.org/drawingml/2006/main">
            <a:off x="2305050" y="4724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231F20"/>
            </a:solidFill>
          </a:ln>
        </p:spPr>
      </p:sp>
      <p:sp>
        <p:nvSpPr>
          <p:cNvPr id="51" name="wire-253">
            <a:extLst xmlns:a="http://schemas.openxmlformats.org/drawingml/2006/main">
              <a:ext uri="{FF2B5EF4-FFF2-40B4-BE49-F238E27FC236}">
                <a16:creationId xmlns:a16="http://schemas.microsoft.com/office/drawing/2014/main" id="{939E7FCE-AA7A-4063-9C24-1E1F1142A7B0}"/>
              </a:ext>
            </a:extLst>
          </p:cNvPr>
          <p:cNvSpPr>
            <a:spLocks xmlns:a="http://schemas.openxmlformats.org/drawingml/2006/main" noGrp="1"/>
          </p:cNvSpPr>
          <p:nvPr/>
        </p:nvSpPr>
        <p:spPr>
          <a:xfrm xmlns:a="http://schemas.openxmlformats.org/drawingml/2006/main">
            <a:off x="2543175" y="47244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231F20"/>
            </a:solidFill>
          </a:ln>
        </p:spPr>
      </p:sp>
      <p:sp>
        <p:nvSpPr>
          <p:cNvPr id="52" name="wire-254">
            <a:extLst xmlns:a="http://schemas.openxmlformats.org/drawingml/2006/main">
              <a:ext uri="{FF2B5EF4-FFF2-40B4-BE49-F238E27FC236}">
                <a16:creationId xmlns:a16="http://schemas.microsoft.com/office/drawing/2014/main" id="{6C229D8F-C44D-432D-9615-2FD415E6A340}"/>
              </a:ext>
            </a:extLst>
          </p:cNvPr>
          <p:cNvSpPr>
            <a:spLocks xmlns:a="http://schemas.openxmlformats.org/drawingml/2006/main" noGrp="1"/>
          </p:cNvSpPr>
          <p:nvPr/>
        </p:nvSpPr>
        <p:spPr>
          <a:xfrm xmlns:a="http://schemas.openxmlformats.org/drawingml/2006/main">
            <a:off x="2543175" y="5314950"/>
            <a:ext cx="1771650" cy="9525"/>
          </a:xfrm>
          <a:custGeom xmlns:a="http://schemas.openxmlformats.org/drawingml/2006/main">
            <a:pathLst>
              <a:path w="1771650" h="9525">
                <a:moveTo>
                  <a:pt x="0" y="0"/>
                </a:moveTo>
                <a:lnTo>
                  <a:pt x="1771650" y="0"/>
                </a:lnTo>
              </a:path>
            </a:pathLst>
          </a:custGeom>
          <a:noFill xmlns:a="http://schemas.openxmlformats.org/drawingml/2006/main"/>
          <a:ln xmlns:a="http://schemas.openxmlformats.org/drawingml/2006/main" w="28575">
            <a:solidFill>
              <a:srgbClr val="231F20"/>
            </a:solidFill>
          </a:ln>
        </p:spPr>
      </p:sp>
      <p:sp>
        <p:nvSpPr>
          <p:cNvPr id="53" name="wire-255">
            <a:extLst xmlns:a="http://schemas.openxmlformats.org/drawingml/2006/main">
              <a:ext uri="{FF2B5EF4-FFF2-40B4-BE49-F238E27FC236}">
                <a16:creationId xmlns:a16="http://schemas.microsoft.com/office/drawing/2014/main" id="{5BA180A3-4F9E-4A44-884C-9158A89253AE}"/>
              </a:ext>
            </a:extLst>
          </p:cNvPr>
          <p:cNvSpPr>
            <a:spLocks xmlns:a="http://schemas.openxmlformats.org/drawingml/2006/main" noGrp="1"/>
          </p:cNvSpPr>
          <p:nvPr/>
        </p:nvSpPr>
        <p:spPr>
          <a:xfrm xmlns:a="http://schemas.openxmlformats.org/drawingml/2006/main">
            <a:off x="4314825" y="469582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31F20"/>
            </a:solidFill>
          </a:ln>
        </p:spPr>
      </p:sp>
      <p:sp>
        <p:nvSpPr>
          <p:cNvPr id="54" name="wire-256">
            <a:extLst xmlns:a="http://schemas.openxmlformats.org/drawingml/2006/main">
              <a:ext uri="{FF2B5EF4-FFF2-40B4-BE49-F238E27FC236}">
                <a16:creationId xmlns:a16="http://schemas.microsoft.com/office/drawing/2014/main" id="{102C83D6-BBDC-4D5E-A6CA-1D212492C7FA}"/>
              </a:ext>
            </a:extLst>
          </p:cNvPr>
          <p:cNvSpPr>
            <a:spLocks xmlns:a="http://schemas.openxmlformats.org/drawingml/2006/main" noGrp="1"/>
          </p:cNvSpPr>
          <p:nvPr/>
        </p:nvSpPr>
        <p:spPr>
          <a:xfrm xmlns:a="http://schemas.openxmlformats.org/drawingml/2006/main">
            <a:off x="4314825" y="46958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231F20"/>
            </a:solidFill>
          </a:ln>
        </p:spPr>
      </p:sp>
      <p:sp>
        <p:nvSpPr>
          <p:cNvPr id="55" name="circuit-257">
            <a:extLst xmlns:a="http://schemas.openxmlformats.org/drawingml/2006/main">
              <a:ext uri="{FF2B5EF4-FFF2-40B4-BE49-F238E27FC236}">
                <a16:creationId xmlns:a16="http://schemas.microsoft.com/office/drawing/2014/main" id="{31D89157-0D6A-4A71-BC12-6166D3CF25C9}"/>
              </a:ext>
            </a:extLst>
          </p:cNvPr>
          <p:cNvSpPr>
            <a:spLocks xmlns:a="http://schemas.openxmlformats.org/drawingml/2006/main" noGrp="1"/>
          </p:cNvSpPr>
          <p:nvPr/>
        </p:nvSpPr>
        <p:spPr>
          <a:xfrm xmlns:a="http://schemas.openxmlformats.org/drawingml/2006/main">
            <a:off x="4524375" y="4664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6" name="text-258">
            <a:extLst xmlns:a="http://schemas.openxmlformats.org/drawingml/2006/main">
              <a:ext uri="{FF2B5EF4-FFF2-40B4-BE49-F238E27FC236}">
                <a16:creationId xmlns:a16="http://schemas.microsoft.com/office/drawing/2014/main" id="{3A0FE195-7FF4-40BB-8CFC-DE3BF330DC3E}"/>
              </a:ext>
            </a:extLst>
          </p:cNvPr>
          <p:cNvSpPr>
            <a:spLocks xmlns:a="http://schemas.openxmlformats.org/drawingml/2006/main" noGrp="1"/>
          </p:cNvSpPr>
          <p:nvPr/>
        </p:nvSpPr>
        <p:spPr>
          <a:xfrm xmlns:a="http://schemas.openxmlformats.org/drawingml/2006/main">
            <a:off x="3038475" y="5286375"/>
            <a:ext cx="1123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値 D</a:t>
            </a:r>
          </a:p>
        </p:txBody>
      </p:sp>
      <p:sp>
        <p:nvSpPr>
          <p:cNvPr id="57" name="block-259">
            <a:extLst xmlns:a="http://schemas.openxmlformats.org/drawingml/2006/main">
              <a:ext uri="{FF2B5EF4-FFF2-40B4-BE49-F238E27FC236}">
                <a16:creationId xmlns:a16="http://schemas.microsoft.com/office/drawing/2014/main" id="{F3A16643-3FC9-4C26-8795-9B3856BE7762}"/>
              </a:ext>
            </a:extLst>
          </p:cNvPr>
          <p:cNvSpPr>
            <a:spLocks xmlns:a="http://schemas.openxmlformats.org/drawingml/2006/main" noGrp="1"/>
          </p:cNvSpPr>
          <p:nvPr/>
        </p:nvSpPr>
        <p:spPr>
          <a:xfrm xmlns:a="http://schemas.openxmlformats.org/drawingml/2006/main">
            <a:off x="4600575" y="3105150"/>
            <a:ext cx="1104900" cy="19431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260">
            <a:extLst xmlns:a="http://schemas.openxmlformats.org/drawingml/2006/main">
              <a:ext uri="{FF2B5EF4-FFF2-40B4-BE49-F238E27FC236}">
                <a16:creationId xmlns:a16="http://schemas.microsoft.com/office/drawing/2014/main" id="{D91E28CD-5769-4BB3-BAA7-92FF0D456443}"/>
              </a:ext>
            </a:extLst>
          </p:cNvPr>
          <p:cNvSpPr>
            <a:spLocks xmlns:a="http://schemas.openxmlformats.org/drawingml/2006/main" noGrp="1"/>
          </p:cNvSpPr>
          <p:nvPr/>
        </p:nvSpPr>
        <p:spPr>
          <a:xfrm xmlns:a="http://schemas.openxmlformats.org/drawingml/2006/main">
            <a:off x="4676775" y="3162300"/>
            <a:ext cx="952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バス</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接続</a:t>
            </a:r>
          </a:p>
        </p:txBody>
      </p:sp>
      <p:sp>
        <p:nvSpPr>
          <p:cNvPr id="59" name="wire-261">
            <a:extLst xmlns:a="http://schemas.openxmlformats.org/drawingml/2006/main">
              <a:ext uri="{FF2B5EF4-FFF2-40B4-BE49-F238E27FC236}">
                <a16:creationId xmlns:a16="http://schemas.microsoft.com/office/drawing/2014/main" id="{997583C4-E0B3-4C8B-917E-D484794B3E7A}"/>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32385">
            <a:solidFill>
              <a:srgbClr val="231F20"/>
            </a:solidFill>
          </a:ln>
        </p:spPr>
      </p:sp>
      <p:sp>
        <p:nvSpPr>
          <p:cNvPr id="60" name="circuit-262">
            <a:extLst xmlns:a="http://schemas.openxmlformats.org/drawingml/2006/main">
              <a:ext uri="{FF2B5EF4-FFF2-40B4-BE49-F238E27FC236}">
                <a16:creationId xmlns:a16="http://schemas.microsoft.com/office/drawing/2014/main" id="{A1EA3305-0A21-495D-AF93-2C0151E68306}"/>
              </a:ext>
            </a:extLst>
          </p:cNvPr>
          <p:cNvSpPr>
            <a:spLocks xmlns:a="http://schemas.openxmlformats.org/drawingml/2006/main" noGrp="1"/>
          </p:cNvSpPr>
          <p:nvPr/>
        </p:nvSpPr>
        <p:spPr>
          <a:xfrm xmlns:a="http://schemas.openxmlformats.org/drawingml/2006/main">
            <a:off x="6715125" y="3921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1" name="wire-263">
            <a:extLst xmlns:a="http://schemas.openxmlformats.org/drawingml/2006/main">
              <a:ext uri="{FF2B5EF4-FFF2-40B4-BE49-F238E27FC236}">
                <a16:creationId xmlns:a16="http://schemas.microsoft.com/office/drawing/2014/main" id="{B013E58A-33E2-4F7D-8920-3E57858785CC}"/>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1085850" y="0"/>
                </a:moveTo>
                <a:lnTo>
                  <a:pt x="0" y="0"/>
                </a:lnTo>
              </a:path>
            </a:pathLst>
          </a:custGeom>
          <a:noFill xmlns:a="http://schemas.openxmlformats.org/drawingml/2006/main"/>
          <a:ln xmlns:a="http://schemas.openxmlformats.org/drawingml/2006/main" w="32385">
            <a:solidFill>
              <a:srgbClr val="231F20"/>
            </a:solidFill>
          </a:ln>
        </p:spPr>
      </p:sp>
      <p:sp>
        <p:nvSpPr>
          <p:cNvPr id="62" name="circuit-264">
            <a:extLst xmlns:a="http://schemas.openxmlformats.org/drawingml/2006/main">
              <a:ext uri="{FF2B5EF4-FFF2-40B4-BE49-F238E27FC236}">
                <a16:creationId xmlns:a16="http://schemas.microsoft.com/office/drawing/2014/main" id="{551AC15C-A65F-4523-A98A-6B82A96F7214}"/>
              </a:ext>
            </a:extLst>
          </p:cNvPr>
          <p:cNvSpPr>
            <a:spLocks xmlns:a="http://schemas.openxmlformats.org/drawingml/2006/main" noGrp="1"/>
          </p:cNvSpPr>
          <p:nvPr/>
        </p:nvSpPr>
        <p:spPr>
          <a:xfrm xmlns:a="http://schemas.openxmlformats.org/drawingml/2006/main">
            <a:off x="5705475" y="3921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265">
            <a:extLst xmlns:a="http://schemas.openxmlformats.org/drawingml/2006/main">
              <a:ext uri="{FF2B5EF4-FFF2-40B4-BE49-F238E27FC236}">
                <a16:creationId xmlns:a16="http://schemas.microsoft.com/office/drawing/2014/main" id="{E4236A21-29FD-4253-869A-FC8D0685644A}"/>
              </a:ext>
            </a:extLst>
          </p:cNvPr>
          <p:cNvSpPr>
            <a:spLocks xmlns:a="http://schemas.openxmlformats.org/drawingml/2006/main" noGrp="1"/>
          </p:cNvSpPr>
          <p:nvPr/>
        </p:nvSpPr>
        <p:spPr>
          <a:xfrm xmlns:a="http://schemas.openxmlformats.org/drawingml/2006/main">
            <a:off x="5886450" y="3467100"/>
            <a:ext cx="8286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番地・値</a:t>
            </a:r>
          </a:p>
        </p:txBody>
      </p:sp>
      <p:sp>
        <p:nvSpPr>
          <p:cNvPr id="64" name="text-266">
            <a:extLst xmlns:a="http://schemas.openxmlformats.org/drawingml/2006/main">
              <a:ext uri="{FF2B5EF4-FFF2-40B4-BE49-F238E27FC236}">
                <a16:creationId xmlns:a16="http://schemas.microsoft.com/office/drawing/2014/main" id="{444E33BA-E904-42C6-A01B-FB1E81760EB9}"/>
              </a:ext>
            </a:extLst>
          </p:cNvPr>
          <p:cNvSpPr>
            <a:spLocks xmlns:a="http://schemas.openxmlformats.org/drawingml/2006/main" noGrp="1"/>
          </p:cNvSpPr>
          <p:nvPr/>
        </p:nvSpPr>
        <p:spPr>
          <a:xfrm xmlns:a="http://schemas.openxmlformats.org/drawingml/2006/main">
            <a:off x="5934075" y="40862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Yu Gothic"/>
                <a:ea typeface="Yu Gothic"/>
                <a:cs typeface="Yu Gothic"/>
              </a:defRPr>
            </a:defPPr>
            <a:lvl1pPr algn="l">
              <a:defRPr sz="1575" b="0">
                <a:solidFill>
                  <a:srgbClr val="1572C3"/>
                </a:solidFill>
                <a:latin typeface="Yu Gothic"/>
                <a:ea typeface="Yu Gothic"/>
                <a:cs typeface="Yu Gothic"/>
              </a:defRPr>
            </a:lvl1pPr>
            <a:lvl2pPr algn="l">
              <a:defRPr sz="1575" b="0">
                <a:solidFill>
                  <a:srgbClr val="1572C3"/>
                </a:solidFill>
                <a:latin typeface="Yu Gothic"/>
                <a:ea typeface="Yu Gothic"/>
                <a:cs typeface="Yu Gothic"/>
              </a:defRPr>
            </a:lvl2pPr>
            <a:lvl3pPr algn="l">
              <a:defRPr sz="1575" b="0">
                <a:solidFill>
                  <a:srgbClr val="1572C3"/>
                </a:solidFill>
                <a:latin typeface="Yu Gothic"/>
                <a:ea typeface="Yu Gothic"/>
                <a:cs typeface="Yu Gothic"/>
              </a:defRPr>
            </a:lvl3pPr>
            <a:lvl4pPr algn="l">
              <a:defRPr sz="1575" b="0">
                <a:solidFill>
                  <a:srgbClr val="1572C3"/>
                </a:solidFill>
                <a:latin typeface="Yu Gothic"/>
                <a:ea typeface="Yu Gothic"/>
                <a:cs typeface="Yu Gothic"/>
              </a:defRPr>
            </a:lvl4pPr>
            <a:lvl5pPr algn="l">
              <a:defRPr sz="1575" b="0">
                <a:solidFill>
                  <a:srgbClr val="1572C3"/>
                </a:solidFill>
                <a:latin typeface="Yu Gothic"/>
                <a:ea typeface="Yu Gothic"/>
                <a:cs typeface="Yu Gothic"/>
              </a:defRPr>
            </a:lvl5pPr>
            <a:lvl6pPr algn="l">
              <a:defRPr sz="1575" b="0">
                <a:solidFill>
                  <a:srgbClr val="1572C3"/>
                </a:solidFill>
                <a:latin typeface="Yu Gothic"/>
                <a:ea typeface="Yu Gothic"/>
                <a:cs typeface="Yu Gothic"/>
              </a:defRPr>
            </a:lvl6pPr>
            <a:lvl7pPr algn="l">
              <a:defRPr sz="1575" b="0">
                <a:solidFill>
                  <a:srgbClr val="1572C3"/>
                </a:solidFill>
                <a:latin typeface="Yu Gothic"/>
                <a:ea typeface="Yu Gothic"/>
                <a:cs typeface="Yu Gothic"/>
              </a:defRPr>
            </a:lvl7pPr>
            <a:lvl8pPr algn="l">
              <a:defRPr sz="1575" b="0">
                <a:solidFill>
                  <a:srgbClr val="1572C3"/>
                </a:solidFill>
                <a:latin typeface="Yu Gothic"/>
                <a:ea typeface="Yu Gothic"/>
                <a:cs typeface="Yu Gothic"/>
              </a:defRPr>
            </a:lvl8pPr>
            <a:lvl9pPr algn="l">
              <a:defRPr sz="1575" b="0">
                <a:solidFill>
                  <a:srgbClr val="1572C3"/>
                </a:solidFill>
                <a:latin typeface="Yu Gothic"/>
                <a:ea typeface="Yu Gothic"/>
                <a:cs typeface="Yu Gothic"/>
              </a:defRPr>
            </a:lvl9pPr>
          </a:lstStyle>
          <a:p xmlns:a="http://schemas.openxmlformats.org/drawingml/2006/main">
            <a:pPr algn="l">
              <a:defRPr sz="1575" b="0">
                <a:solidFill>
                  <a:srgbClr val="1572C3"/>
                </a:solidFill>
                <a:latin typeface="Yu Gothic"/>
                <a:ea typeface="Yu Gothic"/>
                <a:cs typeface="Yu Gothic"/>
              </a:defRPr>
            </a:pPr>
            <a:r>
              <a:rPr sz="1575" b="0">
                <a:solidFill>
                  <a:srgbClr val="1572C3"/>
                </a:solidFill>
                <a:latin typeface="Yu Gothic"/>
                <a:ea typeface="Yu Gothic"/>
                <a:cs typeface="Yu Gothic"/>
              </a:rPr>
              <a:t>応答</a:t>
            </a:r>
          </a:p>
        </p:txBody>
      </p:sp>
      <p:sp>
        <p:nvSpPr>
          <p:cNvPr id="65" name="wire-267">
            <a:extLst xmlns:a="http://schemas.openxmlformats.org/drawingml/2006/main">
              <a:ext uri="{FF2B5EF4-FFF2-40B4-BE49-F238E27FC236}">
                <a16:creationId xmlns:a16="http://schemas.microsoft.com/office/drawing/2014/main" id="{CB5B2EC4-722C-4145-9254-FA02DB382901}"/>
              </a:ext>
            </a:extLst>
          </p:cNvPr>
          <p:cNvSpPr>
            <a:spLocks xmlns:a="http://schemas.openxmlformats.org/drawingml/2006/main" noGrp="1"/>
          </p:cNvSpPr>
          <p:nvPr/>
        </p:nvSpPr>
        <p:spPr>
          <a:xfrm xmlns:a="http://schemas.openxmlformats.org/drawingml/2006/main">
            <a:off x="6791325" y="2552700"/>
            <a:ext cx="9525" cy="2819400"/>
          </a:xfrm>
          <a:custGeom xmlns:a="http://schemas.openxmlformats.org/drawingml/2006/main">
            <a:pathLst>
              <a:path w="9525" h="2819400">
                <a:moveTo>
                  <a:pt x="0" y="0"/>
                </a:moveTo>
                <a:lnTo>
                  <a:pt x="0" y="2819400"/>
                </a:lnTo>
              </a:path>
            </a:pathLst>
          </a:custGeom>
          <a:noFill xmlns:a="http://schemas.openxmlformats.org/drawingml/2006/main"/>
          <a:ln xmlns:a="http://schemas.openxmlformats.org/drawingml/2006/main" w="32385">
            <a:solidFill>
              <a:srgbClr val="231F20"/>
            </a:solidFill>
          </a:ln>
        </p:spPr>
      </p:sp>
      <p:sp>
        <p:nvSpPr>
          <p:cNvPr id="66" name="text-268">
            <a:extLst xmlns:a="http://schemas.openxmlformats.org/drawingml/2006/main">
              <a:ext uri="{FF2B5EF4-FFF2-40B4-BE49-F238E27FC236}">
                <a16:creationId xmlns:a16="http://schemas.microsoft.com/office/drawing/2014/main" id="{2C055379-E8C6-4873-954D-44A2CC5CE80E}"/>
              </a:ext>
            </a:extLst>
          </p:cNvPr>
          <p:cNvSpPr>
            <a:spLocks xmlns:a="http://schemas.openxmlformats.org/drawingml/2006/main" noGrp="1"/>
          </p:cNvSpPr>
          <p:nvPr/>
        </p:nvSpPr>
        <p:spPr>
          <a:xfrm xmlns:a="http://schemas.openxmlformats.org/drawingml/2006/main">
            <a:off x="6419850" y="5543550"/>
            <a:ext cx="81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AHB</a:t>
            </a:r>
          </a:p>
        </p:txBody>
      </p:sp>
      <p:sp>
        <p:nvSpPr>
          <p:cNvPr id="67" name="block-269">
            <a:extLst xmlns:a="http://schemas.openxmlformats.org/drawingml/2006/main">
              <a:ext uri="{FF2B5EF4-FFF2-40B4-BE49-F238E27FC236}">
                <a16:creationId xmlns:a16="http://schemas.microsoft.com/office/drawing/2014/main" id="{4F3629F9-72BF-4BE6-8BC3-94C68D364F1C}"/>
              </a:ext>
            </a:extLst>
          </p:cNvPr>
          <p:cNvSpPr>
            <a:spLocks xmlns:a="http://schemas.openxmlformats.org/drawingml/2006/main" noGrp="1"/>
          </p:cNvSpPr>
          <p:nvPr/>
        </p:nvSpPr>
        <p:spPr>
          <a:xfrm xmlns:a="http://schemas.openxmlformats.org/drawingml/2006/main">
            <a:off x="7591425" y="2257425"/>
            <a:ext cx="16097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8" name="text-270">
            <a:extLst xmlns:a="http://schemas.openxmlformats.org/drawingml/2006/main">
              <a:ext uri="{FF2B5EF4-FFF2-40B4-BE49-F238E27FC236}">
                <a16:creationId xmlns:a16="http://schemas.microsoft.com/office/drawing/2014/main" id="{3751D9EF-5999-4B39-B160-8261CF7514AE}"/>
              </a:ext>
            </a:extLst>
          </p:cNvPr>
          <p:cNvSpPr>
            <a:spLocks xmlns:a="http://schemas.openxmlformats.org/drawingml/2006/main" noGrp="1"/>
          </p:cNvSpPr>
          <p:nvPr/>
        </p:nvSpPr>
        <p:spPr>
          <a:xfrm xmlns:a="http://schemas.openxmlformats.org/drawingml/2006/main">
            <a:off x="7667625" y="2314575"/>
            <a:ext cx="1457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9" name="block-271">
            <a:extLst xmlns:a="http://schemas.openxmlformats.org/drawingml/2006/main">
              <a:ext uri="{FF2B5EF4-FFF2-40B4-BE49-F238E27FC236}">
                <a16:creationId xmlns:a16="http://schemas.microsoft.com/office/drawing/2014/main" id="{09F2454F-0572-47D7-A46B-C0177BCEBCE7}"/>
              </a:ext>
            </a:extLst>
          </p:cNvPr>
          <p:cNvSpPr>
            <a:spLocks xmlns:a="http://schemas.openxmlformats.org/drawingml/2006/main" noGrp="1"/>
          </p:cNvSpPr>
          <p:nvPr/>
        </p:nvSpPr>
        <p:spPr>
          <a:xfrm xmlns:a="http://schemas.openxmlformats.org/drawingml/2006/main">
            <a:off x="9696450" y="2000250"/>
            <a:ext cx="1885950" cy="11430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0" name="text-272">
            <a:extLst xmlns:a="http://schemas.openxmlformats.org/drawingml/2006/main">
              <a:ext uri="{FF2B5EF4-FFF2-40B4-BE49-F238E27FC236}">
                <a16:creationId xmlns:a16="http://schemas.microsoft.com/office/drawing/2014/main" id="{9AA3A576-0865-4973-B849-F785EE9603AA}"/>
              </a:ext>
            </a:extLst>
          </p:cNvPr>
          <p:cNvSpPr>
            <a:spLocks xmlns:a="http://schemas.openxmlformats.org/drawingml/2006/main" noGrp="1"/>
          </p:cNvSpPr>
          <p:nvPr/>
        </p:nvSpPr>
        <p:spPr>
          <a:xfrm xmlns:a="http://schemas.openxmlformats.org/drawingml/2006/main">
            <a:off x="9772650" y="2057400"/>
            <a:ext cx="17335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Arial"/>
                <a:ea typeface="Arial"/>
                <a:cs typeface="Arial"/>
              </a:defRPr>
            </a:defPPr>
            <a:lvl1pPr algn="ctr">
              <a:defRPr sz="2025" b="1">
                <a:solidFill>
                  <a:srgbClr val="231F20"/>
                </a:solidFill>
                <a:latin typeface="Arial"/>
                <a:ea typeface="Arial"/>
                <a:cs typeface="Arial"/>
              </a:defRPr>
            </a:lvl1pPr>
            <a:lvl2pPr algn="ctr">
              <a:defRPr sz="2025" b="1">
                <a:solidFill>
                  <a:srgbClr val="231F20"/>
                </a:solidFill>
                <a:latin typeface="Arial"/>
                <a:ea typeface="Arial"/>
                <a:cs typeface="Arial"/>
              </a:defRPr>
            </a:lvl2pPr>
            <a:lvl3pPr algn="ctr">
              <a:defRPr sz="2025" b="1">
                <a:solidFill>
                  <a:srgbClr val="231F20"/>
                </a:solidFill>
                <a:latin typeface="Arial"/>
                <a:ea typeface="Arial"/>
                <a:cs typeface="Arial"/>
              </a:defRPr>
            </a:lvl3pPr>
            <a:lvl4pPr algn="ctr">
              <a:defRPr sz="2025" b="1">
                <a:solidFill>
                  <a:srgbClr val="231F20"/>
                </a:solidFill>
                <a:latin typeface="Arial"/>
                <a:ea typeface="Arial"/>
                <a:cs typeface="Arial"/>
              </a:defRPr>
            </a:lvl4pPr>
            <a:lvl5pPr algn="ctr">
              <a:defRPr sz="2025" b="1">
                <a:solidFill>
                  <a:srgbClr val="231F20"/>
                </a:solidFill>
                <a:latin typeface="Arial"/>
                <a:ea typeface="Arial"/>
                <a:cs typeface="Arial"/>
              </a:defRPr>
            </a:lvl5pPr>
            <a:lvl6pPr algn="ctr">
              <a:defRPr sz="2025" b="1">
                <a:solidFill>
                  <a:srgbClr val="231F20"/>
                </a:solidFill>
                <a:latin typeface="Arial"/>
                <a:ea typeface="Arial"/>
                <a:cs typeface="Arial"/>
              </a:defRPr>
            </a:lvl6pPr>
            <a:lvl7pPr algn="ctr">
              <a:defRPr sz="2025" b="1">
                <a:solidFill>
                  <a:srgbClr val="231F20"/>
                </a:solidFill>
                <a:latin typeface="Arial"/>
                <a:ea typeface="Arial"/>
                <a:cs typeface="Arial"/>
              </a:defRPr>
            </a:lvl7pPr>
            <a:lvl8pPr algn="ctr">
              <a:defRPr sz="2025" b="1">
                <a:solidFill>
                  <a:srgbClr val="231F20"/>
                </a:solidFill>
                <a:latin typeface="Arial"/>
                <a:ea typeface="Arial"/>
                <a:cs typeface="Arial"/>
              </a:defRPr>
            </a:lvl8pPr>
            <a:lvl9pPr algn="ctr">
              <a:defRPr sz="2025" b="1">
                <a:solidFill>
                  <a:srgbClr val="231F20"/>
                </a:solidFill>
                <a:latin typeface="Arial"/>
                <a:ea typeface="Arial"/>
                <a:cs typeface="Arial"/>
              </a:defRPr>
            </a:lvl9pPr>
          </a:lstStyle>
          <a:p xmlns:a="http://schemas.openxmlformats.org/drawingml/2006/main">
            <a:pPr algn="ctr">
              <a:defRPr sz="2025" b="1">
                <a:solidFill>
                  <a:srgbClr val="231F20"/>
                </a:solidFill>
                <a:latin typeface="Arial"/>
                <a:ea typeface="Arial"/>
                <a:cs typeface="Arial"/>
              </a:defRPr>
            </a:pPr>
            <a:r>
              <a:rPr sz="2025" b="1">
                <a:solidFill>
                  <a:srgbClr val="231F20"/>
                </a:solidFill>
                <a:latin typeface="Arial"/>
                <a:ea typeface="Arial"/>
                <a:cs typeface="Arial"/>
              </a:rPr>
              <a:t>DDR3</a:t>
            </a:r>
          </a:p>
        </p:txBody>
      </p:sp>
      <p:sp>
        <p:nvSpPr>
          <p:cNvPr id="71" name="wire-273">
            <a:extLst xmlns:a="http://schemas.openxmlformats.org/drawingml/2006/main">
              <a:ext uri="{FF2B5EF4-FFF2-40B4-BE49-F238E27FC236}">
                <a16:creationId xmlns:a16="http://schemas.microsoft.com/office/drawing/2014/main" id="{F9C909FA-1A4A-4149-A434-8C3BFB2D7D86}"/>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72" name="circuit-274">
            <a:extLst xmlns:a="http://schemas.openxmlformats.org/drawingml/2006/main">
              <a:ext uri="{FF2B5EF4-FFF2-40B4-BE49-F238E27FC236}">
                <a16:creationId xmlns:a16="http://schemas.microsoft.com/office/drawing/2014/main" id="{FBAD3C61-9B3A-4228-A536-F4D03EDCA65C}"/>
              </a:ext>
            </a:extLst>
          </p:cNvPr>
          <p:cNvSpPr>
            <a:spLocks xmlns:a="http://schemas.openxmlformats.org/drawingml/2006/main" noGrp="1"/>
          </p:cNvSpPr>
          <p:nvPr/>
        </p:nvSpPr>
        <p:spPr>
          <a:xfrm xmlns:a="http://schemas.openxmlformats.org/drawingml/2006/main">
            <a:off x="7515225"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3" name="wire-275">
            <a:extLst xmlns:a="http://schemas.openxmlformats.org/drawingml/2006/main">
              <a:ext uri="{FF2B5EF4-FFF2-40B4-BE49-F238E27FC236}">
                <a16:creationId xmlns:a16="http://schemas.microsoft.com/office/drawing/2014/main" id="{6DDED934-00BD-4612-B131-34AD7DDCE685}"/>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74" name="circuit-276">
            <a:extLst xmlns:a="http://schemas.openxmlformats.org/drawingml/2006/main">
              <a:ext uri="{FF2B5EF4-FFF2-40B4-BE49-F238E27FC236}">
                <a16:creationId xmlns:a16="http://schemas.microsoft.com/office/drawing/2014/main" id="{F4CCF0A8-2A69-430C-A8D0-2CA35C1717E4}"/>
              </a:ext>
            </a:extLst>
          </p:cNvPr>
          <p:cNvSpPr>
            <a:spLocks xmlns:a="http://schemas.openxmlformats.org/drawingml/2006/main" noGrp="1"/>
          </p:cNvSpPr>
          <p:nvPr/>
        </p:nvSpPr>
        <p:spPr>
          <a:xfrm xmlns:a="http://schemas.openxmlformats.org/drawingml/2006/main">
            <a:off x="6791325"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5" name="wire-277">
            <a:extLst xmlns:a="http://schemas.openxmlformats.org/drawingml/2006/main">
              <a:ext uri="{FF2B5EF4-FFF2-40B4-BE49-F238E27FC236}">
                <a16:creationId xmlns:a16="http://schemas.microsoft.com/office/drawing/2014/main" id="{3185628B-62BB-489C-B206-3573FE14238E}"/>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0" y="0"/>
                </a:moveTo>
                <a:lnTo>
                  <a:pt x="495300" y="0"/>
                </a:lnTo>
              </a:path>
            </a:pathLst>
          </a:custGeom>
          <a:noFill xmlns:a="http://schemas.openxmlformats.org/drawingml/2006/main"/>
          <a:ln xmlns:a="http://schemas.openxmlformats.org/drawingml/2006/main" w="28575">
            <a:solidFill>
              <a:srgbClr val="231F20"/>
            </a:solidFill>
          </a:ln>
        </p:spPr>
      </p:sp>
      <p:sp>
        <p:nvSpPr>
          <p:cNvPr id="76" name="circuit-278">
            <a:extLst xmlns:a="http://schemas.openxmlformats.org/drawingml/2006/main">
              <a:ext uri="{FF2B5EF4-FFF2-40B4-BE49-F238E27FC236}">
                <a16:creationId xmlns:a16="http://schemas.microsoft.com/office/drawing/2014/main" id="{31D417A9-7FC7-4033-86A5-36ABA41EEFE8}"/>
              </a:ext>
            </a:extLst>
          </p:cNvPr>
          <p:cNvSpPr>
            <a:spLocks xmlns:a="http://schemas.openxmlformats.org/drawingml/2006/main" noGrp="1"/>
          </p:cNvSpPr>
          <p:nvPr/>
        </p:nvSpPr>
        <p:spPr>
          <a:xfrm xmlns:a="http://schemas.openxmlformats.org/drawingml/2006/main">
            <a:off x="9620250"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7" name="wire-279">
            <a:extLst xmlns:a="http://schemas.openxmlformats.org/drawingml/2006/main">
              <a:ext uri="{FF2B5EF4-FFF2-40B4-BE49-F238E27FC236}">
                <a16:creationId xmlns:a16="http://schemas.microsoft.com/office/drawing/2014/main" id="{1A21394D-B181-437F-8F09-80B9B2E89659}"/>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495300" y="0"/>
                </a:moveTo>
                <a:lnTo>
                  <a:pt x="0" y="0"/>
                </a:lnTo>
              </a:path>
            </a:pathLst>
          </a:custGeom>
          <a:noFill xmlns:a="http://schemas.openxmlformats.org/drawingml/2006/main"/>
          <a:ln xmlns:a="http://schemas.openxmlformats.org/drawingml/2006/main" w="28575">
            <a:solidFill>
              <a:srgbClr val="231F20"/>
            </a:solidFill>
          </a:ln>
        </p:spPr>
      </p:sp>
      <p:sp>
        <p:nvSpPr>
          <p:cNvPr id="78" name="circuit-280">
            <a:extLst xmlns:a="http://schemas.openxmlformats.org/drawingml/2006/main">
              <a:ext uri="{FF2B5EF4-FFF2-40B4-BE49-F238E27FC236}">
                <a16:creationId xmlns:a16="http://schemas.microsoft.com/office/drawing/2014/main" id="{0BFA322D-14CC-4755-B8EE-AA96057DAE46}"/>
              </a:ext>
            </a:extLst>
          </p:cNvPr>
          <p:cNvSpPr>
            <a:spLocks xmlns:a="http://schemas.openxmlformats.org/drawingml/2006/main" noGrp="1"/>
          </p:cNvSpPr>
          <p:nvPr/>
        </p:nvSpPr>
        <p:spPr>
          <a:xfrm xmlns:a="http://schemas.openxmlformats.org/drawingml/2006/main">
            <a:off x="9201150"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9" name="text-281">
            <a:extLst xmlns:a="http://schemas.openxmlformats.org/drawingml/2006/main">
              <a:ext uri="{FF2B5EF4-FFF2-40B4-BE49-F238E27FC236}">
                <a16:creationId xmlns:a16="http://schemas.microsoft.com/office/drawing/2014/main" id="{15B16DE1-FF03-48A3-856B-AF18EE04DBA1}"/>
              </a:ext>
            </a:extLst>
          </p:cNvPr>
          <p:cNvSpPr>
            <a:spLocks xmlns:a="http://schemas.openxmlformats.org/drawingml/2006/main" noGrp="1"/>
          </p:cNvSpPr>
          <p:nvPr/>
        </p:nvSpPr>
        <p:spPr>
          <a:xfrm xmlns:a="http://schemas.openxmlformats.org/drawingml/2006/main">
            <a:off x="9705975" y="273367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命令・データ</a:t>
            </a:r>
          </a:p>
        </p:txBody>
      </p:sp>
      <p:sp>
        <p:nvSpPr>
          <p:cNvPr id="80" name="text-282">
            <a:extLst xmlns:a="http://schemas.openxmlformats.org/drawingml/2006/main">
              <a:ext uri="{FF2B5EF4-FFF2-40B4-BE49-F238E27FC236}">
                <a16:creationId xmlns:a16="http://schemas.microsoft.com/office/drawing/2014/main" id="{0BF18E91-EEF1-4ABA-AC5B-ED9384A822E6}"/>
              </a:ext>
            </a:extLst>
          </p:cNvPr>
          <p:cNvSpPr>
            <a:spLocks xmlns:a="http://schemas.openxmlformats.org/drawingml/2006/main" noGrp="1"/>
          </p:cNvSpPr>
          <p:nvPr/>
        </p:nvSpPr>
        <p:spPr>
          <a:xfrm xmlns:a="http://schemas.openxmlformats.org/drawingml/2006/main">
            <a:off x="7305675" y="3676650"/>
            <a:ext cx="42957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命令もデータも、外のメモリへアクセスする</a:t>
            </a:r>
          </a:p>
        </p:txBody>
      </p:sp>
      <p:sp>
        <p:nvSpPr>
          <p:cNvPr id="81" name="text-283">
            <a:extLst xmlns:a="http://schemas.openxmlformats.org/drawingml/2006/main">
              <a:ext uri="{FF2B5EF4-FFF2-40B4-BE49-F238E27FC236}">
                <a16:creationId xmlns:a16="http://schemas.microsoft.com/office/drawing/2014/main" id="{E91C3117-53D9-4A47-97D8-C1FB8CD4FE8F}"/>
              </a:ext>
            </a:extLst>
          </p:cNvPr>
          <p:cNvSpPr>
            <a:spLocks xmlns:a="http://schemas.openxmlformats.org/drawingml/2006/main" noGrp="1"/>
          </p:cNvSpPr>
          <p:nvPr/>
        </p:nvSpPr>
        <p:spPr>
          <a:xfrm xmlns:a="http://schemas.openxmlformats.org/drawingml/2006/main">
            <a:off x="7305675" y="4953000"/>
            <a:ext cx="42957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相手から応答が返るまで待つ</a:t>
            </a:r>
          </a:p>
        </p:txBody>
      </p:sp>
      <p:sp>
        <p:nvSpPr>
          <p:cNvPr id="82" name="text-284">
            <a:extLst xmlns:a="http://schemas.openxmlformats.org/drawingml/2006/main">
              <a:ext uri="{FF2B5EF4-FFF2-40B4-BE49-F238E27FC236}">
                <a16:creationId xmlns:a16="http://schemas.microsoft.com/office/drawing/2014/main" id="{EED8753B-C810-4357-9F11-C759EED866A7}"/>
              </a:ext>
            </a:extLst>
          </p:cNvPr>
          <p:cNvSpPr>
            <a:spLocks xmlns:a="http://schemas.openxmlformats.org/drawingml/2006/main" noGrp="1"/>
          </p:cNvSpPr>
          <p:nvPr/>
        </p:nvSpPr>
        <p:spPr>
          <a:xfrm xmlns:a="http://schemas.openxmlformats.org/drawingml/2006/main">
            <a:off x="609600" y="59721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左の演算回路を残し、メモリへの接続をバスへ延ばす</a:t>
            </a:r>
          </a:p>
        </p:txBody>
      </p:sp>
      <p:sp>
        <p:nvSpPr>
          <p:cNvPr id="83" name="text-285">
            <a:extLst xmlns:a="http://schemas.openxmlformats.org/drawingml/2006/main">
              <a:ext uri="{FF2B5EF4-FFF2-40B4-BE49-F238E27FC236}">
                <a16:creationId xmlns:a16="http://schemas.microsoft.com/office/drawing/2014/main" id="{A6F449D3-5ACE-4D43-93F3-9B36BC646D9F}"/>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5</a:t>
            </a:r>
          </a:p>
        </p:txBody>
      </p:sp>
      <p:sp>
        <p:nvSpPr>
          <p:cNvPr id="84" name="text-286">
            <a:extLst xmlns:a="http://schemas.openxmlformats.org/drawingml/2006/main">
              <a:ext uri="{FF2B5EF4-FFF2-40B4-BE49-F238E27FC236}">
                <a16:creationId xmlns:a16="http://schemas.microsoft.com/office/drawing/2014/main" id="{CB9902D6-B879-4953-BB5F-72E32E8E18AB}"/>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機能をまとめた接続図。命令・データのキャッシュ、番地変換、パイプライン、仲裁は省略</a:t>
            </a:r>
          </a:p>
        </p:txBody>
      </p:sp>
    </p:spTree>
    <p:extLst>
      <p:ext uri="{BB962C8B-B14F-4D97-AF65-F5344CB8AC3E}">
        <p14:creationId xmlns:p14="http://schemas.microsoft.com/office/powerpoint/2010/main" val="2496608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3" name="text-287">
            <a:extLst xmlns:a="http://schemas.openxmlformats.org/drawingml/2006/main">
              <a:ext uri="{FF2B5EF4-FFF2-40B4-BE49-F238E27FC236}">
                <a16:creationId xmlns:a16="http://schemas.microsoft.com/office/drawing/2014/main" id="{14A15BC8-4F70-4073-9C56-558E19C54FE7}"/>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6</a:t>
            </a:r>
          </a:p>
        </p:txBody>
      </p:sp>
      <p:sp>
        <p:nvSpPr>
          <p:cNvPr id="2" name="text-288">
            <a:extLst xmlns:a="http://schemas.openxmlformats.org/drawingml/2006/main">
              <a:ext uri="{FF2B5EF4-FFF2-40B4-BE49-F238E27FC236}">
                <a16:creationId xmlns:a16="http://schemas.microsoft.com/office/drawing/2014/main" id="{4B8FF210-D5D1-44F3-8D4D-A2DD851371D3}"/>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SDカードからDDR3へ読み込み、実行する</a:t>
            </a:r>
          </a:p>
        </p:txBody>
      </p:sp>
      <p:sp>
        <p:nvSpPr>
          <p:cNvPr id="3" name="text-289">
            <a:extLst xmlns:a="http://schemas.openxmlformats.org/drawingml/2006/main">
              <a:ext uri="{FF2B5EF4-FFF2-40B4-BE49-F238E27FC236}">
                <a16:creationId xmlns:a16="http://schemas.microsoft.com/office/drawing/2014/main" id="{C84EC17E-29EB-4C39-AE7A-FF8AC8A529C5}"/>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6</a:t>
            </a:r>
          </a:p>
        </p:txBody>
      </p:sp>
      <p:sp>
        <p:nvSpPr>
          <p:cNvPr id="4" name="text-290">
            <a:extLst xmlns:a="http://schemas.openxmlformats.org/drawingml/2006/main">
              <a:ext uri="{FF2B5EF4-FFF2-40B4-BE49-F238E27FC236}">
                <a16:creationId xmlns:a16="http://schemas.microsoft.com/office/drawing/2014/main" id="{45FA4FDC-D863-4971-BE47-B38621E815AD}"/>
              </a:ext>
            </a:extLst>
          </p:cNvPr>
          <p:cNvSpPr>
            <a:spLocks xmlns:a="http://schemas.openxmlformats.org/drawingml/2006/main" noGrp="1"/>
          </p:cNvSpPr>
          <p:nvPr/>
        </p:nvSpPr>
        <p:spPr>
          <a:xfrm xmlns:a="http://schemas.openxmlformats.org/drawingml/2006/main">
            <a:off x="609600" y="129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保存場所はSDカード、実行時の置き場所はDDR3</a:t>
            </a:r>
          </a:p>
        </p:txBody>
      </p:sp>
      <p:sp>
        <p:nvSpPr>
          <p:cNvPr id="5" name="block-291">
            <a:extLst xmlns:a="http://schemas.openxmlformats.org/drawingml/2006/main">
              <a:ext uri="{FF2B5EF4-FFF2-40B4-BE49-F238E27FC236}">
                <a16:creationId xmlns:a16="http://schemas.microsoft.com/office/drawing/2014/main" id="{00EF560B-55A0-4BFB-9FE7-42FFC99FF711}"/>
              </a:ext>
            </a:extLst>
          </p:cNvPr>
          <p:cNvSpPr>
            <a:spLocks xmlns:a="http://schemas.openxmlformats.org/drawingml/2006/main" noGrp="1"/>
          </p:cNvSpPr>
          <p:nvPr/>
        </p:nvSpPr>
        <p:spPr>
          <a:xfrm xmlns:a="http://schemas.openxmlformats.org/drawingml/2006/main">
            <a:off x="609600" y="2133600"/>
            <a:ext cx="5248275" cy="3619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292">
            <a:extLst xmlns:a="http://schemas.openxmlformats.org/drawingml/2006/main">
              <a:ext uri="{FF2B5EF4-FFF2-40B4-BE49-F238E27FC236}">
                <a16:creationId xmlns:a16="http://schemas.microsoft.com/office/drawing/2014/main" id="{BE951294-2DDE-4C28-8948-9B37108E034E}"/>
              </a:ext>
            </a:extLst>
          </p:cNvPr>
          <p:cNvSpPr>
            <a:spLocks xmlns:a="http://schemas.openxmlformats.org/drawingml/2006/main" noGrp="1"/>
          </p:cNvSpPr>
          <p:nvPr/>
        </p:nvSpPr>
        <p:spPr>
          <a:xfrm xmlns:a="http://schemas.openxmlformats.org/drawingml/2006/main">
            <a:off x="733425" y="2209800"/>
            <a:ext cx="95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Arial"/>
                <a:ea typeface="Arial"/>
                <a:cs typeface="Arial"/>
              </a:defRPr>
            </a:defPPr>
            <a:lvl1pPr algn="l">
              <a:defRPr sz="2025" b="1">
                <a:solidFill>
                  <a:srgbClr val="231F20"/>
                </a:solidFill>
                <a:latin typeface="Arial"/>
                <a:ea typeface="Arial"/>
                <a:cs typeface="Arial"/>
              </a:defRPr>
            </a:lvl1pPr>
            <a:lvl2pPr algn="l">
              <a:defRPr sz="2025" b="1">
                <a:solidFill>
                  <a:srgbClr val="231F20"/>
                </a:solidFill>
                <a:latin typeface="Arial"/>
                <a:ea typeface="Arial"/>
                <a:cs typeface="Arial"/>
              </a:defRPr>
            </a:lvl2pPr>
            <a:lvl3pPr algn="l">
              <a:defRPr sz="2025" b="1">
                <a:solidFill>
                  <a:srgbClr val="231F20"/>
                </a:solidFill>
                <a:latin typeface="Arial"/>
                <a:ea typeface="Arial"/>
                <a:cs typeface="Arial"/>
              </a:defRPr>
            </a:lvl3pPr>
            <a:lvl4pPr algn="l">
              <a:defRPr sz="2025" b="1">
                <a:solidFill>
                  <a:srgbClr val="231F20"/>
                </a:solidFill>
                <a:latin typeface="Arial"/>
                <a:ea typeface="Arial"/>
                <a:cs typeface="Arial"/>
              </a:defRPr>
            </a:lvl4pPr>
            <a:lvl5pPr algn="l">
              <a:defRPr sz="2025" b="1">
                <a:solidFill>
                  <a:srgbClr val="231F20"/>
                </a:solidFill>
                <a:latin typeface="Arial"/>
                <a:ea typeface="Arial"/>
                <a:cs typeface="Arial"/>
              </a:defRPr>
            </a:lvl5pPr>
            <a:lvl6pPr algn="l">
              <a:defRPr sz="2025" b="1">
                <a:solidFill>
                  <a:srgbClr val="231F20"/>
                </a:solidFill>
                <a:latin typeface="Arial"/>
                <a:ea typeface="Arial"/>
                <a:cs typeface="Arial"/>
              </a:defRPr>
            </a:lvl6pPr>
            <a:lvl7pPr algn="l">
              <a:defRPr sz="2025" b="1">
                <a:solidFill>
                  <a:srgbClr val="231F20"/>
                </a:solidFill>
                <a:latin typeface="Arial"/>
                <a:ea typeface="Arial"/>
                <a:cs typeface="Arial"/>
              </a:defRPr>
            </a:lvl7pPr>
            <a:lvl8pPr algn="l">
              <a:defRPr sz="2025" b="1">
                <a:solidFill>
                  <a:srgbClr val="231F20"/>
                </a:solidFill>
                <a:latin typeface="Arial"/>
                <a:ea typeface="Arial"/>
                <a:cs typeface="Arial"/>
              </a:defRPr>
            </a:lvl8pPr>
            <a:lvl9pPr algn="l">
              <a:defRPr sz="2025" b="1">
                <a:solidFill>
                  <a:srgbClr val="231F20"/>
                </a:solidFill>
                <a:latin typeface="Arial"/>
                <a:ea typeface="Arial"/>
                <a:cs typeface="Arial"/>
              </a:defRPr>
            </a:lvl9pPr>
          </a:lstStyle>
          <a:p xmlns:a="http://schemas.openxmlformats.org/drawingml/2006/main">
            <a:pPr algn="l">
              <a:defRPr sz="2025" b="1">
                <a:solidFill>
                  <a:srgbClr val="231F20"/>
                </a:solidFill>
                <a:latin typeface="Arial"/>
                <a:ea typeface="Arial"/>
                <a:cs typeface="Arial"/>
              </a:defRPr>
            </a:pPr>
            <a:r>
              <a:rPr sz="2025" b="1">
                <a:solidFill>
                  <a:srgbClr val="231F20"/>
                </a:solidFill>
                <a:latin typeface="Arial"/>
                <a:ea typeface="Arial"/>
                <a:cs typeface="Arial"/>
              </a:rPr>
              <a:t>CPU</a:t>
            </a:r>
          </a:p>
        </p:txBody>
      </p:sp>
      <p:sp>
        <p:nvSpPr>
          <p:cNvPr id="7" name="block-293">
            <a:extLst xmlns:a="http://schemas.openxmlformats.org/drawingml/2006/main">
              <a:ext uri="{FF2B5EF4-FFF2-40B4-BE49-F238E27FC236}">
                <a16:creationId xmlns:a16="http://schemas.microsoft.com/office/drawing/2014/main" id="{A0779189-6936-4B8E-B7EE-2569E7220A7F}"/>
              </a:ext>
            </a:extLst>
          </p:cNvPr>
          <p:cNvSpPr>
            <a:spLocks xmlns:a="http://schemas.openxmlformats.org/drawingml/2006/main" noGrp="1"/>
          </p:cNvSpPr>
          <p:nvPr/>
        </p:nvSpPr>
        <p:spPr>
          <a:xfrm xmlns:a="http://schemas.openxmlformats.org/drawingml/2006/main">
            <a:off x="895350" y="2809875"/>
            <a:ext cx="295275" cy="704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 name="circuit-294">
            <a:extLst xmlns:a="http://schemas.openxmlformats.org/drawingml/2006/main">
              <a:ext uri="{FF2B5EF4-FFF2-40B4-BE49-F238E27FC236}">
                <a16:creationId xmlns:a16="http://schemas.microsoft.com/office/drawing/2014/main" id="{080F4248-6D96-48CD-81DE-D7FF530A0AEF}"/>
              </a:ext>
            </a:extLst>
          </p:cNvPr>
          <p:cNvSpPr>
            <a:spLocks xmlns:a="http://schemas.openxmlformats.org/drawingml/2006/main" noGrp="1"/>
          </p:cNvSpPr>
          <p:nvPr/>
        </p:nvSpPr>
        <p:spPr>
          <a:xfrm xmlns:a="http://schemas.openxmlformats.org/drawingml/2006/main">
            <a:off x="971550" y="2809875"/>
            <a:ext cx="142875" cy="85725"/>
          </a:xfrm>
          <a:custGeom xmlns:a="http://schemas.openxmlformats.org/drawingml/2006/main">
            <a:pathLst>
              <a:path w="142875" h="85725">
                <a:moveTo>
                  <a:pt x="0" y="0"/>
                </a:moveTo>
                <a:lnTo>
                  <a:pt x="66675" y="85725"/>
                </a:lnTo>
                <a:lnTo>
                  <a:pt x="142875" y="0"/>
                </a:lnTo>
                <a:close/>
              </a:path>
            </a:pathLst>
          </a:custGeom>
          <a:noFill xmlns:a="http://schemas.openxmlformats.org/drawingml/2006/main"/>
          <a:ln xmlns:a="http://schemas.openxmlformats.org/drawingml/2006/main" w="20955">
            <a:solidFill>
              <a:srgbClr val="231F20"/>
            </a:solidFill>
          </a:ln>
        </p:spPr>
      </p:sp>
      <p:sp>
        <p:nvSpPr>
          <p:cNvPr id="9" name="wire-295">
            <a:extLst xmlns:a="http://schemas.openxmlformats.org/drawingml/2006/main">
              <a:ext uri="{FF2B5EF4-FFF2-40B4-BE49-F238E27FC236}">
                <a16:creationId xmlns:a16="http://schemas.microsoft.com/office/drawing/2014/main" id="{A35722B1-175F-46A3-9564-B706B3DED520}"/>
              </a:ext>
            </a:extLst>
          </p:cNvPr>
          <p:cNvSpPr>
            <a:spLocks xmlns:a="http://schemas.openxmlformats.org/drawingml/2006/main" noGrp="1"/>
          </p:cNvSpPr>
          <p:nvPr/>
        </p:nvSpPr>
        <p:spPr>
          <a:xfrm xmlns:a="http://schemas.openxmlformats.org/drawingml/2006/main">
            <a:off x="1038225" y="2667000"/>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0478">
            <a:solidFill>
              <a:srgbClr val="231F20"/>
            </a:solidFill>
          </a:ln>
        </p:spPr>
      </p:sp>
      <p:sp>
        <p:nvSpPr>
          <p:cNvPr id="10" name="text-296">
            <a:extLst xmlns:a="http://schemas.openxmlformats.org/drawingml/2006/main">
              <a:ext uri="{FF2B5EF4-FFF2-40B4-BE49-F238E27FC236}">
                <a16:creationId xmlns:a16="http://schemas.microsoft.com/office/drawing/2014/main" id="{EE8FD6F1-B850-4F52-B640-1FE95F426493}"/>
              </a:ext>
            </a:extLst>
          </p:cNvPr>
          <p:cNvSpPr>
            <a:spLocks xmlns:a="http://schemas.openxmlformats.org/drawingml/2006/main" noGrp="1"/>
          </p:cNvSpPr>
          <p:nvPr/>
        </p:nvSpPr>
        <p:spPr>
          <a:xfrm xmlns:a="http://schemas.openxmlformats.org/drawingml/2006/main">
            <a:off x="847725" y="3514725"/>
            <a:ext cx="419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PC</a:t>
            </a:r>
          </a:p>
        </p:txBody>
      </p:sp>
      <p:sp>
        <p:nvSpPr>
          <p:cNvPr id="11" name="block-297">
            <a:extLst xmlns:a="http://schemas.openxmlformats.org/drawingml/2006/main">
              <a:ext uri="{FF2B5EF4-FFF2-40B4-BE49-F238E27FC236}">
                <a16:creationId xmlns:a16="http://schemas.microsoft.com/office/drawing/2014/main" id="{F6E5F87A-73C3-42DC-B31C-6C9401CF19DA}"/>
              </a:ext>
            </a:extLst>
          </p:cNvPr>
          <p:cNvSpPr>
            <a:spLocks xmlns:a="http://schemas.openxmlformats.org/drawingml/2006/main" noGrp="1"/>
          </p:cNvSpPr>
          <p:nvPr/>
        </p:nvSpPr>
        <p:spPr>
          <a:xfrm xmlns:a="http://schemas.openxmlformats.org/drawingml/2006/main">
            <a:off x="1809750" y="2705100"/>
            <a:ext cx="1676400" cy="5238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298">
            <a:extLst xmlns:a="http://schemas.openxmlformats.org/drawingml/2006/main">
              <a:ext uri="{FF2B5EF4-FFF2-40B4-BE49-F238E27FC236}">
                <a16:creationId xmlns:a16="http://schemas.microsoft.com/office/drawing/2014/main" id="{13ED1DD0-3AD8-4299-BC90-2331C0F336A5}"/>
              </a:ext>
            </a:extLst>
          </p:cNvPr>
          <p:cNvSpPr>
            <a:spLocks xmlns:a="http://schemas.openxmlformats.org/drawingml/2006/main" noGrp="1"/>
          </p:cNvSpPr>
          <p:nvPr/>
        </p:nvSpPr>
        <p:spPr>
          <a:xfrm xmlns:a="http://schemas.openxmlformats.org/drawingml/2006/main">
            <a:off x="1885950" y="2762250"/>
            <a:ext cx="152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命令を解読</a:t>
            </a:r>
          </a:p>
        </p:txBody>
      </p:sp>
      <p:sp>
        <p:nvSpPr>
          <p:cNvPr id="13" name="wire-299">
            <a:extLst xmlns:a="http://schemas.openxmlformats.org/drawingml/2006/main">
              <a:ext uri="{FF2B5EF4-FFF2-40B4-BE49-F238E27FC236}">
                <a16:creationId xmlns:a16="http://schemas.microsoft.com/office/drawing/2014/main" id="{4A456D12-C73F-4250-88AD-981F0D18CE16}"/>
              </a:ext>
            </a:extLst>
          </p:cNvPr>
          <p:cNvSpPr>
            <a:spLocks xmlns:a="http://schemas.openxmlformats.org/drawingml/2006/main" noGrp="1"/>
          </p:cNvSpPr>
          <p:nvPr/>
        </p:nvSpPr>
        <p:spPr>
          <a:xfrm xmlns:a="http://schemas.openxmlformats.org/drawingml/2006/main">
            <a:off x="1190625" y="30480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5718">
            <a:solidFill>
              <a:srgbClr val="231F20"/>
            </a:solidFill>
          </a:ln>
        </p:spPr>
      </p:sp>
      <p:sp>
        <p:nvSpPr>
          <p:cNvPr id="14" name="wire-300">
            <a:extLst xmlns:a="http://schemas.openxmlformats.org/drawingml/2006/main">
              <a:ext uri="{FF2B5EF4-FFF2-40B4-BE49-F238E27FC236}">
                <a16:creationId xmlns:a16="http://schemas.microsoft.com/office/drawing/2014/main" id="{F0AE9528-8016-4F0E-8E2F-7D9A317373FF}"/>
              </a:ext>
            </a:extLst>
          </p:cNvPr>
          <p:cNvSpPr>
            <a:spLocks xmlns:a="http://schemas.openxmlformats.org/drawingml/2006/main" noGrp="1"/>
          </p:cNvSpPr>
          <p:nvPr/>
        </p:nvSpPr>
        <p:spPr>
          <a:xfrm xmlns:a="http://schemas.openxmlformats.org/drawingml/2006/main">
            <a:off x="1524000"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5718">
            <a:solidFill>
              <a:srgbClr val="231F20"/>
            </a:solidFill>
          </a:ln>
        </p:spPr>
      </p:sp>
      <p:sp>
        <p:nvSpPr>
          <p:cNvPr id="15" name="wire-301">
            <a:extLst xmlns:a="http://schemas.openxmlformats.org/drawingml/2006/main">
              <a:ext uri="{FF2B5EF4-FFF2-40B4-BE49-F238E27FC236}">
                <a16:creationId xmlns:a16="http://schemas.microsoft.com/office/drawing/2014/main" id="{BCE96D84-68DD-4393-A532-E2F9210A49C8}"/>
              </a:ext>
            </a:extLst>
          </p:cNvPr>
          <p:cNvSpPr>
            <a:spLocks xmlns:a="http://schemas.openxmlformats.org/drawingml/2006/main" noGrp="1"/>
          </p:cNvSpPr>
          <p:nvPr/>
        </p:nvSpPr>
        <p:spPr>
          <a:xfrm xmlns:a="http://schemas.openxmlformats.org/drawingml/2006/main">
            <a:off x="1524000" y="2543175"/>
            <a:ext cx="3324225" cy="9525"/>
          </a:xfrm>
          <a:custGeom xmlns:a="http://schemas.openxmlformats.org/drawingml/2006/main">
            <a:pathLst>
              <a:path w="3324225" h="9525">
                <a:moveTo>
                  <a:pt x="0" y="0"/>
                </a:moveTo>
                <a:lnTo>
                  <a:pt x="3324225" y="0"/>
                </a:lnTo>
              </a:path>
            </a:pathLst>
          </a:custGeom>
          <a:noFill xmlns:a="http://schemas.openxmlformats.org/drawingml/2006/main"/>
          <a:ln xmlns:a="http://schemas.openxmlformats.org/drawingml/2006/main" w="25718">
            <a:solidFill>
              <a:srgbClr val="231F20"/>
            </a:solidFill>
          </a:ln>
        </p:spPr>
      </p:sp>
      <p:sp>
        <p:nvSpPr>
          <p:cNvPr id="16" name="wire-302">
            <a:extLst xmlns:a="http://schemas.openxmlformats.org/drawingml/2006/main">
              <a:ext uri="{FF2B5EF4-FFF2-40B4-BE49-F238E27FC236}">
                <a16:creationId xmlns:a16="http://schemas.microsoft.com/office/drawing/2014/main" id="{3002650F-8EF8-476C-9CF6-B302AFB35FEA}"/>
              </a:ext>
            </a:extLst>
          </p:cNvPr>
          <p:cNvSpPr>
            <a:spLocks xmlns:a="http://schemas.openxmlformats.org/drawingml/2006/main" noGrp="1"/>
          </p:cNvSpPr>
          <p:nvPr/>
        </p:nvSpPr>
        <p:spPr>
          <a:xfrm xmlns:a="http://schemas.openxmlformats.org/drawingml/2006/main">
            <a:off x="4848225" y="25431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5718">
            <a:solidFill>
              <a:srgbClr val="231F20"/>
            </a:solidFill>
          </a:ln>
        </p:spPr>
      </p:sp>
      <p:sp>
        <p:nvSpPr>
          <p:cNvPr id="17" name="circuit-303">
            <a:extLst xmlns:a="http://schemas.openxmlformats.org/drawingml/2006/main">
              <a:ext uri="{FF2B5EF4-FFF2-40B4-BE49-F238E27FC236}">
                <a16:creationId xmlns:a16="http://schemas.microsoft.com/office/drawing/2014/main" id="{6A5435BC-BC1F-4CEA-A3D6-6B99CE140E16}"/>
              </a:ext>
            </a:extLst>
          </p:cNvPr>
          <p:cNvSpPr>
            <a:spLocks xmlns:a="http://schemas.openxmlformats.org/drawingml/2006/main" noGrp="1"/>
          </p:cNvSpPr>
          <p:nvPr/>
        </p:nvSpPr>
        <p:spPr>
          <a:xfrm xmlns:a="http://schemas.openxmlformats.org/drawingml/2006/main">
            <a:off x="4816793" y="30289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18" name="text-304">
            <a:extLst xmlns:a="http://schemas.openxmlformats.org/drawingml/2006/main">
              <a:ext uri="{FF2B5EF4-FFF2-40B4-BE49-F238E27FC236}">
                <a16:creationId xmlns:a16="http://schemas.microsoft.com/office/drawing/2014/main" id="{C3FC5C71-A973-4860-945E-25035441FF63}"/>
              </a:ext>
            </a:extLst>
          </p:cNvPr>
          <p:cNvSpPr>
            <a:spLocks xmlns:a="http://schemas.openxmlformats.org/drawingml/2006/main" noGrp="1"/>
          </p:cNvSpPr>
          <p:nvPr/>
        </p:nvSpPr>
        <p:spPr>
          <a:xfrm xmlns:a="http://schemas.openxmlformats.org/drawingml/2006/main">
            <a:off x="3143250" y="2228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命令の番地</a:t>
            </a:r>
          </a:p>
        </p:txBody>
      </p:sp>
      <p:sp>
        <p:nvSpPr>
          <p:cNvPr id="19" name="wire-305">
            <a:extLst xmlns:a="http://schemas.openxmlformats.org/drawingml/2006/main">
              <a:ext uri="{FF2B5EF4-FFF2-40B4-BE49-F238E27FC236}">
                <a16:creationId xmlns:a16="http://schemas.microsoft.com/office/drawing/2014/main" id="{49F6D97C-8A6B-4DA6-8138-21D89B7C6D70}"/>
              </a:ext>
            </a:extLst>
          </p:cNvPr>
          <p:cNvSpPr>
            <a:spLocks xmlns:a="http://schemas.openxmlformats.org/drawingml/2006/main" noGrp="1"/>
          </p:cNvSpPr>
          <p:nvPr/>
        </p:nvSpPr>
        <p:spPr>
          <a:xfrm xmlns:a="http://schemas.openxmlformats.org/drawingml/2006/main">
            <a:off x="3771900" y="3286125"/>
            <a:ext cx="828675" cy="9525"/>
          </a:xfrm>
          <a:custGeom xmlns:a="http://schemas.openxmlformats.org/drawingml/2006/main">
            <a:pathLst>
              <a:path w="828675" h="9525">
                <a:moveTo>
                  <a:pt x="828675" y="0"/>
                </a:moveTo>
                <a:lnTo>
                  <a:pt x="0" y="0"/>
                </a:lnTo>
              </a:path>
            </a:pathLst>
          </a:custGeom>
          <a:noFill xmlns:a="http://schemas.openxmlformats.org/drawingml/2006/main"/>
          <a:ln xmlns:a="http://schemas.openxmlformats.org/drawingml/2006/main" w="25718">
            <a:solidFill>
              <a:srgbClr val="1572C3"/>
            </a:solidFill>
          </a:ln>
        </p:spPr>
      </p:sp>
      <p:sp>
        <p:nvSpPr>
          <p:cNvPr id="20" name="wire-306">
            <a:extLst xmlns:a="http://schemas.openxmlformats.org/drawingml/2006/main">
              <a:ext uri="{FF2B5EF4-FFF2-40B4-BE49-F238E27FC236}">
                <a16:creationId xmlns:a16="http://schemas.microsoft.com/office/drawing/2014/main" id="{BD55B973-8DA0-4F7B-8C07-8F40E1236D02}"/>
              </a:ext>
            </a:extLst>
          </p:cNvPr>
          <p:cNvSpPr>
            <a:spLocks xmlns:a="http://schemas.openxmlformats.org/drawingml/2006/main" noGrp="1"/>
          </p:cNvSpPr>
          <p:nvPr/>
        </p:nvSpPr>
        <p:spPr>
          <a:xfrm xmlns:a="http://schemas.openxmlformats.org/drawingml/2006/main">
            <a:off x="3771900" y="296227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5718">
            <a:solidFill>
              <a:srgbClr val="1572C3"/>
            </a:solidFill>
          </a:ln>
        </p:spPr>
      </p:sp>
      <p:sp>
        <p:nvSpPr>
          <p:cNvPr id="21" name="wire-307">
            <a:extLst xmlns:a="http://schemas.openxmlformats.org/drawingml/2006/main">
              <a:ext uri="{FF2B5EF4-FFF2-40B4-BE49-F238E27FC236}">
                <a16:creationId xmlns:a16="http://schemas.microsoft.com/office/drawing/2014/main" id="{9D68AFAD-28DE-4245-8832-B067C4418F48}"/>
              </a:ext>
            </a:extLst>
          </p:cNvPr>
          <p:cNvSpPr>
            <a:spLocks xmlns:a="http://schemas.openxmlformats.org/drawingml/2006/main" noGrp="1"/>
          </p:cNvSpPr>
          <p:nvPr/>
        </p:nvSpPr>
        <p:spPr>
          <a:xfrm xmlns:a="http://schemas.openxmlformats.org/drawingml/2006/main">
            <a:off x="3486150" y="2962275"/>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5718">
            <a:solidFill>
              <a:srgbClr val="1572C3"/>
            </a:solidFill>
          </a:ln>
        </p:spPr>
      </p:sp>
      <p:sp>
        <p:nvSpPr>
          <p:cNvPr id="22" name="circuit-308">
            <a:extLst xmlns:a="http://schemas.openxmlformats.org/drawingml/2006/main">
              <a:ext uri="{FF2B5EF4-FFF2-40B4-BE49-F238E27FC236}">
                <a16:creationId xmlns:a16="http://schemas.microsoft.com/office/drawing/2014/main" id="{A845EAE6-B2CD-42C7-A972-E9DF08A29D01}"/>
              </a:ext>
            </a:extLst>
          </p:cNvPr>
          <p:cNvSpPr>
            <a:spLocks xmlns:a="http://schemas.openxmlformats.org/drawingml/2006/main" noGrp="1"/>
          </p:cNvSpPr>
          <p:nvPr/>
        </p:nvSpPr>
        <p:spPr>
          <a:xfrm xmlns:a="http://schemas.openxmlformats.org/drawingml/2006/main">
            <a:off x="3486150" y="29308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3" name="text-309">
            <a:extLst xmlns:a="http://schemas.openxmlformats.org/drawingml/2006/main">
              <a:ext uri="{FF2B5EF4-FFF2-40B4-BE49-F238E27FC236}">
                <a16:creationId xmlns:a16="http://schemas.microsoft.com/office/drawing/2014/main" id="{E0AEF722-7798-4A15-86AE-800E7F41564B}"/>
              </a:ext>
            </a:extLst>
          </p:cNvPr>
          <p:cNvSpPr>
            <a:spLocks xmlns:a="http://schemas.openxmlformats.org/drawingml/2006/main" noGrp="1"/>
          </p:cNvSpPr>
          <p:nvPr/>
        </p:nvSpPr>
        <p:spPr>
          <a:xfrm xmlns:a="http://schemas.openxmlformats.org/drawingml/2006/main">
            <a:off x="3676650" y="3352800"/>
            <a:ext cx="1104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読んだ命令</a:t>
            </a:r>
          </a:p>
        </p:txBody>
      </p:sp>
      <p:sp>
        <p:nvSpPr>
          <p:cNvPr id="24" name="wire-310">
            <a:extLst xmlns:a="http://schemas.openxmlformats.org/drawingml/2006/main">
              <a:ext uri="{FF2B5EF4-FFF2-40B4-BE49-F238E27FC236}">
                <a16:creationId xmlns:a16="http://schemas.microsoft.com/office/drawing/2014/main" id="{3CFE7CD5-D18A-4062-9CA9-7A76A96C6A6D}"/>
              </a:ext>
            </a:extLst>
          </p:cNvPr>
          <p:cNvSpPr>
            <a:spLocks xmlns:a="http://schemas.openxmlformats.org/drawingml/2006/main" noGrp="1"/>
          </p:cNvSpPr>
          <p:nvPr/>
        </p:nvSpPr>
        <p:spPr>
          <a:xfrm xmlns:a="http://schemas.openxmlformats.org/drawingml/2006/main">
            <a:off x="2647950" y="32289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1430">
            <a:solidFill>
              <a:srgbClr val="231F20"/>
            </a:solidFill>
          </a:ln>
        </p:spPr>
      </p:sp>
      <p:sp>
        <p:nvSpPr>
          <p:cNvPr id="25" name="wire-311">
            <a:extLst xmlns:a="http://schemas.openxmlformats.org/drawingml/2006/main">
              <a:ext uri="{FF2B5EF4-FFF2-40B4-BE49-F238E27FC236}">
                <a16:creationId xmlns:a16="http://schemas.microsoft.com/office/drawing/2014/main" id="{FF9B3552-0E94-4C9D-8B5D-BE8A4E405D32}"/>
              </a:ext>
            </a:extLst>
          </p:cNvPr>
          <p:cNvSpPr>
            <a:spLocks xmlns:a="http://schemas.openxmlformats.org/drawingml/2006/main" noGrp="1"/>
          </p:cNvSpPr>
          <p:nvPr/>
        </p:nvSpPr>
        <p:spPr>
          <a:xfrm xmlns:a="http://schemas.openxmlformats.org/drawingml/2006/main">
            <a:off x="1571625" y="3419475"/>
            <a:ext cx="1076325" cy="9525"/>
          </a:xfrm>
          <a:custGeom xmlns:a="http://schemas.openxmlformats.org/drawingml/2006/main">
            <a:pathLst>
              <a:path w="1076325" h="9525">
                <a:moveTo>
                  <a:pt x="1076325" y="0"/>
                </a:moveTo>
                <a:lnTo>
                  <a:pt x="0" y="0"/>
                </a:lnTo>
              </a:path>
            </a:pathLst>
          </a:custGeom>
          <a:noFill xmlns:a="http://schemas.openxmlformats.org/drawingml/2006/main"/>
          <a:ln xmlns:a="http://schemas.openxmlformats.org/drawingml/2006/main" w="11430">
            <a:solidFill>
              <a:srgbClr val="231F20"/>
            </a:solidFill>
          </a:ln>
        </p:spPr>
      </p:sp>
      <p:sp>
        <p:nvSpPr>
          <p:cNvPr id="26" name="wire-312">
            <a:extLst xmlns:a="http://schemas.openxmlformats.org/drawingml/2006/main">
              <a:ext uri="{FF2B5EF4-FFF2-40B4-BE49-F238E27FC236}">
                <a16:creationId xmlns:a16="http://schemas.microsoft.com/office/drawing/2014/main" id="{E27ED06A-C47E-48F3-8A9E-D76AD23A3798}"/>
              </a:ext>
            </a:extLst>
          </p:cNvPr>
          <p:cNvSpPr>
            <a:spLocks xmlns:a="http://schemas.openxmlformats.org/drawingml/2006/main" noGrp="1"/>
          </p:cNvSpPr>
          <p:nvPr/>
        </p:nvSpPr>
        <p:spPr>
          <a:xfrm xmlns:a="http://schemas.openxmlformats.org/drawingml/2006/main">
            <a:off x="1571625" y="3419475"/>
            <a:ext cx="9525" cy="361950"/>
          </a:xfrm>
          <a:custGeom xmlns:a="http://schemas.openxmlformats.org/drawingml/2006/main">
            <a:pathLst>
              <a:path w="9525" h="361950">
                <a:moveTo>
                  <a:pt x="0" y="0"/>
                </a:moveTo>
                <a:lnTo>
                  <a:pt x="0" y="361950"/>
                </a:lnTo>
              </a:path>
            </a:pathLst>
          </a:custGeom>
          <a:noFill xmlns:a="http://schemas.openxmlformats.org/drawingml/2006/main"/>
          <a:ln xmlns:a="http://schemas.openxmlformats.org/drawingml/2006/main" w="11430">
            <a:solidFill>
              <a:srgbClr val="231F20"/>
            </a:solidFill>
          </a:ln>
        </p:spPr>
      </p:sp>
      <p:sp>
        <p:nvSpPr>
          <p:cNvPr id="27" name="circuit-313">
            <a:extLst xmlns:a="http://schemas.openxmlformats.org/drawingml/2006/main">
              <a:ext uri="{FF2B5EF4-FFF2-40B4-BE49-F238E27FC236}">
                <a16:creationId xmlns:a16="http://schemas.microsoft.com/office/drawing/2014/main" id="{8D5F27DB-5341-4CEB-B20C-D4996DAB290D}"/>
              </a:ext>
            </a:extLst>
          </p:cNvPr>
          <p:cNvSpPr>
            <a:spLocks xmlns:a="http://schemas.openxmlformats.org/drawingml/2006/main" noGrp="1"/>
          </p:cNvSpPr>
          <p:nvPr/>
        </p:nvSpPr>
        <p:spPr>
          <a:xfrm xmlns:a="http://schemas.openxmlformats.org/drawingml/2006/main">
            <a:off x="1540193" y="370522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8" name="block-314">
            <a:extLst xmlns:a="http://schemas.openxmlformats.org/drawingml/2006/main">
              <a:ext uri="{FF2B5EF4-FFF2-40B4-BE49-F238E27FC236}">
                <a16:creationId xmlns:a16="http://schemas.microsoft.com/office/drawing/2014/main" id="{ED1F1A27-8997-44DC-A3BB-9EC0FAEBE9E7}"/>
              </a:ext>
            </a:extLst>
          </p:cNvPr>
          <p:cNvSpPr>
            <a:spLocks xmlns:a="http://schemas.openxmlformats.org/drawingml/2006/main" noGrp="1"/>
          </p:cNvSpPr>
          <p:nvPr/>
        </p:nvSpPr>
        <p:spPr>
          <a:xfrm xmlns:a="http://schemas.openxmlformats.org/drawingml/2006/main">
            <a:off x="1066800" y="3781425"/>
            <a:ext cx="1238250" cy="1123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315">
            <a:extLst xmlns:a="http://schemas.openxmlformats.org/drawingml/2006/main">
              <a:ext uri="{FF2B5EF4-FFF2-40B4-BE49-F238E27FC236}">
                <a16:creationId xmlns:a16="http://schemas.microsoft.com/office/drawing/2014/main" id="{210B890B-EF66-4909-A712-C373B0D32F8D}"/>
              </a:ext>
            </a:extLst>
          </p:cNvPr>
          <p:cNvSpPr>
            <a:spLocks xmlns:a="http://schemas.openxmlformats.org/drawingml/2006/main" noGrp="1"/>
          </p:cNvSpPr>
          <p:nvPr/>
        </p:nvSpPr>
        <p:spPr>
          <a:xfrm xmlns:a="http://schemas.openxmlformats.org/drawingml/2006/main">
            <a:off x="1152525" y="4229100"/>
            <a:ext cx="106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regfile</a:t>
            </a:r>
          </a:p>
        </p:txBody>
      </p:sp>
      <p:sp>
        <p:nvSpPr>
          <p:cNvPr id="30" name="circuit-316">
            <a:extLst xmlns:a="http://schemas.openxmlformats.org/drawingml/2006/main">
              <a:ext uri="{FF2B5EF4-FFF2-40B4-BE49-F238E27FC236}">
                <a16:creationId xmlns:a16="http://schemas.microsoft.com/office/drawing/2014/main" id="{7B0BBC01-64F8-4D71-9781-9491488A0792}"/>
              </a:ext>
            </a:extLst>
          </p:cNvPr>
          <p:cNvSpPr>
            <a:spLocks xmlns:a="http://schemas.openxmlformats.org/drawingml/2006/main" noGrp="1"/>
          </p:cNvSpPr>
          <p:nvPr/>
        </p:nvSpPr>
        <p:spPr>
          <a:xfrm xmlns:a="http://schemas.openxmlformats.org/drawingml/2006/main">
            <a:off x="1581150" y="3781425"/>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31" name="wire-317">
            <a:extLst xmlns:a="http://schemas.openxmlformats.org/drawingml/2006/main">
              <a:ext uri="{FF2B5EF4-FFF2-40B4-BE49-F238E27FC236}">
                <a16:creationId xmlns:a16="http://schemas.microsoft.com/office/drawing/2014/main" id="{D132D870-7998-4681-9C1D-1E01A91E23B3}"/>
              </a:ext>
            </a:extLst>
          </p:cNvPr>
          <p:cNvSpPr>
            <a:spLocks xmlns:a="http://schemas.openxmlformats.org/drawingml/2006/main" noGrp="1"/>
          </p:cNvSpPr>
          <p:nvPr/>
        </p:nvSpPr>
        <p:spPr>
          <a:xfrm xmlns:a="http://schemas.openxmlformats.org/drawingml/2006/main">
            <a:off x="1666875" y="364807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10478">
            <a:solidFill>
              <a:srgbClr val="231F20"/>
            </a:solidFill>
          </a:ln>
        </p:spPr>
      </p:sp>
      <p:sp>
        <p:nvSpPr>
          <p:cNvPr id="32" name="text-318">
            <a:extLst xmlns:a="http://schemas.openxmlformats.org/drawingml/2006/main">
              <a:ext uri="{FF2B5EF4-FFF2-40B4-BE49-F238E27FC236}">
                <a16:creationId xmlns:a16="http://schemas.microsoft.com/office/drawing/2014/main" id="{447B5065-AFB7-40A9-BCD4-7E3EEA6465AC}"/>
              </a:ext>
            </a:extLst>
          </p:cNvPr>
          <p:cNvSpPr>
            <a:spLocks xmlns:a="http://schemas.openxmlformats.org/drawingml/2006/main" noGrp="1"/>
          </p:cNvSpPr>
          <p:nvPr/>
        </p:nvSpPr>
        <p:spPr>
          <a:xfrm xmlns:a="http://schemas.openxmlformats.org/drawingml/2006/main">
            <a:off x="1857375" y="387667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RD1</a:t>
            </a:r>
          </a:p>
        </p:txBody>
      </p:sp>
      <p:sp>
        <p:nvSpPr>
          <p:cNvPr id="33" name="text-319">
            <a:extLst xmlns:a="http://schemas.openxmlformats.org/drawingml/2006/main">
              <a:ext uri="{FF2B5EF4-FFF2-40B4-BE49-F238E27FC236}">
                <a16:creationId xmlns:a16="http://schemas.microsoft.com/office/drawing/2014/main" id="{00F25726-93EF-4EEA-B78E-75FF015DAE05}"/>
              </a:ext>
            </a:extLst>
          </p:cNvPr>
          <p:cNvSpPr>
            <a:spLocks xmlns:a="http://schemas.openxmlformats.org/drawingml/2006/main" noGrp="1"/>
          </p:cNvSpPr>
          <p:nvPr/>
        </p:nvSpPr>
        <p:spPr>
          <a:xfrm xmlns:a="http://schemas.openxmlformats.org/drawingml/2006/main">
            <a:off x="1857375" y="45910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RD2</a:t>
            </a:r>
          </a:p>
        </p:txBody>
      </p:sp>
      <p:sp>
        <p:nvSpPr>
          <p:cNvPr id="34" name="circuit-320">
            <a:extLst xmlns:a="http://schemas.openxmlformats.org/drawingml/2006/main">
              <a:ext uri="{FF2B5EF4-FFF2-40B4-BE49-F238E27FC236}">
                <a16:creationId xmlns:a16="http://schemas.microsoft.com/office/drawing/2014/main" id="{F8CDAE37-6633-45F0-9A3B-271156AAC8AD}"/>
              </a:ext>
            </a:extLst>
          </p:cNvPr>
          <p:cNvSpPr>
            <a:spLocks xmlns:a="http://schemas.openxmlformats.org/drawingml/2006/main" noGrp="1"/>
          </p:cNvSpPr>
          <p:nvPr/>
        </p:nvSpPr>
        <p:spPr>
          <a:xfrm xmlns:a="http://schemas.openxmlformats.org/drawingml/2006/main">
            <a:off x="3114675" y="3752850"/>
            <a:ext cx="666750" cy="819150"/>
          </a:xfrm>
          <a:custGeom xmlns:a="http://schemas.openxmlformats.org/drawingml/2006/main">
            <a:pathLst>
              <a:path w="666750" h="819150">
                <a:moveTo>
                  <a:pt x="0" y="0"/>
                </a:moveTo>
                <a:lnTo>
                  <a:pt x="666750" y="171450"/>
                </a:lnTo>
                <a:lnTo>
                  <a:pt x="666750" y="647700"/>
                </a:lnTo>
                <a:lnTo>
                  <a:pt x="0" y="819150"/>
                </a:lnTo>
                <a:lnTo>
                  <a:pt x="0" y="533400"/>
                </a:lnTo>
                <a:lnTo>
                  <a:pt x="161925" y="400050"/>
                </a:lnTo>
                <a:lnTo>
                  <a:pt x="0" y="257175"/>
                </a:lnTo>
                <a:close/>
              </a:path>
            </a:pathLst>
          </a:custGeom>
          <a:solidFill xmlns:a="http://schemas.openxmlformats.org/drawingml/2006/main">
            <a:srgbClr val="FFFFFF"/>
          </a:solidFill>
          <a:ln xmlns:a="http://schemas.openxmlformats.org/drawingml/2006/main" w="20955">
            <a:solidFill>
              <a:srgbClr val="231F20"/>
            </a:solidFill>
          </a:ln>
        </p:spPr>
      </p:sp>
      <p:sp>
        <p:nvSpPr>
          <p:cNvPr id="35" name="text-321">
            <a:extLst xmlns:a="http://schemas.openxmlformats.org/drawingml/2006/main">
              <a:ext uri="{FF2B5EF4-FFF2-40B4-BE49-F238E27FC236}">
                <a16:creationId xmlns:a16="http://schemas.microsoft.com/office/drawing/2014/main" id="{AB288F29-6E91-4E9F-92E5-4F23718D4416}"/>
              </a:ext>
            </a:extLst>
          </p:cNvPr>
          <p:cNvSpPr>
            <a:spLocks xmlns:a="http://schemas.openxmlformats.org/drawingml/2006/main" noGrp="1"/>
          </p:cNvSpPr>
          <p:nvPr/>
        </p:nvSpPr>
        <p:spPr>
          <a:xfrm xmlns:a="http://schemas.openxmlformats.org/drawingml/2006/main">
            <a:off x="3276600" y="401955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ALU</a:t>
            </a:r>
          </a:p>
        </p:txBody>
      </p:sp>
      <p:sp>
        <p:nvSpPr>
          <p:cNvPr id="36" name="wire-322">
            <a:extLst xmlns:a="http://schemas.openxmlformats.org/drawingml/2006/main">
              <a:ext uri="{FF2B5EF4-FFF2-40B4-BE49-F238E27FC236}">
                <a16:creationId xmlns:a16="http://schemas.microsoft.com/office/drawing/2014/main" id="{D61B25C9-210D-41B4-9FAE-7B9F62239A36}"/>
              </a:ext>
            </a:extLst>
          </p:cNvPr>
          <p:cNvSpPr>
            <a:spLocks xmlns:a="http://schemas.openxmlformats.org/drawingml/2006/main" noGrp="1"/>
          </p:cNvSpPr>
          <p:nvPr/>
        </p:nvSpPr>
        <p:spPr>
          <a:xfrm xmlns:a="http://schemas.openxmlformats.org/drawingml/2006/main">
            <a:off x="2305050" y="40005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28575">
            <a:solidFill>
              <a:srgbClr val="231F20"/>
            </a:solidFill>
          </a:ln>
        </p:spPr>
      </p:sp>
      <p:sp>
        <p:nvSpPr>
          <p:cNvPr id="37" name="circuit-323">
            <a:extLst xmlns:a="http://schemas.openxmlformats.org/drawingml/2006/main">
              <a:ext uri="{FF2B5EF4-FFF2-40B4-BE49-F238E27FC236}">
                <a16:creationId xmlns:a16="http://schemas.microsoft.com/office/drawing/2014/main" id="{CD6BBC26-2314-49F1-A871-E596691EA582}"/>
              </a:ext>
            </a:extLst>
          </p:cNvPr>
          <p:cNvSpPr>
            <a:spLocks xmlns:a="http://schemas.openxmlformats.org/drawingml/2006/main" noGrp="1"/>
          </p:cNvSpPr>
          <p:nvPr/>
        </p:nvSpPr>
        <p:spPr>
          <a:xfrm xmlns:a="http://schemas.openxmlformats.org/drawingml/2006/main">
            <a:off x="3038475" y="3969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8" name="text-324">
            <a:extLst xmlns:a="http://schemas.openxmlformats.org/drawingml/2006/main">
              <a:ext uri="{FF2B5EF4-FFF2-40B4-BE49-F238E27FC236}">
                <a16:creationId xmlns:a16="http://schemas.microsoft.com/office/drawing/2014/main" id="{99E0D568-D40C-42CB-A47D-8CBDD91A3734}"/>
              </a:ext>
            </a:extLst>
          </p:cNvPr>
          <p:cNvSpPr>
            <a:spLocks xmlns:a="http://schemas.openxmlformats.org/drawingml/2006/main" noGrp="1"/>
          </p:cNvSpPr>
          <p:nvPr/>
        </p:nvSpPr>
        <p:spPr>
          <a:xfrm xmlns:a="http://schemas.openxmlformats.org/drawingml/2006/main">
            <a:off x="2333625" y="3638550"/>
            <a:ext cx="781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基準番地</a:t>
            </a:r>
          </a:p>
        </p:txBody>
      </p:sp>
      <p:sp>
        <p:nvSpPr>
          <p:cNvPr id="39" name="circuit-325">
            <a:extLst xmlns:a="http://schemas.openxmlformats.org/drawingml/2006/main">
              <a:ext uri="{FF2B5EF4-FFF2-40B4-BE49-F238E27FC236}">
                <a16:creationId xmlns:a16="http://schemas.microsoft.com/office/drawing/2014/main" id="{329AAE87-F6C4-499E-9BD7-4404BAFB382F}"/>
              </a:ext>
            </a:extLst>
          </p:cNvPr>
          <p:cNvSpPr>
            <a:spLocks xmlns:a="http://schemas.openxmlformats.org/drawingml/2006/main" noGrp="1"/>
          </p:cNvSpPr>
          <p:nvPr/>
        </p:nvSpPr>
        <p:spPr>
          <a:xfrm xmlns:a="http://schemas.openxmlformats.org/drawingml/2006/main">
            <a:off x="2771775" y="4857750"/>
            <a:ext cx="885825" cy="352425"/>
          </a:xfrm>
          <a:custGeom xmlns:a="http://schemas.openxmlformats.org/drawingml/2006/main">
            <a:pathLst>
              <a:path w="885825" h="352425">
                <a:moveTo>
                  <a:pt x="0" y="161925"/>
                </a:moveTo>
                <a:lnTo>
                  <a:pt x="885825" y="0"/>
                </a:lnTo>
                <a:lnTo>
                  <a:pt x="885825" y="352425"/>
                </a:lnTo>
                <a:lnTo>
                  <a:pt x="0" y="352425"/>
                </a:lnTo>
                <a:close/>
              </a:path>
            </a:pathLst>
          </a:custGeom>
          <a:solidFill xmlns:a="http://schemas.openxmlformats.org/drawingml/2006/main">
            <a:srgbClr val="FFFFFF"/>
          </a:solidFill>
          <a:ln xmlns:a="http://schemas.openxmlformats.org/drawingml/2006/main" w="20955">
            <a:solidFill>
              <a:srgbClr val="231F20"/>
            </a:solidFill>
          </a:ln>
        </p:spPr>
      </p:sp>
      <p:sp>
        <p:nvSpPr>
          <p:cNvPr id="40" name="text-326">
            <a:extLst xmlns:a="http://schemas.openxmlformats.org/drawingml/2006/main">
              <a:ext uri="{FF2B5EF4-FFF2-40B4-BE49-F238E27FC236}">
                <a16:creationId xmlns:a16="http://schemas.microsoft.com/office/drawing/2014/main" id="{18674B7E-1EB3-40CF-B476-606081C7FD95}"/>
              </a:ext>
            </a:extLst>
          </p:cNvPr>
          <p:cNvSpPr>
            <a:spLocks xmlns:a="http://schemas.openxmlformats.org/drawingml/2006/main" noGrp="1"/>
          </p:cNvSpPr>
          <p:nvPr/>
        </p:nvSpPr>
        <p:spPr>
          <a:xfrm xmlns:a="http://schemas.openxmlformats.org/drawingml/2006/main">
            <a:off x="2857500" y="4953000"/>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Arial"/>
                <a:ea typeface="Arial"/>
                <a:cs typeface="Arial"/>
              </a:defRPr>
            </a:defPPr>
            <a:lvl1pPr algn="ctr">
              <a:defRPr sz="1350" b="1">
                <a:solidFill>
                  <a:srgbClr val="231F20"/>
                </a:solidFill>
                <a:latin typeface="Arial"/>
                <a:ea typeface="Arial"/>
                <a:cs typeface="Arial"/>
              </a:defRPr>
            </a:lvl1pPr>
            <a:lvl2pPr algn="ctr">
              <a:defRPr sz="1350" b="1">
                <a:solidFill>
                  <a:srgbClr val="231F20"/>
                </a:solidFill>
                <a:latin typeface="Arial"/>
                <a:ea typeface="Arial"/>
                <a:cs typeface="Arial"/>
              </a:defRPr>
            </a:lvl2pPr>
            <a:lvl3pPr algn="ctr">
              <a:defRPr sz="1350" b="1">
                <a:solidFill>
                  <a:srgbClr val="231F20"/>
                </a:solidFill>
                <a:latin typeface="Arial"/>
                <a:ea typeface="Arial"/>
                <a:cs typeface="Arial"/>
              </a:defRPr>
            </a:lvl3pPr>
            <a:lvl4pPr algn="ctr">
              <a:defRPr sz="1350" b="1">
                <a:solidFill>
                  <a:srgbClr val="231F20"/>
                </a:solidFill>
                <a:latin typeface="Arial"/>
                <a:ea typeface="Arial"/>
                <a:cs typeface="Arial"/>
              </a:defRPr>
            </a:lvl4pPr>
            <a:lvl5pPr algn="ctr">
              <a:defRPr sz="1350" b="1">
                <a:solidFill>
                  <a:srgbClr val="231F20"/>
                </a:solidFill>
                <a:latin typeface="Arial"/>
                <a:ea typeface="Arial"/>
                <a:cs typeface="Arial"/>
              </a:defRPr>
            </a:lvl5pPr>
            <a:lvl6pPr algn="ctr">
              <a:defRPr sz="1350" b="1">
                <a:solidFill>
                  <a:srgbClr val="231F20"/>
                </a:solidFill>
                <a:latin typeface="Arial"/>
                <a:ea typeface="Arial"/>
                <a:cs typeface="Arial"/>
              </a:defRPr>
            </a:lvl6pPr>
            <a:lvl7pPr algn="ctr">
              <a:defRPr sz="1350" b="1">
                <a:solidFill>
                  <a:srgbClr val="231F20"/>
                </a:solidFill>
                <a:latin typeface="Arial"/>
                <a:ea typeface="Arial"/>
                <a:cs typeface="Arial"/>
              </a:defRPr>
            </a:lvl7pPr>
            <a:lvl8pPr algn="ctr">
              <a:defRPr sz="1350" b="1">
                <a:solidFill>
                  <a:srgbClr val="231F20"/>
                </a:solidFill>
                <a:latin typeface="Arial"/>
                <a:ea typeface="Arial"/>
                <a:cs typeface="Arial"/>
              </a:defRPr>
            </a:lvl8pPr>
            <a:lvl9pPr algn="ctr">
              <a:defRPr sz="1350" b="1">
                <a:solidFill>
                  <a:srgbClr val="231F20"/>
                </a:solidFill>
                <a:latin typeface="Arial"/>
                <a:ea typeface="Arial"/>
                <a:cs typeface="Arial"/>
              </a:defRPr>
            </a:lvl9pPr>
          </a:lstStyle>
          <a:p xmlns:a="http://schemas.openxmlformats.org/drawingml/2006/main">
            <a:pPr algn="ctr">
              <a:defRPr sz="1350" b="1">
                <a:solidFill>
                  <a:srgbClr val="231F20"/>
                </a:solidFill>
                <a:latin typeface="Arial"/>
                <a:ea typeface="Arial"/>
                <a:cs typeface="Arial"/>
              </a:defRPr>
            </a:pPr>
            <a:r>
              <a:rPr sz="1350" b="1">
                <a:solidFill>
                  <a:srgbClr val="231F20"/>
                </a:solidFill>
                <a:latin typeface="Arial"/>
                <a:ea typeface="Arial"/>
                <a:cs typeface="Arial"/>
              </a:rPr>
              <a:t>extend</a:t>
            </a:r>
          </a:p>
        </p:txBody>
      </p:sp>
      <p:sp>
        <p:nvSpPr>
          <p:cNvPr id="41" name="wire-327">
            <a:extLst xmlns:a="http://schemas.openxmlformats.org/drawingml/2006/main">
              <a:ext uri="{FF2B5EF4-FFF2-40B4-BE49-F238E27FC236}">
                <a16:creationId xmlns:a16="http://schemas.microsoft.com/office/drawing/2014/main" id="{22E3FDB1-2E5B-4800-87FB-3FFA66BC1AFB}"/>
              </a:ext>
            </a:extLst>
          </p:cNvPr>
          <p:cNvSpPr>
            <a:spLocks xmlns:a="http://schemas.openxmlformats.org/drawingml/2006/main" noGrp="1"/>
          </p:cNvSpPr>
          <p:nvPr/>
        </p:nvSpPr>
        <p:spPr>
          <a:xfrm xmlns:a="http://schemas.openxmlformats.org/drawingml/2006/main">
            <a:off x="3657600" y="503872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2" name="wire-328">
            <a:extLst xmlns:a="http://schemas.openxmlformats.org/drawingml/2006/main">
              <a:ext uri="{FF2B5EF4-FFF2-40B4-BE49-F238E27FC236}">
                <a16:creationId xmlns:a16="http://schemas.microsoft.com/office/drawing/2014/main" id="{CC81EF8A-BD75-4968-B2A2-B0B88E85BD1F}"/>
              </a:ext>
            </a:extLst>
          </p:cNvPr>
          <p:cNvSpPr>
            <a:spLocks xmlns:a="http://schemas.openxmlformats.org/drawingml/2006/main" noGrp="1"/>
          </p:cNvSpPr>
          <p:nvPr/>
        </p:nvSpPr>
        <p:spPr>
          <a:xfrm xmlns:a="http://schemas.openxmlformats.org/drawingml/2006/main">
            <a:off x="3857625" y="46767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4765">
            <a:solidFill>
              <a:srgbClr val="231F20"/>
            </a:solidFill>
          </a:ln>
        </p:spPr>
      </p:sp>
      <p:sp>
        <p:nvSpPr>
          <p:cNvPr id="43" name="wire-329">
            <a:extLst xmlns:a="http://schemas.openxmlformats.org/drawingml/2006/main">
              <a:ext uri="{FF2B5EF4-FFF2-40B4-BE49-F238E27FC236}">
                <a16:creationId xmlns:a16="http://schemas.microsoft.com/office/drawing/2014/main" id="{60FCA249-2C56-4E7F-A18B-0C73331B799F}"/>
              </a:ext>
            </a:extLst>
          </p:cNvPr>
          <p:cNvSpPr>
            <a:spLocks xmlns:a="http://schemas.openxmlformats.org/drawingml/2006/main" noGrp="1"/>
          </p:cNvSpPr>
          <p:nvPr/>
        </p:nvSpPr>
        <p:spPr>
          <a:xfrm xmlns:a="http://schemas.openxmlformats.org/drawingml/2006/main">
            <a:off x="2914650" y="4676775"/>
            <a:ext cx="942975" cy="9525"/>
          </a:xfrm>
          <a:custGeom xmlns:a="http://schemas.openxmlformats.org/drawingml/2006/main">
            <a:pathLst>
              <a:path w="942975" h="9525">
                <a:moveTo>
                  <a:pt x="942975" y="0"/>
                </a:moveTo>
                <a:lnTo>
                  <a:pt x="0" y="0"/>
                </a:lnTo>
              </a:path>
            </a:pathLst>
          </a:custGeom>
          <a:noFill xmlns:a="http://schemas.openxmlformats.org/drawingml/2006/main"/>
          <a:ln xmlns:a="http://schemas.openxmlformats.org/drawingml/2006/main" w="24765">
            <a:solidFill>
              <a:srgbClr val="231F20"/>
            </a:solidFill>
          </a:ln>
        </p:spPr>
      </p:sp>
      <p:sp>
        <p:nvSpPr>
          <p:cNvPr id="44" name="wire-330">
            <a:extLst xmlns:a="http://schemas.openxmlformats.org/drawingml/2006/main">
              <a:ext uri="{FF2B5EF4-FFF2-40B4-BE49-F238E27FC236}">
                <a16:creationId xmlns:a16="http://schemas.microsoft.com/office/drawing/2014/main" id="{092657A9-97BE-4639-864D-1F034EF7FBA1}"/>
              </a:ext>
            </a:extLst>
          </p:cNvPr>
          <p:cNvSpPr>
            <a:spLocks xmlns:a="http://schemas.openxmlformats.org/drawingml/2006/main" noGrp="1"/>
          </p:cNvSpPr>
          <p:nvPr/>
        </p:nvSpPr>
        <p:spPr>
          <a:xfrm xmlns:a="http://schemas.openxmlformats.org/drawingml/2006/main">
            <a:off x="2914650" y="4410075"/>
            <a:ext cx="9525" cy="266700"/>
          </a:xfrm>
          <a:custGeom xmlns:a="http://schemas.openxmlformats.org/drawingml/2006/main">
            <a:pathLst>
              <a:path w="9525" h="266700">
                <a:moveTo>
                  <a:pt x="0" y="266700"/>
                </a:moveTo>
                <a:lnTo>
                  <a:pt x="0" y="0"/>
                </a:lnTo>
              </a:path>
            </a:pathLst>
          </a:custGeom>
          <a:noFill xmlns:a="http://schemas.openxmlformats.org/drawingml/2006/main"/>
          <a:ln xmlns:a="http://schemas.openxmlformats.org/drawingml/2006/main" w="24765">
            <a:solidFill>
              <a:srgbClr val="231F20"/>
            </a:solidFill>
          </a:ln>
        </p:spPr>
      </p:sp>
      <p:sp>
        <p:nvSpPr>
          <p:cNvPr id="45" name="wire-331">
            <a:extLst xmlns:a="http://schemas.openxmlformats.org/drawingml/2006/main">
              <a:ext uri="{FF2B5EF4-FFF2-40B4-BE49-F238E27FC236}">
                <a16:creationId xmlns:a16="http://schemas.microsoft.com/office/drawing/2014/main" id="{28156ED3-F299-4F08-ACE6-D5E80C3F7D97}"/>
              </a:ext>
            </a:extLst>
          </p:cNvPr>
          <p:cNvSpPr>
            <a:spLocks xmlns:a="http://schemas.openxmlformats.org/drawingml/2006/main" noGrp="1"/>
          </p:cNvSpPr>
          <p:nvPr/>
        </p:nvSpPr>
        <p:spPr>
          <a:xfrm xmlns:a="http://schemas.openxmlformats.org/drawingml/2006/main">
            <a:off x="2914650" y="441007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6" name="circuit-332">
            <a:extLst xmlns:a="http://schemas.openxmlformats.org/drawingml/2006/main">
              <a:ext uri="{FF2B5EF4-FFF2-40B4-BE49-F238E27FC236}">
                <a16:creationId xmlns:a16="http://schemas.microsoft.com/office/drawing/2014/main" id="{A8DDEEEC-DC13-4AAA-866E-AA8AE09E6839}"/>
              </a:ext>
            </a:extLst>
          </p:cNvPr>
          <p:cNvSpPr>
            <a:spLocks xmlns:a="http://schemas.openxmlformats.org/drawingml/2006/main" noGrp="1"/>
          </p:cNvSpPr>
          <p:nvPr/>
        </p:nvSpPr>
        <p:spPr>
          <a:xfrm xmlns:a="http://schemas.openxmlformats.org/drawingml/2006/main">
            <a:off x="3038475" y="43786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7" name="wire-333">
            <a:extLst xmlns:a="http://schemas.openxmlformats.org/drawingml/2006/main">
              <a:ext uri="{FF2B5EF4-FFF2-40B4-BE49-F238E27FC236}">
                <a16:creationId xmlns:a16="http://schemas.microsoft.com/office/drawing/2014/main" id="{1D24E8AC-15F1-49F5-9D2A-55DDD75DE918}"/>
              </a:ext>
            </a:extLst>
          </p:cNvPr>
          <p:cNvSpPr>
            <a:spLocks xmlns:a="http://schemas.openxmlformats.org/drawingml/2006/main" noGrp="1"/>
          </p:cNvSpPr>
          <p:nvPr/>
        </p:nvSpPr>
        <p:spPr>
          <a:xfrm xmlns:a="http://schemas.openxmlformats.org/drawingml/2006/main">
            <a:off x="3781425" y="41529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48" name="circuit-334">
            <a:extLst xmlns:a="http://schemas.openxmlformats.org/drawingml/2006/main">
              <a:ext uri="{FF2B5EF4-FFF2-40B4-BE49-F238E27FC236}">
                <a16:creationId xmlns:a16="http://schemas.microsoft.com/office/drawing/2014/main" id="{240EEF16-20CA-4E88-8AE6-DC159B125CCF}"/>
              </a:ext>
            </a:extLst>
          </p:cNvPr>
          <p:cNvSpPr>
            <a:spLocks xmlns:a="http://schemas.openxmlformats.org/drawingml/2006/main" noGrp="1"/>
          </p:cNvSpPr>
          <p:nvPr/>
        </p:nvSpPr>
        <p:spPr>
          <a:xfrm xmlns:a="http://schemas.openxmlformats.org/drawingml/2006/main">
            <a:off x="4524375" y="4121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9" name="text-335">
            <a:extLst xmlns:a="http://schemas.openxmlformats.org/drawingml/2006/main">
              <a:ext uri="{FF2B5EF4-FFF2-40B4-BE49-F238E27FC236}">
                <a16:creationId xmlns:a16="http://schemas.microsoft.com/office/drawing/2014/main" id="{CE77DA6C-8C1F-46E5-A673-636E22A5906D}"/>
              </a:ext>
            </a:extLst>
          </p:cNvPr>
          <p:cNvSpPr>
            <a:spLocks xmlns:a="http://schemas.openxmlformats.org/drawingml/2006/main" noGrp="1"/>
          </p:cNvSpPr>
          <p:nvPr/>
        </p:nvSpPr>
        <p:spPr>
          <a:xfrm xmlns:a="http://schemas.openxmlformats.org/drawingml/2006/main">
            <a:off x="3886200" y="3790950"/>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番地</a:t>
            </a:r>
          </a:p>
        </p:txBody>
      </p:sp>
      <p:sp>
        <p:nvSpPr>
          <p:cNvPr id="50" name="wire-336">
            <a:extLst xmlns:a="http://schemas.openxmlformats.org/drawingml/2006/main">
              <a:ext uri="{FF2B5EF4-FFF2-40B4-BE49-F238E27FC236}">
                <a16:creationId xmlns:a16="http://schemas.microsoft.com/office/drawing/2014/main" id="{41DB3CA1-577A-4177-AD0D-1FD952943F84}"/>
              </a:ext>
            </a:extLst>
          </p:cNvPr>
          <p:cNvSpPr>
            <a:spLocks xmlns:a="http://schemas.openxmlformats.org/drawingml/2006/main" noGrp="1"/>
          </p:cNvSpPr>
          <p:nvPr/>
        </p:nvSpPr>
        <p:spPr>
          <a:xfrm xmlns:a="http://schemas.openxmlformats.org/drawingml/2006/main">
            <a:off x="2305050" y="4724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231F20"/>
            </a:solidFill>
          </a:ln>
        </p:spPr>
      </p:sp>
      <p:sp>
        <p:nvSpPr>
          <p:cNvPr id="51" name="wire-337">
            <a:extLst xmlns:a="http://schemas.openxmlformats.org/drawingml/2006/main">
              <a:ext uri="{FF2B5EF4-FFF2-40B4-BE49-F238E27FC236}">
                <a16:creationId xmlns:a16="http://schemas.microsoft.com/office/drawing/2014/main" id="{5E349E3A-739F-46F0-81D6-254811DF4A58}"/>
              </a:ext>
            </a:extLst>
          </p:cNvPr>
          <p:cNvSpPr>
            <a:spLocks xmlns:a="http://schemas.openxmlformats.org/drawingml/2006/main" noGrp="1"/>
          </p:cNvSpPr>
          <p:nvPr/>
        </p:nvSpPr>
        <p:spPr>
          <a:xfrm xmlns:a="http://schemas.openxmlformats.org/drawingml/2006/main">
            <a:off x="2543175" y="47244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231F20"/>
            </a:solidFill>
          </a:ln>
        </p:spPr>
      </p:sp>
      <p:sp>
        <p:nvSpPr>
          <p:cNvPr id="52" name="wire-338">
            <a:extLst xmlns:a="http://schemas.openxmlformats.org/drawingml/2006/main">
              <a:ext uri="{FF2B5EF4-FFF2-40B4-BE49-F238E27FC236}">
                <a16:creationId xmlns:a16="http://schemas.microsoft.com/office/drawing/2014/main" id="{2994689E-2376-4DE1-A9FA-31CF5425C21C}"/>
              </a:ext>
            </a:extLst>
          </p:cNvPr>
          <p:cNvSpPr>
            <a:spLocks xmlns:a="http://schemas.openxmlformats.org/drawingml/2006/main" noGrp="1"/>
          </p:cNvSpPr>
          <p:nvPr/>
        </p:nvSpPr>
        <p:spPr>
          <a:xfrm xmlns:a="http://schemas.openxmlformats.org/drawingml/2006/main">
            <a:off x="2543175" y="5314950"/>
            <a:ext cx="1771650" cy="9525"/>
          </a:xfrm>
          <a:custGeom xmlns:a="http://schemas.openxmlformats.org/drawingml/2006/main">
            <a:pathLst>
              <a:path w="1771650" h="9525">
                <a:moveTo>
                  <a:pt x="0" y="0"/>
                </a:moveTo>
                <a:lnTo>
                  <a:pt x="1771650" y="0"/>
                </a:lnTo>
              </a:path>
            </a:pathLst>
          </a:custGeom>
          <a:noFill xmlns:a="http://schemas.openxmlformats.org/drawingml/2006/main"/>
          <a:ln xmlns:a="http://schemas.openxmlformats.org/drawingml/2006/main" w="28575">
            <a:solidFill>
              <a:srgbClr val="231F20"/>
            </a:solidFill>
          </a:ln>
        </p:spPr>
      </p:sp>
      <p:sp>
        <p:nvSpPr>
          <p:cNvPr id="53" name="wire-339">
            <a:extLst xmlns:a="http://schemas.openxmlformats.org/drawingml/2006/main">
              <a:ext uri="{FF2B5EF4-FFF2-40B4-BE49-F238E27FC236}">
                <a16:creationId xmlns:a16="http://schemas.microsoft.com/office/drawing/2014/main" id="{B2F60746-8506-4EA0-BEB9-4D8F9F188D75}"/>
              </a:ext>
            </a:extLst>
          </p:cNvPr>
          <p:cNvSpPr>
            <a:spLocks xmlns:a="http://schemas.openxmlformats.org/drawingml/2006/main" noGrp="1"/>
          </p:cNvSpPr>
          <p:nvPr/>
        </p:nvSpPr>
        <p:spPr>
          <a:xfrm xmlns:a="http://schemas.openxmlformats.org/drawingml/2006/main">
            <a:off x="4314825" y="469582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31F20"/>
            </a:solidFill>
          </a:ln>
        </p:spPr>
      </p:sp>
      <p:sp>
        <p:nvSpPr>
          <p:cNvPr id="54" name="wire-340">
            <a:extLst xmlns:a="http://schemas.openxmlformats.org/drawingml/2006/main">
              <a:ext uri="{FF2B5EF4-FFF2-40B4-BE49-F238E27FC236}">
                <a16:creationId xmlns:a16="http://schemas.microsoft.com/office/drawing/2014/main" id="{DB380C63-A215-43B6-959A-3B0A2B553EF8}"/>
              </a:ext>
            </a:extLst>
          </p:cNvPr>
          <p:cNvSpPr>
            <a:spLocks xmlns:a="http://schemas.openxmlformats.org/drawingml/2006/main" noGrp="1"/>
          </p:cNvSpPr>
          <p:nvPr/>
        </p:nvSpPr>
        <p:spPr>
          <a:xfrm xmlns:a="http://schemas.openxmlformats.org/drawingml/2006/main">
            <a:off x="4314825" y="46958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231F20"/>
            </a:solidFill>
          </a:ln>
        </p:spPr>
      </p:sp>
      <p:sp>
        <p:nvSpPr>
          <p:cNvPr id="55" name="circuit-341">
            <a:extLst xmlns:a="http://schemas.openxmlformats.org/drawingml/2006/main">
              <a:ext uri="{FF2B5EF4-FFF2-40B4-BE49-F238E27FC236}">
                <a16:creationId xmlns:a16="http://schemas.microsoft.com/office/drawing/2014/main" id="{2638A785-DD72-4CC2-91B7-2B29AC102F24}"/>
              </a:ext>
            </a:extLst>
          </p:cNvPr>
          <p:cNvSpPr>
            <a:spLocks xmlns:a="http://schemas.openxmlformats.org/drawingml/2006/main" noGrp="1"/>
          </p:cNvSpPr>
          <p:nvPr/>
        </p:nvSpPr>
        <p:spPr>
          <a:xfrm xmlns:a="http://schemas.openxmlformats.org/drawingml/2006/main">
            <a:off x="4524375" y="4664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6" name="text-342">
            <a:extLst xmlns:a="http://schemas.openxmlformats.org/drawingml/2006/main">
              <a:ext uri="{FF2B5EF4-FFF2-40B4-BE49-F238E27FC236}">
                <a16:creationId xmlns:a16="http://schemas.microsoft.com/office/drawing/2014/main" id="{C6D09A08-14D0-41B7-B683-EC3A35E4F335}"/>
              </a:ext>
            </a:extLst>
          </p:cNvPr>
          <p:cNvSpPr>
            <a:spLocks xmlns:a="http://schemas.openxmlformats.org/drawingml/2006/main" noGrp="1"/>
          </p:cNvSpPr>
          <p:nvPr/>
        </p:nvSpPr>
        <p:spPr>
          <a:xfrm xmlns:a="http://schemas.openxmlformats.org/drawingml/2006/main">
            <a:off x="3038475" y="5286375"/>
            <a:ext cx="1123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値 D</a:t>
            </a:r>
          </a:p>
        </p:txBody>
      </p:sp>
      <p:sp>
        <p:nvSpPr>
          <p:cNvPr id="57" name="block-343">
            <a:extLst xmlns:a="http://schemas.openxmlformats.org/drawingml/2006/main">
              <a:ext uri="{FF2B5EF4-FFF2-40B4-BE49-F238E27FC236}">
                <a16:creationId xmlns:a16="http://schemas.microsoft.com/office/drawing/2014/main" id="{4139CC87-A070-404F-9349-70F3B467625C}"/>
              </a:ext>
            </a:extLst>
          </p:cNvPr>
          <p:cNvSpPr>
            <a:spLocks xmlns:a="http://schemas.openxmlformats.org/drawingml/2006/main" noGrp="1"/>
          </p:cNvSpPr>
          <p:nvPr/>
        </p:nvSpPr>
        <p:spPr>
          <a:xfrm xmlns:a="http://schemas.openxmlformats.org/drawingml/2006/main">
            <a:off x="4600575" y="3105150"/>
            <a:ext cx="1104900" cy="19431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344">
            <a:extLst xmlns:a="http://schemas.openxmlformats.org/drawingml/2006/main">
              <a:ext uri="{FF2B5EF4-FFF2-40B4-BE49-F238E27FC236}">
                <a16:creationId xmlns:a16="http://schemas.microsoft.com/office/drawing/2014/main" id="{F3FD4959-37B1-47DA-9D95-49523F7807E2}"/>
              </a:ext>
            </a:extLst>
          </p:cNvPr>
          <p:cNvSpPr>
            <a:spLocks xmlns:a="http://schemas.openxmlformats.org/drawingml/2006/main" noGrp="1"/>
          </p:cNvSpPr>
          <p:nvPr/>
        </p:nvSpPr>
        <p:spPr>
          <a:xfrm xmlns:a="http://schemas.openxmlformats.org/drawingml/2006/main">
            <a:off x="4676775" y="3162300"/>
            <a:ext cx="952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バス</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接続</a:t>
            </a:r>
          </a:p>
        </p:txBody>
      </p:sp>
      <p:sp>
        <p:nvSpPr>
          <p:cNvPr id="59" name="wire-345">
            <a:extLst xmlns:a="http://schemas.openxmlformats.org/drawingml/2006/main">
              <a:ext uri="{FF2B5EF4-FFF2-40B4-BE49-F238E27FC236}">
                <a16:creationId xmlns:a16="http://schemas.microsoft.com/office/drawing/2014/main" id="{03F3A44B-5C09-4F33-B2FD-1F9A1878141E}"/>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32385">
            <a:solidFill>
              <a:srgbClr val="231F20"/>
            </a:solidFill>
          </a:ln>
        </p:spPr>
      </p:sp>
      <p:sp>
        <p:nvSpPr>
          <p:cNvPr id="60" name="circuit-346">
            <a:extLst xmlns:a="http://schemas.openxmlformats.org/drawingml/2006/main">
              <a:ext uri="{FF2B5EF4-FFF2-40B4-BE49-F238E27FC236}">
                <a16:creationId xmlns:a16="http://schemas.microsoft.com/office/drawing/2014/main" id="{A25AB50E-6886-47C1-B6F2-D4EAAF1E13E4}"/>
              </a:ext>
            </a:extLst>
          </p:cNvPr>
          <p:cNvSpPr>
            <a:spLocks xmlns:a="http://schemas.openxmlformats.org/drawingml/2006/main" noGrp="1"/>
          </p:cNvSpPr>
          <p:nvPr/>
        </p:nvSpPr>
        <p:spPr>
          <a:xfrm xmlns:a="http://schemas.openxmlformats.org/drawingml/2006/main">
            <a:off x="6715125" y="3921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1" name="wire-347">
            <a:extLst xmlns:a="http://schemas.openxmlformats.org/drawingml/2006/main">
              <a:ext uri="{FF2B5EF4-FFF2-40B4-BE49-F238E27FC236}">
                <a16:creationId xmlns:a16="http://schemas.microsoft.com/office/drawing/2014/main" id="{8B9BA7DB-AC9E-4DE0-8887-AB3B7F0D9A11}"/>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1085850" y="0"/>
                </a:moveTo>
                <a:lnTo>
                  <a:pt x="0" y="0"/>
                </a:lnTo>
              </a:path>
            </a:pathLst>
          </a:custGeom>
          <a:noFill xmlns:a="http://schemas.openxmlformats.org/drawingml/2006/main"/>
          <a:ln xmlns:a="http://schemas.openxmlformats.org/drawingml/2006/main" w="32385">
            <a:solidFill>
              <a:srgbClr val="231F20"/>
            </a:solidFill>
          </a:ln>
        </p:spPr>
      </p:sp>
      <p:sp>
        <p:nvSpPr>
          <p:cNvPr id="62" name="circuit-348">
            <a:extLst xmlns:a="http://schemas.openxmlformats.org/drawingml/2006/main">
              <a:ext uri="{FF2B5EF4-FFF2-40B4-BE49-F238E27FC236}">
                <a16:creationId xmlns:a16="http://schemas.microsoft.com/office/drawing/2014/main" id="{51CF0BBF-423B-4D55-ADD9-1E3E328323A5}"/>
              </a:ext>
            </a:extLst>
          </p:cNvPr>
          <p:cNvSpPr>
            <a:spLocks xmlns:a="http://schemas.openxmlformats.org/drawingml/2006/main" noGrp="1"/>
          </p:cNvSpPr>
          <p:nvPr/>
        </p:nvSpPr>
        <p:spPr>
          <a:xfrm xmlns:a="http://schemas.openxmlformats.org/drawingml/2006/main">
            <a:off x="5705475" y="3921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349">
            <a:extLst xmlns:a="http://schemas.openxmlformats.org/drawingml/2006/main">
              <a:ext uri="{FF2B5EF4-FFF2-40B4-BE49-F238E27FC236}">
                <a16:creationId xmlns:a16="http://schemas.microsoft.com/office/drawing/2014/main" id="{03D5A77F-2546-421E-AF16-009EA439BC8C}"/>
              </a:ext>
            </a:extLst>
          </p:cNvPr>
          <p:cNvSpPr>
            <a:spLocks xmlns:a="http://schemas.openxmlformats.org/drawingml/2006/main" noGrp="1"/>
          </p:cNvSpPr>
          <p:nvPr/>
        </p:nvSpPr>
        <p:spPr>
          <a:xfrm xmlns:a="http://schemas.openxmlformats.org/drawingml/2006/main">
            <a:off x="5886450" y="3467100"/>
            <a:ext cx="8286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番地・値</a:t>
            </a:r>
          </a:p>
        </p:txBody>
      </p:sp>
      <p:sp>
        <p:nvSpPr>
          <p:cNvPr id="64" name="text-350">
            <a:extLst xmlns:a="http://schemas.openxmlformats.org/drawingml/2006/main">
              <a:ext uri="{FF2B5EF4-FFF2-40B4-BE49-F238E27FC236}">
                <a16:creationId xmlns:a16="http://schemas.microsoft.com/office/drawing/2014/main" id="{CEB16CD0-5B4C-489B-8981-8C9943FE40B5}"/>
              </a:ext>
            </a:extLst>
          </p:cNvPr>
          <p:cNvSpPr>
            <a:spLocks xmlns:a="http://schemas.openxmlformats.org/drawingml/2006/main" noGrp="1"/>
          </p:cNvSpPr>
          <p:nvPr/>
        </p:nvSpPr>
        <p:spPr>
          <a:xfrm xmlns:a="http://schemas.openxmlformats.org/drawingml/2006/main">
            <a:off x="5934075" y="40862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Yu Gothic"/>
                <a:ea typeface="Yu Gothic"/>
                <a:cs typeface="Yu Gothic"/>
              </a:defRPr>
            </a:defPPr>
            <a:lvl1pPr algn="l">
              <a:defRPr sz="1575" b="0">
                <a:solidFill>
                  <a:srgbClr val="1572C3"/>
                </a:solidFill>
                <a:latin typeface="Yu Gothic"/>
                <a:ea typeface="Yu Gothic"/>
                <a:cs typeface="Yu Gothic"/>
              </a:defRPr>
            </a:lvl1pPr>
            <a:lvl2pPr algn="l">
              <a:defRPr sz="1575" b="0">
                <a:solidFill>
                  <a:srgbClr val="1572C3"/>
                </a:solidFill>
                <a:latin typeface="Yu Gothic"/>
                <a:ea typeface="Yu Gothic"/>
                <a:cs typeface="Yu Gothic"/>
              </a:defRPr>
            </a:lvl2pPr>
            <a:lvl3pPr algn="l">
              <a:defRPr sz="1575" b="0">
                <a:solidFill>
                  <a:srgbClr val="1572C3"/>
                </a:solidFill>
                <a:latin typeface="Yu Gothic"/>
                <a:ea typeface="Yu Gothic"/>
                <a:cs typeface="Yu Gothic"/>
              </a:defRPr>
            </a:lvl3pPr>
            <a:lvl4pPr algn="l">
              <a:defRPr sz="1575" b="0">
                <a:solidFill>
                  <a:srgbClr val="1572C3"/>
                </a:solidFill>
                <a:latin typeface="Yu Gothic"/>
                <a:ea typeface="Yu Gothic"/>
                <a:cs typeface="Yu Gothic"/>
              </a:defRPr>
            </a:lvl4pPr>
            <a:lvl5pPr algn="l">
              <a:defRPr sz="1575" b="0">
                <a:solidFill>
                  <a:srgbClr val="1572C3"/>
                </a:solidFill>
                <a:latin typeface="Yu Gothic"/>
                <a:ea typeface="Yu Gothic"/>
                <a:cs typeface="Yu Gothic"/>
              </a:defRPr>
            </a:lvl5pPr>
            <a:lvl6pPr algn="l">
              <a:defRPr sz="1575" b="0">
                <a:solidFill>
                  <a:srgbClr val="1572C3"/>
                </a:solidFill>
                <a:latin typeface="Yu Gothic"/>
                <a:ea typeface="Yu Gothic"/>
                <a:cs typeface="Yu Gothic"/>
              </a:defRPr>
            </a:lvl6pPr>
            <a:lvl7pPr algn="l">
              <a:defRPr sz="1575" b="0">
                <a:solidFill>
                  <a:srgbClr val="1572C3"/>
                </a:solidFill>
                <a:latin typeface="Yu Gothic"/>
                <a:ea typeface="Yu Gothic"/>
                <a:cs typeface="Yu Gothic"/>
              </a:defRPr>
            </a:lvl7pPr>
            <a:lvl8pPr algn="l">
              <a:defRPr sz="1575" b="0">
                <a:solidFill>
                  <a:srgbClr val="1572C3"/>
                </a:solidFill>
                <a:latin typeface="Yu Gothic"/>
                <a:ea typeface="Yu Gothic"/>
                <a:cs typeface="Yu Gothic"/>
              </a:defRPr>
            </a:lvl8pPr>
            <a:lvl9pPr algn="l">
              <a:defRPr sz="1575" b="0">
                <a:solidFill>
                  <a:srgbClr val="1572C3"/>
                </a:solidFill>
                <a:latin typeface="Yu Gothic"/>
                <a:ea typeface="Yu Gothic"/>
                <a:cs typeface="Yu Gothic"/>
              </a:defRPr>
            </a:lvl9pPr>
          </a:lstStyle>
          <a:p xmlns:a="http://schemas.openxmlformats.org/drawingml/2006/main">
            <a:pPr algn="l">
              <a:defRPr sz="1575" b="0">
                <a:solidFill>
                  <a:srgbClr val="1572C3"/>
                </a:solidFill>
                <a:latin typeface="Yu Gothic"/>
                <a:ea typeface="Yu Gothic"/>
                <a:cs typeface="Yu Gothic"/>
              </a:defRPr>
            </a:pPr>
            <a:r>
              <a:rPr sz="1575" b="0">
                <a:solidFill>
                  <a:srgbClr val="1572C3"/>
                </a:solidFill>
                <a:latin typeface="Yu Gothic"/>
                <a:ea typeface="Yu Gothic"/>
                <a:cs typeface="Yu Gothic"/>
              </a:rPr>
              <a:t>応答</a:t>
            </a:r>
          </a:p>
        </p:txBody>
      </p:sp>
      <p:sp>
        <p:nvSpPr>
          <p:cNvPr id="65" name="wire-351">
            <a:extLst xmlns:a="http://schemas.openxmlformats.org/drawingml/2006/main">
              <a:ext uri="{FF2B5EF4-FFF2-40B4-BE49-F238E27FC236}">
                <a16:creationId xmlns:a16="http://schemas.microsoft.com/office/drawing/2014/main" id="{5E5B359F-67C2-428F-906C-A96FBF219502}"/>
              </a:ext>
            </a:extLst>
          </p:cNvPr>
          <p:cNvSpPr>
            <a:spLocks xmlns:a="http://schemas.openxmlformats.org/drawingml/2006/main" noGrp="1"/>
          </p:cNvSpPr>
          <p:nvPr/>
        </p:nvSpPr>
        <p:spPr>
          <a:xfrm xmlns:a="http://schemas.openxmlformats.org/drawingml/2006/main">
            <a:off x="6791325" y="2552700"/>
            <a:ext cx="9525" cy="2819400"/>
          </a:xfrm>
          <a:custGeom xmlns:a="http://schemas.openxmlformats.org/drawingml/2006/main">
            <a:pathLst>
              <a:path w="9525" h="2819400">
                <a:moveTo>
                  <a:pt x="0" y="0"/>
                </a:moveTo>
                <a:lnTo>
                  <a:pt x="0" y="2819400"/>
                </a:lnTo>
              </a:path>
            </a:pathLst>
          </a:custGeom>
          <a:noFill xmlns:a="http://schemas.openxmlformats.org/drawingml/2006/main"/>
          <a:ln xmlns:a="http://schemas.openxmlformats.org/drawingml/2006/main" w="32385">
            <a:solidFill>
              <a:srgbClr val="231F20"/>
            </a:solidFill>
          </a:ln>
        </p:spPr>
      </p:sp>
      <p:sp>
        <p:nvSpPr>
          <p:cNvPr id="66" name="text-352">
            <a:extLst xmlns:a="http://schemas.openxmlformats.org/drawingml/2006/main">
              <a:ext uri="{FF2B5EF4-FFF2-40B4-BE49-F238E27FC236}">
                <a16:creationId xmlns:a16="http://schemas.microsoft.com/office/drawing/2014/main" id="{3E6A00CE-2878-41E3-A5EE-CD7300DF8B14}"/>
              </a:ext>
            </a:extLst>
          </p:cNvPr>
          <p:cNvSpPr>
            <a:spLocks xmlns:a="http://schemas.openxmlformats.org/drawingml/2006/main" noGrp="1"/>
          </p:cNvSpPr>
          <p:nvPr/>
        </p:nvSpPr>
        <p:spPr>
          <a:xfrm xmlns:a="http://schemas.openxmlformats.org/drawingml/2006/main">
            <a:off x="6419850" y="5543550"/>
            <a:ext cx="81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AHB</a:t>
            </a:r>
          </a:p>
        </p:txBody>
      </p:sp>
      <p:sp>
        <p:nvSpPr>
          <p:cNvPr id="67" name="block-353">
            <a:extLst xmlns:a="http://schemas.openxmlformats.org/drawingml/2006/main">
              <a:ext uri="{FF2B5EF4-FFF2-40B4-BE49-F238E27FC236}">
                <a16:creationId xmlns:a16="http://schemas.microsoft.com/office/drawing/2014/main" id="{7F73C16B-68AB-4B47-B3D6-C7C3BA026731}"/>
              </a:ext>
            </a:extLst>
          </p:cNvPr>
          <p:cNvSpPr>
            <a:spLocks xmlns:a="http://schemas.openxmlformats.org/drawingml/2006/main" noGrp="1"/>
          </p:cNvSpPr>
          <p:nvPr/>
        </p:nvSpPr>
        <p:spPr>
          <a:xfrm xmlns:a="http://schemas.openxmlformats.org/drawingml/2006/main">
            <a:off x="7591425" y="2257425"/>
            <a:ext cx="16097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8" name="text-354">
            <a:extLst xmlns:a="http://schemas.openxmlformats.org/drawingml/2006/main">
              <a:ext uri="{FF2B5EF4-FFF2-40B4-BE49-F238E27FC236}">
                <a16:creationId xmlns:a16="http://schemas.microsoft.com/office/drawing/2014/main" id="{3875B276-7B6F-462B-81AF-D9BDC35A7954}"/>
              </a:ext>
            </a:extLst>
          </p:cNvPr>
          <p:cNvSpPr>
            <a:spLocks xmlns:a="http://schemas.openxmlformats.org/drawingml/2006/main" noGrp="1"/>
          </p:cNvSpPr>
          <p:nvPr/>
        </p:nvSpPr>
        <p:spPr>
          <a:xfrm xmlns:a="http://schemas.openxmlformats.org/drawingml/2006/main">
            <a:off x="7667625" y="2314575"/>
            <a:ext cx="1457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9" name="block-355">
            <a:extLst xmlns:a="http://schemas.openxmlformats.org/drawingml/2006/main">
              <a:ext uri="{FF2B5EF4-FFF2-40B4-BE49-F238E27FC236}">
                <a16:creationId xmlns:a16="http://schemas.microsoft.com/office/drawing/2014/main" id="{285C7990-1612-42C4-A8D9-DFC48C54D4E3}"/>
              </a:ext>
            </a:extLst>
          </p:cNvPr>
          <p:cNvSpPr>
            <a:spLocks xmlns:a="http://schemas.openxmlformats.org/drawingml/2006/main" noGrp="1"/>
          </p:cNvSpPr>
          <p:nvPr/>
        </p:nvSpPr>
        <p:spPr>
          <a:xfrm xmlns:a="http://schemas.openxmlformats.org/drawingml/2006/main">
            <a:off x="9696450" y="2000250"/>
            <a:ext cx="1885950" cy="11430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0" name="text-356">
            <a:extLst xmlns:a="http://schemas.openxmlformats.org/drawingml/2006/main">
              <a:ext uri="{FF2B5EF4-FFF2-40B4-BE49-F238E27FC236}">
                <a16:creationId xmlns:a16="http://schemas.microsoft.com/office/drawing/2014/main" id="{13BC12FE-627C-4AB7-AF8E-5EDC4D608EB7}"/>
              </a:ext>
            </a:extLst>
          </p:cNvPr>
          <p:cNvSpPr>
            <a:spLocks xmlns:a="http://schemas.openxmlformats.org/drawingml/2006/main" noGrp="1"/>
          </p:cNvSpPr>
          <p:nvPr/>
        </p:nvSpPr>
        <p:spPr>
          <a:xfrm xmlns:a="http://schemas.openxmlformats.org/drawingml/2006/main">
            <a:off x="9772650" y="2057400"/>
            <a:ext cx="17335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Arial"/>
                <a:ea typeface="Arial"/>
                <a:cs typeface="Arial"/>
              </a:defRPr>
            </a:defPPr>
            <a:lvl1pPr algn="ctr">
              <a:defRPr sz="2025" b="1">
                <a:solidFill>
                  <a:srgbClr val="231F20"/>
                </a:solidFill>
                <a:latin typeface="Arial"/>
                <a:ea typeface="Arial"/>
                <a:cs typeface="Arial"/>
              </a:defRPr>
            </a:lvl1pPr>
            <a:lvl2pPr algn="ctr">
              <a:defRPr sz="2025" b="1">
                <a:solidFill>
                  <a:srgbClr val="231F20"/>
                </a:solidFill>
                <a:latin typeface="Arial"/>
                <a:ea typeface="Arial"/>
                <a:cs typeface="Arial"/>
              </a:defRPr>
            </a:lvl2pPr>
            <a:lvl3pPr algn="ctr">
              <a:defRPr sz="2025" b="1">
                <a:solidFill>
                  <a:srgbClr val="231F20"/>
                </a:solidFill>
                <a:latin typeface="Arial"/>
                <a:ea typeface="Arial"/>
                <a:cs typeface="Arial"/>
              </a:defRPr>
            </a:lvl3pPr>
            <a:lvl4pPr algn="ctr">
              <a:defRPr sz="2025" b="1">
                <a:solidFill>
                  <a:srgbClr val="231F20"/>
                </a:solidFill>
                <a:latin typeface="Arial"/>
                <a:ea typeface="Arial"/>
                <a:cs typeface="Arial"/>
              </a:defRPr>
            </a:lvl4pPr>
            <a:lvl5pPr algn="ctr">
              <a:defRPr sz="2025" b="1">
                <a:solidFill>
                  <a:srgbClr val="231F20"/>
                </a:solidFill>
                <a:latin typeface="Arial"/>
                <a:ea typeface="Arial"/>
                <a:cs typeface="Arial"/>
              </a:defRPr>
            </a:lvl5pPr>
            <a:lvl6pPr algn="ctr">
              <a:defRPr sz="2025" b="1">
                <a:solidFill>
                  <a:srgbClr val="231F20"/>
                </a:solidFill>
                <a:latin typeface="Arial"/>
                <a:ea typeface="Arial"/>
                <a:cs typeface="Arial"/>
              </a:defRPr>
            </a:lvl6pPr>
            <a:lvl7pPr algn="ctr">
              <a:defRPr sz="2025" b="1">
                <a:solidFill>
                  <a:srgbClr val="231F20"/>
                </a:solidFill>
                <a:latin typeface="Arial"/>
                <a:ea typeface="Arial"/>
                <a:cs typeface="Arial"/>
              </a:defRPr>
            </a:lvl7pPr>
            <a:lvl8pPr algn="ctr">
              <a:defRPr sz="2025" b="1">
                <a:solidFill>
                  <a:srgbClr val="231F20"/>
                </a:solidFill>
                <a:latin typeface="Arial"/>
                <a:ea typeface="Arial"/>
                <a:cs typeface="Arial"/>
              </a:defRPr>
            </a:lvl8pPr>
            <a:lvl9pPr algn="ctr">
              <a:defRPr sz="2025" b="1">
                <a:solidFill>
                  <a:srgbClr val="231F20"/>
                </a:solidFill>
                <a:latin typeface="Arial"/>
                <a:ea typeface="Arial"/>
                <a:cs typeface="Arial"/>
              </a:defRPr>
            </a:lvl9pPr>
          </a:lstStyle>
          <a:p xmlns:a="http://schemas.openxmlformats.org/drawingml/2006/main">
            <a:pPr algn="ctr">
              <a:defRPr sz="2025" b="1">
                <a:solidFill>
                  <a:srgbClr val="231F20"/>
                </a:solidFill>
                <a:latin typeface="Arial"/>
                <a:ea typeface="Arial"/>
                <a:cs typeface="Arial"/>
              </a:defRPr>
            </a:pPr>
            <a:r>
              <a:rPr sz="2025" b="1">
                <a:solidFill>
                  <a:srgbClr val="231F20"/>
                </a:solidFill>
                <a:latin typeface="Arial"/>
                <a:ea typeface="Arial"/>
                <a:cs typeface="Arial"/>
              </a:rPr>
              <a:t>DDR3</a:t>
            </a:r>
          </a:p>
        </p:txBody>
      </p:sp>
      <p:sp>
        <p:nvSpPr>
          <p:cNvPr id="71" name="wire-357">
            <a:extLst xmlns:a="http://schemas.openxmlformats.org/drawingml/2006/main">
              <a:ext uri="{FF2B5EF4-FFF2-40B4-BE49-F238E27FC236}">
                <a16:creationId xmlns:a16="http://schemas.microsoft.com/office/drawing/2014/main" id="{DA854055-8B83-4E17-B872-79755B2A3EB8}"/>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72" name="circuit-358">
            <a:extLst xmlns:a="http://schemas.openxmlformats.org/drawingml/2006/main">
              <a:ext uri="{FF2B5EF4-FFF2-40B4-BE49-F238E27FC236}">
                <a16:creationId xmlns:a16="http://schemas.microsoft.com/office/drawing/2014/main" id="{7DF22CEF-0F3C-4674-94AA-213B6279F269}"/>
              </a:ext>
            </a:extLst>
          </p:cNvPr>
          <p:cNvSpPr>
            <a:spLocks xmlns:a="http://schemas.openxmlformats.org/drawingml/2006/main" noGrp="1"/>
          </p:cNvSpPr>
          <p:nvPr/>
        </p:nvSpPr>
        <p:spPr>
          <a:xfrm xmlns:a="http://schemas.openxmlformats.org/drawingml/2006/main">
            <a:off x="7515225"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3" name="wire-359">
            <a:extLst xmlns:a="http://schemas.openxmlformats.org/drawingml/2006/main">
              <a:ext uri="{FF2B5EF4-FFF2-40B4-BE49-F238E27FC236}">
                <a16:creationId xmlns:a16="http://schemas.microsoft.com/office/drawing/2014/main" id="{84C5C14D-98E7-461E-87E3-5CF869489381}"/>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74" name="circuit-360">
            <a:extLst xmlns:a="http://schemas.openxmlformats.org/drawingml/2006/main">
              <a:ext uri="{FF2B5EF4-FFF2-40B4-BE49-F238E27FC236}">
                <a16:creationId xmlns:a16="http://schemas.microsoft.com/office/drawing/2014/main" id="{92D90F8D-DAB2-4680-A8C1-D61DA7D9B8FE}"/>
              </a:ext>
            </a:extLst>
          </p:cNvPr>
          <p:cNvSpPr>
            <a:spLocks xmlns:a="http://schemas.openxmlformats.org/drawingml/2006/main" noGrp="1"/>
          </p:cNvSpPr>
          <p:nvPr/>
        </p:nvSpPr>
        <p:spPr>
          <a:xfrm xmlns:a="http://schemas.openxmlformats.org/drawingml/2006/main">
            <a:off x="6791325"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5" name="wire-361">
            <a:extLst xmlns:a="http://schemas.openxmlformats.org/drawingml/2006/main">
              <a:ext uri="{FF2B5EF4-FFF2-40B4-BE49-F238E27FC236}">
                <a16:creationId xmlns:a16="http://schemas.microsoft.com/office/drawing/2014/main" id="{EF1A2E56-F8DE-4598-A528-B2A149FB7373}"/>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0" y="0"/>
                </a:moveTo>
                <a:lnTo>
                  <a:pt x="495300" y="0"/>
                </a:lnTo>
              </a:path>
            </a:pathLst>
          </a:custGeom>
          <a:noFill xmlns:a="http://schemas.openxmlformats.org/drawingml/2006/main"/>
          <a:ln xmlns:a="http://schemas.openxmlformats.org/drawingml/2006/main" w="28575">
            <a:solidFill>
              <a:srgbClr val="231F20"/>
            </a:solidFill>
          </a:ln>
        </p:spPr>
      </p:sp>
      <p:sp>
        <p:nvSpPr>
          <p:cNvPr id="76" name="circuit-362">
            <a:extLst xmlns:a="http://schemas.openxmlformats.org/drawingml/2006/main">
              <a:ext uri="{FF2B5EF4-FFF2-40B4-BE49-F238E27FC236}">
                <a16:creationId xmlns:a16="http://schemas.microsoft.com/office/drawing/2014/main" id="{FEFEF0E2-F281-4632-800D-49CC32D51E4D}"/>
              </a:ext>
            </a:extLst>
          </p:cNvPr>
          <p:cNvSpPr>
            <a:spLocks xmlns:a="http://schemas.openxmlformats.org/drawingml/2006/main" noGrp="1"/>
          </p:cNvSpPr>
          <p:nvPr/>
        </p:nvSpPr>
        <p:spPr>
          <a:xfrm xmlns:a="http://schemas.openxmlformats.org/drawingml/2006/main">
            <a:off x="9620250"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7" name="wire-363">
            <a:extLst xmlns:a="http://schemas.openxmlformats.org/drawingml/2006/main">
              <a:ext uri="{FF2B5EF4-FFF2-40B4-BE49-F238E27FC236}">
                <a16:creationId xmlns:a16="http://schemas.microsoft.com/office/drawing/2014/main" id="{A2872EFF-E2FF-4162-9FE6-7181682A2AA9}"/>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495300" y="0"/>
                </a:moveTo>
                <a:lnTo>
                  <a:pt x="0" y="0"/>
                </a:lnTo>
              </a:path>
            </a:pathLst>
          </a:custGeom>
          <a:noFill xmlns:a="http://schemas.openxmlformats.org/drawingml/2006/main"/>
          <a:ln xmlns:a="http://schemas.openxmlformats.org/drawingml/2006/main" w="28575">
            <a:solidFill>
              <a:srgbClr val="231F20"/>
            </a:solidFill>
          </a:ln>
        </p:spPr>
      </p:sp>
      <p:sp>
        <p:nvSpPr>
          <p:cNvPr id="78" name="circuit-364">
            <a:extLst xmlns:a="http://schemas.openxmlformats.org/drawingml/2006/main">
              <a:ext uri="{FF2B5EF4-FFF2-40B4-BE49-F238E27FC236}">
                <a16:creationId xmlns:a16="http://schemas.microsoft.com/office/drawing/2014/main" id="{660BD782-471E-41DC-B540-BF4433E5632B}"/>
              </a:ext>
            </a:extLst>
          </p:cNvPr>
          <p:cNvSpPr>
            <a:spLocks xmlns:a="http://schemas.openxmlformats.org/drawingml/2006/main" noGrp="1"/>
          </p:cNvSpPr>
          <p:nvPr/>
        </p:nvSpPr>
        <p:spPr>
          <a:xfrm xmlns:a="http://schemas.openxmlformats.org/drawingml/2006/main">
            <a:off x="9201150"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9" name="text-365">
            <a:extLst xmlns:a="http://schemas.openxmlformats.org/drawingml/2006/main">
              <a:ext uri="{FF2B5EF4-FFF2-40B4-BE49-F238E27FC236}">
                <a16:creationId xmlns:a16="http://schemas.microsoft.com/office/drawing/2014/main" id="{CEFC2EBB-CB26-4270-9F29-67F26315392E}"/>
              </a:ext>
            </a:extLst>
          </p:cNvPr>
          <p:cNvSpPr>
            <a:spLocks xmlns:a="http://schemas.openxmlformats.org/drawingml/2006/main" noGrp="1"/>
          </p:cNvSpPr>
          <p:nvPr/>
        </p:nvSpPr>
        <p:spPr>
          <a:xfrm xmlns:a="http://schemas.openxmlformats.org/drawingml/2006/main">
            <a:off x="9705975" y="273367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命令・データ</a:t>
            </a:r>
          </a:p>
        </p:txBody>
      </p:sp>
      <p:sp>
        <p:nvSpPr>
          <p:cNvPr id="80" name="block-366">
            <a:extLst xmlns:a="http://schemas.openxmlformats.org/drawingml/2006/main">
              <a:ext uri="{FF2B5EF4-FFF2-40B4-BE49-F238E27FC236}">
                <a16:creationId xmlns:a16="http://schemas.microsoft.com/office/drawing/2014/main" id="{F11978EF-365D-47F2-9DA8-9C4B1D77D36B}"/>
              </a:ext>
            </a:extLst>
          </p:cNvPr>
          <p:cNvSpPr>
            <a:spLocks xmlns:a="http://schemas.openxmlformats.org/drawingml/2006/main" noGrp="1"/>
          </p:cNvSpPr>
          <p:nvPr/>
        </p:nvSpPr>
        <p:spPr>
          <a:xfrm xmlns:a="http://schemas.openxmlformats.org/drawingml/2006/main">
            <a:off x="7591425" y="3838575"/>
            <a:ext cx="11906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1" name="text-367">
            <a:extLst xmlns:a="http://schemas.openxmlformats.org/drawingml/2006/main">
              <a:ext uri="{FF2B5EF4-FFF2-40B4-BE49-F238E27FC236}">
                <a16:creationId xmlns:a16="http://schemas.microsoft.com/office/drawing/2014/main" id="{A4B4A40F-B2FA-48A5-A5D7-7D8D1E281C68}"/>
              </a:ext>
            </a:extLst>
          </p:cNvPr>
          <p:cNvSpPr>
            <a:spLocks xmlns:a="http://schemas.openxmlformats.org/drawingml/2006/main" noGrp="1"/>
          </p:cNvSpPr>
          <p:nvPr/>
        </p:nvSpPr>
        <p:spPr>
          <a:xfrm xmlns:a="http://schemas.openxmlformats.org/drawingml/2006/main">
            <a:off x="7667625" y="3895725"/>
            <a:ext cx="10382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APB変換</a:t>
            </a:r>
          </a:p>
        </p:txBody>
      </p:sp>
      <p:sp>
        <p:nvSpPr>
          <p:cNvPr id="82" name="wire-368">
            <a:extLst xmlns:a="http://schemas.openxmlformats.org/drawingml/2006/main">
              <a:ext uri="{FF2B5EF4-FFF2-40B4-BE49-F238E27FC236}">
                <a16:creationId xmlns:a16="http://schemas.microsoft.com/office/drawing/2014/main" id="{D8BED9A8-3158-47D5-B2E0-5C8E8BB917B3}"/>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83" name="circuit-369">
            <a:extLst xmlns:a="http://schemas.openxmlformats.org/drawingml/2006/main">
              <a:ext uri="{FF2B5EF4-FFF2-40B4-BE49-F238E27FC236}">
                <a16:creationId xmlns:a16="http://schemas.microsoft.com/office/drawing/2014/main" id="{BE5B3498-B7D3-4B5E-B4F7-9EE2FAEE8292}"/>
              </a:ext>
            </a:extLst>
          </p:cNvPr>
          <p:cNvSpPr>
            <a:spLocks xmlns:a="http://schemas.openxmlformats.org/drawingml/2006/main" noGrp="1"/>
          </p:cNvSpPr>
          <p:nvPr/>
        </p:nvSpPr>
        <p:spPr>
          <a:xfrm xmlns:a="http://schemas.openxmlformats.org/drawingml/2006/main">
            <a:off x="7515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wire-370">
            <a:extLst xmlns:a="http://schemas.openxmlformats.org/drawingml/2006/main">
              <a:ext uri="{FF2B5EF4-FFF2-40B4-BE49-F238E27FC236}">
                <a16:creationId xmlns:a16="http://schemas.microsoft.com/office/drawing/2014/main" id="{69814301-5101-464D-9710-B0BE4D08CAE6}"/>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85" name="circuit-371">
            <a:extLst xmlns:a="http://schemas.openxmlformats.org/drawingml/2006/main">
              <a:ext uri="{FF2B5EF4-FFF2-40B4-BE49-F238E27FC236}">
                <a16:creationId xmlns:a16="http://schemas.microsoft.com/office/drawing/2014/main" id="{D44DBF65-47DC-45FF-B208-FC7EB6E5A6A8}"/>
              </a:ext>
            </a:extLst>
          </p:cNvPr>
          <p:cNvSpPr>
            <a:spLocks xmlns:a="http://schemas.openxmlformats.org/drawingml/2006/main" noGrp="1"/>
          </p:cNvSpPr>
          <p:nvPr/>
        </p:nvSpPr>
        <p:spPr>
          <a:xfrm xmlns:a="http://schemas.openxmlformats.org/drawingml/2006/main">
            <a:off x="6791325"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86" name="wire-372">
            <a:extLst xmlns:a="http://schemas.openxmlformats.org/drawingml/2006/main">
              <a:ext uri="{FF2B5EF4-FFF2-40B4-BE49-F238E27FC236}">
                <a16:creationId xmlns:a16="http://schemas.microsoft.com/office/drawing/2014/main" id="{9662DD17-89F8-45C7-879C-049C1D9D8306}"/>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8575">
            <a:solidFill>
              <a:srgbClr val="231F20"/>
            </a:solidFill>
          </a:ln>
        </p:spPr>
      </p:sp>
      <p:sp>
        <p:nvSpPr>
          <p:cNvPr id="87" name="circuit-373">
            <a:extLst xmlns:a="http://schemas.openxmlformats.org/drawingml/2006/main">
              <a:ext uri="{FF2B5EF4-FFF2-40B4-BE49-F238E27FC236}">
                <a16:creationId xmlns:a16="http://schemas.microsoft.com/office/drawing/2014/main" id="{48F48709-B07D-4291-B512-8CCC76B873AB}"/>
              </a:ext>
            </a:extLst>
          </p:cNvPr>
          <p:cNvSpPr>
            <a:spLocks xmlns:a="http://schemas.openxmlformats.org/drawingml/2006/main" noGrp="1"/>
          </p:cNvSpPr>
          <p:nvPr/>
        </p:nvSpPr>
        <p:spPr>
          <a:xfrm xmlns:a="http://schemas.openxmlformats.org/drawingml/2006/main">
            <a:off x="9039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8" name="wire-374">
            <a:extLst xmlns:a="http://schemas.openxmlformats.org/drawingml/2006/main">
              <a:ext uri="{FF2B5EF4-FFF2-40B4-BE49-F238E27FC236}">
                <a16:creationId xmlns:a16="http://schemas.microsoft.com/office/drawing/2014/main" id="{3C4339C8-14AC-46EF-9179-8B606F8AFB73}"/>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333375" y="0"/>
                </a:moveTo>
                <a:lnTo>
                  <a:pt x="0" y="0"/>
                </a:lnTo>
              </a:path>
            </a:pathLst>
          </a:custGeom>
          <a:noFill xmlns:a="http://schemas.openxmlformats.org/drawingml/2006/main"/>
          <a:ln xmlns:a="http://schemas.openxmlformats.org/drawingml/2006/main" w="28575">
            <a:solidFill>
              <a:srgbClr val="231F20"/>
            </a:solidFill>
          </a:ln>
        </p:spPr>
      </p:sp>
      <p:sp>
        <p:nvSpPr>
          <p:cNvPr id="89" name="circuit-375">
            <a:extLst xmlns:a="http://schemas.openxmlformats.org/drawingml/2006/main">
              <a:ext uri="{FF2B5EF4-FFF2-40B4-BE49-F238E27FC236}">
                <a16:creationId xmlns:a16="http://schemas.microsoft.com/office/drawing/2014/main" id="{E157F631-D71C-4891-8EDC-D150CF90D6F0}"/>
              </a:ext>
            </a:extLst>
          </p:cNvPr>
          <p:cNvSpPr>
            <a:spLocks xmlns:a="http://schemas.openxmlformats.org/drawingml/2006/main" noGrp="1"/>
          </p:cNvSpPr>
          <p:nvPr/>
        </p:nvSpPr>
        <p:spPr>
          <a:xfrm xmlns:a="http://schemas.openxmlformats.org/drawingml/2006/main">
            <a:off x="8782050"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90" name="wire-376">
            <a:extLst xmlns:a="http://schemas.openxmlformats.org/drawingml/2006/main">
              <a:ext uri="{FF2B5EF4-FFF2-40B4-BE49-F238E27FC236}">
                <a16:creationId xmlns:a16="http://schemas.microsoft.com/office/drawing/2014/main" id="{2D8107F7-0E46-404F-B018-2931BAB95202}"/>
              </a:ext>
            </a:extLst>
          </p:cNvPr>
          <p:cNvSpPr>
            <a:spLocks xmlns:a="http://schemas.openxmlformats.org/drawingml/2006/main" noGrp="1"/>
          </p:cNvSpPr>
          <p:nvPr/>
        </p:nvSpPr>
        <p:spPr>
          <a:xfrm xmlns:a="http://schemas.openxmlformats.org/drawingml/2006/main">
            <a:off x="9115425" y="3838575"/>
            <a:ext cx="9525" cy="304800"/>
          </a:xfrm>
          <a:custGeom xmlns:a="http://schemas.openxmlformats.org/drawingml/2006/main">
            <a:pathLst>
              <a:path w="9525" h="304800">
                <a:moveTo>
                  <a:pt x="0" y="0"/>
                </a:moveTo>
                <a:lnTo>
                  <a:pt x="0" y="304800"/>
                </a:lnTo>
              </a:path>
            </a:pathLst>
          </a:custGeom>
          <a:noFill xmlns:a="http://schemas.openxmlformats.org/drawingml/2006/main"/>
          <a:ln xmlns:a="http://schemas.openxmlformats.org/drawingml/2006/main" w="28575">
            <a:solidFill>
              <a:srgbClr val="231F20"/>
            </a:solidFill>
          </a:ln>
        </p:spPr>
      </p:sp>
      <p:sp>
        <p:nvSpPr>
          <p:cNvPr id="91" name="text-377">
            <a:extLst xmlns:a="http://schemas.openxmlformats.org/drawingml/2006/main">
              <a:ext uri="{FF2B5EF4-FFF2-40B4-BE49-F238E27FC236}">
                <a16:creationId xmlns:a16="http://schemas.microsoft.com/office/drawing/2014/main" id="{6690DBD5-2A67-49F0-A173-45BA50E2C657}"/>
              </a:ext>
            </a:extLst>
          </p:cNvPr>
          <p:cNvSpPr>
            <a:spLocks xmlns:a="http://schemas.openxmlformats.org/drawingml/2006/main" noGrp="1"/>
          </p:cNvSpPr>
          <p:nvPr/>
        </p:nvSpPr>
        <p:spPr>
          <a:xfrm xmlns:a="http://schemas.openxmlformats.org/drawingml/2006/main">
            <a:off x="8820150" y="3333750"/>
            <a:ext cx="6000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APB</a:t>
            </a:r>
          </a:p>
        </p:txBody>
      </p:sp>
      <p:sp>
        <p:nvSpPr>
          <p:cNvPr id="92" name="block-378">
            <a:extLst xmlns:a="http://schemas.openxmlformats.org/drawingml/2006/main">
              <a:ext uri="{FF2B5EF4-FFF2-40B4-BE49-F238E27FC236}">
                <a16:creationId xmlns:a16="http://schemas.microsoft.com/office/drawing/2014/main" id="{131321CB-5200-4428-AD4E-2D6CA8BEBC0F}"/>
              </a:ext>
            </a:extLst>
          </p:cNvPr>
          <p:cNvSpPr>
            <a:spLocks xmlns:a="http://schemas.openxmlformats.org/drawingml/2006/main" noGrp="1"/>
          </p:cNvSpPr>
          <p:nvPr/>
        </p:nvSpPr>
        <p:spPr>
          <a:xfrm xmlns:a="http://schemas.openxmlformats.org/drawingml/2006/main">
            <a:off x="9429750" y="3524250"/>
            <a:ext cx="9048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3" name="text-379">
            <a:extLst xmlns:a="http://schemas.openxmlformats.org/drawingml/2006/main">
              <a:ext uri="{FF2B5EF4-FFF2-40B4-BE49-F238E27FC236}">
                <a16:creationId xmlns:a16="http://schemas.microsoft.com/office/drawing/2014/main" id="{5567C026-E89B-4B9F-9FB1-8E99BE86F281}"/>
              </a:ext>
            </a:extLst>
          </p:cNvPr>
          <p:cNvSpPr>
            <a:spLocks xmlns:a="http://schemas.openxmlformats.org/drawingml/2006/main" noGrp="1"/>
          </p:cNvSpPr>
          <p:nvPr/>
        </p:nvSpPr>
        <p:spPr>
          <a:xfrm xmlns:a="http://schemas.openxmlformats.org/drawingml/2006/main">
            <a:off x="9505950" y="3581400"/>
            <a:ext cx="7524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SPI</a:t>
            </a:r>
          </a:p>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制御</a:t>
            </a:r>
          </a:p>
        </p:txBody>
      </p:sp>
      <p:sp>
        <p:nvSpPr>
          <p:cNvPr id="94" name="block-380">
            <a:extLst xmlns:a="http://schemas.openxmlformats.org/drawingml/2006/main">
              <a:ext uri="{FF2B5EF4-FFF2-40B4-BE49-F238E27FC236}">
                <a16:creationId xmlns:a16="http://schemas.microsoft.com/office/drawing/2014/main" id="{D425922A-C283-47CA-AC35-77A53BA04BDC}"/>
              </a:ext>
            </a:extLst>
          </p:cNvPr>
          <p:cNvSpPr>
            <a:spLocks xmlns:a="http://schemas.openxmlformats.org/drawingml/2006/main" noGrp="1"/>
          </p:cNvSpPr>
          <p:nvPr/>
        </p:nvSpPr>
        <p:spPr>
          <a:xfrm xmlns:a="http://schemas.openxmlformats.org/drawingml/2006/main">
            <a:off x="10715625" y="3524250"/>
            <a:ext cx="8667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5" name="text-381">
            <a:extLst xmlns:a="http://schemas.openxmlformats.org/drawingml/2006/main">
              <a:ext uri="{FF2B5EF4-FFF2-40B4-BE49-F238E27FC236}">
                <a16:creationId xmlns:a16="http://schemas.microsoft.com/office/drawing/2014/main" id="{8EEC7C56-D2F4-43C2-BBC6-F6D766A2323D}"/>
              </a:ext>
            </a:extLst>
          </p:cNvPr>
          <p:cNvSpPr>
            <a:spLocks xmlns:a="http://schemas.openxmlformats.org/drawingml/2006/main" noGrp="1"/>
          </p:cNvSpPr>
          <p:nvPr/>
        </p:nvSpPr>
        <p:spPr>
          <a:xfrm xmlns:a="http://schemas.openxmlformats.org/drawingml/2006/main">
            <a:off x="10791825" y="358140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SD</a:t>
            </a:r>
          </a:p>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カード</a:t>
            </a:r>
          </a:p>
        </p:txBody>
      </p:sp>
      <p:sp>
        <p:nvSpPr>
          <p:cNvPr id="96" name="wire-382">
            <a:extLst xmlns:a="http://schemas.openxmlformats.org/drawingml/2006/main">
              <a:ext uri="{FF2B5EF4-FFF2-40B4-BE49-F238E27FC236}">
                <a16:creationId xmlns:a16="http://schemas.microsoft.com/office/drawing/2014/main" id="{E2A7DFF4-4994-4F80-A572-50EF0C488964}"/>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231F20"/>
            </a:solidFill>
          </a:ln>
        </p:spPr>
      </p:sp>
      <p:sp>
        <p:nvSpPr>
          <p:cNvPr id="97" name="circuit-383">
            <a:extLst xmlns:a="http://schemas.openxmlformats.org/drawingml/2006/main">
              <a:ext uri="{FF2B5EF4-FFF2-40B4-BE49-F238E27FC236}">
                <a16:creationId xmlns:a16="http://schemas.microsoft.com/office/drawing/2014/main" id="{517C50FD-9DD8-425A-8D44-68B75CB3D0EC}"/>
              </a:ext>
            </a:extLst>
          </p:cNvPr>
          <p:cNvSpPr>
            <a:spLocks xmlns:a="http://schemas.openxmlformats.org/drawingml/2006/main" noGrp="1"/>
          </p:cNvSpPr>
          <p:nvPr/>
        </p:nvSpPr>
        <p:spPr>
          <a:xfrm xmlns:a="http://schemas.openxmlformats.org/drawingml/2006/main">
            <a:off x="93535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wire-384">
            <a:extLst xmlns:a="http://schemas.openxmlformats.org/drawingml/2006/main">
              <a:ext uri="{FF2B5EF4-FFF2-40B4-BE49-F238E27FC236}">
                <a16:creationId xmlns:a16="http://schemas.microsoft.com/office/drawing/2014/main" id="{A2E60B5F-E581-4C19-8E26-7E34F38AAE71}"/>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314325" y="0"/>
                </a:moveTo>
                <a:lnTo>
                  <a:pt x="0" y="0"/>
                </a:lnTo>
              </a:path>
            </a:pathLst>
          </a:custGeom>
          <a:noFill xmlns:a="http://schemas.openxmlformats.org/drawingml/2006/main"/>
          <a:ln xmlns:a="http://schemas.openxmlformats.org/drawingml/2006/main" w="28575">
            <a:solidFill>
              <a:srgbClr val="231F20"/>
            </a:solidFill>
          </a:ln>
        </p:spPr>
      </p:sp>
      <p:sp>
        <p:nvSpPr>
          <p:cNvPr id="99" name="circuit-385">
            <a:extLst xmlns:a="http://schemas.openxmlformats.org/drawingml/2006/main">
              <a:ext uri="{FF2B5EF4-FFF2-40B4-BE49-F238E27FC236}">
                <a16:creationId xmlns:a16="http://schemas.microsoft.com/office/drawing/2014/main" id="{B9A0855A-2BDE-471E-BF72-E7446DFABD3F}"/>
              </a:ext>
            </a:extLst>
          </p:cNvPr>
          <p:cNvSpPr>
            <a:spLocks xmlns:a="http://schemas.openxmlformats.org/drawingml/2006/main" noGrp="1"/>
          </p:cNvSpPr>
          <p:nvPr/>
        </p:nvSpPr>
        <p:spPr>
          <a:xfrm xmlns:a="http://schemas.openxmlformats.org/drawingml/2006/main">
            <a:off x="91154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0" name="wire-386">
            <a:extLst xmlns:a="http://schemas.openxmlformats.org/drawingml/2006/main">
              <a:ext uri="{FF2B5EF4-FFF2-40B4-BE49-F238E27FC236}">
                <a16:creationId xmlns:a16="http://schemas.microsoft.com/office/drawing/2014/main" id="{15B52693-4590-4F4C-960E-6976D7704E0B}"/>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101" name="circuit-387">
            <a:extLst xmlns:a="http://schemas.openxmlformats.org/drawingml/2006/main">
              <a:ext uri="{FF2B5EF4-FFF2-40B4-BE49-F238E27FC236}">
                <a16:creationId xmlns:a16="http://schemas.microsoft.com/office/drawing/2014/main" id="{233A7CB6-C1BA-4EF0-9219-075B67C47075}"/>
              </a:ext>
            </a:extLst>
          </p:cNvPr>
          <p:cNvSpPr>
            <a:spLocks xmlns:a="http://schemas.openxmlformats.org/drawingml/2006/main" noGrp="1"/>
          </p:cNvSpPr>
          <p:nvPr/>
        </p:nvSpPr>
        <p:spPr>
          <a:xfrm xmlns:a="http://schemas.openxmlformats.org/drawingml/2006/main">
            <a:off x="10639425"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02" name="wire-388">
            <a:extLst xmlns:a="http://schemas.openxmlformats.org/drawingml/2006/main">
              <a:ext uri="{FF2B5EF4-FFF2-40B4-BE49-F238E27FC236}">
                <a16:creationId xmlns:a16="http://schemas.microsoft.com/office/drawing/2014/main" id="{B940C25D-1178-4B4A-B636-2F9424EA472B}"/>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381000" y="0"/>
                </a:moveTo>
                <a:lnTo>
                  <a:pt x="0" y="0"/>
                </a:lnTo>
              </a:path>
            </a:pathLst>
          </a:custGeom>
          <a:noFill xmlns:a="http://schemas.openxmlformats.org/drawingml/2006/main"/>
          <a:ln xmlns:a="http://schemas.openxmlformats.org/drawingml/2006/main" w="28575">
            <a:solidFill>
              <a:srgbClr val="231F20"/>
            </a:solidFill>
          </a:ln>
        </p:spPr>
      </p:sp>
      <p:sp>
        <p:nvSpPr>
          <p:cNvPr id="103" name="circuit-389">
            <a:extLst xmlns:a="http://schemas.openxmlformats.org/drawingml/2006/main">
              <a:ext uri="{FF2B5EF4-FFF2-40B4-BE49-F238E27FC236}">
                <a16:creationId xmlns:a16="http://schemas.microsoft.com/office/drawing/2014/main" id="{BE628746-B669-47FF-921C-802C2BA9BCC1}"/>
              </a:ext>
            </a:extLst>
          </p:cNvPr>
          <p:cNvSpPr>
            <a:spLocks xmlns:a="http://schemas.openxmlformats.org/drawingml/2006/main" noGrp="1"/>
          </p:cNvSpPr>
          <p:nvPr/>
        </p:nvSpPr>
        <p:spPr>
          <a:xfrm xmlns:a="http://schemas.openxmlformats.org/drawingml/2006/main">
            <a:off x="103346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4" name="text-390">
            <a:extLst xmlns:a="http://schemas.openxmlformats.org/drawingml/2006/main">
              <a:ext uri="{FF2B5EF4-FFF2-40B4-BE49-F238E27FC236}">
                <a16:creationId xmlns:a16="http://schemas.microsoft.com/office/drawing/2014/main" id="{E50F9DAD-2334-428D-9F7C-BC938A30BAE4}"/>
              </a:ext>
            </a:extLst>
          </p:cNvPr>
          <p:cNvSpPr>
            <a:spLocks xmlns:a="http://schemas.openxmlformats.org/drawingml/2006/main" noGrp="1"/>
          </p:cNvSpPr>
          <p:nvPr/>
        </p:nvSpPr>
        <p:spPr>
          <a:xfrm xmlns:a="http://schemas.openxmlformats.org/drawingml/2006/main">
            <a:off x="9525000" y="4191000"/>
            <a:ext cx="2209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ゲーム・描画ソフト</a:t>
            </a:r>
          </a:p>
        </p:txBody>
      </p:sp>
      <p:sp>
        <p:nvSpPr>
          <p:cNvPr id="105" name="wire-391">
            <a:extLst xmlns:a="http://schemas.openxmlformats.org/drawingml/2006/main">
              <a:ext uri="{FF2B5EF4-FFF2-40B4-BE49-F238E27FC236}">
                <a16:creationId xmlns:a16="http://schemas.microsoft.com/office/drawing/2014/main" id="{82072AE6-067E-4BC1-B4E3-6C066B5D7566}"/>
              </a:ext>
            </a:extLst>
          </p:cNvPr>
          <p:cNvSpPr>
            <a:spLocks xmlns:a="http://schemas.openxmlformats.org/drawingml/2006/main" noGrp="1"/>
          </p:cNvSpPr>
          <p:nvPr/>
        </p:nvSpPr>
        <p:spPr>
          <a:xfrm xmlns:a="http://schemas.openxmlformats.org/drawingml/2006/main">
            <a:off x="11449050" y="3514725"/>
            <a:ext cx="295275" cy="9525"/>
          </a:xfrm>
          <a:custGeom xmlns:a="http://schemas.openxmlformats.org/drawingml/2006/main">
            <a:pathLst>
              <a:path w="295275" h="9525">
                <a:moveTo>
                  <a:pt x="0" y="0"/>
                </a:moveTo>
                <a:lnTo>
                  <a:pt x="295275" y="0"/>
                </a:lnTo>
              </a:path>
            </a:pathLst>
          </a:custGeom>
          <a:noFill xmlns:a="http://schemas.openxmlformats.org/drawingml/2006/main"/>
          <a:ln xmlns:a="http://schemas.openxmlformats.org/drawingml/2006/main" w="28575">
            <a:solidFill>
              <a:srgbClr val="1572C3"/>
            </a:solidFill>
          </a:ln>
        </p:spPr>
      </p:sp>
      <p:sp>
        <p:nvSpPr>
          <p:cNvPr id="106" name="wire-392">
            <a:extLst xmlns:a="http://schemas.openxmlformats.org/drawingml/2006/main">
              <a:ext uri="{FF2B5EF4-FFF2-40B4-BE49-F238E27FC236}">
                <a16:creationId xmlns:a16="http://schemas.microsoft.com/office/drawing/2014/main" id="{EB639E38-957A-4F09-845E-CB5320F584EF}"/>
              </a:ext>
            </a:extLst>
          </p:cNvPr>
          <p:cNvSpPr>
            <a:spLocks xmlns:a="http://schemas.openxmlformats.org/drawingml/2006/main" noGrp="1"/>
          </p:cNvSpPr>
          <p:nvPr/>
        </p:nvSpPr>
        <p:spPr>
          <a:xfrm xmlns:a="http://schemas.openxmlformats.org/drawingml/2006/main">
            <a:off x="11744325" y="2238375"/>
            <a:ext cx="9525" cy="1276350"/>
          </a:xfrm>
          <a:custGeom xmlns:a="http://schemas.openxmlformats.org/drawingml/2006/main">
            <a:pathLst>
              <a:path w="9525" h="1276350">
                <a:moveTo>
                  <a:pt x="0" y="1276350"/>
                </a:moveTo>
                <a:lnTo>
                  <a:pt x="0" y="0"/>
                </a:lnTo>
              </a:path>
            </a:pathLst>
          </a:custGeom>
          <a:noFill xmlns:a="http://schemas.openxmlformats.org/drawingml/2006/main"/>
          <a:ln xmlns:a="http://schemas.openxmlformats.org/drawingml/2006/main" w="28575">
            <a:solidFill>
              <a:srgbClr val="1572C3"/>
            </a:solidFill>
          </a:ln>
        </p:spPr>
      </p:sp>
      <p:sp>
        <p:nvSpPr>
          <p:cNvPr id="107" name="wire-393">
            <a:extLst xmlns:a="http://schemas.openxmlformats.org/drawingml/2006/main">
              <a:ext uri="{FF2B5EF4-FFF2-40B4-BE49-F238E27FC236}">
                <a16:creationId xmlns:a16="http://schemas.microsoft.com/office/drawing/2014/main" id="{01F89BF6-9AC3-4603-8320-D7D1E46E6552}"/>
              </a:ext>
            </a:extLst>
          </p:cNvPr>
          <p:cNvSpPr>
            <a:spLocks xmlns:a="http://schemas.openxmlformats.org/drawingml/2006/main" noGrp="1"/>
          </p:cNvSpPr>
          <p:nvPr/>
        </p:nvSpPr>
        <p:spPr>
          <a:xfrm xmlns:a="http://schemas.openxmlformats.org/drawingml/2006/main">
            <a:off x="11582400" y="2238375"/>
            <a:ext cx="161925" cy="9525"/>
          </a:xfrm>
          <a:custGeom xmlns:a="http://schemas.openxmlformats.org/drawingml/2006/main">
            <a:pathLst>
              <a:path w="161925" h="9525">
                <a:moveTo>
                  <a:pt x="161925" y="0"/>
                </a:moveTo>
                <a:lnTo>
                  <a:pt x="0" y="0"/>
                </a:lnTo>
              </a:path>
            </a:pathLst>
          </a:custGeom>
          <a:noFill xmlns:a="http://schemas.openxmlformats.org/drawingml/2006/main"/>
          <a:ln xmlns:a="http://schemas.openxmlformats.org/drawingml/2006/main" w="28575">
            <a:solidFill>
              <a:srgbClr val="1572C3"/>
            </a:solidFill>
          </a:ln>
        </p:spPr>
      </p:sp>
      <p:sp>
        <p:nvSpPr>
          <p:cNvPr id="108" name="circuit-394">
            <a:extLst xmlns:a="http://schemas.openxmlformats.org/drawingml/2006/main">
              <a:ext uri="{FF2B5EF4-FFF2-40B4-BE49-F238E27FC236}">
                <a16:creationId xmlns:a16="http://schemas.microsoft.com/office/drawing/2014/main" id="{1B40FE67-D871-4B55-AC98-0FC9F4A2BCC7}"/>
              </a:ext>
            </a:extLst>
          </p:cNvPr>
          <p:cNvSpPr>
            <a:spLocks xmlns:a="http://schemas.openxmlformats.org/drawingml/2006/main" noGrp="1"/>
          </p:cNvSpPr>
          <p:nvPr/>
        </p:nvSpPr>
        <p:spPr>
          <a:xfrm xmlns:a="http://schemas.openxmlformats.org/drawingml/2006/main">
            <a:off x="11582400" y="2206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09" name="text-395">
            <a:extLst xmlns:a="http://schemas.openxmlformats.org/drawingml/2006/main">
              <a:ext uri="{FF2B5EF4-FFF2-40B4-BE49-F238E27FC236}">
                <a16:creationId xmlns:a16="http://schemas.microsoft.com/office/drawing/2014/main" id="{F186E885-A945-435A-8C6B-2679B070EDDC}"/>
              </a:ext>
            </a:extLst>
          </p:cNvPr>
          <p:cNvSpPr>
            <a:spLocks xmlns:a="http://schemas.openxmlformats.org/drawingml/2006/main" noGrp="1"/>
          </p:cNvSpPr>
          <p:nvPr/>
        </p:nvSpPr>
        <p:spPr>
          <a:xfrm xmlns:a="http://schemas.openxmlformats.org/drawingml/2006/main">
            <a:off x="9334500" y="1485900"/>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① Linuxが読み込む</a:t>
            </a:r>
          </a:p>
        </p:txBody>
      </p:sp>
      <p:sp>
        <p:nvSpPr>
          <p:cNvPr id="110" name="text-396">
            <a:extLst xmlns:a="http://schemas.openxmlformats.org/drawingml/2006/main">
              <a:ext uri="{FF2B5EF4-FFF2-40B4-BE49-F238E27FC236}">
                <a16:creationId xmlns:a16="http://schemas.microsoft.com/office/drawing/2014/main" id="{23C5093C-423A-481B-900D-C66979ECF6EE}"/>
              </a:ext>
            </a:extLst>
          </p:cNvPr>
          <p:cNvSpPr>
            <a:spLocks xmlns:a="http://schemas.openxmlformats.org/drawingml/2006/main" noGrp="1"/>
          </p:cNvSpPr>
          <p:nvPr/>
        </p:nvSpPr>
        <p:spPr>
          <a:xfrm xmlns:a="http://schemas.openxmlformats.org/drawingml/2006/main">
            <a:off x="609600" y="59721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② DDR3の命令を、CPUが読み出して実行</a:t>
            </a:r>
          </a:p>
        </p:txBody>
      </p:sp>
      <p:sp>
        <p:nvSpPr>
          <p:cNvPr id="111" name="text-397">
            <a:extLst xmlns:a="http://schemas.openxmlformats.org/drawingml/2006/main">
              <a:ext uri="{FF2B5EF4-FFF2-40B4-BE49-F238E27FC236}">
                <a16:creationId xmlns:a16="http://schemas.microsoft.com/office/drawing/2014/main" id="{E09A4B4B-7198-4F98-9858-C687A8890963}"/>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6</a:t>
            </a:r>
          </a:p>
        </p:txBody>
      </p:sp>
      <p:sp>
        <p:nvSpPr>
          <p:cNvPr id="112" name="text-398">
            <a:extLst xmlns:a="http://schemas.openxmlformats.org/drawingml/2006/main">
              <a:ext uri="{FF2B5EF4-FFF2-40B4-BE49-F238E27FC236}">
                <a16:creationId xmlns:a16="http://schemas.microsoft.com/office/drawing/2014/main" id="{815F6383-54D7-4286-88C5-0AA6BC68E62E}"/>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青い上向き矢印はOSによる読み込みを表す。SDカードとDDR3を直接結ぶ配線ではない</a:t>
            </a:r>
          </a:p>
        </p:txBody>
      </p:sp>
    </p:spTree>
    <p:extLst>
      <p:ext uri="{BB962C8B-B14F-4D97-AF65-F5344CB8AC3E}">
        <p14:creationId xmlns:p14="http://schemas.microsoft.com/office/powerpoint/2010/main" val="4131099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2" name="text-399">
            <a:extLst xmlns:a="http://schemas.openxmlformats.org/drawingml/2006/main">
              <a:ext uri="{FF2B5EF4-FFF2-40B4-BE49-F238E27FC236}">
                <a16:creationId xmlns:a16="http://schemas.microsoft.com/office/drawing/2014/main" id="{BCA98B2E-B959-41F4-AED3-8D33E260E290}"/>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7</a:t>
            </a:r>
          </a:p>
        </p:txBody>
      </p:sp>
      <p:sp>
        <p:nvSpPr>
          <p:cNvPr id="2" name="text-400">
            <a:extLst xmlns:a="http://schemas.openxmlformats.org/drawingml/2006/main">
              <a:ext uri="{FF2B5EF4-FFF2-40B4-BE49-F238E27FC236}">
                <a16:creationId xmlns:a16="http://schemas.microsoft.com/office/drawing/2014/main" id="{A9E5F89A-E1F9-42A5-B21F-5EB6A5874202}"/>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同じバスへ、RasterIXの窓口を追加する</a:t>
            </a:r>
          </a:p>
        </p:txBody>
      </p:sp>
      <p:sp>
        <p:nvSpPr>
          <p:cNvPr id="3" name="text-401">
            <a:extLst xmlns:a="http://schemas.openxmlformats.org/drawingml/2006/main">
              <a:ext uri="{FF2B5EF4-FFF2-40B4-BE49-F238E27FC236}">
                <a16:creationId xmlns:a16="http://schemas.microsoft.com/office/drawing/2014/main" id="{138D6A3D-F27E-4CE2-812C-B220E2463703}"/>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7</a:t>
            </a:r>
          </a:p>
        </p:txBody>
      </p:sp>
      <p:sp>
        <p:nvSpPr>
          <p:cNvPr id="4" name="text-402">
            <a:extLst xmlns:a="http://schemas.openxmlformats.org/drawingml/2006/main">
              <a:ext uri="{FF2B5EF4-FFF2-40B4-BE49-F238E27FC236}">
                <a16:creationId xmlns:a16="http://schemas.microsoft.com/office/drawing/2014/main" id="{563918FC-91FE-42EB-9038-C30F14D952BB}"/>
              </a:ext>
            </a:extLst>
          </p:cNvPr>
          <p:cNvSpPr>
            <a:spLocks xmlns:a="http://schemas.openxmlformats.org/drawingml/2006/main" noGrp="1"/>
          </p:cNvSpPr>
          <p:nvPr/>
        </p:nvSpPr>
        <p:spPr>
          <a:xfrm xmlns:a="http://schemas.openxmlformats.org/drawingml/2006/main">
            <a:off x="609600" y="129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本研究では、CPUから描画命令を渡す接続を加える</a:t>
            </a:r>
          </a:p>
        </p:txBody>
      </p:sp>
      <p:sp>
        <p:nvSpPr>
          <p:cNvPr id="5" name="block-403">
            <a:extLst xmlns:a="http://schemas.openxmlformats.org/drawingml/2006/main">
              <a:ext uri="{FF2B5EF4-FFF2-40B4-BE49-F238E27FC236}">
                <a16:creationId xmlns:a16="http://schemas.microsoft.com/office/drawing/2014/main" id="{D9124C2F-D939-436E-B32C-173AFEBF26E9}"/>
              </a:ext>
            </a:extLst>
          </p:cNvPr>
          <p:cNvSpPr>
            <a:spLocks xmlns:a="http://schemas.openxmlformats.org/drawingml/2006/main" noGrp="1"/>
          </p:cNvSpPr>
          <p:nvPr/>
        </p:nvSpPr>
        <p:spPr>
          <a:xfrm xmlns:a="http://schemas.openxmlformats.org/drawingml/2006/main">
            <a:off x="609600" y="2133600"/>
            <a:ext cx="5248275" cy="36195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404">
            <a:extLst xmlns:a="http://schemas.openxmlformats.org/drawingml/2006/main">
              <a:ext uri="{FF2B5EF4-FFF2-40B4-BE49-F238E27FC236}">
                <a16:creationId xmlns:a16="http://schemas.microsoft.com/office/drawing/2014/main" id="{860DFFEA-7C75-4F8A-9D1B-BC396A8132F4}"/>
              </a:ext>
            </a:extLst>
          </p:cNvPr>
          <p:cNvSpPr>
            <a:spLocks xmlns:a="http://schemas.openxmlformats.org/drawingml/2006/main" noGrp="1"/>
          </p:cNvSpPr>
          <p:nvPr/>
        </p:nvSpPr>
        <p:spPr>
          <a:xfrm xmlns:a="http://schemas.openxmlformats.org/drawingml/2006/main">
            <a:off x="733425" y="2209800"/>
            <a:ext cx="95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Arial"/>
                <a:ea typeface="Arial"/>
                <a:cs typeface="Arial"/>
              </a:defRPr>
            </a:defPPr>
            <a:lvl1pPr algn="l">
              <a:defRPr sz="2025" b="1">
                <a:solidFill>
                  <a:srgbClr val="231F20"/>
                </a:solidFill>
                <a:latin typeface="Arial"/>
                <a:ea typeface="Arial"/>
                <a:cs typeface="Arial"/>
              </a:defRPr>
            </a:lvl1pPr>
            <a:lvl2pPr algn="l">
              <a:defRPr sz="2025" b="1">
                <a:solidFill>
                  <a:srgbClr val="231F20"/>
                </a:solidFill>
                <a:latin typeface="Arial"/>
                <a:ea typeface="Arial"/>
                <a:cs typeface="Arial"/>
              </a:defRPr>
            </a:lvl2pPr>
            <a:lvl3pPr algn="l">
              <a:defRPr sz="2025" b="1">
                <a:solidFill>
                  <a:srgbClr val="231F20"/>
                </a:solidFill>
                <a:latin typeface="Arial"/>
                <a:ea typeface="Arial"/>
                <a:cs typeface="Arial"/>
              </a:defRPr>
            </a:lvl3pPr>
            <a:lvl4pPr algn="l">
              <a:defRPr sz="2025" b="1">
                <a:solidFill>
                  <a:srgbClr val="231F20"/>
                </a:solidFill>
                <a:latin typeface="Arial"/>
                <a:ea typeface="Arial"/>
                <a:cs typeface="Arial"/>
              </a:defRPr>
            </a:lvl4pPr>
            <a:lvl5pPr algn="l">
              <a:defRPr sz="2025" b="1">
                <a:solidFill>
                  <a:srgbClr val="231F20"/>
                </a:solidFill>
                <a:latin typeface="Arial"/>
                <a:ea typeface="Arial"/>
                <a:cs typeface="Arial"/>
              </a:defRPr>
            </a:lvl5pPr>
            <a:lvl6pPr algn="l">
              <a:defRPr sz="2025" b="1">
                <a:solidFill>
                  <a:srgbClr val="231F20"/>
                </a:solidFill>
                <a:latin typeface="Arial"/>
                <a:ea typeface="Arial"/>
                <a:cs typeface="Arial"/>
              </a:defRPr>
            </a:lvl6pPr>
            <a:lvl7pPr algn="l">
              <a:defRPr sz="2025" b="1">
                <a:solidFill>
                  <a:srgbClr val="231F20"/>
                </a:solidFill>
                <a:latin typeface="Arial"/>
                <a:ea typeface="Arial"/>
                <a:cs typeface="Arial"/>
              </a:defRPr>
            </a:lvl7pPr>
            <a:lvl8pPr algn="l">
              <a:defRPr sz="2025" b="1">
                <a:solidFill>
                  <a:srgbClr val="231F20"/>
                </a:solidFill>
                <a:latin typeface="Arial"/>
                <a:ea typeface="Arial"/>
                <a:cs typeface="Arial"/>
              </a:defRPr>
            </a:lvl8pPr>
            <a:lvl9pPr algn="l">
              <a:defRPr sz="2025" b="1">
                <a:solidFill>
                  <a:srgbClr val="231F20"/>
                </a:solidFill>
                <a:latin typeface="Arial"/>
                <a:ea typeface="Arial"/>
                <a:cs typeface="Arial"/>
              </a:defRPr>
            </a:lvl9pPr>
          </a:lstStyle>
          <a:p xmlns:a="http://schemas.openxmlformats.org/drawingml/2006/main">
            <a:pPr algn="l">
              <a:defRPr sz="2025" b="1">
                <a:solidFill>
                  <a:srgbClr val="231F20"/>
                </a:solidFill>
                <a:latin typeface="Arial"/>
                <a:ea typeface="Arial"/>
                <a:cs typeface="Arial"/>
              </a:defRPr>
            </a:pPr>
            <a:r>
              <a:rPr sz="2025" b="1">
                <a:solidFill>
                  <a:srgbClr val="231F20"/>
                </a:solidFill>
                <a:latin typeface="Arial"/>
                <a:ea typeface="Arial"/>
                <a:cs typeface="Arial"/>
              </a:rPr>
              <a:t>CPU</a:t>
            </a:r>
          </a:p>
        </p:txBody>
      </p:sp>
      <p:sp>
        <p:nvSpPr>
          <p:cNvPr id="7" name="block-405">
            <a:extLst xmlns:a="http://schemas.openxmlformats.org/drawingml/2006/main">
              <a:ext uri="{FF2B5EF4-FFF2-40B4-BE49-F238E27FC236}">
                <a16:creationId xmlns:a16="http://schemas.microsoft.com/office/drawing/2014/main" id="{92E759C2-9559-4279-8DC6-BA0F4692138D}"/>
              </a:ext>
            </a:extLst>
          </p:cNvPr>
          <p:cNvSpPr>
            <a:spLocks xmlns:a="http://schemas.openxmlformats.org/drawingml/2006/main" noGrp="1"/>
          </p:cNvSpPr>
          <p:nvPr/>
        </p:nvSpPr>
        <p:spPr>
          <a:xfrm xmlns:a="http://schemas.openxmlformats.org/drawingml/2006/main">
            <a:off x="895350" y="2809875"/>
            <a:ext cx="295275" cy="7048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 name="circuit-406">
            <a:extLst xmlns:a="http://schemas.openxmlformats.org/drawingml/2006/main">
              <a:ext uri="{FF2B5EF4-FFF2-40B4-BE49-F238E27FC236}">
                <a16:creationId xmlns:a16="http://schemas.microsoft.com/office/drawing/2014/main" id="{CD7DDC10-C4F4-4378-88DB-105F91EF9FFD}"/>
              </a:ext>
            </a:extLst>
          </p:cNvPr>
          <p:cNvSpPr>
            <a:spLocks xmlns:a="http://schemas.openxmlformats.org/drawingml/2006/main" noGrp="1"/>
          </p:cNvSpPr>
          <p:nvPr/>
        </p:nvSpPr>
        <p:spPr>
          <a:xfrm xmlns:a="http://schemas.openxmlformats.org/drawingml/2006/main">
            <a:off x="971550" y="2809875"/>
            <a:ext cx="142875" cy="85725"/>
          </a:xfrm>
          <a:custGeom xmlns:a="http://schemas.openxmlformats.org/drawingml/2006/main">
            <a:pathLst>
              <a:path w="142875" h="85725">
                <a:moveTo>
                  <a:pt x="0" y="0"/>
                </a:moveTo>
                <a:lnTo>
                  <a:pt x="66675" y="85725"/>
                </a:lnTo>
                <a:lnTo>
                  <a:pt x="142875" y="0"/>
                </a:lnTo>
                <a:close/>
              </a:path>
            </a:pathLst>
          </a:custGeom>
          <a:noFill xmlns:a="http://schemas.openxmlformats.org/drawingml/2006/main"/>
          <a:ln xmlns:a="http://schemas.openxmlformats.org/drawingml/2006/main" w="20955">
            <a:solidFill>
              <a:srgbClr val="231F20"/>
            </a:solidFill>
          </a:ln>
        </p:spPr>
      </p:sp>
      <p:sp>
        <p:nvSpPr>
          <p:cNvPr id="9" name="wire-407">
            <a:extLst xmlns:a="http://schemas.openxmlformats.org/drawingml/2006/main">
              <a:ext uri="{FF2B5EF4-FFF2-40B4-BE49-F238E27FC236}">
                <a16:creationId xmlns:a16="http://schemas.microsoft.com/office/drawing/2014/main" id="{16FDA251-80F8-4930-B808-C22DFD48683E}"/>
              </a:ext>
            </a:extLst>
          </p:cNvPr>
          <p:cNvSpPr>
            <a:spLocks xmlns:a="http://schemas.openxmlformats.org/drawingml/2006/main" noGrp="1"/>
          </p:cNvSpPr>
          <p:nvPr/>
        </p:nvSpPr>
        <p:spPr>
          <a:xfrm xmlns:a="http://schemas.openxmlformats.org/drawingml/2006/main">
            <a:off x="1038225" y="2667000"/>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0478">
            <a:solidFill>
              <a:srgbClr val="231F20"/>
            </a:solidFill>
          </a:ln>
        </p:spPr>
      </p:sp>
      <p:sp>
        <p:nvSpPr>
          <p:cNvPr id="10" name="text-408">
            <a:extLst xmlns:a="http://schemas.openxmlformats.org/drawingml/2006/main">
              <a:ext uri="{FF2B5EF4-FFF2-40B4-BE49-F238E27FC236}">
                <a16:creationId xmlns:a16="http://schemas.microsoft.com/office/drawing/2014/main" id="{C01F82FD-DA31-40F6-AC2C-0852746B8BA3}"/>
              </a:ext>
            </a:extLst>
          </p:cNvPr>
          <p:cNvSpPr>
            <a:spLocks xmlns:a="http://schemas.openxmlformats.org/drawingml/2006/main" noGrp="1"/>
          </p:cNvSpPr>
          <p:nvPr/>
        </p:nvSpPr>
        <p:spPr>
          <a:xfrm xmlns:a="http://schemas.openxmlformats.org/drawingml/2006/main">
            <a:off x="847725" y="3514725"/>
            <a:ext cx="419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PC</a:t>
            </a:r>
          </a:p>
        </p:txBody>
      </p:sp>
      <p:sp>
        <p:nvSpPr>
          <p:cNvPr id="11" name="block-409">
            <a:extLst xmlns:a="http://schemas.openxmlformats.org/drawingml/2006/main">
              <a:ext uri="{FF2B5EF4-FFF2-40B4-BE49-F238E27FC236}">
                <a16:creationId xmlns:a16="http://schemas.microsoft.com/office/drawing/2014/main" id="{C3DE4FB2-8979-4BC2-85D9-8B43F5F94416}"/>
              </a:ext>
            </a:extLst>
          </p:cNvPr>
          <p:cNvSpPr>
            <a:spLocks xmlns:a="http://schemas.openxmlformats.org/drawingml/2006/main" noGrp="1"/>
          </p:cNvSpPr>
          <p:nvPr/>
        </p:nvSpPr>
        <p:spPr>
          <a:xfrm xmlns:a="http://schemas.openxmlformats.org/drawingml/2006/main">
            <a:off x="1809750" y="2705100"/>
            <a:ext cx="1676400" cy="5238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410">
            <a:extLst xmlns:a="http://schemas.openxmlformats.org/drawingml/2006/main">
              <a:ext uri="{FF2B5EF4-FFF2-40B4-BE49-F238E27FC236}">
                <a16:creationId xmlns:a16="http://schemas.microsoft.com/office/drawing/2014/main" id="{77B4493B-3F78-4728-A250-042C1D9BFC0B}"/>
              </a:ext>
            </a:extLst>
          </p:cNvPr>
          <p:cNvSpPr>
            <a:spLocks xmlns:a="http://schemas.openxmlformats.org/drawingml/2006/main" noGrp="1"/>
          </p:cNvSpPr>
          <p:nvPr/>
        </p:nvSpPr>
        <p:spPr>
          <a:xfrm xmlns:a="http://schemas.openxmlformats.org/drawingml/2006/main">
            <a:off x="1885950" y="2762250"/>
            <a:ext cx="152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命令を解読</a:t>
            </a:r>
          </a:p>
        </p:txBody>
      </p:sp>
      <p:sp>
        <p:nvSpPr>
          <p:cNvPr id="13" name="wire-411">
            <a:extLst xmlns:a="http://schemas.openxmlformats.org/drawingml/2006/main">
              <a:ext uri="{FF2B5EF4-FFF2-40B4-BE49-F238E27FC236}">
                <a16:creationId xmlns:a16="http://schemas.microsoft.com/office/drawing/2014/main" id="{ABA00328-2CA5-4557-8957-8117D6132E0B}"/>
              </a:ext>
            </a:extLst>
          </p:cNvPr>
          <p:cNvSpPr>
            <a:spLocks xmlns:a="http://schemas.openxmlformats.org/drawingml/2006/main" noGrp="1"/>
          </p:cNvSpPr>
          <p:nvPr/>
        </p:nvSpPr>
        <p:spPr>
          <a:xfrm xmlns:a="http://schemas.openxmlformats.org/drawingml/2006/main">
            <a:off x="1190625" y="3048000"/>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5718">
            <a:solidFill>
              <a:srgbClr val="231F20"/>
            </a:solidFill>
          </a:ln>
        </p:spPr>
      </p:sp>
      <p:sp>
        <p:nvSpPr>
          <p:cNvPr id="14" name="wire-412">
            <a:extLst xmlns:a="http://schemas.openxmlformats.org/drawingml/2006/main">
              <a:ext uri="{FF2B5EF4-FFF2-40B4-BE49-F238E27FC236}">
                <a16:creationId xmlns:a16="http://schemas.microsoft.com/office/drawing/2014/main" id="{BE0789B2-BC2C-47B5-8521-5EADC94E0AB9}"/>
              </a:ext>
            </a:extLst>
          </p:cNvPr>
          <p:cNvSpPr>
            <a:spLocks xmlns:a="http://schemas.openxmlformats.org/drawingml/2006/main" noGrp="1"/>
          </p:cNvSpPr>
          <p:nvPr/>
        </p:nvSpPr>
        <p:spPr>
          <a:xfrm xmlns:a="http://schemas.openxmlformats.org/drawingml/2006/main">
            <a:off x="1524000"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5718">
            <a:solidFill>
              <a:srgbClr val="231F20"/>
            </a:solidFill>
          </a:ln>
        </p:spPr>
      </p:sp>
      <p:sp>
        <p:nvSpPr>
          <p:cNvPr id="15" name="wire-413">
            <a:extLst xmlns:a="http://schemas.openxmlformats.org/drawingml/2006/main">
              <a:ext uri="{FF2B5EF4-FFF2-40B4-BE49-F238E27FC236}">
                <a16:creationId xmlns:a16="http://schemas.microsoft.com/office/drawing/2014/main" id="{812A3CE5-CCDB-41E9-ADB2-C2768D7ED93C}"/>
              </a:ext>
            </a:extLst>
          </p:cNvPr>
          <p:cNvSpPr>
            <a:spLocks xmlns:a="http://schemas.openxmlformats.org/drawingml/2006/main" noGrp="1"/>
          </p:cNvSpPr>
          <p:nvPr/>
        </p:nvSpPr>
        <p:spPr>
          <a:xfrm xmlns:a="http://schemas.openxmlformats.org/drawingml/2006/main">
            <a:off x="1524000" y="2543175"/>
            <a:ext cx="3324225" cy="9525"/>
          </a:xfrm>
          <a:custGeom xmlns:a="http://schemas.openxmlformats.org/drawingml/2006/main">
            <a:pathLst>
              <a:path w="3324225" h="9525">
                <a:moveTo>
                  <a:pt x="0" y="0"/>
                </a:moveTo>
                <a:lnTo>
                  <a:pt x="3324225" y="0"/>
                </a:lnTo>
              </a:path>
            </a:pathLst>
          </a:custGeom>
          <a:noFill xmlns:a="http://schemas.openxmlformats.org/drawingml/2006/main"/>
          <a:ln xmlns:a="http://schemas.openxmlformats.org/drawingml/2006/main" w="25718">
            <a:solidFill>
              <a:srgbClr val="231F20"/>
            </a:solidFill>
          </a:ln>
        </p:spPr>
      </p:sp>
      <p:sp>
        <p:nvSpPr>
          <p:cNvPr id="16" name="wire-414">
            <a:extLst xmlns:a="http://schemas.openxmlformats.org/drawingml/2006/main">
              <a:ext uri="{FF2B5EF4-FFF2-40B4-BE49-F238E27FC236}">
                <a16:creationId xmlns:a16="http://schemas.microsoft.com/office/drawing/2014/main" id="{19B067F5-EE8E-470C-AC8E-DF8BED4BF574}"/>
              </a:ext>
            </a:extLst>
          </p:cNvPr>
          <p:cNvSpPr>
            <a:spLocks xmlns:a="http://schemas.openxmlformats.org/drawingml/2006/main" noGrp="1"/>
          </p:cNvSpPr>
          <p:nvPr/>
        </p:nvSpPr>
        <p:spPr>
          <a:xfrm xmlns:a="http://schemas.openxmlformats.org/drawingml/2006/main">
            <a:off x="4848225" y="25431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5718">
            <a:solidFill>
              <a:srgbClr val="231F20"/>
            </a:solidFill>
          </a:ln>
        </p:spPr>
      </p:sp>
      <p:sp>
        <p:nvSpPr>
          <p:cNvPr id="17" name="circuit-415">
            <a:extLst xmlns:a="http://schemas.openxmlformats.org/drawingml/2006/main">
              <a:ext uri="{FF2B5EF4-FFF2-40B4-BE49-F238E27FC236}">
                <a16:creationId xmlns:a16="http://schemas.microsoft.com/office/drawing/2014/main" id="{4C8C0AAD-B0FC-4A95-8613-BABDF04771FA}"/>
              </a:ext>
            </a:extLst>
          </p:cNvPr>
          <p:cNvSpPr>
            <a:spLocks xmlns:a="http://schemas.openxmlformats.org/drawingml/2006/main" noGrp="1"/>
          </p:cNvSpPr>
          <p:nvPr/>
        </p:nvSpPr>
        <p:spPr>
          <a:xfrm xmlns:a="http://schemas.openxmlformats.org/drawingml/2006/main">
            <a:off x="4816793" y="3028950"/>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18" name="text-416">
            <a:extLst xmlns:a="http://schemas.openxmlformats.org/drawingml/2006/main">
              <a:ext uri="{FF2B5EF4-FFF2-40B4-BE49-F238E27FC236}">
                <a16:creationId xmlns:a16="http://schemas.microsoft.com/office/drawing/2014/main" id="{38B8A3E6-1958-4E5B-A69C-AEEEA02B8DEF}"/>
              </a:ext>
            </a:extLst>
          </p:cNvPr>
          <p:cNvSpPr>
            <a:spLocks xmlns:a="http://schemas.openxmlformats.org/drawingml/2006/main" noGrp="1"/>
          </p:cNvSpPr>
          <p:nvPr/>
        </p:nvSpPr>
        <p:spPr>
          <a:xfrm xmlns:a="http://schemas.openxmlformats.org/drawingml/2006/main">
            <a:off x="3143250" y="2228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命令の番地</a:t>
            </a:r>
          </a:p>
        </p:txBody>
      </p:sp>
      <p:sp>
        <p:nvSpPr>
          <p:cNvPr id="19" name="wire-417">
            <a:extLst xmlns:a="http://schemas.openxmlformats.org/drawingml/2006/main">
              <a:ext uri="{FF2B5EF4-FFF2-40B4-BE49-F238E27FC236}">
                <a16:creationId xmlns:a16="http://schemas.microsoft.com/office/drawing/2014/main" id="{D82CDFF6-5966-46DB-98EA-54365590D9A9}"/>
              </a:ext>
            </a:extLst>
          </p:cNvPr>
          <p:cNvSpPr>
            <a:spLocks xmlns:a="http://schemas.openxmlformats.org/drawingml/2006/main" noGrp="1"/>
          </p:cNvSpPr>
          <p:nvPr/>
        </p:nvSpPr>
        <p:spPr>
          <a:xfrm xmlns:a="http://schemas.openxmlformats.org/drawingml/2006/main">
            <a:off x="3771900" y="3286125"/>
            <a:ext cx="828675" cy="9525"/>
          </a:xfrm>
          <a:custGeom xmlns:a="http://schemas.openxmlformats.org/drawingml/2006/main">
            <a:pathLst>
              <a:path w="828675" h="9525">
                <a:moveTo>
                  <a:pt x="828675" y="0"/>
                </a:moveTo>
                <a:lnTo>
                  <a:pt x="0" y="0"/>
                </a:lnTo>
              </a:path>
            </a:pathLst>
          </a:custGeom>
          <a:noFill xmlns:a="http://schemas.openxmlformats.org/drawingml/2006/main"/>
          <a:ln xmlns:a="http://schemas.openxmlformats.org/drawingml/2006/main" w="25718">
            <a:solidFill>
              <a:srgbClr val="1572C3"/>
            </a:solidFill>
          </a:ln>
        </p:spPr>
      </p:sp>
      <p:sp>
        <p:nvSpPr>
          <p:cNvPr id="20" name="wire-418">
            <a:extLst xmlns:a="http://schemas.openxmlformats.org/drawingml/2006/main">
              <a:ext uri="{FF2B5EF4-FFF2-40B4-BE49-F238E27FC236}">
                <a16:creationId xmlns:a16="http://schemas.microsoft.com/office/drawing/2014/main" id="{F6E32E97-C440-4E67-A286-EFB5B6112CE9}"/>
              </a:ext>
            </a:extLst>
          </p:cNvPr>
          <p:cNvSpPr>
            <a:spLocks xmlns:a="http://schemas.openxmlformats.org/drawingml/2006/main" noGrp="1"/>
          </p:cNvSpPr>
          <p:nvPr/>
        </p:nvSpPr>
        <p:spPr>
          <a:xfrm xmlns:a="http://schemas.openxmlformats.org/drawingml/2006/main">
            <a:off x="3771900" y="296227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5718">
            <a:solidFill>
              <a:srgbClr val="1572C3"/>
            </a:solidFill>
          </a:ln>
        </p:spPr>
      </p:sp>
      <p:sp>
        <p:nvSpPr>
          <p:cNvPr id="21" name="wire-419">
            <a:extLst xmlns:a="http://schemas.openxmlformats.org/drawingml/2006/main">
              <a:ext uri="{FF2B5EF4-FFF2-40B4-BE49-F238E27FC236}">
                <a16:creationId xmlns:a16="http://schemas.microsoft.com/office/drawing/2014/main" id="{03895612-954C-4A26-A9E1-7394DBE500EB}"/>
              </a:ext>
            </a:extLst>
          </p:cNvPr>
          <p:cNvSpPr>
            <a:spLocks xmlns:a="http://schemas.openxmlformats.org/drawingml/2006/main" noGrp="1"/>
          </p:cNvSpPr>
          <p:nvPr/>
        </p:nvSpPr>
        <p:spPr>
          <a:xfrm xmlns:a="http://schemas.openxmlformats.org/drawingml/2006/main">
            <a:off x="3486150" y="2962275"/>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5718">
            <a:solidFill>
              <a:srgbClr val="1572C3"/>
            </a:solidFill>
          </a:ln>
        </p:spPr>
      </p:sp>
      <p:sp>
        <p:nvSpPr>
          <p:cNvPr id="22" name="circuit-420">
            <a:extLst xmlns:a="http://schemas.openxmlformats.org/drawingml/2006/main">
              <a:ext uri="{FF2B5EF4-FFF2-40B4-BE49-F238E27FC236}">
                <a16:creationId xmlns:a16="http://schemas.microsoft.com/office/drawing/2014/main" id="{D8EBDAC1-172E-42A3-AFDD-AEE54D5C7375}"/>
              </a:ext>
            </a:extLst>
          </p:cNvPr>
          <p:cNvSpPr>
            <a:spLocks xmlns:a="http://schemas.openxmlformats.org/drawingml/2006/main" noGrp="1"/>
          </p:cNvSpPr>
          <p:nvPr/>
        </p:nvSpPr>
        <p:spPr>
          <a:xfrm xmlns:a="http://schemas.openxmlformats.org/drawingml/2006/main">
            <a:off x="3486150" y="29308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3" name="text-421">
            <a:extLst xmlns:a="http://schemas.openxmlformats.org/drawingml/2006/main">
              <a:ext uri="{FF2B5EF4-FFF2-40B4-BE49-F238E27FC236}">
                <a16:creationId xmlns:a16="http://schemas.microsoft.com/office/drawing/2014/main" id="{91BBAFCD-2918-4DD8-AA56-24948C5AD50C}"/>
              </a:ext>
            </a:extLst>
          </p:cNvPr>
          <p:cNvSpPr>
            <a:spLocks xmlns:a="http://schemas.openxmlformats.org/drawingml/2006/main" noGrp="1"/>
          </p:cNvSpPr>
          <p:nvPr/>
        </p:nvSpPr>
        <p:spPr>
          <a:xfrm xmlns:a="http://schemas.openxmlformats.org/drawingml/2006/main">
            <a:off x="3676650" y="3352800"/>
            <a:ext cx="1104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読んだ命令</a:t>
            </a:r>
          </a:p>
        </p:txBody>
      </p:sp>
      <p:sp>
        <p:nvSpPr>
          <p:cNvPr id="24" name="wire-422">
            <a:extLst xmlns:a="http://schemas.openxmlformats.org/drawingml/2006/main">
              <a:ext uri="{FF2B5EF4-FFF2-40B4-BE49-F238E27FC236}">
                <a16:creationId xmlns:a16="http://schemas.microsoft.com/office/drawing/2014/main" id="{8C541ABC-443B-49F9-8212-C27583207C22}"/>
              </a:ext>
            </a:extLst>
          </p:cNvPr>
          <p:cNvSpPr>
            <a:spLocks xmlns:a="http://schemas.openxmlformats.org/drawingml/2006/main" noGrp="1"/>
          </p:cNvSpPr>
          <p:nvPr/>
        </p:nvSpPr>
        <p:spPr>
          <a:xfrm xmlns:a="http://schemas.openxmlformats.org/drawingml/2006/main">
            <a:off x="2647950" y="32289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1430">
            <a:solidFill>
              <a:srgbClr val="231F20"/>
            </a:solidFill>
          </a:ln>
        </p:spPr>
      </p:sp>
      <p:sp>
        <p:nvSpPr>
          <p:cNvPr id="25" name="wire-423">
            <a:extLst xmlns:a="http://schemas.openxmlformats.org/drawingml/2006/main">
              <a:ext uri="{FF2B5EF4-FFF2-40B4-BE49-F238E27FC236}">
                <a16:creationId xmlns:a16="http://schemas.microsoft.com/office/drawing/2014/main" id="{FBB2A51E-2D03-4FA7-91C0-4F5E82851964}"/>
              </a:ext>
            </a:extLst>
          </p:cNvPr>
          <p:cNvSpPr>
            <a:spLocks xmlns:a="http://schemas.openxmlformats.org/drawingml/2006/main" noGrp="1"/>
          </p:cNvSpPr>
          <p:nvPr/>
        </p:nvSpPr>
        <p:spPr>
          <a:xfrm xmlns:a="http://schemas.openxmlformats.org/drawingml/2006/main">
            <a:off x="1571625" y="3419475"/>
            <a:ext cx="1076325" cy="9525"/>
          </a:xfrm>
          <a:custGeom xmlns:a="http://schemas.openxmlformats.org/drawingml/2006/main">
            <a:pathLst>
              <a:path w="1076325" h="9525">
                <a:moveTo>
                  <a:pt x="1076325" y="0"/>
                </a:moveTo>
                <a:lnTo>
                  <a:pt x="0" y="0"/>
                </a:lnTo>
              </a:path>
            </a:pathLst>
          </a:custGeom>
          <a:noFill xmlns:a="http://schemas.openxmlformats.org/drawingml/2006/main"/>
          <a:ln xmlns:a="http://schemas.openxmlformats.org/drawingml/2006/main" w="11430">
            <a:solidFill>
              <a:srgbClr val="231F20"/>
            </a:solidFill>
          </a:ln>
        </p:spPr>
      </p:sp>
      <p:sp>
        <p:nvSpPr>
          <p:cNvPr id="26" name="wire-424">
            <a:extLst xmlns:a="http://schemas.openxmlformats.org/drawingml/2006/main">
              <a:ext uri="{FF2B5EF4-FFF2-40B4-BE49-F238E27FC236}">
                <a16:creationId xmlns:a16="http://schemas.microsoft.com/office/drawing/2014/main" id="{9257CBA5-C3DB-40D9-A918-17D0145E4E8A}"/>
              </a:ext>
            </a:extLst>
          </p:cNvPr>
          <p:cNvSpPr>
            <a:spLocks xmlns:a="http://schemas.openxmlformats.org/drawingml/2006/main" noGrp="1"/>
          </p:cNvSpPr>
          <p:nvPr/>
        </p:nvSpPr>
        <p:spPr>
          <a:xfrm xmlns:a="http://schemas.openxmlformats.org/drawingml/2006/main">
            <a:off x="1571625" y="3419475"/>
            <a:ext cx="9525" cy="361950"/>
          </a:xfrm>
          <a:custGeom xmlns:a="http://schemas.openxmlformats.org/drawingml/2006/main">
            <a:pathLst>
              <a:path w="9525" h="361950">
                <a:moveTo>
                  <a:pt x="0" y="0"/>
                </a:moveTo>
                <a:lnTo>
                  <a:pt x="0" y="361950"/>
                </a:lnTo>
              </a:path>
            </a:pathLst>
          </a:custGeom>
          <a:noFill xmlns:a="http://schemas.openxmlformats.org/drawingml/2006/main"/>
          <a:ln xmlns:a="http://schemas.openxmlformats.org/drawingml/2006/main" w="11430">
            <a:solidFill>
              <a:srgbClr val="231F20"/>
            </a:solidFill>
          </a:ln>
        </p:spPr>
      </p:sp>
      <p:sp>
        <p:nvSpPr>
          <p:cNvPr id="27" name="circuit-425">
            <a:extLst xmlns:a="http://schemas.openxmlformats.org/drawingml/2006/main">
              <a:ext uri="{FF2B5EF4-FFF2-40B4-BE49-F238E27FC236}">
                <a16:creationId xmlns:a16="http://schemas.microsoft.com/office/drawing/2014/main" id="{D40CA148-CC00-4F7A-9AB4-DAA0CACF77AB}"/>
              </a:ext>
            </a:extLst>
          </p:cNvPr>
          <p:cNvSpPr>
            <a:spLocks xmlns:a="http://schemas.openxmlformats.org/drawingml/2006/main" noGrp="1"/>
          </p:cNvSpPr>
          <p:nvPr/>
        </p:nvSpPr>
        <p:spPr>
          <a:xfrm xmlns:a="http://schemas.openxmlformats.org/drawingml/2006/main">
            <a:off x="1540193" y="370522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8" name="block-426">
            <a:extLst xmlns:a="http://schemas.openxmlformats.org/drawingml/2006/main">
              <a:ext uri="{FF2B5EF4-FFF2-40B4-BE49-F238E27FC236}">
                <a16:creationId xmlns:a16="http://schemas.microsoft.com/office/drawing/2014/main" id="{FCF1300D-B48F-4D0A-AFD4-D794AC47293D}"/>
              </a:ext>
            </a:extLst>
          </p:cNvPr>
          <p:cNvSpPr>
            <a:spLocks xmlns:a="http://schemas.openxmlformats.org/drawingml/2006/main" noGrp="1"/>
          </p:cNvSpPr>
          <p:nvPr/>
        </p:nvSpPr>
        <p:spPr>
          <a:xfrm xmlns:a="http://schemas.openxmlformats.org/drawingml/2006/main">
            <a:off x="1066800" y="3781425"/>
            <a:ext cx="1238250" cy="11239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427">
            <a:extLst xmlns:a="http://schemas.openxmlformats.org/drawingml/2006/main">
              <a:ext uri="{FF2B5EF4-FFF2-40B4-BE49-F238E27FC236}">
                <a16:creationId xmlns:a16="http://schemas.microsoft.com/office/drawing/2014/main" id="{D13ACDB1-A6AB-48B9-A382-8D519F48C616}"/>
              </a:ext>
            </a:extLst>
          </p:cNvPr>
          <p:cNvSpPr>
            <a:spLocks xmlns:a="http://schemas.openxmlformats.org/drawingml/2006/main" noGrp="1"/>
          </p:cNvSpPr>
          <p:nvPr/>
        </p:nvSpPr>
        <p:spPr>
          <a:xfrm xmlns:a="http://schemas.openxmlformats.org/drawingml/2006/main">
            <a:off x="1152525" y="4229100"/>
            <a:ext cx="106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regfile</a:t>
            </a:r>
          </a:p>
        </p:txBody>
      </p:sp>
      <p:sp>
        <p:nvSpPr>
          <p:cNvPr id="30" name="circuit-428">
            <a:extLst xmlns:a="http://schemas.openxmlformats.org/drawingml/2006/main">
              <a:ext uri="{FF2B5EF4-FFF2-40B4-BE49-F238E27FC236}">
                <a16:creationId xmlns:a16="http://schemas.microsoft.com/office/drawing/2014/main" id="{574F4AE9-0F44-4A14-8938-688FEFBE1FDE}"/>
              </a:ext>
            </a:extLst>
          </p:cNvPr>
          <p:cNvSpPr>
            <a:spLocks xmlns:a="http://schemas.openxmlformats.org/drawingml/2006/main" noGrp="1"/>
          </p:cNvSpPr>
          <p:nvPr/>
        </p:nvSpPr>
        <p:spPr>
          <a:xfrm xmlns:a="http://schemas.openxmlformats.org/drawingml/2006/main">
            <a:off x="1581150" y="3781425"/>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31" name="wire-429">
            <a:extLst xmlns:a="http://schemas.openxmlformats.org/drawingml/2006/main">
              <a:ext uri="{FF2B5EF4-FFF2-40B4-BE49-F238E27FC236}">
                <a16:creationId xmlns:a16="http://schemas.microsoft.com/office/drawing/2014/main" id="{5123104D-5726-461F-91F9-D012E5B37456}"/>
              </a:ext>
            </a:extLst>
          </p:cNvPr>
          <p:cNvSpPr>
            <a:spLocks xmlns:a="http://schemas.openxmlformats.org/drawingml/2006/main" noGrp="1"/>
          </p:cNvSpPr>
          <p:nvPr/>
        </p:nvSpPr>
        <p:spPr>
          <a:xfrm xmlns:a="http://schemas.openxmlformats.org/drawingml/2006/main">
            <a:off x="1666875" y="364807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10478">
            <a:solidFill>
              <a:srgbClr val="231F20"/>
            </a:solidFill>
          </a:ln>
        </p:spPr>
      </p:sp>
      <p:sp>
        <p:nvSpPr>
          <p:cNvPr id="32" name="text-430">
            <a:extLst xmlns:a="http://schemas.openxmlformats.org/drawingml/2006/main">
              <a:ext uri="{FF2B5EF4-FFF2-40B4-BE49-F238E27FC236}">
                <a16:creationId xmlns:a16="http://schemas.microsoft.com/office/drawing/2014/main" id="{B08DABF6-19E0-47CA-8990-87714F51A0C8}"/>
              </a:ext>
            </a:extLst>
          </p:cNvPr>
          <p:cNvSpPr>
            <a:spLocks xmlns:a="http://schemas.openxmlformats.org/drawingml/2006/main" noGrp="1"/>
          </p:cNvSpPr>
          <p:nvPr/>
        </p:nvSpPr>
        <p:spPr>
          <a:xfrm xmlns:a="http://schemas.openxmlformats.org/drawingml/2006/main">
            <a:off x="1857375" y="3876675"/>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RD1</a:t>
            </a:r>
          </a:p>
        </p:txBody>
      </p:sp>
      <p:sp>
        <p:nvSpPr>
          <p:cNvPr id="33" name="text-431">
            <a:extLst xmlns:a="http://schemas.openxmlformats.org/drawingml/2006/main">
              <a:ext uri="{FF2B5EF4-FFF2-40B4-BE49-F238E27FC236}">
                <a16:creationId xmlns:a16="http://schemas.microsoft.com/office/drawing/2014/main" id="{C2446820-039A-4DB0-8058-E9EED9A9AB91}"/>
              </a:ext>
            </a:extLst>
          </p:cNvPr>
          <p:cNvSpPr>
            <a:spLocks xmlns:a="http://schemas.openxmlformats.org/drawingml/2006/main" noGrp="1"/>
          </p:cNvSpPr>
          <p:nvPr/>
        </p:nvSpPr>
        <p:spPr>
          <a:xfrm xmlns:a="http://schemas.openxmlformats.org/drawingml/2006/main">
            <a:off x="1857375" y="45910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125" b="0">
                <a:solidFill>
                  <a:srgbClr val="231F20"/>
                </a:solidFill>
                <a:latin typeface="Arial"/>
                <a:ea typeface="Arial"/>
                <a:cs typeface="Arial"/>
              </a:defRPr>
            </a:defPPr>
            <a:lvl1pPr algn="l">
              <a:defRPr sz="1125" b="0">
                <a:solidFill>
                  <a:srgbClr val="231F20"/>
                </a:solidFill>
                <a:latin typeface="Arial"/>
                <a:ea typeface="Arial"/>
                <a:cs typeface="Arial"/>
              </a:defRPr>
            </a:lvl1pPr>
            <a:lvl2pPr algn="l">
              <a:defRPr sz="1125" b="0">
                <a:solidFill>
                  <a:srgbClr val="231F20"/>
                </a:solidFill>
                <a:latin typeface="Arial"/>
                <a:ea typeface="Arial"/>
                <a:cs typeface="Arial"/>
              </a:defRPr>
            </a:lvl2pPr>
            <a:lvl3pPr algn="l">
              <a:defRPr sz="1125" b="0">
                <a:solidFill>
                  <a:srgbClr val="231F20"/>
                </a:solidFill>
                <a:latin typeface="Arial"/>
                <a:ea typeface="Arial"/>
                <a:cs typeface="Arial"/>
              </a:defRPr>
            </a:lvl3pPr>
            <a:lvl4pPr algn="l">
              <a:defRPr sz="1125" b="0">
                <a:solidFill>
                  <a:srgbClr val="231F20"/>
                </a:solidFill>
                <a:latin typeface="Arial"/>
                <a:ea typeface="Arial"/>
                <a:cs typeface="Arial"/>
              </a:defRPr>
            </a:lvl4pPr>
            <a:lvl5pPr algn="l">
              <a:defRPr sz="1125" b="0">
                <a:solidFill>
                  <a:srgbClr val="231F20"/>
                </a:solidFill>
                <a:latin typeface="Arial"/>
                <a:ea typeface="Arial"/>
                <a:cs typeface="Arial"/>
              </a:defRPr>
            </a:lvl5pPr>
            <a:lvl6pPr algn="l">
              <a:defRPr sz="1125" b="0">
                <a:solidFill>
                  <a:srgbClr val="231F20"/>
                </a:solidFill>
                <a:latin typeface="Arial"/>
                <a:ea typeface="Arial"/>
                <a:cs typeface="Arial"/>
              </a:defRPr>
            </a:lvl6pPr>
            <a:lvl7pPr algn="l">
              <a:defRPr sz="1125" b="0">
                <a:solidFill>
                  <a:srgbClr val="231F20"/>
                </a:solidFill>
                <a:latin typeface="Arial"/>
                <a:ea typeface="Arial"/>
                <a:cs typeface="Arial"/>
              </a:defRPr>
            </a:lvl7pPr>
            <a:lvl8pPr algn="l">
              <a:defRPr sz="1125" b="0">
                <a:solidFill>
                  <a:srgbClr val="231F20"/>
                </a:solidFill>
                <a:latin typeface="Arial"/>
                <a:ea typeface="Arial"/>
                <a:cs typeface="Arial"/>
              </a:defRPr>
            </a:lvl8pPr>
            <a:lvl9pPr algn="l">
              <a:defRPr sz="1125" b="0">
                <a:solidFill>
                  <a:srgbClr val="231F20"/>
                </a:solidFill>
                <a:latin typeface="Arial"/>
                <a:ea typeface="Arial"/>
                <a:cs typeface="Arial"/>
              </a:defRPr>
            </a:lvl9pPr>
          </a:lstStyle>
          <a:p xmlns:a="http://schemas.openxmlformats.org/drawingml/2006/main">
            <a:pPr algn="l">
              <a:defRPr sz="1125" b="0">
                <a:solidFill>
                  <a:srgbClr val="231F20"/>
                </a:solidFill>
                <a:latin typeface="Arial"/>
                <a:ea typeface="Arial"/>
                <a:cs typeface="Arial"/>
              </a:defRPr>
            </a:pPr>
            <a:r>
              <a:rPr sz="1125" b="0">
                <a:solidFill>
                  <a:srgbClr val="231F20"/>
                </a:solidFill>
                <a:latin typeface="Arial"/>
                <a:ea typeface="Arial"/>
                <a:cs typeface="Arial"/>
              </a:rPr>
              <a:t>RD2</a:t>
            </a:r>
          </a:p>
        </p:txBody>
      </p:sp>
      <p:sp>
        <p:nvSpPr>
          <p:cNvPr id="34" name="circuit-432">
            <a:extLst xmlns:a="http://schemas.openxmlformats.org/drawingml/2006/main">
              <a:ext uri="{FF2B5EF4-FFF2-40B4-BE49-F238E27FC236}">
                <a16:creationId xmlns:a16="http://schemas.microsoft.com/office/drawing/2014/main" id="{734B3559-B867-4D19-9F64-49F6A2A3C9B6}"/>
              </a:ext>
            </a:extLst>
          </p:cNvPr>
          <p:cNvSpPr>
            <a:spLocks xmlns:a="http://schemas.openxmlformats.org/drawingml/2006/main" noGrp="1"/>
          </p:cNvSpPr>
          <p:nvPr/>
        </p:nvSpPr>
        <p:spPr>
          <a:xfrm xmlns:a="http://schemas.openxmlformats.org/drawingml/2006/main">
            <a:off x="3114675" y="3752850"/>
            <a:ext cx="666750" cy="819150"/>
          </a:xfrm>
          <a:custGeom xmlns:a="http://schemas.openxmlformats.org/drawingml/2006/main">
            <a:pathLst>
              <a:path w="666750" h="819150">
                <a:moveTo>
                  <a:pt x="0" y="0"/>
                </a:moveTo>
                <a:lnTo>
                  <a:pt x="666750" y="171450"/>
                </a:lnTo>
                <a:lnTo>
                  <a:pt x="666750" y="647700"/>
                </a:lnTo>
                <a:lnTo>
                  <a:pt x="0" y="819150"/>
                </a:lnTo>
                <a:lnTo>
                  <a:pt x="0" y="533400"/>
                </a:lnTo>
                <a:lnTo>
                  <a:pt x="161925" y="400050"/>
                </a:lnTo>
                <a:lnTo>
                  <a:pt x="0" y="257175"/>
                </a:lnTo>
                <a:close/>
              </a:path>
            </a:pathLst>
          </a:custGeom>
          <a:solidFill xmlns:a="http://schemas.openxmlformats.org/drawingml/2006/main">
            <a:srgbClr val="FFFFFF"/>
          </a:solidFill>
          <a:ln xmlns:a="http://schemas.openxmlformats.org/drawingml/2006/main" w="20955">
            <a:solidFill>
              <a:srgbClr val="231F20"/>
            </a:solidFill>
          </a:ln>
        </p:spPr>
      </p:sp>
      <p:sp>
        <p:nvSpPr>
          <p:cNvPr id="35" name="text-433">
            <a:extLst xmlns:a="http://schemas.openxmlformats.org/drawingml/2006/main">
              <a:ext uri="{FF2B5EF4-FFF2-40B4-BE49-F238E27FC236}">
                <a16:creationId xmlns:a16="http://schemas.microsoft.com/office/drawing/2014/main" id="{3485E949-FF9A-4E20-AEB7-DC8D363E3B09}"/>
              </a:ext>
            </a:extLst>
          </p:cNvPr>
          <p:cNvSpPr>
            <a:spLocks xmlns:a="http://schemas.openxmlformats.org/drawingml/2006/main" noGrp="1"/>
          </p:cNvSpPr>
          <p:nvPr/>
        </p:nvSpPr>
        <p:spPr>
          <a:xfrm xmlns:a="http://schemas.openxmlformats.org/drawingml/2006/main">
            <a:off x="3276600" y="401955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ALU</a:t>
            </a:r>
          </a:p>
        </p:txBody>
      </p:sp>
      <p:sp>
        <p:nvSpPr>
          <p:cNvPr id="36" name="wire-434">
            <a:extLst xmlns:a="http://schemas.openxmlformats.org/drawingml/2006/main">
              <a:ext uri="{FF2B5EF4-FFF2-40B4-BE49-F238E27FC236}">
                <a16:creationId xmlns:a16="http://schemas.microsoft.com/office/drawing/2014/main" id="{7F36D838-475F-47A7-BED5-A914E9779DD6}"/>
              </a:ext>
            </a:extLst>
          </p:cNvPr>
          <p:cNvSpPr>
            <a:spLocks xmlns:a="http://schemas.openxmlformats.org/drawingml/2006/main" noGrp="1"/>
          </p:cNvSpPr>
          <p:nvPr/>
        </p:nvSpPr>
        <p:spPr>
          <a:xfrm xmlns:a="http://schemas.openxmlformats.org/drawingml/2006/main">
            <a:off x="2305050" y="40005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28575">
            <a:solidFill>
              <a:srgbClr val="231F20"/>
            </a:solidFill>
          </a:ln>
        </p:spPr>
      </p:sp>
      <p:sp>
        <p:nvSpPr>
          <p:cNvPr id="37" name="circuit-435">
            <a:extLst xmlns:a="http://schemas.openxmlformats.org/drawingml/2006/main">
              <a:ext uri="{FF2B5EF4-FFF2-40B4-BE49-F238E27FC236}">
                <a16:creationId xmlns:a16="http://schemas.microsoft.com/office/drawing/2014/main" id="{6D034D60-CE15-4D97-92BD-193F8D38BA15}"/>
              </a:ext>
            </a:extLst>
          </p:cNvPr>
          <p:cNvSpPr>
            <a:spLocks xmlns:a="http://schemas.openxmlformats.org/drawingml/2006/main" noGrp="1"/>
          </p:cNvSpPr>
          <p:nvPr/>
        </p:nvSpPr>
        <p:spPr>
          <a:xfrm xmlns:a="http://schemas.openxmlformats.org/drawingml/2006/main">
            <a:off x="3038475" y="39690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38" name="text-436">
            <a:extLst xmlns:a="http://schemas.openxmlformats.org/drawingml/2006/main">
              <a:ext uri="{FF2B5EF4-FFF2-40B4-BE49-F238E27FC236}">
                <a16:creationId xmlns:a16="http://schemas.microsoft.com/office/drawing/2014/main" id="{CB16AC14-D739-4CC4-A4D9-1DDA0BB7726F}"/>
              </a:ext>
            </a:extLst>
          </p:cNvPr>
          <p:cNvSpPr>
            <a:spLocks xmlns:a="http://schemas.openxmlformats.org/drawingml/2006/main" noGrp="1"/>
          </p:cNvSpPr>
          <p:nvPr/>
        </p:nvSpPr>
        <p:spPr>
          <a:xfrm xmlns:a="http://schemas.openxmlformats.org/drawingml/2006/main">
            <a:off x="2333625" y="3638550"/>
            <a:ext cx="781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1572C3"/>
                </a:solidFill>
                <a:latin typeface="Arial"/>
                <a:ea typeface="Arial"/>
                <a:cs typeface="Arial"/>
              </a:defRPr>
            </a:defPPr>
            <a:lvl1pPr algn="ctr">
              <a:defRPr sz="1500" b="0">
                <a:solidFill>
                  <a:srgbClr val="1572C3"/>
                </a:solidFill>
                <a:latin typeface="Arial"/>
                <a:ea typeface="Arial"/>
                <a:cs typeface="Arial"/>
              </a:defRPr>
            </a:lvl1pPr>
            <a:lvl2pPr algn="ctr">
              <a:defRPr sz="1500" b="0">
                <a:solidFill>
                  <a:srgbClr val="1572C3"/>
                </a:solidFill>
                <a:latin typeface="Arial"/>
                <a:ea typeface="Arial"/>
                <a:cs typeface="Arial"/>
              </a:defRPr>
            </a:lvl2pPr>
            <a:lvl3pPr algn="ctr">
              <a:defRPr sz="1500" b="0">
                <a:solidFill>
                  <a:srgbClr val="1572C3"/>
                </a:solidFill>
                <a:latin typeface="Arial"/>
                <a:ea typeface="Arial"/>
                <a:cs typeface="Arial"/>
              </a:defRPr>
            </a:lvl3pPr>
            <a:lvl4pPr algn="ctr">
              <a:defRPr sz="1500" b="0">
                <a:solidFill>
                  <a:srgbClr val="1572C3"/>
                </a:solidFill>
                <a:latin typeface="Arial"/>
                <a:ea typeface="Arial"/>
                <a:cs typeface="Arial"/>
              </a:defRPr>
            </a:lvl4pPr>
            <a:lvl5pPr algn="ctr">
              <a:defRPr sz="1500" b="0">
                <a:solidFill>
                  <a:srgbClr val="1572C3"/>
                </a:solidFill>
                <a:latin typeface="Arial"/>
                <a:ea typeface="Arial"/>
                <a:cs typeface="Arial"/>
              </a:defRPr>
            </a:lvl5pPr>
            <a:lvl6pPr algn="ctr">
              <a:defRPr sz="1500" b="0">
                <a:solidFill>
                  <a:srgbClr val="1572C3"/>
                </a:solidFill>
                <a:latin typeface="Arial"/>
                <a:ea typeface="Arial"/>
                <a:cs typeface="Arial"/>
              </a:defRPr>
            </a:lvl6pPr>
            <a:lvl7pPr algn="ctr">
              <a:defRPr sz="1500" b="0">
                <a:solidFill>
                  <a:srgbClr val="1572C3"/>
                </a:solidFill>
                <a:latin typeface="Arial"/>
                <a:ea typeface="Arial"/>
                <a:cs typeface="Arial"/>
              </a:defRPr>
            </a:lvl7pPr>
            <a:lvl8pPr algn="ctr">
              <a:defRPr sz="1500" b="0">
                <a:solidFill>
                  <a:srgbClr val="1572C3"/>
                </a:solidFill>
                <a:latin typeface="Arial"/>
                <a:ea typeface="Arial"/>
                <a:cs typeface="Arial"/>
              </a:defRPr>
            </a:lvl8pPr>
            <a:lvl9pPr algn="ctr">
              <a:defRPr sz="1500" b="0">
                <a:solidFill>
                  <a:srgbClr val="1572C3"/>
                </a:solidFill>
                <a:latin typeface="Arial"/>
                <a:ea typeface="Arial"/>
                <a:cs typeface="Arial"/>
              </a:defRPr>
            </a:lvl9pPr>
          </a:lstStyle>
          <a:p xmlns:a="http://schemas.openxmlformats.org/drawingml/2006/main">
            <a:pPr algn="ctr">
              <a:defRPr sz="1500" b="0">
                <a:solidFill>
                  <a:srgbClr val="1572C3"/>
                </a:solidFill>
                <a:latin typeface="Arial"/>
                <a:ea typeface="Arial"/>
                <a:cs typeface="Arial"/>
              </a:defRPr>
            </a:pPr>
            <a:r>
              <a:rPr sz="1500" b="0">
                <a:solidFill>
                  <a:srgbClr val="1572C3"/>
                </a:solidFill>
                <a:latin typeface="Arial"/>
                <a:ea typeface="Arial"/>
                <a:cs typeface="Arial"/>
              </a:rPr>
              <a:t>B</a:t>
            </a:r>
          </a:p>
        </p:txBody>
      </p:sp>
      <p:sp>
        <p:nvSpPr>
          <p:cNvPr id="39" name="circuit-437">
            <a:extLst xmlns:a="http://schemas.openxmlformats.org/drawingml/2006/main">
              <a:ext uri="{FF2B5EF4-FFF2-40B4-BE49-F238E27FC236}">
                <a16:creationId xmlns:a16="http://schemas.microsoft.com/office/drawing/2014/main" id="{CC6F8F29-765C-467B-AB4C-CA85DD23D45E}"/>
              </a:ext>
            </a:extLst>
          </p:cNvPr>
          <p:cNvSpPr>
            <a:spLocks xmlns:a="http://schemas.openxmlformats.org/drawingml/2006/main" noGrp="1"/>
          </p:cNvSpPr>
          <p:nvPr/>
        </p:nvSpPr>
        <p:spPr>
          <a:xfrm xmlns:a="http://schemas.openxmlformats.org/drawingml/2006/main">
            <a:off x="2771775" y="4857750"/>
            <a:ext cx="885825" cy="352425"/>
          </a:xfrm>
          <a:custGeom xmlns:a="http://schemas.openxmlformats.org/drawingml/2006/main">
            <a:pathLst>
              <a:path w="885825" h="352425">
                <a:moveTo>
                  <a:pt x="0" y="161925"/>
                </a:moveTo>
                <a:lnTo>
                  <a:pt x="885825" y="0"/>
                </a:lnTo>
                <a:lnTo>
                  <a:pt x="885825" y="352425"/>
                </a:lnTo>
                <a:lnTo>
                  <a:pt x="0" y="352425"/>
                </a:lnTo>
                <a:close/>
              </a:path>
            </a:pathLst>
          </a:custGeom>
          <a:solidFill xmlns:a="http://schemas.openxmlformats.org/drawingml/2006/main">
            <a:srgbClr val="FFFFFF"/>
          </a:solidFill>
          <a:ln xmlns:a="http://schemas.openxmlformats.org/drawingml/2006/main" w="20955">
            <a:solidFill>
              <a:srgbClr val="231F20"/>
            </a:solidFill>
          </a:ln>
        </p:spPr>
      </p:sp>
      <p:sp>
        <p:nvSpPr>
          <p:cNvPr id="40" name="text-438">
            <a:extLst xmlns:a="http://schemas.openxmlformats.org/drawingml/2006/main">
              <a:ext uri="{FF2B5EF4-FFF2-40B4-BE49-F238E27FC236}">
                <a16:creationId xmlns:a16="http://schemas.microsoft.com/office/drawing/2014/main" id="{8999E038-F8F4-4D15-B2A4-7A83EA324DFC}"/>
              </a:ext>
            </a:extLst>
          </p:cNvPr>
          <p:cNvSpPr>
            <a:spLocks xmlns:a="http://schemas.openxmlformats.org/drawingml/2006/main" noGrp="1"/>
          </p:cNvSpPr>
          <p:nvPr/>
        </p:nvSpPr>
        <p:spPr>
          <a:xfrm xmlns:a="http://schemas.openxmlformats.org/drawingml/2006/main">
            <a:off x="2857500" y="4953000"/>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Arial"/>
                <a:ea typeface="Arial"/>
                <a:cs typeface="Arial"/>
              </a:defRPr>
            </a:defPPr>
            <a:lvl1pPr algn="ctr">
              <a:defRPr sz="1350" b="1">
                <a:solidFill>
                  <a:srgbClr val="231F20"/>
                </a:solidFill>
                <a:latin typeface="Arial"/>
                <a:ea typeface="Arial"/>
                <a:cs typeface="Arial"/>
              </a:defRPr>
            </a:lvl1pPr>
            <a:lvl2pPr algn="ctr">
              <a:defRPr sz="1350" b="1">
                <a:solidFill>
                  <a:srgbClr val="231F20"/>
                </a:solidFill>
                <a:latin typeface="Arial"/>
                <a:ea typeface="Arial"/>
                <a:cs typeface="Arial"/>
              </a:defRPr>
            </a:lvl2pPr>
            <a:lvl3pPr algn="ctr">
              <a:defRPr sz="1350" b="1">
                <a:solidFill>
                  <a:srgbClr val="231F20"/>
                </a:solidFill>
                <a:latin typeface="Arial"/>
                <a:ea typeface="Arial"/>
                <a:cs typeface="Arial"/>
              </a:defRPr>
            </a:lvl3pPr>
            <a:lvl4pPr algn="ctr">
              <a:defRPr sz="1350" b="1">
                <a:solidFill>
                  <a:srgbClr val="231F20"/>
                </a:solidFill>
                <a:latin typeface="Arial"/>
                <a:ea typeface="Arial"/>
                <a:cs typeface="Arial"/>
              </a:defRPr>
            </a:lvl4pPr>
            <a:lvl5pPr algn="ctr">
              <a:defRPr sz="1350" b="1">
                <a:solidFill>
                  <a:srgbClr val="231F20"/>
                </a:solidFill>
                <a:latin typeface="Arial"/>
                <a:ea typeface="Arial"/>
                <a:cs typeface="Arial"/>
              </a:defRPr>
            </a:lvl5pPr>
            <a:lvl6pPr algn="ctr">
              <a:defRPr sz="1350" b="1">
                <a:solidFill>
                  <a:srgbClr val="231F20"/>
                </a:solidFill>
                <a:latin typeface="Arial"/>
                <a:ea typeface="Arial"/>
                <a:cs typeface="Arial"/>
              </a:defRPr>
            </a:lvl6pPr>
            <a:lvl7pPr algn="ctr">
              <a:defRPr sz="1350" b="1">
                <a:solidFill>
                  <a:srgbClr val="231F20"/>
                </a:solidFill>
                <a:latin typeface="Arial"/>
                <a:ea typeface="Arial"/>
                <a:cs typeface="Arial"/>
              </a:defRPr>
            </a:lvl7pPr>
            <a:lvl8pPr algn="ctr">
              <a:defRPr sz="1350" b="1">
                <a:solidFill>
                  <a:srgbClr val="231F20"/>
                </a:solidFill>
                <a:latin typeface="Arial"/>
                <a:ea typeface="Arial"/>
                <a:cs typeface="Arial"/>
              </a:defRPr>
            </a:lvl8pPr>
            <a:lvl9pPr algn="ctr">
              <a:defRPr sz="1350" b="1">
                <a:solidFill>
                  <a:srgbClr val="231F20"/>
                </a:solidFill>
                <a:latin typeface="Arial"/>
                <a:ea typeface="Arial"/>
                <a:cs typeface="Arial"/>
              </a:defRPr>
            </a:lvl9pPr>
          </a:lstStyle>
          <a:p xmlns:a="http://schemas.openxmlformats.org/drawingml/2006/main">
            <a:pPr algn="ctr">
              <a:defRPr sz="1350" b="1">
                <a:solidFill>
                  <a:srgbClr val="231F20"/>
                </a:solidFill>
                <a:latin typeface="Arial"/>
                <a:ea typeface="Arial"/>
                <a:cs typeface="Arial"/>
              </a:defRPr>
            </a:pPr>
            <a:r>
              <a:rPr sz="1350" b="1">
                <a:solidFill>
                  <a:srgbClr val="231F20"/>
                </a:solidFill>
                <a:latin typeface="Arial"/>
                <a:ea typeface="Arial"/>
                <a:cs typeface="Arial"/>
              </a:rPr>
              <a:t>extend</a:t>
            </a:r>
          </a:p>
        </p:txBody>
      </p:sp>
      <p:sp>
        <p:nvSpPr>
          <p:cNvPr id="41" name="wire-439">
            <a:extLst xmlns:a="http://schemas.openxmlformats.org/drawingml/2006/main">
              <a:ext uri="{FF2B5EF4-FFF2-40B4-BE49-F238E27FC236}">
                <a16:creationId xmlns:a16="http://schemas.microsoft.com/office/drawing/2014/main" id="{C7C037B6-C039-4806-9692-9FB14D343B23}"/>
              </a:ext>
            </a:extLst>
          </p:cNvPr>
          <p:cNvSpPr>
            <a:spLocks xmlns:a="http://schemas.openxmlformats.org/drawingml/2006/main" noGrp="1"/>
          </p:cNvSpPr>
          <p:nvPr/>
        </p:nvSpPr>
        <p:spPr>
          <a:xfrm xmlns:a="http://schemas.openxmlformats.org/drawingml/2006/main">
            <a:off x="3657600" y="503872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2" name="wire-440">
            <a:extLst xmlns:a="http://schemas.openxmlformats.org/drawingml/2006/main">
              <a:ext uri="{FF2B5EF4-FFF2-40B4-BE49-F238E27FC236}">
                <a16:creationId xmlns:a16="http://schemas.microsoft.com/office/drawing/2014/main" id="{C396A423-4BED-47C1-8067-E2F68F93FB5F}"/>
              </a:ext>
            </a:extLst>
          </p:cNvPr>
          <p:cNvSpPr>
            <a:spLocks xmlns:a="http://schemas.openxmlformats.org/drawingml/2006/main" noGrp="1"/>
          </p:cNvSpPr>
          <p:nvPr/>
        </p:nvSpPr>
        <p:spPr>
          <a:xfrm xmlns:a="http://schemas.openxmlformats.org/drawingml/2006/main">
            <a:off x="3857625" y="46767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4765">
            <a:solidFill>
              <a:srgbClr val="231F20"/>
            </a:solidFill>
          </a:ln>
        </p:spPr>
      </p:sp>
      <p:sp>
        <p:nvSpPr>
          <p:cNvPr id="43" name="wire-441">
            <a:extLst xmlns:a="http://schemas.openxmlformats.org/drawingml/2006/main">
              <a:ext uri="{FF2B5EF4-FFF2-40B4-BE49-F238E27FC236}">
                <a16:creationId xmlns:a16="http://schemas.microsoft.com/office/drawing/2014/main" id="{E1286634-2EFA-4A4C-AD6D-72F65FA41EB7}"/>
              </a:ext>
            </a:extLst>
          </p:cNvPr>
          <p:cNvSpPr>
            <a:spLocks xmlns:a="http://schemas.openxmlformats.org/drawingml/2006/main" noGrp="1"/>
          </p:cNvSpPr>
          <p:nvPr/>
        </p:nvSpPr>
        <p:spPr>
          <a:xfrm xmlns:a="http://schemas.openxmlformats.org/drawingml/2006/main">
            <a:off x="2914650" y="4676775"/>
            <a:ext cx="942975" cy="9525"/>
          </a:xfrm>
          <a:custGeom xmlns:a="http://schemas.openxmlformats.org/drawingml/2006/main">
            <a:pathLst>
              <a:path w="942975" h="9525">
                <a:moveTo>
                  <a:pt x="942975" y="0"/>
                </a:moveTo>
                <a:lnTo>
                  <a:pt x="0" y="0"/>
                </a:lnTo>
              </a:path>
            </a:pathLst>
          </a:custGeom>
          <a:noFill xmlns:a="http://schemas.openxmlformats.org/drawingml/2006/main"/>
          <a:ln xmlns:a="http://schemas.openxmlformats.org/drawingml/2006/main" w="24765">
            <a:solidFill>
              <a:srgbClr val="231F20"/>
            </a:solidFill>
          </a:ln>
        </p:spPr>
      </p:sp>
      <p:sp>
        <p:nvSpPr>
          <p:cNvPr id="44" name="wire-442">
            <a:extLst xmlns:a="http://schemas.openxmlformats.org/drawingml/2006/main">
              <a:ext uri="{FF2B5EF4-FFF2-40B4-BE49-F238E27FC236}">
                <a16:creationId xmlns:a16="http://schemas.microsoft.com/office/drawing/2014/main" id="{BA23B066-8913-4A6F-A739-5EB83D997959}"/>
              </a:ext>
            </a:extLst>
          </p:cNvPr>
          <p:cNvSpPr>
            <a:spLocks xmlns:a="http://schemas.openxmlformats.org/drawingml/2006/main" noGrp="1"/>
          </p:cNvSpPr>
          <p:nvPr/>
        </p:nvSpPr>
        <p:spPr>
          <a:xfrm xmlns:a="http://schemas.openxmlformats.org/drawingml/2006/main">
            <a:off x="2914650" y="4410075"/>
            <a:ext cx="9525" cy="266700"/>
          </a:xfrm>
          <a:custGeom xmlns:a="http://schemas.openxmlformats.org/drawingml/2006/main">
            <a:pathLst>
              <a:path w="9525" h="266700">
                <a:moveTo>
                  <a:pt x="0" y="266700"/>
                </a:moveTo>
                <a:lnTo>
                  <a:pt x="0" y="0"/>
                </a:lnTo>
              </a:path>
            </a:pathLst>
          </a:custGeom>
          <a:noFill xmlns:a="http://schemas.openxmlformats.org/drawingml/2006/main"/>
          <a:ln xmlns:a="http://schemas.openxmlformats.org/drawingml/2006/main" w="24765">
            <a:solidFill>
              <a:srgbClr val="231F20"/>
            </a:solidFill>
          </a:ln>
        </p:spPr>
      </p:sp>
      <p:sp>
        <p:nvSpPr>
          <p:cNvPr id="45" name="wire-443">
            <a:extLst xmlns:a="http://schemas.openxmlformats.org/drawingml/2006/main">
              <a:ext uri="{FF2B5EF4-FFF2-40B4-BE49-F238E27FC236}">
                <a16:creationId xmlns:a16="http://schemas.microsoft.com/office/drawing/2014/main" id="{F488DFD9-38AC-4084-A638-555EA53CBEDD}"/>
              </a:ext>
            </a:extLst>
          </p:cNvPr>
          <p:cNvSpPr>
            <a:spLocks xmlns:a="http://schemas.openxmlformats.org/drawingml/2006/main" noGrp="1"/>
          </p:cNvSpPr>
          <p:nvPr/>
        </p:nvSpPr>
        <p:spPr>
          <a:xfrm xmlns:a="http://schemas.openxmlformats.org/drawingml/2006/main">
            <a:off x="2914650" y="4410075"/>
            <a:ext cx="200025" cy="9525"/>
          </a:xfrm>
          <a:custGeom xmlns:a="http://schemas.openxmlformats.org/drawingml/2006/main">
            <a:pathLst>
              <a:path w="200025" h="9525">
                <a:moveTo>
                  <a:pt x="0" y="0"/>
                </a:moveTo>
                <a:lnTo>
                  <a:pt x="200025" y="0"/>
                </a:lnTo>
              </a:path>
            </a:pathLst>
          </a:custGeom>
          <a:noFill xmlns:a="http://schemas.openxmlformats.org/drawingml/2006/main"/>
          <a:ln xmlns:a="http://schemas.openxmlformats.org/drawingml/2006/main" w="24765">
            <a:solidFill>
              <a:srgbClr val="231F20"/>
            </a:solidFill>
          </a:ln>
        </p:spPr>
      </p:sp>
      <p:sp>
        <p:nvSpPr>
          <p:cNvPr id="46" name="circuit-444">
            <a:extLst xmlns:a="http://schemas.openxmlformats.org/drawingml/2006/main">
              <a:ext uri="{FF2B5EF4-FFF2-40B4-BE49-F238E27FC236}">
                <a16:creationId xmlns:a16="http://schemas.microsoft.com/office/drawing/2014/main" id="{FB27EB85-C8BB-4323-98C5-7FCC764C36CC}"/>
              </a:ext>
            </a:extLst>
          </p:cNvPr>
          <p:cNvSpPr>
            <a:spLocks xmlns:a="http://schemas.openxmlformats.org/drawingml/2006/main" noGrp="1"/>
          </p:cNvSpPr>
          <p:nvPr/>
        </p:nvSpPr>
        <p:spPr>
          <a:xfrm xmlns:a="http://schemas.openxmlformats.org/drawingml/2006/main">
            <a:off x="3038475" y="43786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7" name="wire-445">
            <a:extLst xmlns:a="http://schemas.openxmlformats.org/drawingml/2006/main">
              <a:ext uri="{FF2B5EF4-FFF2-40B4-BE49-F238E27FC236}">
                <a16:creationId xmlns:a16="http://schemas.microsoft.com/office/drawing/2014/main" id="{361834AE-E283-4F5B-92A3-DEC2A2BBF3C7}"/>
              </a:ext>
            </a:extLst>
          </p:cNvPr>
          <p:cNvSpPr>
            <a:spLocks xmlns:a="http://schemas.openxmlformats.org/drawingml/2006/main" noGrp="1"/>
          </p:cNvSpPr>
          <p:nvPr/>
        </p:nvSpPr>
        <p:spPr>
          <a:xfrm xmlns:a="http://schemas.openxmlformats.org/drawingml/2006/main">
            <a:off x="3781425" y="41529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8575">
            <a:solidFill>
              <a:srgbClr val="231F20"/>
            </a:solidFill>
          </a:ln>
        </p:spPr>
      </p:sp>
      <p:sp>
        <p:nvSpPr>
          <p:cNvPr id="48" name="circuit-446">
            <a:extLst xmlns:a="http://schemas.openxmlformats.org/drawingml/2006/main">
              <a:ext uri="{FF2B5EF4-FFF2-40B4-BE49-F238E27FC236}">
                <a16:creationId xmlns:a16="http://schemas.microsoft.com/office/drawing/2014/main" id="{F60CA999-692E-4793-B99B-B8344D21B2D4}"/>
              </a:ext>
            </a:extLst>
          </p:cNvPr>
          <p:cNvSpPr>
            <a:spLocks xmlns:a="http://schemas.openxmlformats.org/drawingml/2006/main" noGrp="1"/>
          </p:cNvSpPr>
          <p:nvPr/>
        </p:nvSpPr>
        <p:spPr>
          <a:xfrm xmlns:a="http://schemas.openxmlformats.org/drawingml/2006/main">
            <a:off x="4524375" y="4121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9" name="text-447">
            <a:extLst xmlns:a="http://schemas.openxmlformats.org/drawingml/2006/main">
              <a:ext uri="{FF2B5EF4-FFF2-40B4-BE49-F238E27FC236}">
                <a16:creationId xmlns:a16="http://schemas.microsoft.com/office/drawing/2014/main" id="{F28F83BA-B28A-4CF8-9D82-C3E3F5D0907A}"/>
              </a:ext>
            </a:extLst>
          </p:cNvPr>
          <p:cNvSpPr>
            <a:spLocks xmlns:a="http://schemas.openxmlformats.org/drawingml/2006/main" noGrp="1"/>
          </p:cNvSpPr>
          <p:nvPr/>
        </p:nvSpPr>
        <p:spPr>
          <a:xfrm xmlns:a="http://schemas.openxmlformats.org/drawingml/2006/main">
            <a:off x="3886200" y="3790950"/>
            <a:ext cx="619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番地</a:t>
            </a:r>
          </a:p>
        </p:txBody>
      </p:sp>
      <p:sp>
        <p:nvSpPr>
          <p:cNvPr id="50" name="wire-448">
            <a:extLst xmlns:a="http://schemas.openxmlformats.org/drawingml/2006/main">
              <a:ext uri="{FF2B5EF4-FFF2-40B4-BE49-F238E27FC236}">
                <a16:creationId xmlns:a16="http://schemas.microsoft.com/office/drawing/2014/main" id="{B2E41E39-16D3-4C5B-A3A9-7E08C900C652}"/>
              </a:ext>
            </a:extLst>
          </p:cNvPr>
          <p:cNvSpPr>
            <a:spLocks xmlns:a="http://schemas.openxmlformats.org/drawingml/2006/main" noGrp="1"/>
          </p:cNvSpPr>
          <p:nvPr/>
        </p:nvSpPr>
        <p:spPr>
          <a:xfrm xmlns:a="http://schemas.openxmlformats.org/drawingml/2006/main">
            <a:off x="2305050" y="4724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1572C3"/>
            </a:solidFill>
          </a:ln>
        </p:spPr>
      </p:sp>
      <p:sp>
        <p:nvSpPr>
          <p:cNvPr id="51" name="wire-449">
            <a:extLst xmlns:a="http://schemas.openxmlformats.org/drawingml/2006/main">
              <a:ext uri="{FF2B5EF4-FFF2-40B4-BE49-F238E27FC236}">
                <a16:creationId xmlns:a16="http://schemas.microsoft.com/office/drawing/2014/main" id="{9E8152F3-8D71-4ABF-B18B-BAD2EE1E9C84}"/>
              </a:ext>
            </a:extLst>
          </p:cNvPr>
          <p:cNvSpPr>
            <a:spLocks xmlns:a="http://schemas.openxmlformats.org/drawingml/2006/main" noGrp="1"/>
          </p:cNvSpPr>
          <p:nvPr/>
        </p:nvSpPr>
        <p:spPr>
          <a:xfrm xmlns:a="http://schemas.openxmlformats.org/drawingml/2006/main">
            <a:off x="2543175" y="47244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1572C3"/>
            </a:solidFill>
          </a:ln>
        </p:spPr>
      </p:sp>
      <p:sp>
        <p:nvSpPr>
          <p:cNvPr id="52" name="wire-450">
            <a:extLst xmlns:a="http://schemas.openxmlformats.org/drawingml/2006/main">
              <a:ext uri="{FF2B5EF4-FFF2-40B4-BE49-F238E27FC236}">
                <a16:creationId xmlns:a16="http://schemas.microsoft.com/office/drawing/2014/main" id="{3BC629FA-EEB0-4362-8B0C-B9A728DD44BB}"/>
              </a:ext>
            </a:extLst>
          </p:cNvPr>
          <p:cNvSpPr>
            <a:spLocks xmlns:a="http://schemas.openxmlformats.org/drawingml/2006/main" noGrp="1"/>
          </p:cNvSpPr>
          <p:nvPr/>
        </p:nvSpPr>
        <p:spPr>
          <a:xfrm xmlns:a="http://schemas.openxmlformats.org/drawingml/2006/main">
            <a:off x="2543175" y="5314950"/>
            <a:ext cx="1771650" cy="9525"/>
          </a:xfrm>
          <a:custGeom xmlns:a="http://schemas.openxmlformats.org/drawingml/2006/main">
            <a:pathLst>
              <a:path w="1771650" h="9525">
                <a:moveTo>
                  <a:pt x="0" y="0"/>
                </a:moveTo>
                <a:lnTo>
                  <a:pt x="1771650" y="0"/>
                </a:lnTo>
              </a:path>
            </a:pathLst>
          </a:custGeom>
          <a:noFill xmlns:a="http://schemas.openxmlformats.org/drawingml/2006/main"/>
          <a:ln xmlns:a="http://schemas.openxmlformats.org/drawingml/2006/main" w="28575">
            <a:solidFill>
              <a:srgbClr val="1572C3"/>
            </a:solidFill>
          </a:ln>
        </p:spPr>
      </p:sp>
      <p:sp>
        <p:nvSpPr>
          <p:cNvPr id="53" name="wire-451">
            <a:extLst xmlns:a="http://schemas.openxmlformats.org/drawingml/2006/main">
              <a:ext uri="{FF2B5EF4-FFF2-40B4-BE49-F238E27FC236}">
                <a16:creationId xmlns:a16="http://schemas.microsoft.com/office/drawing/2014/main" id="{84B1545F-D794-4AD9-A4AF-A3DF6AA2EB76}"/>
              </a:ext>
            </a:extLst>
          </p:cNvPr>
          <p:cNvSpPr>
            <a:spLocks xmlns:a="http://schemas.openxmlformats.org/drawingml/2006/main" noGrp="1"/>
          </p:cNvSpPr>
          <p:nvPr/>
        </p:nvSpPr>
        <p:spPr>
          <a:xfrm xmlns:a="http://schemas.openxmlformats.org/drawingml/2006/main">
            <a:off x="4314825" y="469582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1572C3"/>
            </a:solidFill>
          </a:ln>
        </p:spPr>
      </p:sp>
      <p:sp>
        <p:nvSpPr>
          <p:cNvPr id="54" name="wire-452">
            <a:extLst xmlns:a="http://schemas.openxmlformats.org/drawingml/2006/main">
              <a:ext uri="{FF2B5EF4-FFF2-40B4-BE49-F238E27FC236}">
                <a16:creationId xmlns:a16="http://schemas.microsoft.com/office/drawing/2014/main" id="{C6AF554F-E458-4480-85B5-F1A6A3851897}"/>
              </a:ext>
            </a:extLst>
          </p:cNvPr>
          <p:cNvSpPr>
            <a:spLocks xmlns:a="http://schemas.openxmlformats.org/drawingml/2006/main" noGrp="1"/>
          </p:cNvSpPr>
          <p:nvPr/>
        </p:nvSpPr>
        <p:spPr>
          <a:xfrm xmlns:a="http://schemas.openxmlformats.org/drawingml/2006/main">
            <a:off x="4314825" y="46958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8575">
            <a:solidFill>
              <a:srgbClr val="1572C3"/>
            </a:solidFill>
          </a:ln>
        </p:spPr>
      </p:sp>
      <p:sp>
        <p:nvSpPr>
          <p:cNvPr id="55" name="circuit-453">
            <a:extLst xmlns:a="http://schemas.openxmlformats.org/drawingml/2006/main">
              <a:ext uri="{FF2B5EF4-FFF2-40B4-BE49-F238E27FC236}">
                <a16:creationId xmlns:a16="http://schemas.microsoft.com/office/drawing/2014/main" id="{EF3FB5CE-B5A4-4D8D-8C65-84DA8774A978}"/>
              </a:ext>
            </a:extLst>
          </p:cNvPr>
          <p:cNvSpPr>
            <a:spLocks xmlns:a="http://schemas.openxmlformats.org/drawingml/2006/main" noGrp="1"/>
          </p:cNvSpPr>
          <p:nvPr/>
        </p:nvSpPr>
        <p:spPr>
          <a:xfrm xmlns:a="http://schemas.openxmlformats.org/drawingml/2006/main">
            <a:off x="4524375" y="4664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6" name="text-454">
            <a:extLst xmlns:a="http://schemas.openxmlformats.org/drawingml/2006/main">
              <a:ext uri="{FF2B5EF4-FFF2-40B4-BE49-F238E27FC236}">
                <a16:creationId xmlns:a16="http://schemas.microsoft.com/office/drawing/2014/main" id="{C641C794-3FED-4B99-9038-370CB59A0C1C}"/>
              </a:ext>
            </a:extLst>
          </p:cNvPr>
          <p:cNvSpPr>
            <a:spLocks xmlns:a="http://schemas.openxmlformats.org/drawingml/2006/main" noGrp="1"/>
          </p:cNvSpPr>
          <p:nvPr/>
        </p:nvSpPr>
        <p:spPr>
          <a:xfrm xmlns:a="http://schemas.openxmlformats.org/drawingml/2006/main">
            <a:off x="3038475" y="5286375"/>
            <a:ext cx="1123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値 D</a:t>
            </a:r>
          </a:p>
        </p:txBody>
      </p:sp>
      <p:sp>
        <p:nvSpPr>
          <p:cNvPr id="57" name="block-455">
            <a:extLst xmlns:a="http://schemas.openxmlformats.org/drawingml/2006/main">
              <a:ext uri="{FF2B5EF4-FFF2-40B4-BE49-F238E27FC236}">
                <a16:creationId xmlns:a16="http://schemas.microsoft.com/office/drawing/2014/main" id="{D30C4FB2-46FA-4125-BDD0-8527CD85BB65}"/>
              </a:ext>
            </a:extLst>
          </p:cNvPr>
          <p:cNvSpPr>
            <a:spLocks xmlns:a="http://schemas.openxmlformats.org/drawingml/2006/main" noGrp="1"/>
          </p:cNvSpPr>
          <p:nvPr/>
        </p:nvSpPr>
        <p:spPr>
          <a:xfrm xmlns:a="http://schemas.openxmlformats.org/drawingml/2006/main">
            <a:off x="4600575" y="3105150"/>
            <a:ext cx="1104900" cy="19431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456">
            <a:extLst xmlns:a="http://schemas.openxmlformats.org/drawingml/2006/main">
              <a:ext uri="{FF2B5EF4-FFF2-40B4-BE49-F238E27FC236}">
                <a16:creationId xmlns:a16="http://schemas.microsoft.com/office/drawing/2014/main" id="{287C9402-B46D-4662-82C1-1F02431F85CF}"/>
              </a:ext>
            </a:extLst>
          </p:cNvPr>
          <p:cNvSpPr>
            <a:spLocks xmlns:a="http://schemas.openxmlformats.org/drawingml/2006/main" noGrp="1"/>
          </p:cNvSpPr>
          <p:nvPr/>
        </p:nvSpPr>
        <p:spPr>
          <a:xfrm xmlns:a="http://schemas.openxmlformats.org/drawingml/2006/main">
            <a:off x="4676775" y="3162300"/>
            <a:ext cx="9525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Yu Gothic"/>
                <a:ea typeface="Yu Gothic"/>
                <a:cs typeface="Yu Gothic"/>
              </a:defRPr>
            </a:defPPr>
            <a:lvl1pPr algn="ctr">
              <a:defRPr sz="2025" b="1">
                <a:solidFill>
                  <a:srgbClr val="231F20"/>
                </a:solidFill>
                <a:latin typeface="Yu Gothic"/>
                <a:ea typeface="Yu Gothic"/>
                <a:cs typeface="Yu Gothic"/>
              </a:defRPr>
            </a:lvl1pPr>
            <a:lvl2pPr algn="ctr">
              <a:defRPr sz="2025" b="1">
                <a:solidFill>
                  <a:srgbClr val="231F20"/>
                </a:solidFill>
                <a:latin typeface="Yu Gothic"/>
                <a:ea typeface="Yu Gothic"/>
                <a:cs typeface="Yu Gothic"/>
              </a:defRPr>
            </a:lvl2pPr>
            <a:lvl3pPr algn="ctr">
              <a:defRPr sz="2025" b="1">
                <a:solidFill>
                  <a:srgbClr val="231F20"/>
                </a:solidFill>
                <a:latin typeface="Yu Gothic"/>
                <a:ea typeface="Yu Gothic"/>
                <a:cs typeface="Yu Gothic"/>
              </a:defRPr>
            </a:lvl3pPr>
            <a:lvl4pPr algn="ctr">
              <a:defRPr sz="2025" b="1">
                <a:solidFill>
                  <a:srgbClr val="231F20"/>
                </a:solidFill>
                <a:latin typeface="Yu Gothic"/>
                <a:ea typeface="Yu Gothic"/>
                <a:cs typeface="Yu Gothic"/>
              </a:defRPr>
            </a:lvl4pPr>
            <a:lvl5pPr algn="ctr">
              <a:defRPr sz="2025" b="1">
                <a:solidFill>
                  <a:srgbClr val="231F20"/>
                </a:solidFill>
                <a:latin typeface="Yu Gothic"/>
                <a:ea typeface="Yu Gothic"/>
                <a:cs typeface="Yu Gothic"/>
              </a:defRPr>
            </a:lvl5pPr>
            <a:lvl6pPr algn="ctr">
              <a:defRPr sz="2025" b="1">
                <a:solidFill>
                  <a:srgbClr val="231F20"/>
                </a:solidFill>
                <a:latin typeface="Yu Gothic"/>
                <a:ea typeface="Yu Gothic"/>
                <a:cs typeface="Yu Gothic"/>
              </a:defRPr>
            </a:lvl6pPr>
            <a:lvl7pPr algn="ctr">
              <a:defRPr sz="2025" b="1">
                <a:solidFill>
                  <a:srgbClr val="231F20"/>
                </a:solidFill>
                <a:latin typeface="Yu Gothic"/>
                <a:ea typeface="Yu Gothic"/>
                <a:cs typeface="Yu Gothic"/>
              </a:defRPr>
            </a:lvl7pPr>
            <a:lvl8pPr algn="ctr">
              <a:defRPr sz="2025" b="1">
                <a:solidFill>
                  <a:srgbClr val="231F20"/>
                </a:solidFill>
                <a:latin typeface="Yu Gothic"/>
                <a:ea typeface="Yu Gothic"/>
                <a:cs typeface="Yu Gothic"/>
              </a:defRPr>
            </a:lvl8pPr>
            <a:lvl9pPr algn="ctr">
              <a:defRPr sz="2025" b="1">
                <a:solidFill>
                  <a:srgbClr val="231F20"/>
                </a:solidFill>
                <a:latin typeface="Yu Gothic"/>
                <a:ea typeface="Yu Gothic"/>
                <a:cs typeface="Yu Gothic"/>
              </a:defRPr>
            </a:lvl9pPr>
          </a:lstStyle>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バス</a:t>
            </a:r>
          </a:p>
          <a:p xmlns:a="http://schemas.openxmlformats.org/drawingml/2006/main">
            <a:pPr algn="ctr">
              <a:defRPr sz="2025" b="1">
                <a:solidFill>
                  <a:srgbClr val="231F20"/>
                </a:solidFill>
                <a:latin typeface="Yu Gothic"/>
                <a:ea typeface="Yu Gothic"/>
                <a:cs typeface="Yu Gothic"/>
              </a:defRPr>
            </a:pPr>
            <a:r>
              <a:rPr sz="2025" b="1">
                <a:solidFill>
                  <a:srgbClr val="231F20"/>
                </a:solidFill>
                <a:latin typeface="Yu Gothic"/>
                <a:ea typeface="Yu Gothic"/>
                <a:cs typeface="Yu Gothic"/>
              </a:rPr>
              <a:t>接続</a:t>
            </a:r>
          </a:p>
        </p:txBody>
      </p:sp>
      <p:sp>
        <p:nvSpPr>
          <p:cNvPr id="59" name="wire-457">
            <a:extLst xmlns:a="http://schemas.openxmlformats.org/drawingml/2006/main">
              <a:ext uri="{FF2B5EF4-FFF2-40B4-BE49-F238E27FC236}">
                <a16:creationId xmlns:a16="http://schemas.microsoft.com/office/drawing/2014/main" id="{B9277AF4-C18B-415A-B97A-FC6E1600E7AA}"/>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32385">
            <a:solidFill>
              <a:srgbClr val="231F20"/>
            </a:solidFill>
          </a:ln>
        </p:spPr>
      </p:sp>
      <p:sp>
        <p:nvSpPr>
          <p:cNvPr id="60" name="circuit-458">
            <a:extLst xmlns:a="http://schemas.openxmlformats.org/drawingml/2006/main">
              <a:ext uri="{FF2B5EF4-FFF2-40B4-BE49-F238E27FC236}">
                <a16:creationId xmlns:a16="http://schemas.microsoft.com/office/drawing/2014/main" id="{6A2B92A7-F903-489A-833F-B4AB97051D51}"/>
              </a:ext>
            </a:extLst>
          </p:cNvPr>
          <p:cNvSpPr>
            <a:spLocks xmlns:a="http://schemas.openxmlformats.org/drawingml/2006/main" noGrp="1"/>
          </p:cNvSpPr>
          <p:nvPr/>
        </p:nvSpPr>
        <p:spPr>
          <a:xfrm xmlns:a="http://schemas.openxmlformats.org/drawingml/2006/main">
            <a:off x="6715125" y="3921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1" name="wire-459">
            <a:extLst xmlns:a="http://schemas.openxmlformats.org/drawingml/2006/main">
              <a:ext uri="{FF2B5EF4-FFF2-40B4-BE49-F238E27FC236}">
                <a16:creationId xmlns:a16="http://schemas.microsoft.com/office/drawing/2014/main" id="{81EEDAEC-45EF-4939-B352-0516ED1FD112}"/>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1085850" y="0"/>
                </a:moveTo>
                <a:lnTo>
                  <a:pt x="0" y="0"/>
                </a:lnTo>
              </a:path>
            </a:pathLst>
          </a:custGeom>
          <a:noFill xmlns:a="http://schemas.openxmlformats.org/drawingml/2006/main"/>
          <a:ln xmlns:a="http://schemas.openxmlformats.org/drawingml/2006/main" w="32385">
            <a:solidFill>
              <a:srgbClr val="231F20"/>
            </a:solidFill>
          </a:ln>
        </p:spPr>
      </p:sp>
      <p:sp>
        <p:nvSpPr>
          <p:cNvPr id="62" name="circuit-460">
            <a:extLst xmlns:a="http://schemas.openxmlformats.org/drawingml/2006/main">
              <a:ext uri="{FF2B5EF4-FFF2-40B4-BE49-F238E27FC236}">
                <a16:creationId xmlns:a16="http://schemas.microsoft.com/office/drawing/2014/main" id="{01114AD6-B511-4BC9-95CA-5CCFDA4FD1C6}"/>
              </a:ext>
            </a:extLst>
          </p:cNvPr>
          <p:cNvSpPr>
            <a:spLocks xmlns:a="http://schemas.openxmlformats.org/drawingml/2006/main" noGrp="1"/>
          </p:cNvSpPr>
          <p:nvPr/>
        </p:nvSpPr>
        <p:spPr>
          <a:xfrm xmlns:a="http://schemas.openxmlformats.org/drawingml/2006/main">
            <a:off x="5705475" y="3921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461">
            <a:extLst xmlns:a="http://schemas.openxmlformats.org/drawingml/2006/main">
              <a:ext uri="{FF2B5EF4-FFF2-40B4-BE49-F238E27FC236}">
                <a16:creationId xmlns:a16="http://schemas.microsoft.com/office/drawing/2014/main" id="{2348A68E-3D72-4265-9F07-AD9DE653327F}"/>
              </a:ext>
            </a:extLst>
          </p:cNvPr>
          <p:cNvSpPr>
            <a:spLocks xmlns:a="http://schemas.openxmlformats.org/drawingml/2006/main" noGrp="1"/>
          </p:cNvSpPr>
          <p:nvPr/>
        </p:nvSpPr>
        <p:spPr>
          <a:xfrm xmlns:a="http://schemas.openxmlformats.org/drawingml/2006/main">
            <a:off x="5886450" y="3467100"/>
            <a:ext cx="8286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番地・値</a:t>
            </a:r>
          </a:p>
        </p:txBody>
      </p:sp>
      <p:sp>
        <p:nvSpPr>
          <p:cNvPr id="64" name="text-462">
            <a:extLst xmlns:a="http://schemas.openxmlformats.org/drawingml/2006/main">
              <a:ext uri="{FF2B5EF4-FFF2-40B4-BE49-F238E27FC236}">
                <a16:creationId xmlns:a16="http://schemas.microsoft.com/office/drawing/2014/main" id="{54105F1E-18D2-48B1-8534-86D0B5E351EF}"/>
              </a:ext>
            </a:extLst>
          </p:cNvPr>
          <p:cNvSpPr>
            <a:spLocks xmlns:a="http://schemas.openxmlformats.org/drawingml/2006/main" noGrp="1"/>
          </p:cNvSpPr>
          <p:nvPr/>
        </p:nvSpPr>
        <p:spPr>
          <a:xfrm xmlns:a="http://schemas.openxmlformats.org/drawingml/2006/main">
            <a:off x="5934075" y="4086225"/>
            <a:ext cx="762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Yu Gothic"/>
                <a:ea typeface="Yu Gothic"/>
                <a:cs typeface="Yu Gothic"/>
              </a:defRPr>
            </a:defPPr>
            <a:lvl1pPr algn="l">
              <a:defRPr sz="1575" b="0">
                <a:solidFill>
                  <a:srgbClr val="1572C3"/>
                </a:solidFill>
                <a:latin typeface="Yu Gothic"/>
                <a:ea typeface="Yu Gothic"/>
                <a:cs typeface="Yu Gothic"/>
              </a:defRPr>
            </a:lvl1pPr>
            <a:lvl2pPr algn="l">
              <a:defRPr sz="1575" b="0">
                <a:solidFill>
                  <a:srgbClr val="1572C3"/>
                </a:solidFill>
                <a:latin typeface="Yu Gothic"/>
                <a:ea typeface="Yu Gothic"/>
                <a:cs typeface="Yu Gothic"/>
              </a:defRPr>
            </a:lvl2pPr>
            <a:lvl3pPr algn="l">
              <a:defRPr sz="1575" b="0">
                <a:solidFill>
                  <a:srgbClr val="1572C3"/>
                </a:solidFill>
                <a:latin typeface="Yu Gothic"/>
                <a:ea typeface="Yu Gothic"/>
                <a:cs typeface="Yu Gothic"/>
              </a:defRPr>
            </a:lvl3pPr>
            <a:lvl4pPr algn="l">
              <a:defRPr sz="1575" b="0">
                <a:solidFill>
                  <a:srgbClr val="1572C3"/>
                </a:solidFill>
                <a:latin typeface="Yu Gothic"/>
                <a:ea typeface="Yu Gothic"/>
                <a:cs typeface="Yu Gothic"/>
              </a:defRPr>
            </a:lvl4pPr>
            <a:lvl5pPr algn="l">
              <a:defRPr sz="1575" b="0">
                <a:solidFill>
                  <a:srgbClr val="1572C3"/>
                </a:solidFill>
                <a:latin typeface="Yu Gothic"/>
                <a:ea typeface="Yu Gothic"/>
                <a:cs typeface="Yu Gothic"/>
              </a:defRPr>
            </a:lvl5pPr>
            <a:lvl6pPr algn="l">
              <a:defRPr sz="1575" b="0">
                <a:solidFill>
                  <a:srgbClr val="1572C3"/>
                </a:solidFill>
                <a:latin typeface="Yu Gothic"/>
                <a:ea typeface="Yu Gothic"/>
                <a:cs typeface="Yu Gothic"/>
              </a:defRPr>
            </a:lvl6pPr>
            <a:lvl7pPr algn="l">
              <a:defRPr sz="1575" b="0">
                <a:solidFill>
                  <a:srgbClr val="1572C3"/>
                </a:solidFill>
                <a:latin typeface="Yu Gothic"/>
                <a:ea typeface="Yu Gothic"/>
                <a:cs typeface="Yu Gothic"/>
              </a:defRPr>
            </a:lvl7pPr>
            <a:lvl8pPr algn="l">
              <a:defRPr sz="1575" b="0">
                <a:solidFill>
                  <a:srgbClr val="1572C3"/>
                </a:solidFill>
                <a:latin typeface="Yu Gothic"/>
                <a:ea typeface="Yu Gothic"/>
                <a:cs typeface="Yu Gothic"/>
              </a:defRPr>
            </a:lvl8pPr>
            <a:lvl9pPr algn="l">
              <a:defRPr sz="1575" b="0">
                <a:solidFill>
                  <a:srgbClr val="1572C3"/>
                </a:solidFill>
                <a:latin typeface="Yu Gothic"/>
                <a:ea typeface="Yu Gothic"/>
                <a:cs typeface="Yu Gothic"/>
              </a:defRPr>
            </a:lvl9pPr>
          </a:lstStyle>
          <a:p xmlns:a="http://schemas.openxmlformats.org/drawingml/2006/main">
            <a:pPr algn="l">
              <a:defRPr sz="1575" b="0">
                <a:solidFill>
                  <a:srgbClr val="1572C3"/>
                </a:solidFill>
                <a:latin typeface="Yu Gothic"/>
                <a:ea typeface="Yu Gothic"/>
                <a:cs typeface="Yu Gothic"/>
              </a:defRPr>
            </a:pPr>
            <a:r>
              <a:rPr sz="1575" b="0">
                <a:solidFill>
                  <a:srgbClr val="1572C3"/>
                </a:solidFill>
                <a:latin typeface="Yu Gothic"/>
                <a:ea typeface="Yu Gothic"/>
                <a:cs typeface="Yu Gothic"/>
              </a:rPr>
              <a:t>応答</a:t>
            </a:r>
          </a:p>
        </p:txBody>
      </p:sp>
      <p:sp>
        <p:nvSpPr>
          <p:cNvPr id="65" name="wire-463">
            <a:extLst xmlns:a="http://schemas.openxmlformats.org/drawingml/2006/main">
              <a:ext uri="{FF2B5EF4-FFF2-40B4-BE49-F238E27FC236}">
                <a16:creationId xmlns:a16="http://schemas.microsoft.com/office/drawing/2014/main" id="{B26D7C2A-1D45-4DE2-8F2C-E6A240F284D2}"/>
              </a:ext>
            </a:extLst>
          </p:cNvPr>
          <p:cNvSpPr>
            <a:spLocks xmlns:a="http://schemas.openxmlformats.org/drawingml/2006/main" noGrp="1"/>
          </p:cNvSpPr>
          <p:nvPr/>
        </p:nvSpPr>
        <p:spPr>
          <a:xfrm xmlns:a="http://schemas.openxmlformats.org/drawingml/2006/main">
            <a:off x="6791325" y="2552700"/>
            <a:ext cx="9525" cy="2819400"/>
          </a:xfrm>
          <a:custGeom xmlns:a="http://schemas.openxmlformats.org/drawingml/2006/main">
            <a:pathLst>
              <a:path w="9525" h="2819400">
                <a:moveTo>
                  <a:pt x="0" y="0"/>
                </a:moveTo>
                <a:lnTo>
                  <a:pt x="0" y="2819400"/>
                </a:lnTo>
              </a:path>
            </a:pathLst>
          </a:custGeom>
          <a:noFill xmlns:a="http://schemas.openxmlformats.org/drawingml/2006/main"/>
          <a:ln xmlns:a="http://schemas.openxmlformats.org/drawingml/2006/main" w="32385">
            <a:solidFill>
              <a:srgbClr val="231F20"/>
            </a:solidFill>
          </a:ln>
        </p:spPr>
      </p:sp>
      <p:sp>
        <p:nvSpPr>
          <p:cNvPr id="66" name="text-464">
            <a:extLst xmlns:a="http://schemas.openxmlformats.org/drawingml/2006/main">
              <a:ext uri="{FF2B5EF4-FFF2-40B4-BE49-F238E27FC236}">
                <a16:creationId xmlns:a16="http://schemas.microsoft.com/office/drawing/2014/main" id="{85D821DE-D54C-4AEB-8AB5-043D6ABF6F06}"/>
              </a:ext>
            </a:extLst>
          </p:cNvPr>
          <p:cNvSpPr>
            <a:spLocks xmlns:a="http://schemas.openxmlformats.org/drawingml/2006/main" noGrp="1"/>
          </p:cNvSpPr>
          <p:nvPr/>
        </p:nvSpPr>
        <p:spPr>
          <a:xfrm xmlns:a="http://schemas.openxmlformats.org/drawingml/2006/main">
            <a:off x="6419850" y="5543550"/>
            <a:ext cx="81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AHB</a:t>
            </a:r>
          </a:p>
        </p:txBody>
      </p:sp>
      <p:sp>
        <p:nvSpPr>
          <p:cNvPr id="67" name="block-465">
            <a:extLst xmlns:a="http://schemas.openxmlformats.org/drawingml/2006/main">
              <a:ext uri="{FF2B5EF4-FFF2-40B4-BE49-F238E27FC236}">
                <a16:creationId xmlns:a16="http://schemas.microsoft.com/office/drawing/2014/main" id="{C69B7A4E-3134-480B-89BA-9F8A99EDA1E7}"/>
              </a:ext>
            </a:extLst>
          </p:cNvPr>
          <p:cNvSpPr>
            <a:spLocks xmlns:a="http://schemas.openxmlformats.org/drawingml/2006/main" noGrp="1"/>
          </p:cNvSpPr>
          <p:nvPr/>
        </p:nvSpPr>
        <p:spPr>
          <a:xfrm xmlns:a="http://schemas.openxmlformats.org/drawingml/2006/main">
            <a:off x="7591425" y="2257425"/>
            <a:ext cx="16097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8" name="text-466">
            <a:extLst xmlns:a="http://schemas.openxmlformats.org/drawingml/2006/main">
              <a:ext uri="{FF2B5EF4-FFF2-40B4-BE49-F238E27FC236}">
                <a16:creationId xmlns:a16="http://schemas.microsoft.com/office/drawing/2014/main" id="{2F48A013-5346-42B2-8B96-B911992FD430}"/>
              </a:ext>
            </a:extLst>
          </p:cNvPr>
          <p:cNvSpPr>
            <a:spLocks xmlns:a="http://schemas.openxmlformats.org/drawingml/2006/main" noGrp="1"/>
          </p:cNvSpPr>
          <p:nvPr/>
        </p:nvSpPr>
        <p:spPr>
          <a:xfrm xmlns:a="http://schemas.openxmlformats.org/drawingml/2006/main">
            <a:off x="7667625" y="2314575"/>
            <a:ext cx="1457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9" name="block-467">
            <a:extLst xmlns:a="http://schemas.openxmlformats.org/drawingml/2006/main">
              <a:ext uri="{FF2B5EF4-FFF2-40B4-BE49-F238E27FC236}">
                <a16:creationId xmlns:a16="http://schemas.microsoft.com/office/drawing/2014/main" id="{3983B557-075B-4F29-89D2-5770A7386A7C}"/>
              </a:ext>
            </a:extLst>
          </p:cNvPr>
          <p:cNvSpPr>
            <a:spLocks xmlns:a="http://schemas.openxmlformats.org/drawingml/2006/main" noGrp="1"/>
          </p:cNvSpPr>
          <p:nvPr/>
        </p:nvSpPr>
        <p:spPr>
          <a:xfrm xmlns:a="http://schemas.openxmlformats.org/drawingml/2006/main">
            <a:off x="9696450" y="2000250"/>
            <a:ext cx="1885950" cy="11430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0" name="text-468">
            <a:extLst xmlns:a="http://schemas.openxmlformats.org/drawingml/2006/main">
              <a:ext uri="{FF2B5EF4-FFF2-40B4-BE49-F238E27FC236}">
                <a16:creationId xmlns:a16="http://schemas.microsoft.com/office/drawing/2014/main" id="{2DFD7696-4692-46CF-AEFA-72A2EA1EAA10}"/>
              </a:ext>
            </a:extLst>
          </p:cNvPr>
          <p:cNvSpPr>
            <a:spLocks xmlns:a="http://schemas.openxmlformats.org/drawingml/2006/main" noGrp="1"/>
          </p:cNvSpPr>
          <p:nvPr/>
        </p:nvSpPr>
        <p:spPr>
          <a:xfrm xmlns:a="http://schemas.openxmlformats.org/drawingml/2006/main">
            <a:off x="9772650" y="2057400"/>
            <a:ext cx="17335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231F20"/>
                </a:solidFill>
                <a:latin typeface="Arial"/>
                <a:ea typeface="Arial"/>
                <a:cs typeface="Arial"/>
              </a:defRPr>
            </a:defPPr>
            <a:lvl1pPr algn="ctr">
              <a:defRPr sz="2025" b="1">
                <a:solidFill>
                  <a:srgbClr val="231F20"/>
                </a:solidFill>
                <a:latin typeface="Arial"/>
                <a:ea typeface="Arial"/>
                <a:cs typeface="Arial"/>
              </a:defRPr>
            </a:lvl1pPr>
            <a:lvl2pPr algn="ctr">
              <a:defRPr sz="2025" b="1">
                <a:solidFill>
                  <a:srgbClr val="231F20"/>
                </a:solidFill>
                <a:latin typeface="Arial"/>
                <a:ea typeface="Arial"/>
                <a:cs typeface="Arial"/>
              </a:defRPr>
            </a:lvl2pPr>
            <a:lvl3pPr algn="ctr">
              <a:defRPr sz="2025" b="1">
                <a:solidFill>
                  <a:srgbClr val="231F20"/>
                </a:solidFill>
                <a:latin typeface="Arial"/>
                <a:ea typeface="Arial"/>
                <a:cs typeface="Arial"/>
              </a:defRPr>
            </a:lvl3pPr>
            <a:lvl4pPr algn="ctr">
              <a:defRPr sz="2025" b="1">
                <a:solidFill>
                  <a:srgbClr val="231F20"/>
                </a:solidFill>
                <a:latin typeface="Arial"/>
                <a:ea typeface="Arial"/>
                <a:cs typeface="Arial"/>
              </a:defRPr>
            </a:lvl4pPr>
            <a:lvl5pPr algn="ctr">
              <a:defRPr sz="2025" b="1">
                <a:solidFill>
                  <a:srgbClr val="231F20"/>
                </a:solidFill>
                <a:latin typeface="Arial"/>
                <a:ea typeface="Arial"/>
                <a:cs typeface="Arial"/>
              </a:defRPr>
            </a:lvl5pPr>
            <a:lvl6pPr algn="ctr">
              <a:defRPr sz="2025" b="1">
                <a:solidFill>
                  <a:srgbClr val="231F20"/>
                </a:solidFill>
                <a:latin typeface="Arial"/>
                <a:ea typeface="Arial"/>
                <a:cs typeface="Arial"/>
              </a:defRPr>
            </a:lvl6pPr>
            <a:lvl7pPr algn="ctr">
              <a:defRPr sz="2025" b="1">
                <a:solidFill>
                  <a:srgbClr val="231F20"/>
                </a:solidFill>
                <a:latin typeface="Arial"/>
                <a:ea typeface="Arial"/>
                <a:cs typeface="Arial"/>
              </a:defRPr>
            </a:lvl7pPr>
            <a:lvl8pPr algn="ctr">
              <a:defRPr sz="2025" b="1">
                <a:solidFill>
                  <a:srgbClr val="231F20"/>
                </a:solidFill>
                <a:latin typeface="Arial"/>
                <a:ea typeface="Arial"/>
                <a:cs typeface="Arial"/>
              </a:defRPr>
            </a:lvl8pPr>
            <a:lvl9pPr algn="ctr">
              <a:defRPr sz="2025" b="1">
                <a:solidFill>
                  <a:srgbClr val="231F20"/>
                </a:solidFill>
                <a:latin typeface="Arial"/>
                <a:ea typeface="Arial"/>
                <a:cs typeface="Arial"/>
              </a:defRPr>
            </a:lvl9pPr>
          </a:lstStyle>
          <a:p xmlns:a="http://schemas.openxmlformats.org/drawingml/2006/main">
            <a:pPr algn="ctr">
              <a:defRPr sz="2025" b="1">
                <a:solidFill>
                  <a:srgbClr val="231F20"/>
                </a:solidFill>
                <a:latin typeface="Arial"/>
                <a:ea typeface="Arial"/>
                <a:cs typeface="Arial"/>
              </a:defRPr>
            </a:pPr>
            <a:r>
              <a:rPr sz="2025" b="1">
                <a:solidFill>
                  <a:srgbClr val="231F20"/>
                </a:solidFill>
                <a:latin typeface="Arial"/>
                <a:ea typeface="Arial"/>
                <a:cs typeface="Arial"/>
              </a:rPr>
              <a:t>DDR3</a:t>
            </a:r>
          </a:p>
        </p:txBody>
      </p:sp>
      <p:sp>
        <p:nvSpPr>
          <p:cNvPr id="71" name="wire-469">
            <a:extLst xmlns:a="http://schemas.openxmlformats.org/drawingml/2006/main">
              <a:ext uri="{FF2B5EF4-FFF2-40B4-BE49-F238E27FC236}">
                <a16:creationId xmlns:a16="http://schemas.microsoft.com/office/drawing/2014/main" id="{1E6BA925-A3DF-49FA-AF7F-7858F630545B}"/>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72" name="circuit-470">
            <a:extLst xmlns:a="http://schemas.openxmlformats.org/drawingml/2006/main">
              <a:ext uri="{FF2B5EF4-FFF2-40B4-BE49-F238E27FC236}">
                <a16:creationId xmlns:a16="http://schemas.microsoft.com/office/drawing/2014/main" id="{5B8A6AB1-9D99-4F61-BCF8-8415FD3D7B1C}"/>
              </a:ext>
            </a:extLst>
          </p:cNvPr>
          <p:cNvSpPr>
            <a:spLocks xmlns:a="http://schemas.openxmlformats.org/drawingml/2006/main" noGrp="1"/>
          </p:cNvSpPr>
          <p:nvPr/>
        </p:nvSpPr>
        <p:spPr>
          <a:xfrm xmlns:a="http://schemas.openxmlformats.org/drawingml/2006/main">
            <a:off x="7515225"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3" name="wire-471">
            <a:extLst xmlns:a="http://schemas.openxmlformats.org/drawingml/2006/main">
              <a:ext uri="{FF2B5EF4-FFF2-40B4-BE49-F238E27FC236}">
                <a16:creationId xmlns:a16="http://schemas.microsoft.com/office/drawing/2014/main" id="{0279B2B9-900E-4449-9D11-A187A5DA2816}"/>
              </a:ext>
            </a:extLst>
          </p:cNvPr>
          <p:cNvSpPr>
            <a:spLocks xmlns:a="http://schemas.openxmlformats.org/drawingml/2006/main" noGrp="1"/>
          </p:cNvSpPr>
          <p:nvPr/>
        </p:nvSpPr>
        <p:spPr>
          <a:xfrm xmlns:a="http://schemas.openxmlformats.org/drawingml/2006/main">
            <a:off x="6791325" y="2571750"/>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74" name="circuit-472">
            <a:extLst xmlns:a="http://schemas.openxmlformats.org/drawingml/2006/main">
              <a:ext uri="{FF2B5EF4-FFF2-40B4-BE49-F238E27FC236}">
                <a16:creationId xmlns:a16="http://schemas.microsoft.com/office/drawing/2014/main" id="{7BE9333D-833B-4203-BF68-9A704E9914C8}"/>
              </a:ext>
            </a:extLst>
          </p:cNvPr>
          <p:cNvSpPr>
            <a:spLocks xmlns:a="http://schemas.openxmlformats.org/drawingml/2006/main" noGrp="1"/>
          </p:cNvSpPr>
          <p:nvPr/>
        </p:nvSpPr>
        <p:spPr>
          <a:xfrm xmlns:a="http://schemas.openxmlformats.org/drawingml/2006/main">
            <a:off x="6791325"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5" name="wire-473">
            <a:extLst xmlns:a="http://schemas.openxmlformats.org/drawingml/2006/main">
              <a:ext uri="{FF2B5EF4-FFF2-40B4-BE49-F238E27FC236}">
                <a16:creationId xmlns:a16="http://schemas.microsoft.com/office/drawing/2014/main" id="{9B860C90-09EA-4544-8AD1-7EFBA7EE69C5}"/>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0" y="0"/>
                </a:moveTo>
                <a:lnTo>
                  <a:pt x="495300" y="0"/>
                </a:lnTo>
              </a:path>
            </a:pathLst>
          </a:custGeom>
          <a:noFill xmlns:a="http://schemas.openxmlformats.org/drawingml/2006/main"/>
          <a:ln xmlns:a="http://schemas.openxmlformats.org/drawingml/2006/main" w="28575">
            <a:solidFill>
              <a:srgbClr val="231F20"/>
            </a:solidFill>
          </a:ln>
        </p:spPr>
      </p:sp>
      <p:sp>
        <p:nvSpPr>
          <p:cNvPr id="76" name="circuit-474">
            <a:extLst xmlns:a="http://schemas.openxmlformats.org/drawingml/2006/main">
              <a:ext uri="{FF2B5EF4-FFF2-40B4-BE49-F238E27FC236}">
                <a16:creationId xmlns:a16="http://schemas.microsoft.com/office/drawing/2014/main" id="{292C510C-FBD3-4D7C-B073-CE3A5C2FF6AE}"/>
              </a:ext>
            </a:extLst>
          </p:cNvPr>
          <p:cNvSpPr>
            <a:spLocks xmlns:a="http://schemas.openxmlformats.org/drawingml/2006/main" noGrp="1"/>
          </p:cNvSpPr>
          <p:nvPr/>
        </p:nvSpPr>
        <p:spPr>
          <a:xfrm xmlns:a="http://schemas.openxmlformats.org/drawingml/2006/main">
            <a:off x="9620250" y="2540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7" name="wire-475">
            <a:extLst xmlns:a="http://schemas.openxmlformats.org/drawingml/2006/main">
              <a:ext uri="{FF2B5EF4-FFF2-40B4-BE49-F238E27FC236}">
                <a16:creationId xmlns:a16="http://schemas.microsoft.com/office/drawing/2014/main" id="{CBB7D6F4-28B5-4581-93B1-82C117BDC33D}"/>
              </a:ext>
            </a:extLst>
          </p:cNvPr>
          <p:cNvSpPr>
            <a:spLocks xmlns:a="http://schemas.openxmlformats.org/drawingml/2006/main" noGrp="1"/>
          </p:cNvSpPr>
          <p:nvPr/>
        </p:nvSpPr>
        <p:spPr>
          <a:xfrm xmlns:a="http://schemas.openxmlformats.org/drawingml/2006/main">
            <a:off x="9201150" y="2571750"/>
            <a:ext cx="495300" cy="9525"/>
          </a:xfrm>
          <a:custGeom xmlns:a="http://schemas.openxmlformats.org/drawingml/2006/main">
            <a:pathLst>
              <a:path w="495300" h="9525">
                <a:moveTo>
                  <a:pt x="495300" y="0"/>
                </a:moveTo>
                <a:lnTo>
                  <a:pt x="0" y="0"/>
                </a:lnTo>
              </a:path>
            </a:pathLst>
          </a:custGeom>
          <a:noFill xmlns:a="http://schemas.openxmlformats.org/drawingml/2006/main"/>
          <a:ln xmlns:a="http://schemas.openxmlformats.org/drawingml/2006/main" w="28575">
            <a:solidFill>
              <a:srgbClr val="231F20"/>
            </a:solidFill>
          </a:ln>
        </p:spPr>
      </p:sp>
      <p:sp>
        <p:nvSpPr>
          <p:cNvPr id="78" name="circuit-476">
            <a:extLst xmlns:a="http://schemas.openxmlformats.org/drawingml/2006/main">
              <a:ext uri="{FF2B5EF4-FFF2-40B4-BE49-F238E27FC236}">
                <a16:creationId xmlns:a16="http://schemas.microsoft.com/office/drawing/2014/main" id="{00D5B86F-05C3-48B3-9083-0B1C12F89C1F}"/>
              </a:ext>
            </a:extLst>
          </p:cNvPr>
          <p:cNvSpPr>
            <a:spLocks xmlns:a="http://schemas.openxmlformats.org/drawingml/2006/main" noGrp="1"/>
          </p:cNvSpPr>
          <p:nvPr/>
        </p:nvSpPr>
        <p:spPr>
          <a:xfrm xmlns:a="http://schemas.openxmlformats.org/drawingml/2006/main">
            <a:off x="9201150" y="25403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79" name="text-477">
            <a:extLst xmlns:a="http://schemas.openxmlformats.org/drawingml/2006/main">
              <a:ext uri="{FF2B5EF4-FFF2-40B4-BE49-F238E27FC236}">
                <a16:creationId xmlns:a16="http://schemas.microsoft.com/office/drawing/2014/main" id="{564F89FA-7A2A-47E7-BB6A-52BB9638009B}"/>
              </a:ext>
            </a:extLst>
          </p:cNvPr>
          <p:cNvSpPr>
            <a:spLocks xmlns:a="http://schemas.openxmlformats.org/drawingml/2006/main" noGrp="1"/>
          </p:cNvSpPr>
          <p:nvPr/>
        </p:nvSpPr>
        <p:spPr>
          <a:xfrm xmlns:a="http://schemas.openxmlformats.org/drawingml/2006/main">
            <a:off x="9705975" y="273367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231F20"/>
                </a:solidFill>
                <a:latin typeface="Yu Gothic"/>
                <a:ea typeface="Yu Gothic"/>
                <a:cs typeface="Yu Gothic"/>
              </a:defRPr>
            </a:defPPr>
            <a:lvl1pPr algn="ctr">
              <a:defRPr sz="1500" b="0">
                <a:solidFill>
                  <a:srgbClr val="231F20"/>
                </a:solidFill>
                <a:latin typeface="Yu Gothic"/>
                <a:ea typeface="Yu Gothic"/>
                <a:cs typeface="Yu Gothic"/>
              </a:defRPr>
            </a:lvl1pPr>
            <a:lvl2pPr algn="ctr">
              <a:defRPr sz="1500" b="0">
                <a:solidFill>
                  <a:srgbClr val="231F20"/>
                </a:solidFill>
                <a:latin typeface="Yu Gothic"/>
                <a:ea typeface="Yu Gothic"/>
                <a:cs typeface="Yu Gothic"/>
              </a:defRPr>
            </a:lvl2pPr>
            <a:lvl3pPr algn="ctr">
              <a:defRPr sz="1500" b="0">
                <a:solidFill>
                  <a:srgbClr val="231F20"/>
                </a:solidFill>
                <a:latin typeface="Yu Gothic"/>
                <a:ea typeface="Yu Gothic"/>
                <a:cs typeface="Yu Gothic"/>
              </a:defRPr>
            </a:lvl3pPr>
            <a:lvl4pPr algn="ctr">
              <a:defRPr sz="1500" b="0">
                <a:solidFill>
                  <a:srgbClr val="231F20"/>
                </a:solidFill>
                <a:latin typeface="Yu Gothic"/>
                <a:ea typeface="Yu Gothic"/>
                <a:cs typeface="Yu Gothic"/>
              </a:defRPr>
            </a:lvl4pPr>
            <a:lvl5pPr algn="ctr">
              <a:defRPr sz="1500" b="0">
                <a:solidFill>
                  <a:srgbClr val="231F20"/>
                </a:solidFill>
                <a:latin typeface="Yu Gothic"/>
                <a:ea typeface="Yu Gothic"/>
                <a:cs typeface="Yu Gothic"/>
              </a:defRPr>
            </a:lvl5pPr>
            <a:lvl6pPr algn="ctr">
              <a:defRPr sz="1500" b="0">
                <a:solidFill>
                  <a:srgbClr val="231F20"/>
                </a:solidFill>
                <a:latin typeface="Yu Gothic"/>
                <a:ea typeface="Yu Gothic"/>
                <a:cs typeface="Yu Gothic"/>
              </a:defRPr>
            </a:lvl6pPr>
            <a:lvl7pPr algn="ctr">
              <a:defRPr sz="1500" b="0">
                <a:solidFill>
                  <a:srgbClr val="231F20"/>
                </a:solidFill>
                <a:latin typeface="Yu Gothic"/>
                <a:ea typeface="Yu Gothic"/>
                <a:cs typeface="Yu Gothic"/>
              </a:defRPr>
            </a:lvl7pPr>
            <a:lvl8pPr algn="ctr">
              <a:defRPr sz="1500" b="0">
                <a:solidFill>
                  <a:srgbClr val="231F20"/>
                </a:solidFill>
                <a:latin typeface="Yu Gothic"/>
                <a:ea typeface="Yu Gothic"/>
                <a:cs typeface="Yu Gothic"/>
              </a:defRPr>
            </a:lvl8pPr>
            <a:lvl9pPr algn="ctr">
              <a:defRPr sz="1500" b="0">
                <a:solidFill>
                  <a:srgbClr val="231F20"/>
                </a:solidFill>
                <a:latin typeface="Yu Gothic"/>
                <a:ea typeface="Yu Gothic"/>
                <a:cs typeface="Yu Gothic"/>
              </a:defRPr>
            </a:lvl9pPr>
          </a:lstStyle>
          <a:p xmlns:a="http://schemas.openxmlformats.org/drawingml/2006/main">
            <a:pPr algn="ctr">
              <a:defRPr sz="1500" b="0">
                <a:solidFill>
                  <a:srgbClr val="231F20"/>
                </a:solidFill>
                <a:latin typeface="Yu Gothic"/>
                <a:ea typeface="Yu Gothic"/>
                <a:cs typeface="Yu Gothic"/>
              </a:defRPr>
            </a:pPr>
            <a:r>
              <a:rPr sz="1500" b="0">
                <a:solidFill>
                  <a:srgbClr val="231F20"/>
                </a:solidFill>
                <a:latin typeface="Yu Gothic"/>
                <a:ea typeface="Yu Gothic"/>
                <a:cs typeface="Yu Gothic"/>
              </a:rPr>
              <a:t>命令・データ</a:t>
            </a:r>
          </a:p>
        </p:txBody>
      </p:sp>
      <p:sp>
        <p:nvSpPr>
          <p:cNvPr id="80" name="block-478">
            <a:extLst xmlns:a="http://schemas.openxmlformats.org/drawingml/2006/main">
              <a:ext uri="{FF2B5EF4-FFF2-40B4-BE49-F238E27FC236}">
                <a16:creationId xmlns:a16="http://schemas.microsoft.com/office/drawing/2014/main" id="{64C759A9-FFBF-4A8B-B36A-6E9AB7E32CC0}"/>
              </a:ext>
            </a:extLst>
          </p:cNvPr>
          <p:cNvSpPr>
            <a:spLocks xmlns:a="http://schemas.openxmlformats.org/drawingml/2006/main" noGrp="1"/>
          </p:cNvSpPr>
          <p:nvPr/>
        </p:nvSpPr>
        <p:spPr>
          <a:xfrm xmlns:a="http://schemas.openxmlformats.org/drawingml/2006/main">
            <a:off x="7591425" y="3838575"/>
            <a:ext cx="119062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81" name="text-479">
            <a:extLst xmlns:a="http://schemas.openxmlformats.org/drawingml/2006/main">
              <a:ext uri="{FF2B5EF4-FFF2-40B4-BE49-F238E27FC236}">
                <a16:creationId xmlns:a16="http://schemas.microsoft.com/office/drawing/2014/main" id="{4E898CFD-FCA3-414D-8701-94ED46F81A15}"/>
              </a:ext>
            </a:extLst>
          </p:cNvPr>
          <p:cNvSpPr>
            <a:spLocks xmlns:a="http://schemas.openxmlformats.org/drawingml/2006/main" noGrp="1"/>
          </p:cNvSpPr>
          <p:nvPr/>
        </p:nvSpPr>
        <p:spPr>
          <a:xfrm xmlns:a="http://schemas.openxmlformats.org/drawingml/2006/main">
            <a:off x="7667625" y="3895725"/>
            <a:ext cx="10382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APB変換</a:t>
            </a:r>
          </a:p>
        </p:txBody>
      </p:sp>
      <p:sp>
        <p:nvSpPr>
          <p:cNvPr id="82" name="wire-480">
            <a:extLst xmlns:a="http://schemas.openxmlformats.org/drawingml/2006/main">
              <a:ext uri="{FF2B5EF4-FFF2-40B4-BE49-F238E27FC236}">
                <a16:creationId xmlns:a16="http://schemas.microsoft.com/office/drawing/2014/main" id="{11A22895-0294-4371-9C3E-0456CBC85426}"/>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8575">
            <a:solidFill>
              <a:srgbClr val="231F20"/>
            </a:solidFill>
          </a:ln>
        </p:spPr>
      </p:sp>
      <p:sp>
        <p:nvSpPr>
          <p:cNvPr id="83" name="circuit-481">
            <a:extLst xmlns:a="http://schemas.openxmlformats.org/drawingml/2006/main">
              <a:ext uri="{FF2B5EF4-FFF2-40B4-BE49-F238E27FC236}">
                <a16:creationId xmlns:a16="http://schemas.microsoft.com/office/drawing/2014/main" id="{5741A830-447E-4233-9BD8-43CBC4BB4FD4}"/>
              </a:ext>
            </a:extLst>
          </p:cNvPr>
          <p:cNvSpPr>
            <a:spLocks xmlns:a="http://schemas.openxmlformats.org/drawingml/2006/main" noGrp="1"/>
          </p:cNvSpPr>
          <p:nvPr/>
        </p:nvSpPr>
        <p:spPr>
          <a:xfrm xmlns:a="http://schemas.openxmlformats.org/drawingml/2006/main">
            <a:off x="7515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wire-482">
            <a:extLst xmlns:a="http://schemas.openxmlformats.org/drawingml/2006/main">
              <a:ext uri="{FF2B5EF4-FFF2-40B4-BE49-F238E27FC236}">
                <a16:creationId xmlns:a16="http://schemas.microsoft.com/office/drawing/2014/main" id="{FE6A51E2-F70A-43DF-9F44-0B971E8FEFEB}"/>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800100" y="0"/>
                </a:moveTo>
                <a:lnTo>
                  <a:pt x="0" y="0"/>
                </a:lnTo>
              </a:path>
            </a:pathLst>
          </a:custGeom>
          <a:noFill xmlns:a="http://schemas.openxmlformats.org/drawingml/2006/main"/>
          <a:ln xmlns:a="http://schemas.openxmlformats.org/drawingml/2006/main" w="28575">
            <a:solidFill>
              <a:srgbClr val="231F20"/>
            </a:solidFill>
          </a:ln>
        </p:spPr>
      </p:sp>
      <p:sp>
        <p:nvSpPr>
          <p:cNvPr id="85" name="circuit-483">
            <a:extLst xmlns:a="http://schemas.openxmlformats.org/drawingml/2006/main">
              <a:ext uri="{FF2B5EF4-FFF2-40B4-BE49-F238E27FC236}">
                <a16:creationId xmlns:a16="http://schemas.microsoft.com/office/drawing/2014/main" id="{6AE286AD-BF32-4D56-B960-243160ED1B0C}"/>
              </a:ext>
            </a:extLst>
          </p:cNvPr>
          <p:cNvSpPr>
            <a:spLocks xmlns:a="http://schemas.openxmlformats.org/drawingml/2006/main" noGrp="1"/>
          </p:cNvSpPr>
          <p:nvPr/>
        </p:nvSpPr>
        <p:spPr>
          <a:xfrm xmlns:a="http://schemas.openxmlformats.org/drawingml/2006/main">
            <a:off x="6791325"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86" name="wire-484">
            <a:extLst xmlns:a="http://schemas.openxmlformats.org/drawingml/2006/main">
              <a:ext uri="{FF2B5EF4-FFF2-40B4-BE49-F238E27FC236}">
                <a16:creationId xmlns:a16="http://schemas.microsoft.com/office/drawing/2014/main" id="{85579CE7-7EFD-4986-897A-1CD0722562DF}"/>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8575">
            <a:solidFill>
              <a:srgbClr val="231F20"/>
            </a:solidFill>
          </a:ln>
        </p:spPr>
      </p:sp>
      <p:sp>
        <p:nvSpPr>
          <p:cNvPr id="87" name="circuit-485">
            <a:extLst xmlns:a="http://schemas.openxmlformats.org/drawingml/2006/main">
              <a:ext uri="{FF2B5EF4-FFF2-40B4-BE49-F238E27FC236}">
                <a16:creationId xmlns:a16="http://schemas.microsoft.com/office/drawing/2014/main" id="{CDA84FDA-8BD0-4C98-BF0F-00E88A80FA9E}"/>
              </a:ext>
            </a:extLst>
          </p:cNvPr>
          <p:cNvSpPr>
            <a:spLocks xmlns:a="http://schemas.openxmlformats.org/drawingml/2006/main" noGrp="1"/>
          </p:cNvSpPr>
          <p:nvPr/>
        </p:nvSpPr>
        <p:spPr>
          <a:xfrm xmlns:a="http://schemas.openxmlformats.org/drawingml/2006/main">
            <a:off x="9039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8" name="wire-486">
            <a:extLst xmlns:a="http://schemas.openxmlformats.org/drawingml/2006/main">
              <a:ext uri="{FF2B5EF4-FFF2-40B4-BE49-F238E27FC236}">
                <a16:creationId xmlns:a16="http://schemas.microsoft.com/office/drawing/2014/main" id="{E5853B09-0421-4156-856A-4F27E39C101A}"/>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333375" y="0"/>
                </a:moveTo>
                <a:lnTo>
                  <a:pt x="0" y="0"/>
                </a:lnTo>
              </a:path>
            </a:pathLst>
          </a:custGeom>
          <a:noFill xmlns:a="http://schemas.openxmlformats.org/drawingml/2006/main"/>
          <a:ln xmlns:a="http://schemas.openxmlformats.org/drawingml/2006/main" w="28575">
            <a:solidFill>
              <a:srgbClr val="231F20"/>
            </a:solidFill>
          </a:ln>
        </p:spPr>
      </p:sp>
      <p:sp>
        <p:nvSpPr>
          <p:cNvPr id="89" name="circuit-487">
            <a:extLst xmlns:a="http://schemas.openxmlformats.org/drawingml/2006/main">
              <a:ext uri="{FF2B5EF4-FFF2-40B4-BE49-F238E27FC236}">
                <a16:creationId xmlns:a16="http://schemas.microsoft.com/office/drawing/2014/main" id="{CF97FC46-D9CC-4324-B426-BE4C779B4847}"/>
              </a:ext>
            </a:extLst>
          </p:cNvPr>
          <p:cNvSpPr>
            <a:spLocks xmlns:a="http://schemas.openxmlformats.org/drawingml/2006/main" noGrp="1"/>
          </p:cNvSpPr>
          <p:nvPr/>
        </p:nvSpPr>
        <p:spPr>
          <a:xfrm xmlns:a="http://schemas.openxmlformats.org/drawingml/2006/main">
            <a:off x="8782050" y="41119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90" name="wire-488">
            <a:extLst xmlns:a="http://schemas.openxmlformats.org/drawingml/2006/main">
              <a:ext uri="{FF2B5EF4-FFF2-40B4-BE49-F238E27FC236}">
                <a16:creationId xmlns:a16="http://schemas.microsoft.com/office/drawing/2014/main" id="{E4EF61C3-4398-4E54-8A22-8B8761228226}"/>
              </a:ext>
            </a:extLst>
          </p:cNvPr>
          <p:cNvSpPr>
            <a:spLocks xmlns:a="http://schemas.openxmlformats.org/drawingml/2006/main" noGrp="1"/>
          </p:cNvSpPr>
          <p:nvPr/>
        </p:nvSpPr>
        <p:spPr>
          <a:xfrm xmlns:a="http://schemas.openxmlformats.org/drawingml/2006/main">
            <a:off x="9115425" y="3838575"/>
            <a:ext cx="9525" cy="1266825"/>
          </a:xfrm>
          <a:custGeom xmlns:a="http://schemas.openxmlformats.org/drawingml/2006/main">
            <a:pathLst>
              <a:path w="9525" h="1266825">
                <a:moveTo>
                  <a:pt x="0" y="0"/>
                </a:moveTo>
                <a:lnTo>
                  <a:pt x="0" y="1266825"/>
                </a:lnTo>
              </a:path>
            </a:pathLst>
          </a:custGeom>
          <a:noFill xmlns:a="http://schemas.openxmlformats.org/drawingml/2006/main"/>
          <a:ln xmlns:a="http://schemas.openxmlformats.org/drawingml/2006/main" w="28575">
            <a:solidFill>
              <a:srgbClr val="231F20"/>
            </a:solidFill>
          </a:ln>
        </p:spPr>
      </p:sp>
      <p:sp>
        <p:nvSpPr>
          <p:cNvPr id="91" name="text-489">
            <a:extLst xmlns:a="http://schemas.openxmlformats.org/drawingml/2006/main">
              <a:ext uri="{FF2B5EF4-FFF2-40B4-BE49-F238E27FC236}">
                <a16:creationId xmlns:a16="http://schemas.microsoft.com/office/drawing/2014/main" id="{2BD83445-2154-4BD0-8999-6AE24B8D9969}"/>
              </a:ext>
            </a:extLst>
          </p:cNvPr>
          <p:cNvSpPr>
            <a:spLocks xmlns:a="http://schemas.openxmlformats.org/drawingml/2006/main" noGrp="1"/>
          </p:cNvSpPr>
          <p:nvPr/>
        </p:nvSpPr>
        <p:spPr>
          <a:xfrm xmlns:a="http://schemas.openxmlformats.org/drawingml/2006/main">
            <a:off x="8820150" y="3333750"/>
            <a:ext cx="6000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Arial"/>
                <a:ea typeface="Arial"/>
                <a:cs typeface="Arial"/>
              </a:defRPr>
            </a:defPPr>
            <a:lvl1pPr algn="ctr">
              <a:defRPr sz="1650" b="1">
                <a:solidFill>
                  <a:srgbClr val="231F20"/>
                </a:solidFill>
                <a:latin typeface="Arial"/>
                <a:ea typeface="Arial"/>
                <a:cs typeface="Arial"/>
              </a:defRPr>
            </a:lvl1pPr>
            <a:lvl2pPr algn="ctr">
              <a:defRPr sz="1650" b="1">
                <a:solidFill>
                  <a:srgbClr val="231F20"/>
                </a:solidFill>
                <a:latin typeface="Arial"/>
                <a:ea typeface="Arial"/>
                <a:cs typeface="Arial"/>
              </a:defRPr>
            </a:lvl2pPr>
            <a:lvl3pPr algn="ctr">
              <a:defRPr sz="1650" b="1">
                <a:solidFill>
                  <a:srgbClr val="231F20"/>
                </a:solidFill>
                <a:latin typeface="Arial"/>
                <a:ea typeface="Arial"/>
                <a:cs typeface="Arial"/>
              </a:defRPr>
            </a:lvl3pPr>
            <a:lvl4pPr algn="ctr">
              <a:defRPr sz="1650" b="1">
                <a:solidFill>
                  <a:srgbClr val="231F20"/>
                </a:solidFill>
                <a:latin typeface="Arial"/>
                <a:ea typeface="Arial"/>
                <a:cs typeface="Arial"/>
              </a:defRPr>
            </a:lvl4pPr>
            <a:lvl5pPr algn="ctr">
              <a:defRPr sz="1650" b="1">
                <a:solidFill>
                  <a:srgbClr val="231F20"/>
                </a:solidFill>
                <a:latin typeface="Arial"/>
                <a:ea typeface="Arial"/>
                <a:cs typeface="Arial"/>
              </a:defRPr>
            </a:lvl5pPr>
            <a:lvl6pPr algn="ctr">
              <a:defRPr sz="1650" b="1">
                <a:solidFill>
                  <a:srgbClr val="231F20"/>
                </a:solidFill>
                <a:latin typeface="Arial"/>
                <a:ea typeface="Arial"/>
                <a:cs typeface="Arial"/>
              </a:defRPr>
            </a:lvl6pPr>
            <a:lvl7pPr algn="ctr">
              <a:defRPr sz="1650" b="1">
                <a:solidFill>
                  <a:srgbClr val="231F20"/>
                </a:solidFill>
                <a:latin typeface="Arial"/>
                <a:ea typeface="Arial"/>
                <a:cs typeface="Arial"/>
              </a:defRPr>
            </a:lvl7pPr>
            <a:lvl8pPr algn="ctr">
              <a:defRPr sz="1650" b="1">
                <a:solidFill>
                  <a:srgbClr val="231F20"/>
                </a:solidFill>
                <a:latin typeface="Arial"/>
                <a:ea typeface="Arial"/>
                <a:cs typeface="Arial"/>
              </a:defRPr>
            </a:lvl8pPr>
            <a:lvl9pPr algn="ctr">
              <a:defRPr sz="1650" b="1">
                <a:solidFill>
                  <a:srgbClr val="231F20"/>
                </a:solidFill>
                <a:latin typeface="Arial"/>
                <a:ea typeface="Arial"/>
                <a:cs typeface="Arial"/>
              </a:defRPr>
            </a:lvl9pPr>
          </a:lstStyle>
          <a:p xmlns:a="http://schemas.openxmlformats.org/drawingml/2006/main">
            <a:pPr algn="ctr">
              <a:defRPr sz="1650" b="1">
                <a:solidFill>
                  <a:srgbClr val="231F20"/>
                </a:solidFill>
                <a:latin typeface="Arial"/>
                <a:ea typeface="Arial"/>
                <a:cs typeface="Arial"/>
              </a:defRPr>
            </a:pPr>
            <a:r>
              <a:rPr sz="1650" b="1">
                <a:solidFill>
                  <a:srgbClr val="231F20"/>
                </a:solidFill>
                <a:latin typeface="Arial"/>
                <a:ea typeface="Arial"/>
                <a:cs typeface="Arial"/>
              </a:rPr>
              <a:t>APB</a:t>
            </a:r>
          </a:p>
        </p:txBody>
      </p:sp>
      <p:sp>
        <p:nvSpPr>
          <p:cNvPr id="92" name="block-490">
            <a:extLst xmlns:a="http://schemas.openxmlformats.org/drawingml/2006/main">
              <a:ext uri="{FF2B5EF4-FFF2-40B4-BE49-F238E27FC236}">
                <a16:creationId xmlns:a16="http://schemas.microsoft.com/office/drawing/2014/main" id="{3CCA9B72-6F97-4C6A-987E-222C1A3DB57B}"/>
              </a:ext>
            </a:extLst>
          </p:cNvPr>
          <p:cNvSpPr>
            <a:spLocks xmlns:a="http://schemas.openxmlformats.org/drawingml/2006/main" noGrp="1"/>
          </p:cNvSpPr>
          <p:nvPr/>
        </p:nvSpPr>
        <p:spPr>
          <a:xfrm xmlns:a="http://schemas.openxmlformats.org/drawingml/2006/main">
            <a:off x="9429750" y="3524250"/>
            <a:ext cx="9048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3" name="text-491">
            <a:extLst xmlns:a="http://schemas.openxmlformats.org/drawingml/2006/main">
              <a:ext uri="{FF2B5EF4-FFF2-40B4-BE49-F238E27FC236}">
                <a16:creationId xmlns:a16="http://schemas.microsoft.com/office/drawing/2014/main" id="{7F80CE61-3138-423F-8E09-302BE97136D4}"/>
              </a:ext>
            </a:extLst>
          </p:cNvPr>
          <p:cNvSpPr>
            <a:spLocks xmlns:a="http://schemas.openxmlformats.org/drawingml/2006/main" noGrp="1"/>
          </p:cNvSpPr>
          <p:nvPr/>
        </p:nvSpPr>
        <p:spPr>
          <a:xfrm xmlns:a="http://schemas.openxmlformats.org/drawingml/2006/main">
            <a:off x="9505950" y="3581400"/>
            <a:ext cx="7524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SPI</a:t>
            </a:r>
          </a:p>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制御</a:t>
            </a:r>
          </a:p>
        </p:txBody>
      </p:sp>
      <p:sp>
        <p:nvSpPr>
          <p:cNvPr id="94" name="block-492">
            <a:extLst xmlns:a="http://schemas.openxmlformats.org/drawingml/2006/main">
              <a:ext uri="{FF2B5EF4-FFF2-40B4-BE49-F238E27FC236}">
                <a16:creationId xmlns:a16="http://schemas.microsoft.com/office/drawing/2014/main" id="{EE57AAE4-D187-4066-A47F-9375EDE25243}"/>
              </a:ext>
            </a:extLst>
          </p:cNvPr>
          <p:cNvSpPr>
            <a:spLocks xmlns:a="http://schemas.openxmlformats.org/drawingml/2006/main" noGrp="1"/>
          </p:cNvSpPr>
          <p:nvPr/>
        </p:nvSpPr>
        <p:spPr>
          <a:xfrm xmlns:a="http://schemas.openxmlformats.org/drawingml/2006/main">
            <a:off x="10715625" y="3524250"/>
            <a:ext cx="866775" cy="6191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5" name="text-493">
            <a:extLst xmlns:a="http://schemas.openxmlformats.org/drawingml/2006/main">
              <a:ext uri="{FF2B5EF4-FFF2-40B4-BE49-F238E27FC236}">
                <a16:creationId xmlns:a16="http://schemas.microsoft.com/office/drawing/2014/main" id="{4DE3B806-E242-462B-8A6C-13726DDC8493}"/>
              </a:ext>
            </a:extLst>
          </p:cNvPr>
          <p:cNvSpPr>
            <a:spLocks xmlns:a="http://schemas.openxmlformats.org/drawingml/2006/main" noGrp="1"/>
          </p:cNvSpPr>
          <p:nvPr/>
        </p:nvSpPr>
        <p:spPr>
          <a:xfrm xmlns:a="http://schemas.openxmlformats.org/drawingml/2006/main">
            <a:off x="10791825" y="3581400"/>
            <a:ext cx="714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SD</a:t>
            </a:r>
          </a:p>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カード</a:t>
            </a:r>
          </a:p>
        </p:txBody>
      </p:sp>
      <p:sp>
        <p:nvSpPr>
          <p:cNvPr id="96" name="wire-494">
            <a:extLst xmlns:a="http://schemas.openxmlformats.org/drawingml/2006/main">
              <a:ext uri="{FF2B5EF4-FFF2-40B4-BE49-F238E27FC236}">
                <a16:creationId xmlns:a16="http://schemas.microsoft.com/office/drawing/2014/main" id="{3D4B90C8-0110-4B2F-9455-FFB94F873B0E}"/>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231F20"/>
            </a:solidFill>
          </a:ln>
        </p:spPr>
      </p:sp>
      <p:sp>
        <p:nvSpPr>
          <p:cNvPr id="97" name="circuit-495">
            <a:extLst xmlns:a="http://schemas.openxmlformats.org/drawingml/2006/main">
              <a:ext uri="{FF2B5EF4-FFF2-40B4-BE49-F238E27FC236}">
                <a16:creationId xmlns:a16="http://schemas.microsoft.com/office/drawing/2014/main" id="{09C9755D-AE00-4536-A74C-4ED7EA7DEAE4}"/>
              </a:ext>
            </a:extLst>
          </p:cNvPr>
          <p:cNvSpPr>
            <a:spLocks xmlns:a="http://schemas.openxmlformats.org/drawingml/2006/main" noGrp="1"/>
          </p:cNvSpPr>
          <p:nvPr/>
        </p:nvSpPr>
        <p:spPr>
          <a:xfrm xmlns:a="http://schemas.openxmlformats.org/drawingml/2006/main">
            <a:off x="9353550"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wire-496">
            <a:extLst xmlns:a="http://schemas.openxmlformats.org/drawingml/2006/main">
              <a:ext uri="{FF2B5EF4-FFF2-40B4-BE49-F238E27FC236}">
                <a16:creationId xmlns:a16="http://schemas.microsoft.com/office/drawing/2014/main" id="{68365973-5B0F-406A-A816-FF73131AD5DE}"/>
              </a:ext>
            </a:extLst>
          </p:cNvPr>
          <p:cNvSpPr>
            <a:spLocks xmlns:a="http://schemas.openxmlformats.org/drawingml/2006/main" noGrp="1"/>
          </p:cNvSpPr>
          <p:nvPr/>
        </p:nvSpPr>
        <p:spPr>
          <a:xfrm xmlns:a="http://schemas.openxmlformats.org/drawingml/2006/main">
            <a:off x="9115425" y="3838575"/>
            <a:ext cx="314325" cy="9525"/>
          </a:xfrm>
          <a:custGeom xmlns:a="http://schemas.openxmlformats.org/drawingml/2006/main">
            <a:pathLst>
              <a:path w="314325" h="9525">
                <a:moveTo>
                  <a:pt x="314325" y="0"/>
                </a:moveTo>
                <a:lnTo>
                  <a:pt x="0" y="0"/>
                </a:lnTo>
              </a:path>
            </a:pathLst>
          </a:custGeom>
          <a:noFill xmlns:a="http://schemas.openxmlformats.org/drawingml/2006/main"/>
          <a:ln xmlns:a="http://schemas.openxmlformats.org/drawingml/2006/main" w="28575">
            <a:solidFill>
              <a:srgbClr val="231F20"/>
            </a:solidFill>
          </a:ln>
        </p:spPr>
      </p:sp>
      <p:sp>
        <p:nvSpPr>
          <p:cNvPr id="99" name="circuit-497">
            <a:extLst xmlns:a="http://schemas.openxmlformats.org/drawingml/2006/main">
              <a:ext uri="{FF2B5EF4-FFF2-40B4-BE49-F238E27FC236}">
                <a16:creationId xmlns:a16="http://schemas.microsoft.com/office/drawing/2014/main" id="{D47BD019-0FB0-4A88-B8BC-3623746292E6}"/>
              </a:ext>
            </a:extLst>
          </p:cNvPr>
          <p:cNvSpPr>
            <a:spLocks xmlns:a="http://schemas.openxmlformats.org/drawingml/2006/main" noGrp="1"/>
          </p:cNvSpPr>
          <p:nvPr/>
        </p:nvSpPr>
        <p:spPr>
          <a:xfrm xmlns:a="http://schemas.openxmlformats.org/drawingml/2006/main">
            <a:off x="91154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0" name="wire-498">
            <a:extLst xmlns:a="http://schemas.openxmlformats.org/drawingml/2006/main">
              <a:ext uri="{FF2B5EF4-FFF2-40B4-BE49-F238E27FC236}">
                <a16:creationId xmlns:a16="http://schemas.microsoft.com/office/drawing/2014/main" id="{EA12362C-B1F9-40C1-9F70-285314C80E4F}"/>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8575">
            <a:solidFill>
              <a:srgbClr val="231F20"/>
            </a:solidFill>
          </a:ln>
        </p:spPr>
      </p:sp>
      <p:sp>
        <p:nvSpPr>
          <p:cNvPr id="101" name="circuit-499">
            <a:extLst xmlns:a="http://schemas.openxmlformats.org/drawingml/2006/main">
              <a:ext uri="{FF2B5EF4-FFF2-40B4-BE49-F238E27FC236}">
                <a16:creationId xmlns:a16="http://schemas.microsoft.com/office/drawing/2014/main" id="{4606F7BD-6B5F-41A4-81C7-81B18F544AC1}"/>
              </a:ext>
            </a:extLst>
          </p:cNvPr>
          <p:cNvSpPr>
            <a:spLocks xmlns:a="http://schemas.openxmlformats.org/drawingml/2006/main" noGrp="1"/>
          </p:cNvSpPr>
          <p:nvPr/>
        </p:nvSpPr>
        <p:spPr>
          <a:xfrm xmlns:a="http://schemas.openxmlformats.org/drawingml/2006/main">
            <a:off x="10639425" y="38071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02" name="wire-500">
            <a:extLst xmlns:a="http://schemas.openxmlformats.org/drawingml/2006/main">
              <a:ext uri="{FF2B5EF4-FFF2-40B4-BE49-F238E27FC236}">
                <a16:creationId xmlns:a16="http://schemas.microsoft.com/office/drawing/2014/main" id="{1C574386-C117-4966-B7F4-9D68E0CB4430}"/>
              </a:ext>
            </a:extLst>
          </p:cNvPr>
          <p:cNvSpPr>
            <a:spLocks xmlns:a="http://schemas.openxmlformats.org/drawingml/2006/main" noGrp="1"/>
          </p:cNvSpPr>
          <p:nvPr/>
        </p:nvSpPr>
        <p:spPr>
          <a:xfrm xmlns:a="http://schemas.openxmlformats.org/drawingml/2006/main">
            <a:off x="10334625" y="3838575"/>
            <a:ext cx="381000" cy="9525"/>
          </a:xfrm>
          <a:custGeom xmlns:a="http://schemas.openxmlformats.org/drawingml/2006/main">
            <a:pathLst>
              <a:path w="381000" h="9525">
                <a:moveTo>
                  <a:pt x="381000" y="0"/>
                </a:moveTo>
                <a:lnTo>
                  <a:pt x="0" y="0"/>
                </a:lnTo>
              </a:path>
            </a:pathLst>
          </a:custGeom>
          <a:noFill xmlns:a="http://schemas.openxmlformats.org/drawingml/2006/main"/>
          <a:ln xmlns:a="http://schemas.openxmlformats.org/drawingml/2006/main" w="28575">
            <a:solidFill>
              <a:srgbClr val="231F20"/>
            </a:solidFill>
          </a:ln>
        </p:spPr>
      </p:sp>
      <p:sp>
        <p:nvSpPr>
          <p:cNvPr id="103" name="circuit-501">
            <a:extLst xmlns:a="http://schemas.openxmlformats.org/drawingml/2006/main">
              <a:ext uri="{FF2B5EF4-FFF2-40B4-BE49-F238E27FC236}">
                <a16:creationId xmlns:a16="http://schemas.microsoft.com/office/drawing/2014/main" id="{BF6D6BE9-F84F-4235-AF4D-005C8D268FD4}"/>
              </a:ext>
            </a:extLst>
          </p:cNvPr>
          <p:cNvSpPr>
            <a:spLocks xmlns:a="http://schemas.openxmlformats.org/drawingml/2006/main" noGrp="1"/>
          </p:cNvSpPr>
          <p:nvPr/>
        </p:nvSpPr>
        <p:spPr>
          <a:xfrm xmlns:a="http://schemas.openxmlformats.org/drawingml/2006/main">
            <a:off x="10334625" y="38071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231F20"/>
          </a:solidFill>
          <a:ln xmlns:a="http://schemas.openxmlformats.org/drawingml/2006/main" w="9525">
            <a:solidFill>
              <a:srgbClr val="231F20"/>
            </a:solidFill>
          </a:ln>
        </p:spPr>
      </p:sp>
      <p:sp>
        <p:nvSpPr>
          <p:cNvPr id="104" name="block-502">
            <a:extLst xmlns:a="http://schemas.openxmlformats.org/drawingml/2006/main">
              <a:ext uri="{FF2B5EF4-FFF2-40B4-BE49-F238E27FC236}">
                <a16:creationId xmlns:a16="http://schemas.microsoft.com/office/drawing/2014/main" id="{63235107-89CB-42DF-A8B7-AA45ED06B7A3}"/>
              </a:ext>
            </a:extLst>
          </p:cNvPr>
          <p:cNvSpPr>
            <a:spLocks xmlns:a="http://schemas.openxmlformats.org/drawingml/2006/main" noGrp="1"/>
          </p:cNvSpPr>
          <p:nvPr/>
        </p:nvSpPr>
        <p:spPr>
          <a:xfrm xmlns:a="http://schemas.openxmlformats.org/drawingml/2006/main">
            <a:off x="9429750" y="4667250"/>
            <a:ext cx="2152650" cy="8572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105" name="text-503">
            <a:extLst xmlns:a="http://schemas.openxmlformats.org/drawingml/2006/main">
              <a:ext uri="{FF2B5EF4-FFF2-40B4-BE49-F238E27FC236}">
                <a16:creationId xmlns:a16="http://schemas.microsoft.com/office/drawing/2014/main" id="{A4980EB5-50E1-412F-9C5C-FED1E494740D}"/>
              </a:ext>
            </a:extLst>
          </p:cNvPr>
          <p:cNvSpPr>
            <a:spLocks xmlns:a="http://schemas.openxmlformats.org/drawingml/2006/main" noGrp="1"/>
          </p:cNvSpPr>
          <p:nvPr/>
        </p:nvSpPr>
        <p:spPr>
          <a:xfrm xmlns:a="http://schemas.openxmlformats.org/drawingml/2006/main">
            <a:off x="9505950" y="4724400"/>
            <a:ext cx="2000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接続回路</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 RasterIX</a:t>
            </a:r>
          </a:p>
        </p:txBody>
      </p:sp>
      <p:sp>
        <p:nvSpPr>
          <p:cNvPr id="106" name="wire-504">
            <a:extLst xmlns:a="http://schemas.openxmlformats.org/drawingml/2006/main">
              <a:ext uri="{FF2B5EF4-FFF2-40B4-BE49-F238E27FC236}">
                <a16:creationId xmlns:a16="http://schemas.microsoft.com/office/drawing/2014/main" id="{D2B958E1-4758-413C-95CB-403A903C6307}"/>
              </a:ext>
            </a:extLst>
          </p:cNvPr>
          <p:cNvSpPr>
            <a:spLocks xmlns:a="http://schemas.openxmlformats.org/drawingml/2006/main" noGrp="1"/>
          </p:cNvSpPr>
          <p:nvPr/>
        </p:nvSpPr>
        <p:spPr>
          <a:xfrm xmlns:a="http://schemas.openxmlformats.org/drawingml/2006/main">
            <a:off x="9115425" y="510540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8575">
            <a:solidFill>
              <a:srgbClr val="1572C3"/>
            </a:solidFill>
          </a:ln>
        </p:spPr>
      </p:sp>
      <p:sp>
        <p:nvSpPr>
          <p:cNvPr id="107" name="circuit-505">
            <a:extLst xmlns:a="http://schemas.openxmlformats.org/drawingml/2006/main">
              <a:ext uri="{FF2B5EF4-FFF2-40B4-BE49-F238E27FC236}">
                <a16:creationId xmlns:a16="http://schemas.microsoft.com/office/drawing/2014/main" id="{EF24EAE3-75CC-4760-BC5F-0BBF7E5D70BA}"/>
              </a:ext>
            </a:extLst>
          </p:cNvPr>
          <p:cNvSpPr>
            <a:spLocks xmlns:a="http://schemas.openxmlformats.org/drawingml/2006/main" noGrp="1"/>
          </p:cNvSpPr>
          <p:nvPr/>
        </p:nvSpPr>
        <p:spPr>
          <a:xfrm xmlns:a="http://schemas.openxmlformats.org/drawingml/2006/main">
            <a:off x="9353550" y="507396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8" name="wire-506">
            <a:extLst xmlns:a="http://schemas.openxmlformats.org/drawingml/2006/main">
              <a:ext uri="{FF2B5EF4-FFF2-40B4-BE49-F238E27FC236}">
                <a16:creationId xmlns:a16="http://schemas.microsoft.com/office/drawing/2014/main" id="{83ECA187-07D8-42BF-A33A-A397827B0E86}"/>
              </a:ext>
            </a:extLst>
          </p:cNvPr>
          <p:cNvSpPr>
            <a:spLocks xmlns:a="http://schemas.openxmlformats.org/drawingml/2006/main" noGrp="1"/>
          </p:cNvSpPr>
          <p:nvPr/>
        </p:nvSpPr>
        <p:spPr>
          <a:xfrm xmlns:a="http://schemas.openxmlformats.org/drawingml/2006/main">
            <a:off x="9115425" y="5105400"/>
            <a:ext cx="314325" cy="9525"/>
          </a:xfrm>
          <a:custGeom xmlns:a="http://schemas.openxmlformats.org/drawingml/2006/main">
            <a:pathLst>
              <a:path w="314325" h="9525">
                <a:moveTo>
                  <a:pt x="314325" y="0"/>
                </a:moveTo>
                <a:lnTo>
                  <a:pt x="0" y="0"/>
                </a:lnTo>
              </a:path>
            </a:pathLst>
          </a:custGeom>
          <a:noFill xmlns:a="http://schemas.openxmlformats.org/drawingml/2006/main"/>
          <a:ln xmlns:a="http://schemas.openxmlformats.org/drawingml/2006/main" w="28575">
            <a:solidFill>
              <a:srgbClr val="1572C3"/>
            </a:solidFill>
          </a:ln>
        </p:spPr>
      </p:sp>
      <p:sp>
        <p:nvSpPr>
          <p:cNvPr id="109" name="circuit-507">
            <a:extLst xmlns:a="http://schemas.openxmlformats.org/drawingml/2006/main">
              <a:ext uri="{FF2B5EF4-FFF2-40B4-BE49-F238E27FC236}">
                <a16:creationId xmlns:a16="http://schemas.microsoft.com/office/drawing/2014/main" id="{15F7EB8B-BF98-48C6-BAD1-1C7ADC0BD6B6}"/>
              </a:ext>
            </a:extLst>
          </p:cNvPr>
          <p:cNvSpPr>
            <a:spLocks xmlns:a="http://schemas.openxmlformats.org/drawingml/2006/main" noGrp="1"/>
          </p:cNvSpPr>
          <p:nvPr/>
        </p:nvSpPr>
        <p:spPr>
          <a:xfrm xmlns:a="http://schemas.openxmlformats.org/drawingml/2006/main">
            <a:off x="9115425" y="5073968"/>
            <a:ext cx="76200" cy="62865"/>
          </a:xfrm>
          <a:custGeom xmlns:a="http://schemas.openxmlformats.org/drawingml/2006/main">
            <a:pathLst>
              <a:path w="76200" h="62865">
                <a:moveTo>
                  <a:pt x="0" y="31432"/>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10" name="wire-508">
            <a:extLst xmlns:a="http://schemas.openxmlformats.org/drawingml/2006/main">
              <a:ext uri="{FF2B5EF4-FFF2-40B4-BE49-F238E27FC236}">
                <a16:creationId xmlns:a16="http://schemas.microsoft.com/office/drawing/2014/main" id="{62C95ED2-42AA-4668-9BD1-AE28DB415E3A}"/>
              </a:ext>
            </a:extLst>
          </p:cNvPr>
          <p:cNvSpPr>
            <a:spLocks xmlns:a="http://schemas.openxmlformats.org/drawingml/2006/main" noGrp="1"/>
          </p:cNvSpPr>
          <p:nvPr/>
        </p:nvSpPr>
        <p:spPr>
          <a:xfrm xmlns:a="http://schemas.openxmlformats.org/drawingml/2006/main">
            <a:off x="5705475" y="3952875"/>
            <a:ext cx="1085850" cy="9525"/>
          </a:xfrm>
          <a:custGeom xmlns:a="http://schemas.openxmlformats.org/drawingml/2006/main">
            <a:pathLst>
              <a:path w="1085850" h="9525">
                <a:moveTo>
                  <a:pt x="0" y="0"/>
                </a:moveTo>
                <a:lnTo>
                  <a:pt x="1085850" y="0"/>
                </a:lnTo>
              </a:path>
            </a:pathLst>
          </a:custGeom>
          <a:noFill xmlns:a="http://schemas.openxmlformats.org/drawingml/2006/main"/>
          <a:ln xmlns:a="http://schemas.openxmlformats.org/drawingml/2006/main" w="20955">
            <a:solidFill>
              <a:srgbClr val="1572C3"/>
            </a:solidFill>
          </a:ln>
        </p:spPr>
      </p:sp>
      <p:sp>
        <p:nvSpPr>
          <p:cNvPr id="111" name="wire-509">
            <a:extLst xmlns:a="http://schemas.openxmlformats.org/drawingml/2006/main">
              <a:ext uri="{FF2B5EF4-FFF2-40B4-BE49-F238E27FC236}">
                <a16:creationId xmlns:a16="http://schemas.microsoft.com/office/drawing/2014/main" id="{F3642438-B7DA-4271-815F-E1EF8720546B}"/>
              </a:ext>
            </a:extLst>
          </p:cNvPr>
          <p:cNvSpPr>
            <a:spLocks xmlns:a="http://schemas.openxmlformats.org/drawingml/2006/main" noGrp="1"/>
          </p:cNvSpPr>
          <p:nvPr/>
        </p:nvSpPr>
        <p:spPr>
          <a:xfrm xmlns:a="http://schemas.openxmlformats.org/drawingml/2006/main">
            <a:off x="6791325" y="39528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20955">
            <a:solidFill>
              <a:srgbClr val="1572C3"/>
            </a:solidFill>
          </a:ln>
        </p:spPr>
      </p:sp>
      <p:sp>
        <p:nvSpPr>
          <p:cNvPr id="112" name="wire-510">
            <a:extLst xmlns:a="http://schemas.openxmlformats.org/drawingml/2006/main">
              <a:ext uri="{FF2B5EF4-FFF2-40B4-BE49-F238E27FC236}">
                <a16:creationId xmlns:a16="http://schemas.microsoft.com/office/drawing/2014/main" id="{D65A5D72-29D1-4DAF-8617-D171E08A286C}"/>
              </a:ext>
            </a:extLst>
          </p:cNvPr>
          <p:cNvSpPr>
            <a:spLocks xmlns:a="http://schemas.openxmlformats.org/drawingml/2006/main" noGrp="1"/>
          </p:cNvSpPr>
          <p:nvPr/>
        </p:nvSpPr>
        <p:spPr>
          <a:xfrm xmlns:a="http://schemas.openxmlformats.org/drawingml/2006/main">
            <a:off x="6791325" y="4143375"/>
            <a:ext cx="800100" cy="9525"/>
          </a:xfrm>
          <a:custGeom xmlns:a="http://schemas.openxmlformats.org/drawingml/2006/main">
            <a:pathLst>
              <a:path w="800100" h="9525">
                <a:moveTo>
                  <a:pt x="0" y="0"/>
                </a:moveTo>
                <a:lnTo>
                  <a:pt x="800100" y="0"/>
                </a:lnTo>
              </a:path>
            </a:pathLst>
          </a:custGeom>
          <a:noFill xmlns:a="http://schemas.openxmlformats.org/drawingml/2006/main"/>
          <a:ln xmlns:a="http://schemas.openxmlformats.org/drawingml/2006/main" w="20955">
            <a:solidFill>
              <a:srgbClr val="1572C3"/>
            </a:solidFill>
          </a:ln>
        </p:spPr>
      </p:sp>
      <p:sp>
        <p:nvSpPr>
          <p:cNvPr id="113" name="circuit-511">
            <a:extLst xmlns:a="http://schemas.openxmlformats.org/drawingml/2006/main">
              <a:ext uri="{FF2B5EF4-FFF2-40B4-BE49-F238E27FC236}">
                <a16:creationId xmlns:a16="http://schemas.microsoft.com/office/drawing/2014/main" id="{F6252B31-FBD4-4D49-ADE5-2B0A3CB6F788}"/>
              </a:ext>
            </a:extLst>
          </p:cNvPr>
          <p:cNvSpPr>
            <a:spLocks xmlns:a="http://schemas.openxmlformats.org/drawingml/2006/main" noGrp="1"/>
          </p:cNvSpPr>
          <p:nvPr/>
        </p:nvSpPr>
        <p:spPr>
          <a:xfrm xmlns:a="http://schemas.openxmlformats.org/drawingml/2006/main">
            <a:off x="7515225" y="4111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4" name="wire-512">
            <a:extLst xmlns:a="http://schemas.openxmlformats.org/drawingml/2006/main">
              <a:ext uri="{FF2B5EF4-FFF2-40B4-BE49-F238E27FC236}">
                <a16:creationId xmlns:a16="http://schemas.microsoft.com/office/drawing/2014/main" id="{647CB1D3-11E3-42F2-ABDE-36A0E17343CD}"/>
              </a:ext>
            </a:extLst>
          </p:cNvPr>
          <p:cNvSpPr>
            <a:spLocks xmlns:a="http://schemas.openxmlformats.org/drawingml/2006/main" noGrp="1"/>
          </p:cNvSpPr>
          <p:nvPr/>
        </p:nvSpPr>
        <p:spPr>
          <a:xfrm xmlns:a="http://schemas.openxmlformats.org/drawingml/2006/main">
            <a:off x="8782050" y="4143375"/>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0955">
            <a:solidFill>
              <a:srgbClr val="1572C3"/>
            </a:solidFill>
          </a:ln>
        </p:spPr>
      </p:sp>
      <p:sp>
        <p:nvSpPr>
          <p:cNvPr id="115" name="wire-513">
            <a:extLst xmlns:a="http://schemas.openxmlformats.org/drawingml/2006/main">
              <a:ext uri="{FF2B5EF4-FFF2-40B4-BE49-F238E27FC236}">
                <a16:creationId xmlns:a16="http://schemas.microsoft.com/office/drawing/2014/main" id="{2FADFFEF-040E-4846-AA63-239388ACADCC}"/>
              </a:ext>
            </a:extLst>
          </p:cNvPr>
          <p:cNvSpPr>
            <a:spLocks xmlns:a="http://schemas.openxmlformats.org/drawingml/2006/main" noGrp="1"/>
          </p:cNvSpPr>
          <p:nvPr/>
        </p:nvSpPr>
        <p:spPr>
          <a:xfrm xmlns:a="http://schemas.openxmlformats.org/drawingml/2006/main">
            <a:off x="9115425" y="4143375"/>
            <a:ext cx="9525" cy="962025"/>
          </a:xfrm>
          <a:custGeom xmlns:a="http://schemas.openxmlformats.org/drawingml/2006/main">
            <a:pathLst>
              <a:path w="9525" h="962025">
                <a:moveTo>
                  <a:pt x="0" y="0"/>
                </a:moveTo>
                <a:lnTo>
                  <a:pt x="0" y="962025"/>
                </a:lnTo>
              </a:path>
            </a:pathLst>
          </a:custGeom>
          <a:noFill xmlns:a="http://schemas.openxmlformats.org/drawingml/2006/main"/>
          <a:ln xmlns:a="http://schemas.openxmlformats.org/drawingml/2006/main" w="20955">
            <a:solidFill>
              <a:srgbClr val="1572C3"/>
            </a:solidFill>
          </a:ln>
        </p:spPr>
      </p:sp>
      <p:sp>
        <p:nvSpPr>
          <p:cNvPr id="116" name="wire-514">
            <a:extLst xmlns:a="http://schemas.openxmlformats.org/drawingml/2006/main">
              <a:ext uri="{FF2B5EF4-FFF2-40B4-BE49-F238E27FC236}">
                <a16:creationId xmlns:a16="http://schemas.microsoft.com/office/drawing/2014/main" id="{3A880648-9351-40F9-B520-E68851A32893}"/>
              </a:ext>
            </a:extLst>
          </p:cNvPr>
          <p:cNvSpPr>
            <a:spLocks xmlns:a="http://schemas.openxmlformats.org/drawingml/2006/main" noGrp="1"/>
          </p:cNvSpPr>
          <p:nvPr/>
        </p:nvSpPr>
        <p:spPr>
          <a:xfrm xmlns:a="http://schemas.openxmlformats.org/drawingml/2006/main">
            <a:off x="9115425" y="510540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0955">
            <a:solidFill>
              <a:srgbClr val="1572C3"/>
            </a:solidFill>
          </a:ln>
        </p:spPr>
      </p:sp>
      <p:sp>
        <p:nvSpPr>
          <p:cNvPr id="117" name="circuit-515">
            <a:extLst xmlns:a="http://schemas.openxmlformats.org/drawingml/2006/main">
              <a:ext uri="{FF2B5EF4-FFF2-40B4-BE49-F238E27FC236}">
                <a16:creationId xmlns:a16="http://schemas.microsoft.com/office/drawing/2014/main" id="{5D841487-4AFD-4530-83B6-7B67EEB5BA78}"/>
              </a:ext>
            </a:extLst>
          </p:cNvPr>
          <p:cNvSpPr>
            <a:spLocks xmlns:a="http://schemas.openxmlformats.org/drawingml/2006/main" noGrp="1"/>
          </p:cNvSpPr>
          <p:nvPr/>
        </p:nvSpPr>
        <p:spPr>
          <a:xfrm xmlns:a="http://schemas.openxmlformats.org/drawingml/2006/main">
            <a:off x="9353550" y="507396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8" name="text-516">
            <a:extLst xmlns:a="http://schemas.openxmlformats.org/drawingml/2006/main">
              <a:ext uri="{FF2B5EF4-FFF2-40B4-BE49-F238E27FC236}">
                <a16:creationId xmlns:a16="http://schemas.microsoft.com/office/drawing/2014/main" id="{5463BA55-9E33-4EC3-A3C0-831235972F0D}"/>
              </a:ext>
            </a:extLst>
          </p:cNvPr>
          <p:cNvSpPr>
            <a:spLocks xmlns:a="http://schemas.openxmlformats.org/drawingml/2006/main" noGrp="1"/>
          </p:cNvSpPr>
          <p:nvPr/>
        </p:nvSpPr>
        <p:spPr>
          <a:xfrm xmlns:a="http://schemas.openxmlformats.org/drawingml/2006/main">
            <a:off x="9705975" y="5638800"/>
            <a:ext cx="1866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0x10080000</a:t>
            </a:r>
          </a:p>
        </p:txBody>
      </p:sp>
      <p:sp>
        <p:nvSpPr>
          <p:cNvPr id="119" name="text-517">
            <a:extLst xmlns:a="http://schemas.openxmlformats.org/drawingml/2006/main">
              <a:ext uri="{FF2B5EF4-FFF2-40B4-BE49-F238E27FC236}">
                <a16:creationId xmlns:a16="http://schemas.microsoft.com/office/drawing/2014/main" id="{8030A678-7AB7-427D-A757-E09E7806171D}"/>
              </a:ext>
            </a:extLst>
          </p:cNvPr>
          <p:cNvSpPr>
            <a:spLocks xmlns:a="http://schemas.openxmlformats.org/drawingml/2006/main" noGrp="1"/>
          </p:cNvSpPr>
          <p:nvPr/>
        </p:nvSpPr>
        <p:spPr>
          <a:xfrm xmlns:a="http://schemas.openxmlformats.org/drawingml/2006/main">
            <a:off x="609600" y="60483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sw x1, 0(x2)　：　番地 B の窓口へ、描画命令の1語 D を書く</a:t>
            </a:r>
          </a:p>
        </p:txBody>
      </p:sp>
      <p:sp>
        <p:nvSpPr>
          <p:cNvPr id="120" name="text-518">
            <a:extLst xmlns:a="http://schemas.openxmlformats.org/drawingml/2006/main">
              <a:ext uri="{FF2B5EF4-FFF2-40B4-BE49-F238E27FC236}">
                <a16:creationId xmlns:a16="http://schemas.microsoft.com/office/drawing/2014/main" id="{9BEBC476-6681-4EF8-AEE8-190A91F42E21}"/>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7</a:t>
            </a:r>
          </a:p>
        </p:txBody>
      </p:sp>
      <p:sp>
        <p:nvSpPr>
          <p:cNvPr id="121" name="text-519">
            <a:extLst xmlns:a="http://schemas.openxmlformats.org/drawingml/2006/main">
              <a:ext uri="{FF2B5EF4-FFF2-40B4-BE49-F238E27FC236}">
                <a16:creationId xmlns:a16="http://schemas.microsoft.com/office/drawing/2014/main" id="{4A3CDABC-082E-4AAF-8956-0D8521A2F8DA}"/>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Dは描画命令の1語。CPUが実行するsw命令とは別。0x10080000は窓口の物理番地</a:t>
            </a:r>
          </a:p>
        </p:txBody>
      </p:sp>
    </p:spTree>
    <p:extLst>
      <p:ext uri="{BB962C8B-B14F-4D97-AF65-F5344CB8AC3E}">
        <p14:creationId xmlns:p14="http://schemas.microsoft.com/office/powerpoint/2010/main" val="99662780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text-520">
            <a:extLst xmlns:a="http://schemas.openxmlformats.org/drawingml/2006/main">
              <a:ext uri="{FF2B5EF4-FFF2-40B4-BE49-F238E27FC236}">
                <a16:creationId xmlns:a16="http://schemas.microsoft.com/office/drawing/2014/main" id="{1DBF567C-5B89-4216-9548-01DD79778C3D}"/>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8</a:t>
            </a:r>
          </a:p>
        </p:txBody>
      </p:sp>
      <p:sp>
        <p:nvSpPr>
          <p:cNvPr id="2" name="text-521">
            <a:extLst xmlns:a="http://schemas.openxmlformats.org/drawingml/2006/main">
              <a:ext uri="{FF2B5EF4-FFF2-40B4-BE49-F238E27FC236}">
                <a16:creationId xmlns:a16="http://schemas.microsoft.com/office/drawing/2014/main" id="{695EA676-E0FE-4963-8029-8A525F3D0558}"/>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APBの書込みを、FIFOの入力へ変換する</a:t>
            </a:r>
          </a:p>
        </p:txBody>
      </p:sp>
      <p:sp>
        <p:nvSpPr>
          <p:cNvPr id="3" name="text-522">
            <a:extLst xmlns:a="http://schemas.openxmlformats.org/drawingml/2006/main">
              <a:ext uri="{FF2B5EF4-FFF2-40B4-BE49-F238E27FC236}">
                <a16:creationId xmlns:a16="http://schemas.microsoft.com/office/drawing/2014/main" id="{50AF393F-2D8D-476A-95D6-84B080DA5473}"/>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8</a:t>
            </a:r>
          </a:p>
        </p:txBody>
      </p:sp>
      <p:sp>
        <p:nvSpPr>
          <p:cNvPr id="4" name="text-523">
            <a:extLst xmlns:a="http://schemas.openxmlformats.org/drawingml/2006/main">
              <a:ext uri="{FF2B5EF4-FFF2-40B4-BE49-F238E27FC236}">
                <a16:creationId xmlns:a16="http://schemas.microsoft.com/office/drawing/2014/main" id="{F0CE09FE-6066-42DB-BB65-6D780B2BDE46}"/>
              </a:ext>
            </a:extLst>
          </p:cNvPr>
          <p:cNvSpPr>
            <a:spLocks xmlns:a="http://schemas.openxmlformats.org/drawingml/2006/main" noGrp="1"/>
          </p:cNvSpPr>
          <p:nvPr/>
        </p:nvSpPr>
        <p:spPr>
          <a:xfrm xmlns:a="http://schemas.openxmlformats.org/drawingml/2006/main">
            <a:off x="609600" y="13239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右側へ加えたAPB接続回路を拡大：窓口0x00への書込み</a:t>
            </a:r>
          </a:p>
        </p:txBody>
      </p:sp>
      <p:sp>
        <p:nvSpPr>
          <p:cNvPr id="5" name="block-524">
            <a:extLst xmlns:a="http://schemas.openxmlformats.org/drawingml/2006/main">
              <a:ext uri="{FF2B5EF4-FFF2-40B4-BE49-F238E27FC236}">
                <a16:creationId xmlns:a16="http://schemas.microsoft.com/office/drawing/2014/main" id="{D4E51A99-2253-45DF-831E-085628EE9FFE}"/>
              </a:ext>
            </a:extLst>
          </p:cNvPr>
          <p:cNvSpPr>
            <a:spLocks xmlns:a="http://schemas.openxmlformats.org/drawingml/2006/main" noGrp="1"/>
          </p:cNvSpPr>
          <p:nvPr/>
        </p:nvSpPr>
        <p:spPr>
          <a:xfrm xmlns:a="http://schemas.openxmlformats.org/drawingml/2006/main">
            <a:off x="609600" y="2152650"/>
            <a:ext cx="1943100" cy="30765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 name="text-525">
            <a:extLst xmlns:a="http://schemas.openxmlformats.org/drawingml/2006/main">
              <a:ext uri="{FF2B5EF4-FFF2-40B4-BE49-F238E27FC236}">
                <a16:creationId xmlns:a16="http://schemas.microsoft.com/office/drawing/2014/main" id="{84C2227E-D41E-4DDF-9C9E-D801E77523E3}"/>
              </a:ext>
            </a:extLst>
          </p:cNvPr>
          <p:cNvSpPr>
            <a:spLocks xmlns:a="http://schemas.openxmlformats.org/drawingml/2006/main" noGrp="1"/>
          </p:cNvSpPr>
          <p:nvPr/>
        </p:nvSpPr>
        <p:spPr>
          <a:xfrm xmlns:a="http://schemas.openxmlformats.org/drawingml/2006/main">
            <a:off x="685800" y="2209800"/>
            <a:ext cx="1790700"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CPU側</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APBバス</a:t>
            </a:r>
          </a:p>
        </p:txBody>
      </p:sp>
      <p:sp>
        <p:nvSpPr>
          <p:cNvPr id="7" name="block-526">
            <a:extLst xmlns:a="http://schemas.openxmlformats.org/drawingml/2006/main">
              <a:ext uri="{FF2B5EF4-FFF2-40B4-BE49-F238E27FC236}">
                <a16:creationId xmlns:a16="http://schemas.microsoft.com/office/drawing/2014/main" id="{D8C1C3CE-5F30-40BA-AA3C-C383F1851E87}"/>
              </a:ext>
            </a:extLst>
          </p:cNvPr>
          <p:cNvSpPr>
            <a:spLocks xmlns:a="http://schemas.openxmlformats.org/drawingml/2006/main" noGrp="1"/>
          </p:cNvSpPr>
          <p:nvPr/>
        </p:nvSpPr>
        <p:spPr>
          <a:xfrm xmlns:a="http://schemas.openxmlformats.org/drawingml/2006/main">
            <a:off x="4629150" y="2152650"/>
            <a:ext cx="2809875" cy="3076575"/>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8" name="text-527">
            <a:extLst xmlns:a="http://schemas.openxmlformats.org/drawingml/2006/main">
              <a:ext uri="{FF2B5EF4-FFF2-40B4-BE49-F238E27FC236}">
                <a16:creationId xmlns:a16="http://schemas.microsoft.com/office/drawing/2014/main" id="{D9F4054A-1EE7-4F8F-94D2-5A01B145552A}"/>
              </a:ext>
            </a:extLst>
          </p:cNvPr>
          <p:cNvSpPr>
            <a:spLocks xmlns:a="http://schemas.openxmlformats.org/drawingml/2006/main" noGrp="1"/>
          </p:cNvSpPr>
          <p:nvPr/>
        </p:nvSpPr>
        <p:spPr>
          <a:xfrm xmlns:a="http://schemas.openxmlformats.org/drawingml/2006/main">
            <a:off x="4705350" y="2209800"/>
            <a:ext cx="2657475"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追加した接続回路</a:t>
            </a:r>
          </a:p>
          <a:p xmlns:a="http://schemas.openxmlformats.org/drawingml/2006/main">
            <a:r>
              <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窓口・幅・制御を確認</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有効な書込みなら</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CmdValid = 1</a:t>
            </a:r>
          </a:p>
        </p:txBody>
      </p:sp>
      <p:sp>
        <p:nvSpPr>
          <p:cNvPr id="9" name="block-528">
            <a:extLst xmlns:a="http://schemas.openxmlformats.org/drawingml/2006/main">
              <a:ext uri="{FF2B5EF4-FFF2-40B4-BE49-F238E27FC236}">
                <a16:creationId xmlns:a16="http://schemas.microsoft.com/office/drawing/2014/main" id="{99EE7809-92FC-476B-8F66-AA1AF7385DFA}"/>
              </a:ext>
            </a:extLst>
          </p:cNvPr>
          <p:cNvSpPr>
            <a:spLocks xmlns:a="http://schemas.openxmlformats.org/drawingml/2006/main" noGrp="1"/>
          </p:cNvSpPr>
          <p:nvPr/>
        </p:nvSpPr>
        <p:spPr>
          <a:xfrm xmlns:a="http://schemas.openxmlformats.org/drawingml/2006/main">
            <a:off x="9582150" y="2152650"/>
            <a:ext cx="2000250" cy="307657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0" name="text-529">
            <a:extLst xmlns:a="http://schemas.openxmlformats.org/drawingml/2006/main">
              <a:ext uri="{FF2B5EF4-FFF2-40B4-BE49-F238E27FC236}">
                <a16:creationId xmlns:a16="http://schemas.microsoft.com/office/drawing/2014/main" id="{EF060CA4-C8CD-4413-8969-05C4F09D8AE5}"/>
              </a:ext>
            </a:extLst>
          </p:cNvPr>
          <p:cNvSpPr>
            <a:spLocks xmlns:a="http://schemas.openxmlformats.org/drawingml/2006/main" noGrp="1"/>
          </p:cNvSpPr>
          <p:nvPr/>
        </p:nvSpPr>
        <p:spPr>
          <a:xfrm xmlns:a="http://schemas.openxmlformats.org/drawingml/2006/main">
            <a:off x="9658350" y="2209800"/>
            <a:ext cx="1847850"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FIFO</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一時保存</a:t>
            </a:r>
          </a:p>
        </p:txBody>
      </p:sp>
      <p:sp>
        <p:nvSpPr>
          <p:cNvPr id="11" name="wire-530">
            <a:extLst xmlns:a="http://schemas.openxmlformats.org/drawingml/2006/main">
              <a:ext uri="{FF2B5EF4-FFF2-40B4-BE49-F238E27FC236}">
                <a16:creationId xmlns:a16="http://schemas.microsoft.com/office/drawing/2014/main" id="{CE62FCFD-46E9-41D7-ABE7-EEFDC2A80268}"/>
              </a:ext>
            </a:extLst>
          </p:cNvPr>
          <p:cNvSpPr>
            <a:spLocks xmlns:a="http://schemas.openxmlformats.org/drawingml/2006/main" noGrp="1"/>
          </p:cNvSpPr>
          <p:nvPr/>
        </p:nvSpPr>
        <p:spPr>
          <a:xfrm xmlns:a="http://schemas.openxmlformats.org/drawingml/2006/main">
            <a:off x="2552700" y="2647950"/>
            <a:ext cx="2076450" cy="9525"/>
          </a:xfrm>
          <a:custGeom xmlns:a="http://schemas.openxmlformats.org/drawingml/2006/main">
            <a:pathLst>
              <a:path w="2076450" h="9525">
                <a:moveTo>
                  <a:pt x="0" y="0"/>
                </a:moveTo>
                <a:lnTo>
                  <a:pt x="2076450" y="0"/>
                </a:lnTo>
              </a:path>
            </a:pathLst>
          </a:custGeom>
          <a:noFill xmlns:a="http://schemas.openxmlformats.org/drawingml/2006/main"/>
          <a:ln xmlns:a="http://schemas.openxmlformats.org/drawingml/2006/main" w="19050">
            <a:solidFill>
              <a:srgbClr val="231F20"/>
            </a:solidFill>
          </a:ln>
        </p:spPr>
      </p:sp>
      <p:sp>
        <p:nvSpPr>
          <p:cNvPr id="12" name="circuit-531">
            <a:extLst xmlns:a="http://schemas.openxmlformats.org/drawingml/2006/main">
              <a:ext uri="{FF2B5EF4-FFF2-40B4-BE49-F238E27FC236}">
                <a16:creationId xmlns:a16="http://schemas.microsoft.com/office/drawing/2014/main" id="{946A4C2A-3235-4D84-8293-DF7E9B62ED82}"/>
              </a:ext>
            </a:extLst>
          </p:cNvPr>
          <p:cNvSpPr>
            <a:spLocks xmlns:a="http://schemas.openxmlformats.org/drawingml/2006/main" noGrp="1"/>
          </p:cNvSpPr>
          <p:nvPr/>
        </p:nvSpPr>
        <p:spPr>
          <a:xfrm xmlns:a="http://schemas.openxmlformats.org/drawingml/2006/main">
            <a:off x="4552950" y="26165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3" name="text-532">
            <a:extLst xmlns:a="http://schemas.openxmlformats.org/drawingml/2006/main">
              <a:ext uri="{FF2B5EF4-FFF2-40B4-BE49-F238E27FC236}">
                <a16:creationId xmlns:a16="http://schemas.microsoft.com/office/drawing/2014/main" id="{DE244118-7059-4554-B323-A3B091C32AE6}"/>
              </a:ext>
            </a:extLst>
          </p:cNvPr>
          <p:cNvSpPr>
            <a:spLocks xmlns:a="http://schemas.openxmlformats.org/drawingml/2006/main" noGrp="1"/>
          </p:cNvSpPr>
          <p:nvPr/>
        </p:nvSpPr>
        <p:spPr>
          <a:xfrm xmlns:a="http://schemas.openxmlformats.org/drawingml/2006/main">
            <a:off x="2762250" y="22574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Yu Gothic"/>
                <a:ea typeface="Yu Gothic"/>
                <a:cs typeface="Yu Gothic"/>
              </a:defRPr>
            </a:defPPr>
            <a:lvl1pPr algn="ctr">
              <a:defRPr sz="1800" b="0">
                <a:solidFill>
                  <a:srgbClr val="231F20"/>
                </a:solidFill>
                <a:latin typeface="Yu Gothic"/>
                <a:ea typeface="Yu Gothic"/>
                <a:cs typeface="Yu Gothic"/>
              </a:defRPr>
            </a:lvl1pPr>
            <a:lvl2pPr algn="ctr">
              <a:defRPr sz="1800" b="0">
                <a:solidFill>
                  <a:srgbClr val="231F20"/>
                </a:solidFill>
                <a:latin typeface="Yu Gothic"/>
                <a:ea typeface="Yu Gothic"/>
                <a:cs typeface="Yu Gothic"/>
              </a:defRPr>
            </a:lvl2pPr>
            <a:lvl3pPr algn="ctr">
              <a:defRPr sz="1800" b="0">
                <a:solidFill>
                  <a:srgbClr val="231F20"/>
                </a:solidFill>
                <a:latin typeface="Yu Gothic"/>
                <a:ea typeface="Yu Gothic"/>
                <a:cs typeface="Yu Gothic"/>
              </a:defRPr>
            </a:lvl3pPr>
            <a:lvl4pPr algn="ctr">
              <a:defRPr sz="1800" b="0">
                <a:solidFill>
                  <a:srgbClr val="231F20"/>
                </a:solidFill>
                <a:latin typeface="Yu Gothic"/>
                <a:ea typeface="Yu Gothic"/>
                <a:cs typeface="Yu Gothic"/>
              </a:defRPr>
            </a:lvl4pPr>
            <a:lvl5pPr algn="ctr">
              <a:defRPr sz="1800" b="0">
                <a:solidFill>
                  <a:srgbClr val="231F20"/>
                </a:solidFill>
                <a:latin typeface="Yu Gothic"/>
                <a:ea typeface="Yu Gothic"/>
                <a:cs typeface="Yu Gothic"/>
              </a:defRPr>
            </a:lvl5pPr>
            <a:lvl6pPr algn="ctr">
              <a:defRPr sz="1800" b="0">
                <a:solidFill>
                  <a:srgbClr val="231F20"/>
                </a:solidFill>
                <a:latin typeface="Yu Gothic"/>
                <a:ea typeface="Yu Gothic"/>
                <a:cs typeface="Yu Gothic"/>
              </a:defRPr>
            </a:lvl6pPr>
            <a:lvl7pPr algn="ctr">
              <a:defRPr sz="1800" b="0">
                <a:solidFill>
                  <a:srgbClr val="231F20"/>
                </a:solidFill>
                <a:latin typeface="Yu Gothic"/>
                <a:ea typeface="Yu Gothic"/>
                <a:cs typeface="Yu Gothic"/>
              </a:defRPr>
            </a:lvl7pPr>
            <a:lvl8pPr algn="ctr">
              <a:defRPr sz="1800" b="0">
                <a:solidFill>
                  <a:srgbClr val="231F20"/>
                </a:solidFill>
                <a:latin typeface="Yu Gothic"/>
                <a:ea typeface="Yu Gothic"/>
                <a:cs typeface="Yu Gothic"/>
              </a:defRPr>
            </a:lvl8pPr>
            <a:lvl9pPr algn="ctr">
              <a:defRPr sz="1800" b="0">
                <a:solidFill>
                  <a:srgbClr val="231F20"/>
                </a:solidFill>
                <a:latin typeface="Yu Gothic"/>
                <a:ea typeface="Yu Gothic"/>
                <a:cs typeface="Yu Gothic"/>
              </a:defRPr>
            </a:lvl9pPr>
          </a:lstStyle>
          <a:p xmlns:a="http://schemas.openxmlformats.org/drawingml/2006/main">
            <a:pPr algn="ctr">
              <a:defRPr sz="1800" b="0">
                <a:solidFill>
                  <a:srgbClr val="231F20"/>
                </a:solidFill>
                <a:latin typeface="Yu Gothic"/>
                <a:ea typeface="Yu Gothic"/>
                <a:cs typeface="Yu Gothic"/>
              </a:defRPr>
            </a:pPr>
            <a:r>
              <a:rPr sz="1800" b="0">
                <a:solidFill>
                  <a:srgbClr val="231F20"/>
                </a:solidFill>
                <a:latin typeface="Yu Gothic"/>
                <a:ea typeface="Yu Gothic"/>
                <a:cs typeface="Yu Gothic"/>
              </a:rPr>
              <a:t>書く値 D</a:t>
            </a:r>
          </a:p>
        </p:txBody>
      </p:sp>
      <p:sp>
        <p:nvSpPr>
          <p:cNvPr id="14" name="wire-533">
            <a:extLst xmlns:a="http://schemas.openxmlformats.org/drawingml/2006/main">
              <a:ext uri="{FF2B5EF4-FFF2-40B4-BE49-F238E27FC236}">
                <a16:creationId xmlns:a16="http://schemas.microsoft.com/office/drawing/2014/main" id="{B2E8ACFA-2BB9-43C6-9BDE-849F7A8CE7B8}"/>
              </a:ext>
            </a:extLst>
          </p:cNvPr>
          <p:cNvSpPr>
            <a:spLocks xmlns:a="http://schemas.openxmlformats.org/drawingml/2006/main" noGrp="1"/>
          </p:cNvSpPr>
          <p:nvPr/>
        </p:nvSpPr>
        <p:spPr>
          <a:xfrm xmlns:a="http://schemas.openxmlformats.org/drawingml/2006/main">
            <a:off x="7439025" y="2647950"/>
            <a:ext cx="2143125" cy="9525"/>
          </a:xfrm>
          <a:custGeom xmlns:a="http://schemas.openxmlformats.org/drawingml/2006/main">
            <a:pathLst>
              <a:path w="2143125" h="9525">
                <a:moveTo>
                  <a:pt x="0" y="0"/>
                </a:moveTo>
                <a:lnTo>
                  <a:pt x="2143125" y="0"/>
                </a:lnTo>
              </a:path>
            </a:pathLst>
          </a:custGeom>
          <a:noFill xmlns:a="http://schemas.openxmlformats.org/drawingml/2006/main"/>
          <a:ln xmlns:a="http://schemas.openxmlformats.org/drawingml/2006/main" w="19050">
            <a:solidFill>
              <a:srgbClr val="231F20"/>
            </a:solidFill>
          </a:ln>
        </p:spPr>
      </p:sp>
      <p:sp>
        <p:nvSpPr>
          <p:cNvPr id="15" name="circuit-534">
            <a:extLst xmlns:a="http://schemas.openxmlformats.org/drawingml/2006/main">
              <a:ext uri="{FF2B5EF4-FFF2-40B4-BE49-F238E27FC236}">
                <a16:creationId xmlns:a16="http://schemas.microsoft.com/office/drawing/2014/main" id="{46D9934F-FB71-4168-9DB8-6325BF14B532}"/>
              </a:ext>
            </a:extLst>
          </p:cNvPr>
          <p:cNvSpPr>
            <a:spLocks xmlns:a="http://schemas.openxmlformats.org/drawingml/2006/main" noGrp="1"/>
          </p:cNvSpPr>
          <p:nvPr/>
        </p:nvSpPr>
        <p:spPr>
          <a:xfrm xmlns:a="http://schemas.openxmlformats.org/drawingml/2006/main">
            <a:off x="9505950" y="26165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6" name="text-535">
            <a:extLst xmlns:a="http://schemas.openxmlformats.org/drawingml/2006/main">
              <a:ext uri="{FF2B5EF4-FFF2-40B4-BE49-F238E27FC236}">
                <a16:creationId xmlns:a16="http://schemas.microsoft.com/office/drawing/2014/main" id="{347888ED-5A33-4A9C-99A9-8292484320A5}"/>
              </a:ext>
            </a:extLst>
          </p:cNvPr>
          <p:cNvSpPr>
            <a:spLocks xmlns:a="http://schemas.openxmlformats.org/drawingml/2006/main" noGrp="1"/>
          </p:cNvSpPr>
          <p:nvPr/>
        </p:nvSpPr>
        <p:spPr>
          <a:xfrm xmlns:a="http://schemas.openxmlformats.org/drawingml/2006/main">
            <a:off x="7572375" y="2257425"/>
            <a:ext cx="1885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Arial"/>
                <a:ea typeface="Arial"/>
                <a:cs typeface="Arial"/>
              </a:defRPr>
            </a:defPPr>
            <a:lvl1pPr algn="ctr">
              <a:defRPr sz="1800" b="0">
                <a:solidFill>
                  <a:srgbClr val="231F20"/>
                </a:solidFill>
                <a:latin typeface="Arial"/>
                <a:ea typeface="Arial"/>
                <a:cs typeface="Arial"/>
              </a:defRPr>
            </a:lvl1pPr>
            <a:lvl2pPr algn="ctr">
              <a:defRPr sz="1800" b="0">
                <a:solidFill>
                  <a:srgbClr val="231F20"/>
                </a:solidFill>
                <a:latin typeface="Arial"/>
                <a:ea typeface="Arial"/>
                <a:cs typeface="Arial"/>
              </a:defRPr>
            </a:lvl2pPr>
            <a:lvl3pPr algn="ctr">
              <a:defRPr sz="1800" b="0">
                <a:solidFill>
                  <a:srgbClr val="231F20"/>
                </a:solidFill>
                <a:latin typeface="Arial"/>
                <a:ea typeface="Arial"/>
                <a:cs typeface="Arial"/>
              </a:defRPr>
            </a:lvl3pPr>
            <a:lvl4pPr algn="ctr">
              <a:defRPr sz="1800" b="0">
                <a:solidFill>
                  <a:srgbClr val="231F20"/>
                </a:solidFill>
                <a:latin typeface="Arial"/>
                <a:ea typeface="Arial"/>
                <a:cs typeface="Arial"/>
              </a:defRPr>
            </a:lvl4pPr>
            <a:lvl5pPr algn="ctr">
              <a:defRPr sz="1800" b="0">
                <a:solidFill>
                  <a:srgbClr val="231F20"/>
                </a:solidFill>
                <a:latin typeface="Arial"/>
                <a:ea typeface="Arial"/>
                <a:cs typeface="Arial"/>
              </a:defRPr>
            </a:lvl5pPr>
            <a:lvl6pPr algn="ctr">
              <a:defRPr sz="1800" b="0">
                <a:solidFill>
                  <a:srgbClr val="231F20"/>
                </a:solidFill>
                <a:latin typeface="Arial"/>
                <a:ea typeface="Arial"/>
                <a:cs typeface="Arial"/>
              </a:defRPr>
            </a:lvl6pPr>
            <a:lvl7pPr algn="ctr">
              <a:defRPr sz="1800" b="0">
                <a:solidFill>
                  <a:srgbClr val="231F20"/>
                </a:solidFill>
                <a:latin typeface="Arial"/>
                <a:ea typeface="Arial"/>
                <a:cs typeface="Arial"/>
              </a:defRPr>
            </a:lvl7pPr>
            <a:lvl8pPr algn="ctr">
              <a:defRPr sz="1800" b="0">
                <a:solidFill>
                  <a:srgbClr val="231F20"/>
                </a:solidFill>
                <a:latin typeface="Arial"/>
                <a:ea typeface="Arial"/>
                <a:cs typeface="Arial"/>
              </a:defRPr>
            </a:lvl8pPr>
            <a:lvl9pPr algn="ctr">
              <a:defRPr sz="1800" b="0">
                <a:solidFill>
                  <a:srgbClr val="231F20"/>
                </a:solidFill>
                <a:latin typeface="Arial"/>
                <a:ea typeface="Arial"/>
                <a:cs typeface="Arial"/>
              </a:defRPr>
            </a:lvl9pPr>
          </a:lstStyle>
          <a:p xmlns:a="http://schemas.openxmlformats.org/drawingml/2006/main">
            <a:pPr algn="ctr">
              <a:defRPr sz="1800" b="0">
                <a:solidFill>
                  <a:srgbClr val="231F20"/>
                </a:solidFill>
                <a:latin typeface="Arial"/>
                <a:ea typeface="Arial"/>
                <a:cs typeface="Arial"/>
              </a:defRPr>
            </a:pPr>
            <a:r>
              <a:rPr sz="1800" b="0">
                <a:solidFill>
                  <a:srgbClr val="231F20"/>
                </a:solidFill>
                <a:latin typeface="Arial"/>
                <a:ea typeface="Arial"/>
                <a:cs typeface="Arial"/>
              </a:rPr>
              <a:t>CmdData = D</a:t>
            </a:r>
          </a:p>
        </p:txBody>
      </p:sp>
      <p:sp>
        <p:nvSpPr>
          <p:cNvPr id="17" name="wire-536">
            <a:extLst xmlns:a="http://schemas.openxmlformats.org/drawingml/2006/main">
              <a:ext uri="{FF2B5EF4-FFF2-40B4-BE49-F238E27FC236}">
                <a16:creationId xmlns:a16="http://schemas.microsoft.com/office/drawing/2014/main" id="{38BA00A6-E1DD-4051-AED1-C64C53817E64}"/>
              </a:ext>
            </a:extLst>
          </p:cNvPr>
          <p:cNvSpPr>
            <a:spLocks xmlns:a="http://schemas.openxmlformats.org/drawingml/2006/main" noGrp="1"/>
          </p:cNvSpPr>
          <p:nvPr/>
        </p:nvSpPr>
        <p:spPr>
          <a:xfrm xmlns:a="http://schemas.openxmlformats.org/drawingml/2006/main">
            <a:off x="2552700" y="3705225"/>
            <a:ext cx="2076450" cy="9525"/>
          </a:xfrm>
          <a:custGeom xmlns:a="http://schemas.openxmlformats.org/drawingml/2006/main">
            <a:pathLst>
              <a:path w="2076450" h="9525">
                <a:moveTo>
                  <a:pt x="0" y="0"/>
                </a:moveTo>
                <a:lnTo>
                  <a:pt x="2076450" y="0"/>
                </a:lnTo>
              </a:path>
            </a:pathLst>
          </a:custGeom>
          <a:noFill xmlns:a="http://schemas.openxmlformats.org/drawingml/2006/main"/>
          <a:ln xmlns:a="http://schemas.openxmlformats.org/drawingml/2006/main" w="28575">
            <a:solidFill>
              <a:srgbClr val="231F20"/>
            </a:solidFill>
          </a:ln>
        </p:spPr>
      </p:sp>
      <p:sp>
        <p:nvSpPr>
          <p:cNvPr id="18" name="circuit-537">
            <a:extLst xmlns:a="http://schemas.openxmlformats.org/drawingml/2006/main">
              <a:ext uri="{FF2B5EF4-FFF2-40B4-BE49-F238E27FC236}">
                <a16:creationId xmlns:a16="http://schemas.microsoft.com/office/drawing/2014/main" id="{5958EB91-9C90-4E62-A036-2919D366B700}"/>
              </a:ext>
            </a:extLst>
          </p:cNvPr>
          <p:cNvSpPr>
            <a:spLocks xmlns:a="http://schemas.openxmlformats.org/drawingml/2006/main" noGrp="1"/>
          </p:cNvSpPr>
          <p:nvPr/>
        </p:nvSpPr>
        <p:spPr>
          <a:xfrm xmlns:a="http://schemas.openxmlformats.org/drawingml/2006/main">
            <a:off x="4552950"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9" name="text-538">
            <a:extLst xmlns:a="http://schemas.openxmlformats.org/drawingml/2006/main">
              <a:ext uri="{FF2B5EF4-FFF2-40B4-BE49-F238E27FC236}">
                <a16:creationId xmlns:a16="http://schemas.microsoft.com/office/drawing/2014/main" id="{02D514A6-0337-4191-99EC-CD77BC961456}"/>
              </a:ext>
            </a:extLst>
          </p:cNvPr>
          <p:cNvSpPr>
            <a:spLocks xmlns:a="http://schemas.openxmlformats.org/drawingml/2006/main" noGrp="1"/>
          </p:cNvSpPr>
          <p:nvPr/>
        </p:nvSpPr>
        <p:spPr>
          <a:xfrm xmlns:a="http://schemas.openxmlformats.org/drawingml/2006/main">
            <a:off x="2619375" y="3171825"/>
            <a:ext cx="1943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Yu Gothic"/>
                <a:ea typeface="Yu Gothic"/>
                <a:cs typeface="Yu Gothic"/>
              </a:defRPr>
            </a:defPPr>
            <a:lvl1pPr algn="ctr">
              <a:defRPr sz="1800" b="0">
                <a:solidFill>
                  <a:srgbClr val="231F20"/>
                </a:solidFill>
                <a:latin typeface="Yu Gothic"/>
                <a:ea typeface="Yu Gothic"/>
                <a:cs typeface="Yu Gothic"/>
              </a:defRPr>
            </a:lvl1pPr>
            <a:lvl2pPr algn="ctr">
              <a:defRPr sz="1800" b="0">
                <a:solidFill>
                  <a:srgbClr val="231F20"/>
                </a:solidFill>
                <a:latin typeface="Yu Gothic"/>
                <a:ea typeface="Yu Gothic"/>
                <a:cs typeface="Yu Gothic"/>
              </a:defRPr>
            </a:lvl2pPr>
            <a:lvl3pPr algn="ctr">
              <a:defRPr sz="1800" b="0">
                <a:solidFill>
                  <a:srgbClr val="231F20"/>
                </a:solidFill>
                <a:latin typeface="Yu Gothic"/>
                <a:ea typeface="Yu Gothic"/>
                <a:cs typeface="Yu Gothic"/>
              </a:defRPr>
            </a:lvl3pPr>
            <a:lvl4pPr algn="ctr">
              <a:defRPr sz="1800" b="0">
                <a:solidFill>
                  <a:srgbClr val="231F20"/>
                </a:solidFill>
                <a:latin typeface="Yu Gothic"/>
                <a:ea typeface="Yu Gothic"/>
                <a:cs typeface="Yu Gothic"/>
              </a:defRPr>
            </a:lvl4pPr>
            <a:lvl5pPr algn="ctr">
              <a:defRPr sz="1800" b="0">
                <a:solidFill>
                  <a:srgbClr val="231F20"/>
                </a:solidFill>
                <a:latin typeface="Yu Gothic"/>
                <a:ea typeface="Yu Gothic"/>
                <a:cs typeface="Yu Gothic"/>
              </a:defRPr>
            </a:lvl5pPr>
            <a:lvl6pPr algn="ctr">
              <a:defRPr sz="1800" b="0">
                <a:solidFill>
                  <a:srgbClr val="231F20"/>
                </a:solidFill>
                <a:latin typeface="Yu Gothic"/>
                <a:ea typeface="Yu Gothic"/>
                <a:cs typeface="Yu Gothic"/>
              </a:defRPr>
            </a:lvl6pPr>
            <a:lvl7pPr algn="ctr">
              <a:defRPr sz="1800" b="0">
                <a:solidFill>
                  <a:srgbClr val="231F20"/>
                </a:solidFill>
                <a:latin typeface="Yu Gothic"/>
                <a:ea typeface="Yu Gothic"/>
                <a:cs typeface="Yu Gothic"/>
              </a:defRPr>
            </a:lvl7pPr>
            <a:lvl8pPr algn="ctr">
              <a:defRPr sz="1800" b="0">
                <a:solidFill>
                  <a:srgbClr val="231F20"/>
                </a:solidFill>
                <a:latin typeface="Yu Gothic"/>
                <a:ea typeface="Yu Gothic"/>
                <a:cs typeface="Yu Gothic"/>
              </a:defRPr>
            </a:lvl8pPr>
            <a:lvl9pPr algn="ctr">
              <a:defRPr sz="1800" b="0">
                <a:solidFill>
                  <a:srgbClr val="231F20"/>
                </a:solidFill>
                <a:latin typeface="Yu Gothic"/>
                <a:ea typeface="Yu Gothic"/>
                <a:cs typeface="Yu Gothic"/>
              </a:defRPr>
            </a:lvl9pPr>
          </a:lstStyle>
          <a:p xmlns:a="http://schemas.openxmlformats.org/drawingml/2006/main">
            <a:pPr algn="ctr">
              <a:defRPr sz="1800" b="0">
                <a:solidFill>
                  <a:srgbClr val="231F20"/>
                </a:solidFill>
                <a:latin typeface="Yu Gothic"/>
                <a:ea typeface="Yu Gothic"/>
                <a:cs typeface="Yu Gothic"/>
              </a:defRPr>
            </a:pPr>
            <a:r>
              <a:rPr sz="1800" b="0">
                <a:solidFill>
                  <a:srgbClr val="231F20"/>
                </a:solidFill>
                <a:latin typeface="Yu Gothic"/>
                <a:ea typeface="Yu Gothic"/>
                <a:cs typeface="Yu Gothic"/>
              </a:rPr>
              <a:t>番地と制御</a:t>
            </a:r>
          </a:p>
        </p:txBody>
      </p:sp>
      <p:sp>
        <p:nvSpPr>
          <p:cNvPr id="20" name="wire-539">
            <a:extLst xmlns:a="http://schemas.openxmlformats.org/drawingml/2006/main">
              <a:ext uri="{FF2B5EF4-FFF2-40B4-BE49-F238E27FC236}">
                <a16:creationId xmlns:a16="http://schemas.microsoft.com/office/drawing/2014/main" id="{4A02120F-E721-4C5F-9430-80F0B4961549}"/>
              </a:ext>
            </a:extLst>
          </p:cNvPr>
          <p:cNvSpPr>
            <a:spLocks xmlns:a="http://schemas.openxmlformats.org/drawingml/2006/main" noGrp="1"/>
          </p:cNvSpPr>
          <p:nvPr/>
        </p:nvSpPr>
        <p:spPr>
          <a:xfrm xmlns:a="http://schemas.openxmlformats.org/drawingml/2006/main">
            <a:off x="7439025" y="3705225"/>
            <a:ext cx="2143125" cy="9525"/>
          </a:xfrm>
          <a:custGeom xmlns:a="http://schemas.openxmlformats.org/drawingml/2006/main">
            <a:pathLst>
              <a:path w="2143125" h="9525">
                <a:moveTo>
                  <a:pt x="0" y="0"/>
                </a:moveTo>
                <a:lnTo>
                  <a:pt x="2143125" y="0"/>
                </a:lnTo>
              </a:path>
            </a:pathLst>
          </a:custGeom>
          <a:noFill xmlns:a="http://schemas.openxmlformats.org/drawingml/2006/main"/>
          <a:ln xmlns:a="http://schemas.openxmlformats.org/drawingml/2006/main" w="9525">
            <a:solidFill>
              <a:srgbClr val="231F20"/>
            </a:solidFill>
          </a:ln>
        </p:spPr>
      </p:sp>
      <p:sp>
        <p:nvSpPr>
          <p:cNvPr id="21" name="circuit-540">
            <a:extLst xmlns:a="http://schemas.openxmlformats.org/drawingml/2006/main">
              <a:ext uri="{FF2B5EF4-FFF2-40B4-BE49-F238E27FC236}">
                <a16:creationId xmlns:a16="http://schemas.microsoft.com/office/drawing/2014/main" id="{800F825F-A589-4E2A-BFF1-D581985D04D2}"/>
              </a:ext>
            </a:extLst>
          </p:cNvPr>
          <p:cNvSpPr>
            <a:spLocks xmlns:a="http://schemas.openxmlformats.org/drawingml/2006/main" noGrp="1"/>
          </p:cNvSpPr>
          <p:nvPr/>
        </p:nvSpPr>
        <p:spPr>
          <a:xfrm xmlns:a="http://schemas.openxmlformats.org/drawingml/2006/main">
            <a:off x="9505950"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2" name="text-541">
            <a:extLst xmlns:a="http://schemas.openxmlformats.org/drawingml/2006/main">
              <a:ext uri="{FF2B5EF4-FFF2-40B4-BE49-F238E27FC236}">
                <a16:creationId xmlns:a16="http://schemas.microsoft.com/office/drawing/2014/main" id="{4ECC1332-2499-46E3-8ABA-8837F8684798}"/>
              </a:ext>
            </a:extLst>
          </p:cNvPr>
          <p:cNvSpPr>
            <a:spLocks xmlns:a="http://schemas.openxmlformats.org/drawingml/2006/main" noGrp="1"/>
          </p:cNvSpPr>
          <p:nvPr/>
        </p:nvSpPr>
        <p:spPr>
          <a:xfrm xmlns:a="http://schemas.openxmlformats.org/drawingml/2006/main">
            <a:off x="7515225" y="323850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有効 CmdValid</a:t>
            </a:r>
          </a:p>
        </p:txBody>
      </p:sp>
      <p:sp>
        <p:nvSpPr>
          <p:cNvPr id="23" name="wire-542">
            <a:extLst xmlns:a="http://schemas.openxmlformats.org/drawingml/2006/main">
              <a:ext uri="{FF2B5EF4-FFF2-40B4-BE49-F238E27FC236}">
                <a16:creationId xmlns:a16="http://schemas.microsoft.com/office/drawing/2014/main" id="{0DD21A94-17E1-4093-84B6-992AE61BB51D}"/>
              </a:ext>
            </a:extLst>
          </p:cNvPr>
          <p:cNvSpPr>
            <a:spLocks xmlns:a="http://schemas.openxmlformats.org/drawingml/2006/main" noGrp="1"/>
          </p:cNvSpPr>
          <p:nvPr/>
        </p:nvSpPr>
        <p:spPr>
          <a:xfrm xmlns:a="http://schemas.openxmlformats.org/drawingml/2006/main">
            <a:off x="7439025" y="4667250"/>
            <a:ext cx="2143125" cy="9525"/>
          </a:xfrm>
          <a:custGeom xmlns:a="http://schemas.openxmlformats.org/drawingml/2006/main">
            <a:pathLst>
              <a:path w="2143125" h="9525">
                <a:moveTo>
                  <a:pt x="2143125" y="0"/>
                </a:moveTo>
                <a:lnTo>
                  <a:pt x="0" y="0"/>
                </a:lnTo>
              </a:path>
            </a:pathLst>
          </a:custGeom>
          <a:noFill xmlns:a="http://schemas.openxmlformats.org/drawingml/2006/main"/>
          <a:ln xmlns:a="http://schemas.openxmlformats.org/drawingml/2006/main" w="9525">
            <a:solidFill>
              <a:srgbClr val="1572C3"/>
            </a:solidFill>
          </a:ln>
        </p:spPr>
      </p:sp>
      <p:sp>
        <p:nvSpPr>
          <p:cNvPr id="24" name="circuit-543">
            <a:extLst xmlns:a="http://schemas.openxmlformats.org/drawingml/2006/main">
              <a:ext uri="{FF2B5EF4-FFF2-40B4-BE49-F238E27FC236}">
                <a16:creationId xmlns:a16="http://schemas.microsoft.com/office/drawing/2014/main" id="{08BDFDA6-47FE-47D4-A111-DE5835F6088B}"/>
              </a:ext>
            </a:extLst>
          </p:cNvPr>
          <p:cNvSpPr>
            <a:spLocks xmlns:a="http://schemas.openxmlformats.org/drawingml/2006/main" noGrp="1"/>
          </p:cNvSpPr>
          <p:nvPr/>
        </p:nvSpPr>
        <p:spPr>
          <a:xfrm xmlns:a="http://schemas.openxmlformats.org/drawingml/2006/main">
            <a:off x="7439025" y="46358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5" name="text-544">
            <a:extLst xmlns:a="http://schemas.openxmlformats.org/drawingml/2006/main">
              <a:ext uri="{FF2B5EF4-FFF2-40B4-BE49-F238E27FC236}">
                <a16:creationId xmlns:a16="http://schemas.microsoft.com/office/drawing/2014/main" id="{EDA7A0F8-FD6B-482E-87BB-89534226DBF5}"/>
              </a:ext>
            </a:extLst>
          </p:cNvPr>
          <p:cNvSpPr>
            <a:spLocks xmlns:a="http://schemas.openxmlformats.org/drawingml/2006/main" noGrp="1"/>
          </p:cNvSpPr>
          <p:nvPr/>
        </p:nvSpPr>
        <p:spPr>
          <a:xfrm xmlns:a="http://schemas.openxmlformats.org/drawingml/2006/main">
            <a:off x="7515225" y="476250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0">
                <a:solidFill>
                  <a:srgbClr val="1572C3"/>
                </a:solidFill>
                <a:latin typeface="Yu Gothic"/>
                <a:ea typeface="Yu Gothic"/>
                <a:cs typeface="Yu Gothic"/>
              </a:defRPr>
            </a:defPPr>
            <a:lvl1pPr algn="ctr">
              <a:defRPr sz="1575" b="0">
                <a:solidFill>
                  <a:srgbClr val="1572C3"/>
                </a:solidFill>
                <a:latin typeface="Yu Gothic"/>
                <a:ea typeface="Yu Gothic"/>
                <a:cs typeface="Yu Gothic"/>
              </a:defRPr>
            </a:lvl1pPr>
            <a:lvl2pPr algn="ctr">
              <a:defRPr sz="1575" b="0">
                <a:solidFill>
                  <a:srgbClr val="1572C3"/>
                </a:solidFill>
                <a:latin typeface="Yu Gothic"/>
                <a:ea typeface="Yu Gothic"/>
                <a:cs typeface="Yu Gothic"/>
              </a:defRPr>
            </a:lvl2pPr>
            <a:lvl3pPr algn="ctr">
              <a:defRPr sz="1575" b="0">
                <a:solidFill>
                  <a:srgbClr val="1572C3"/>
                </a:solidFill>
                <a:latin typeface="Yu Gothic"/>
                <a:ea typeface="Yu Gothic"/>
                <a:cs typeface="Yu Gothic"/>
              </a:defRPr>
            </a:lvl3pPr>
            <a:lvl4pPr algn="ctr">
              <a:defRPr sz="1575" b="0">
                <a:solidFill>
                  <a:srgbClr val="1572C3"/>
                </a:solidFill>
                <a:latin typeface="Yu Gothic"/>
                <a:ea typeface="Yu Gothic"/>
                <a:cs typeface="Yu Gothic"/>
              </a:defRPr>
            </a:lvl4pPr>
            <a:lvl5pPr algn="ctr">
              <a:defRPr sz="1575" b="0">
                <a:solidFill>
                  <a:srgbClr val="1572C3"/>
                </a:solidFill>
                <a:latin typeface="Yu Gothic"/>
                <a:ea typeface="Yu Gothic"/>
                <a:cs typeface="Yu Gothic"/>
              </a:defRPr>
            </a:lvl5pPr>
            <a:lvl6pPr algn="ctr">
              <a:defRPr sz="1575" b="0">
                <a:solidFill>
                  <a:srgbClr val="1572C3"/>
                </a:solidFill>
                <a:latin typeface="Yu Gothic"/>
                <a:ea typeface="Yu Gothic"/>
                <a:cs typeface="Yu Gothic"/>
              </a:defRPr>
            </a:lvl6pPr>
            <a:lvl7pPr algn="ctr">
              <a:defRPr sz="1575" b="0">
                <a:solidFill>
                  <a:srgbClr val="1572C3"/>
                </a:solidFill>
                <a:latin typeface="Yu Gothic"/>
                <a:ea typeface="Yu Gothic"/>
                <a:cs typeface="Yu Gothic"/>
              </a:defRPr>
            </a:lvl7pPr>
            <a:lvl8pPr algn="ctr">
              <a:defRPr sz="1575" b="0">
                <a:solidFill>
                  <a:srgbClr val="1572C3"/>
                </a:solidFill>
                <a:latin typeface="Yu Gothic"/>
                <a:ea typeface="Yu Gothic"/>
                <a:cs typeface="Yu Gothic"/>
              </a:defRPr>
            </a:lvl8pPr>
            <a:lvl9pPr algn="ctr">
              <a:defRPr sz="1575" b="0">
                <a:solidFill>
                  <a:srgbClr val="1572C3"/>
                </a:solidFill>
                <a:latin typeface="Yu Gothic"/>
                <a:ea typeface="Yu Gothic"/>
                <a:cs typeface="Yu Gothic"/>
              </a:defRPr>
            </a:lvl9pPr>
          </a:lstStyle>
          <a:p xmlns:a="http://schemas.openxmlformats.org/drawingml/2006/main">
            <a:pPr algn="ctr">
              <a:defRPr sz="1575" b="0">
                <a:solidFill>
                  <a:srgbClr val="1572C3"/>
                </a:solidFill>
                <a:latin typeface="Yu Gothic"/>
                <a:ea typeface="Yu Gothic"/>
                <a:cs typeface="Yu Gothic"/>
              </a:defRPr>
            </a:pPr>
            <a:r>
              <a:rPr sz="1575" b="0">
                <a:solidFill>
                  <a:srgbClr val="1572C3"/>
                </a:solidFill>
                <a:latin typeface="Yu Gothic"/>
                <a:ea typeface="Yu Gothic"/>
                <a:cs typeface="Yu Gothic"/>
              </a:rPr>
              <a:t>受取可 CmdReady</a:t>
            </a:r>
          </a:p>
        </p:txBody>
      </p:sp>
      <p:sp>
        <p:nvSpPr>
          <p:cNvPr id="26" name="wire-545">
            <a:extLst xmlns:a="http://schemas.openxmlformats.org/drawingml/2006/main">
              <a:ext uri="{FF2B5EF4-FFF2-40B4-BE49-F238E27FC236}">
                <a16:creationId xmlns:a16="http://schemas.microsoft.com/office/drawing/2014/main" id="{4AF734AA-4178-4630-8938-FFC46ABA92D4}"/>
              </a:ext>
            </a:extLst>
          </p:cNvPr>
          <p:cNvSpPr>
            <a:spLocks xmlns:a="http://schemas.openxmlformats.org/drawingml/2006/main" noGrp="1"/>
          </p:cNvSpPr>
          <p:nvPr/>
        </p:nvSpPr>
        <p:spPr>
          <a:xfrm xmlns:a="http://schemas.openxmlformats.org/drawingml/2006/main">
            <a:off x="2552700" y="4667250"/>
            <a:ext cx="2076450" cy="9525"/>
          </a:xfrm>
          <a:custGeom xmlns:a="http://schemas.openxmlformats.org/drawingml/2006/main">
            <a:pathLst>
              <a:path w="2076450" h="9525">
                <a:moveTo>
                  <a:pt x="2076450" y="0"/>
                </a:moveTo>
                <a:lnTo>
                  <a:pt x="0" y="0"/>
                </a:lnTo>
              </a:path>
            </a:pathLst>
          </a:custGeom>
          <a:noFill xmlns:a="http://schemas.openxmlformats.org/drawingml/2006/main"/>
          <a:ln xmlns:a="http://schemas.openxmlformats.org/drawingml/2006/main" w="9525">
            <a:solidFill>
              <a:srgbClr val="1572C3"/>
            </a:solidFill>
          </a:ln>
        </p:spPr>
      </p:sp>
      <p:sp>
        <p:nvSpPr>
          <p:cNvPr id="27" name="circuit-546">
            <a:extLst xmlns:a="http://schemas.openxmlformats.org/drawingml/2006/main">
              <a:ext uri="{FF2B5EF4-FFF2-40B4-BE49-F238E27FC236}">
                <a16:creationId xmlns:a16="http://schemas.microsoft.com/office/drawing/2014/main" id="{1B4F4E83-E874-415A-A30F-48508FD23AA2}"/>
              </a:ext>
            </a:extLst>
          </p:cNvPr>
          <p:cNvSpPr>
            <a:spLocks xmlns:a="http://schemas.openxmlformats.org/drawingml/2006/main" noGrp="1"/>
          </p:cNvSpPr>
          <p:nvPr/>
        </p:nvSpPr>
        <p:spPr>
          <a:xfrm xmlns:a="http://schemas.openxmlformats.org/drawingml/2006/main">
            <a:off x="2552700" y="46358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8" name="text-547">
            <a:extLst xmlns:a="http://schemas.openxmlformats.org/drawingml/2006/main">
              <a:ext uri="{FF2B5EF4-FFF2-40B4-BE49-F238E27FC236}">
                <a16:creationId xmlns:a16="http://schemas.microsoft.com/office/drawing/2014/main" id="{61CC22BD-2293-44AE-8C67-156F8FD22535}"/>
              </a:ext>
            </a:extLst>
          </p:cNvPr>
          <p:cNvSpPr>
            <a:spLocks xmlns:a="http://schemas.openxmlformats.org/drawingml/2006/main" noGrp="1"/>
          </p:cNvSpPr>
          <p:nvPr/>
        </p:nvSpPr>
        <p:spPr>
          <a:xfrm xmlns:a="http://schemas.openxmlformats.org/drawingml/2006/main">
            <a:off x="2714625" y="4762500"/>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1572C3"/>
                </a:solidFill>
                <a:latin typeface="Yu Gothic"/>
                <a:ea typeface="Yu Gothic"/>
                <a:cs typeface="Yu Gothic"/>
              </a:defRPr>
            </a:defPPr>
            <a:lvl1pPr algn="ctr">
              <a:defRPr sz="1800" b="0">
                <a:solidFill>
                  <a:srgbClr val="1572C3"/>
                </a:solidFill>
                <a:latin typeface="Yu Gothic"/>
                <a:ea typeface="Yu Gothic"/>
                <a:cs typeface="Yu Gothic"/>
              </a:defRPr>
            </a:lvl1pPr>
            <a:lvl2pPr algn="ctr">
              <a:defRPr sz="1800" b="0">
                <a:solidFill>
                  <a:srgbClr val="1572C3"/>
                </a:solidFill>
                <a:latin typeface="Yu Gothic"/>
                <a:ea typeface="Yu Gothic"/>
                <a:cs typeface="Yu Gothic"/>
              </a:defRPr>
            </a:lvl2pPr>
            <a:lvl3pPr algn="ctr">
              <a:defRPr sz="1800" b="0">
                <a:solidFill>
                  <a:srgbClr val="1572C3"/>
                </a:solidFill>
                <a:latin typeface="Yu Gothic"/>
                <a:ea typeface="Yu Gothic"/>
                <a:cs typeface="Yu Gothic"/>
              </a:defRPr>
            </a:lvl3pPr>
            <a:lvl4pPr algn="ctr">
              <a:defRPr sz="1800" b="0">
                <a:solidFill>
                  <a:srgbClr val="1572C3"/>
                </a:solidFill>
                <a:latin typeface="Yu Gothic"/>
                <a:ea typeface="Yu Gothic"/>
                <a:cs typeface="Yu Gothic"/>
              </a:defRPr>
            </a:lvl4pPr>
            <a:lvl5pPr algn="ctr">
              <a:defRPr sz="1800" b="0">
                <a:solidFill>
                  <a:srgbClr val="1572C3"/>
                </a:solidFill>
                <a:latin typeface="Yu Gothic"/>
                <a:ea typeface="Yu Gothic"/>
                <a:cs typeface="Yu Gothic"/>
              </a:defRPr>
            </a:lvl5pPr>
            <a:lvl6pPr algn="ctr">
              <a:defRPr sz="1800" b="0">
                <a:solidFill>
                  <a:srgbClr val="1572C3"/>
                </a:solidFill>
                <a:latin typeface="Yu Gothic"/>
                <a:ea typeface="Yu Gothic"/>
                <a:cs typeface="Yu Gothic"/>
              </a:defRPr>
            </a:lvl6pPr>
            <a:lvl7pPr algn="ctr">
              <a:defRPr sz="1800" b="0">
                <a:solidFill>
                  <a:srgbClr val="1572C3"/>
                </a:solidFill>
                <a:latin typeface="Yu Gothic"/>
                <a:ea typeface="Yu Gothic"/>
                <a:cs typeface="Yu Gothic"/>
              </a:defRPr>
            </a:lvl7pPr>
            <a:lvl8pPr algn="ctr">
              <a:defRPr sz="1800" b="0">
                <a:solidFill>
                  <a:srgbClr val="1572C3"/>
                </a:solidFill>
                <a:latin typeface="Yu Gothic"/>
                <a:ea typeface="Yu Gothic"/>
                <a:cs typeface="Yu Gothic"/>
              </a:defRPr>
            </a:lvl8pPr>
            <a:lvl9pPr algn="ctr">
              <a:defRPr sz="1800" b="0">
                <a:solidFill>
                  <a:srgbClr val="1572C3"/>
                </a:solidFill>
                <a:latin typeface="Yu Gothic"/>
                <a:ea typeface="Yu Gothic"/>
                <a:cs typeface="Yu Gothic"/>
              </a:defRPr>
            </a:lvl9pPr>
          </a:lstStyle>
          <a:p xmlns:a="http://schemas.openxmlformats.org/drawingml/2006/main">
            <a:pPr algn="ctr">
              <a:defRPr sz="1800" b="0">
                <a:solidFill>
                  <a:srgbClr val="1572C3"/>
                </a:solidFill>
                <a:latin typeface="Yu Gothic"/>
                <a:ea typeface="Yu Gothic"/>
                <a:cs typeface="Yu Gothic"/>
              </a:defRPr>
            </a:pPr>
            <a:r>
              <a:rPr sz="1800" b="0">
                <a:solidFill>
                  <a:srgbClr val="1572C3"/>
                </a:solidFill>
                <a:latin typeface="Yu Gothic"/>
                <a:ea typeface="Yu Gothic"/>
                <a:cs typeface="Yu Gothic"/>
              </a:rPr>
              <a:t>完了 PREADY</a:t>
            </a:r>
          </a:p>
        </p:txBody>
      </p:sp>
      <p:sp>
        <p:nvSpPr>
          <p:cNvPr id="29" name="text-548">
            <a:extLst xmlns:a="http://schemas.openxmlformats.org/drawingml/2006/main">
              <a:ext uri="{FF2B5EF4-FFF2-40B4-BE49-F238E27FC236}">
                <a16:creationId xmlns:a16="http://schemas.microsoft.com/office/drawing/2014/main" id="{F7DEA3AA-9718-481C-AC55-A8C33A570B5A}"/>
              </a:ext>
            </a:extLst>
          </p:cNvPr>
          <p:cNvSpPr>
            <a:spLocks xmlns:a="http://schemas.openxmlformats.org/drawingml/2006/main" noGrp="1"/>
          </p:cNvSpPr>
          <p:nvPr/>
        </p:nvSpPr>
        <p:spPr>
          <a:xfrm xmlns:a="http://schemas.openxmlformats.org/drawingml/2006/main">
            <a:off x="609600" y="56673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1">
                <a:solidFill>
                  <a:srgbClr val="231F20"/>
                </a:solidFill>
                <a:latin typeface="Yu Gothic"/>
                <a:ea typeface="Yu Gothic"/>
                <a:cs typeface="Yu Gothic"/>
              </a:defRPr>
            </a:defPPr>
            <a:lvl1pPr algn="l">
              <a:defRPr sz="2400" b="1">
                <a:solidFill>
                  <a:srgbClr val="231F20"/>
                </a:solidFill>
                <a:latin typeface="Yu Gothic"/>
                <a:ea typeface="Yu Gothic"/>
                <a:cs typeface="Yu Gothic"/>
              </a:defRPr>
            </a:lvl1pPr>
            <a:lvl2pPr algn="l">
              <a:defRPr sz="2400" b="1">
                <a:solidFill>
                  <a:srgbClr val="231F20"/>
                </a:solidFill>
                <a:latin typeface="Yu Gothic"/>
                <a:ea typeface="Yu Gothic"/>
                <a:cs typeface="Yu Gothic"/>
              </a:defRPr>
            </a:lvl2pPr>
            <a:lvl3pPr algn="l">
              <a:defRPr sz="2400" b="1">
                <a:solidFill>
                  <a:srgbClr val="231F20"/>
                </a:solidFill>
                <a:latin typeface="Yu Gothic"/>
                <a:ea typeface="Yu Gothic"/>
                <a:cs typeface="Yu Gothic"/>
              </a:defRPr>
            </a:lvl3pPr>
            <a:lvl4pPr algn="l">
              <a:defRPr sz="2400" b="1">
                <a:solidFill>
                  <a:srgbClr val="231F20"/>
                </a:solidFill>
                <a:latin typeface="Yu Gothic"/>
                <a:ea typeface="Yu Gothic"/>
                <a:cs typeface="Yu Gothic"/>
              </a:defRPr>
            </a:lvl4pPr>
            <a:lvl5pPr algn="l">
              <a:defRPr sz="2400" b="1">
                <a:solidFill>
                  <a:srgbClr val="231F20"/>
                </a:solidFill>
                <a:latin typeface="Yu Gothic"/>
                <a:ea typeface="Yu Gothic"/>
                <a:cs typeface="Yu Gothic"/>
              </a:defRPr>
            </a:lvl5pPr>
            <a:lvl6pPr algn="l">
              <a:defRPr sz="2400" b="1">
                <a:solidFill>
                  <a:srgbClr val="231F20"/>
                </a:solidFill>
                <a:latin typeface="Yu Gothic"/>
                <a:ea typeface="Yu Gothic"/>
                <a:cs typeface="Yu Gothic"/>
              </a:defRPr>
            </a:lvl6pPr>
            <a:lvl7pPr algn="l">
              <a:defRPr sz="2400" b="1">
                <a:solidFill>
                  <a:srgbClr val="231F20"/>
                </a:solidFill>
                <a:latin typeface="Yu Gothic"/>
                <a:ea typeface="Yu Gothic"/>
                <a:cs typeface="Yu Gothic"/>
              </a:defRPr>
            </a:lvl7pPr>
            <a:lvl8pPr algn="l">
              <a:defRPr sz="2400" b="1">
                <a:solidFill>
                  <a:srgbClr val="231F20"/>
                </a:solidFill>
                <a:latin typeface="Yu Gothic"/>
                <a:ea typeface="Yu Gothic"/>
                <a:cs typeface="Yu Gothic"/>
              </a:defRPr>
            </a:lvl8pPr>
            <a:lvl9pPr algn="l">
              <a:defRPr sz="2400" b="1">
                <a:solidFill>
                  <a:srgbClr val="231F20"/>
                </a:solidFill>
                <a:latin typeface="Yu Gothic"/>
                <a:ea typeface="Yu Gothic"/>
                <a:cs typeface="Yu Gothic"/>
              </a:defRPr>
            </a:lvl9pPr>
          </a:lstStyle>
          <a:p xmlns:a="http://schemas.openxmlformats.org/drawingml/2006/main">
            <a:pPr algn="l">
              <a:defRPr sz="2400" b="1">
                <a:solidFill>
                  <a:srgbClr val="231F20"/>
                </a:solidFill>
                <a:latin typeface="Yu Gothic"/>
                <a:ea typeface="Yu Gothic"/>
                <a:cs typeface="Yu Gothic"/>
              </a:defRPr>
            </a:pPr>
            <a:r>
              <a:rPr sz="2400" b="1">
                <a:solidFill>
                  <a:srgbClr val="231F20"/>
                </a:solidFill>
                <a:latin typeface="Yu Gothic"/>
                <a:ea typeface="Yu Gothic"/>
                <a:cs typeface="Yu Gothic"/>
              </a:rPr>
              <a:t>この書込みでは、PREADY = CmdReady</a:t>
            </a:r>
          </a:p>
        </p:txBody>
      </p:sp>
      <p:sp>
        <p:nvSpPr>
          <p:cNvPr id="30" name="text-549">
            <a:extLst xmlns:a="http://schemas.openxmlformats.org/drawingml/2006/main">
              <a:ext uri="{FF2B5EF4-FFF2-40B4-BE49-F238E27FC236}">
                <a16:creationId xmlns:a16="http://schemas.microsoft.com/office/drawing/2014/main" id="{356BC234-C5CE-4152-8316-7B2AFA673023}"/>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8</a:t>
            </a:r>
          </a:p>
        </p:txBody>
      </p:sp>
      <p:sp>
        <p:nvSpPr>
          <p:cNvPr id="31" name="text-550">
            <a:extLst xmlns:a="http://schemas.openxmlformats.org/drawingml/2006/main">
              <a:ext uri="{FF2B5EF4-FFF2-40B4-BE49-F238E27FC236}">
                <a16:creationId xmlns:a16="http://schemas.microsoft.com/office/drawing/2014/main" id="{BD12442E-D6D5-43F2-ADF2-FD61D151A416}"/>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制御の正確な条件と32ビットの選び方はノートに記載。値の保存はFIFOで行う</a:t>
            </a:r>
          </a:p>
        </p:txBody>
      </p:sp>
    </p:spTree>
    <p:extLst>
      <p:ext uri="{BB962C8B-B14F-4D97-AF65-F5344CB8AC3E}">
        <p14:creationId xmlns:p14="http://schemas.microsoft.com/office/powerpoint/2010/main" val="11440654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551">
            <a:extLst xmlns:a="http://schemas.openxmlformats.org/drawingml/2006/main">
              <a:ext uri="{FF2B5EF4-FFF2-40B4-BE49-F238E27FC236}">
                <a16:creationId xmlns:a16="http://schemas.microsoft.com/office/drawing/2014/main" id="{5BCA5217-CD1C-4AB3-9D85-ADF13A83EDC4}"/>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9</a:t>
            </a:r>
          </a:p>
        </p:txBody>
      </p:sp>
      <p:sp>
        <p:nvSpPr>
          <p:cNvPr id="2" name="text-552">
            <a:extLst xmlns:a="http://schemas.openxmlformats.org/drawingml/2006/main">
              <a:ext uri="{FF2B5EF4-FFF2-40B4-BE49-F238E27FC236}">
                <a16:creationId xmlns:a16="http://schemas.microsoft.com/office/drawing/2014/main" id="{3E3668A5-0096-4BB6-9FF0-D29D396DDA36}"/>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受け取れるまで、同じ値を保って待つ</a:t>
            </a:r>
          </a:p>
        </p:txBody>
      </p:sp>
      <p:sp>
        <p:nvSpPr>
          <p:cNvPr id="3" name="text-553">
            <a:extLst xmlns:a="http://schemas.openxmlformats.org/drawingml/2006/main">
              <a:ext uri="{FF2B5EF4-FFF2-40B4-BE49-F238E27FC236}">
                <a16:creationId xmlns:a16="http://schemas.microsoft.com/office/drawing/2014/main" id="{7B91A7C3-F4A0-4BCB-B79D-3691F8CBA6D7}"/>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9</a:t>
            </a:r>
          </a:p>
        </p:txBody>
      </p:sp>
      <p:sp>
        <p:nvSpPr>
          <p:cNvPr id="4" name="text-554">
            <a:extLst xmlns:a="http://schemas.openxmlformats.org/drawingml/2006/main">
              <a:ext uri="{FF2B5EF4-FFF2-40B4-BE49-F238E27FC236}">
                <a16:creationId xmlns:a16="http://schemas.microsoft.com/office/drawing/2014/main" id="{4C1E1063-B50F-4892-8C2A-2F69CDDBF239}"/>
              </a:ext>
            </a:extLst>
          </p:cNvPr>
          <p:cNvSpPr>
            <a:spLocks xmlns:a="http://schemas.openxmlformats.org/drawingml/2006/main" noGrp="1"/>
          </p:cNvSpPr>
          <p:nvPr/>
        </p:nvSpPr>
        <p:spPr>
          <a:xfrm xmlns:a="http://schemas.openxmlformats.org/drawingml/2006/main">
            <a:off x="609600" y="132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231F20"/>
                </a:solidFill>
                <a:latin typeface="Yu Gothic"/>
                <a:ea typeface="Yu Gothic"/>
                <a:cs typeface="Yu Gothic"/>
              </a:defRPr>
            </a:defPPr>
            <a:lvl1pPr algn="l">
              <a:defRPr sz="2250" b="0">
                <a:solidFill>
                  <a:srgbClr val="231F20"/>
                </a:solidFill>
                <a:latin typeface="Yu Gothic"/>
                <a:ea typeface="Yu Gothic"/>
                <a:cs typeface="Yu Gothic"/>
              </a:defRPr>
            </a:lvl1pPr>
            <a:lvl2pPr algn="l">
              <a:defRPr sz="2250" b="0">
                <a:solidFill>
                  <a:srgbClr val="231F20"/>
                </a:solidFill>
                <a:latin typeface="Yu Gothic"/>
                <a:ea typeface="Yu Gothic"/>
                <a:cs typeface="Yu Gothic"/>
              </a:defRPr>
            </a:lvl2pPr>
            <a:lvl3pPr algn="l">
              <a:defRPr sz="2250" b="0">
                <a:solidFill>
                  <a:srgbClr val="231F20"/>
                </a:solidFill>
                <a:latin typeface="Yu Gothic"/>
                <a:ea typeface="Yu Gothic"/>
                <a:cs typeface="Yu Gothic"/>
              </a:defRPr>
            </a:lvl3pPr>
            <a:lvl4pPr algn="l">
              <a:defRPr sz="2250" b="0">
                <a:solidFill>
                  <a:srgbClr val="231F20"/>
                </a:solidFill>
                <a:latin typeface="Yu Gothic"/>
                <a:ea typeface="Yu Gothic"/>
                <a:cs typeface="Yu Gothic"/>
              </a:defRPr>
            </a:lvl4pPr>
            <a:lvl5pPr algn="l">
              <a:defRPr sz="2250" b="0">
                <a:solidFill>
                  <a:srgbClr val="231F20"/>
                </a:solidFill>
                <a:latin typeface="Yu Gothic"/>
                <a:ea typeface="Yu Gothic"/>
                <a:cs typeface="Yu Gothic"/>
              </a:defRPr>
            </a:lvl5pPr>
            <a:lvl6pPr algn="l">
              <a:defRPr sz="2250" b="0">
                <a:solidFill>
                  <a:srgbClr val="231F20"/>
                </a:solidFill>
                <a:latin typeface="Yu Gothic"/>
                <a:ea typeface="Yu Gothic"/>
                <a:cs typeface="Yu Gothic"/>
              </a:defRPr>
            </a:lvl6pPr>
            <a:lvl7pPr algn="l">
              <a:defRPr sz="2250" b="0">
                <a:solidFill>
                  <a:srgbClr val="231F20"/>
                </a:solidFill>
                <a:latin typeface="Yu Gothic"/>
                <a:ea typeface="Yu Gothic"/>
                <a:cs typeface="Yu Gothic"/>
              </a:defRPr>
            </a:lvl7pPr>
            <a:lvl8pPr algn="l">
              <a:defRPr sz="2250" b="0">
                <a:solidFill>
                  <a:srgbClr val="231F20"/>
                </a:solidFill>
                <a:latin typeface="Yu Gothic"/>
                <a:ea typeface="Yu Gothic"/>
                <a:cs typeface="Yu Gothic"/>
              </a:defRPr>
            </a:lvl8pPr>
            <a:lvl9pPr algn="l">
              <a:defRPr sz="2250" b="0">
                <a:solidFill>
                  <a:srgbClr val="231F20"/>
                </a:solidFill>
                <a:latin typeface="Yu Gothic"/>
                <a:ea typeface="Yu Gothic"/>
                <a:cs typeface="Yu Gothic"/>
              </a:defRPr>
            </a:lvl9pPr>
          </a:lstStyle>
          <a:p xmlns:a="http://schemas.openxmlformats.org/drawingml/2006/main">
            <a:pPr algn="l">
              <a:defRPr sz="2250" b="0">
                <a:solidFill>
                  <a:srgbClr val="231F20"/>
                </a:solidFill>
                <a:latin typeface="Yu Gothic"/>
                <a:ea typeface="Yu Gothic"/>
                <a:cs typeface="Yu Gothic"/>
              </a:defRPr>
            </a:pPr>
            <a:r>
              <a:rPr sz="2250" b="0">
                <a:solidFill>
                  <a:srgbClr val="231F20"/>
                </a:solidFill>
                <a:latin typeface="Yu Gothic"/>
                <a:ea typeface="Yu Gothic"/>
                <a:cs typeface="Yu Gothic"/>
              </a:rPr>
              <a:t>CPU側の各クロック立上りで、条件を確認する</a:t>
            </a:r>
          </a:p>
        </p:txBody>
      </p:sp>
      <p:graphicFrame>
        <p:nvGraphicFramePr>
          <p:cNvPr id="5" name="">
            <a:extLst xmlns:a="http://schemas.openxmlformats.org/drawingml/2006/main">
              <a:ext uri="{FF2B5EF4-FFF2-40B4-BE49-F238E27FC236}">
                <a16:creationId xmlns:a16="http://schemas.microsoft.com/office/drawing/2014/main" id="{6A3B8C56-A9C9-454C-8BCC-5BB814487942}"/>
              </a:ext>
            </a:extLst>
          </p:cNvPr>
          <p:cNvGraphicFramePr/>
          <p:nvPr/>
        </p:nvGraphicFramePr>
        <p:xfrm>
          <a:off xmlns:a="http://schemas.openxmlformats.org/drawingml/2006/main" x="609600" y="2114550"/>
          <a:ext xmlns:a="http://schemas.openxmlformats.org/drawingml/2006/main" cx="10972800" cy="2943225"/>
        </p:xfrm>
        <a:graphic xmlns:a="http://schemas.openxmlformats.org/drawingml/2006/main">
          <a:graphicData uri="http://schemas.openxmlformats.org/drawingml/2006/table">
            <a:tbl>
              <a:tblPr firstRow="0" bandRow="0"/>
              <a:tblGrid>
                <a:gridCol w="4000500"/>
                <a:gridCol w="2324100"/>
                <a:gridCol w="2324100"/>
                <a:gridCol w="2324100"/>
              </a:tblGrid>
              <a:tr h="514350">
                <a:tc>
                  <a:txBody>
                    <a:bodyPr wrap="square"/>
                    <a:lstStyle/>
                    <a:p>
                      <a:pPr algn="ctr"/>
                      <a:r>
                        <a:rPr sz="1875" b="1">
                          <a:solidFill>
                            <a:srgbClr val="FFFFFF"/>
                          </a:solidFill>
                          <a:latin typeface="Yu Gothic"/>
                          <a:ea typeface="Yu Gothic"/>
                          <a:cs typeface="Yu Gothic"/>
                        </a:rPr>
                        <a:t>立上り直前の状態</a:t>
                      </a:r>
                    </a:p>
                  </a:txBody>
                  <a:tcPr marL="91440" marR="91440" marT="45720" marB="45720" anchor="ctr">
                    <a:lnL w="0">
                      <a:noFill/>
                      <a:prstDash val="solid"/>
                    </a:lnL>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① 待ち</a:t>
                      </a:r>
                    </a:p>
                  </a:txBody>
                  <a:tcPr marL="91440" marR="91440" marT="45720" marB="45720" anchor="ctr">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② 待ち</a:t>
                      </a:r>
                    </a:p>
                  </a:txBody>
                  <a:tcPr marL="91440" marR="91440" marT="45720" marB="45720" anchor="ctr">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③ 受入れ</a:t>
                      </a:r>
                    </a:p>
                  </a:txBody>
                  <a:tcPr marL="91440" marR="91440" marT="45720" marB="45720" anchor="ctr">
                    <a:lnR w="0">
                      <a:noFill/>
                      <a:prstDash val="solid"/>
                    </a:lnR>
                    <a:lnT w="0">
                      <a:noFill/>
                      <a:prstDash val="solid"/>
                    </a:lnT>
                    <a:lnB w="0">
                      <a:noFill/>
                      <a:prstDash val="solid"/>
                    </a:lnB>
                    <a:solidFill>
                      <a:srgbClr val="0078BA"/>
                    </a:solidFill>
                  </a:tcPr>
                </a:tc>
              </a:tr>
              <a:tr h="581025">
                <a:tc>
                  <a:txBody>
                    <a:bodyPr wrap="square"/>
                    <a:lstStyle/>
                    <a:p>
                      <a:pPr algn="ctr"/>
                      <a:r>
                        <a:rPr sz="1950" b="0">
                          <a:solidFill>
                            <a:srgbClr val="231F20"/>
                          </a:solidFill>
                          <a:latin typeface="Yu Gothic"/>
                          <a:ea typeface="Yu Gothic"/>
                          <a:cs typeface="Yu Gothic"/>
                        </a:rPr>
                        <a:t>書く値 CmdData</a:t>
                      </a:r>
                    </a:p>
                  </a:txBody>
                  <a:tcPr marL="91440" marR="91440" marT="45720" marB="45720" anchor="ctr">
                    <a:lnL w="0">
                      <a:noFill/>
                      <a:prstDash val="solid"/>
                    </a:lnL>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r>
              <a:tr h="581025">
                <a:tc>
                  <a:txBody>
                    <a:bodyPr wrap="square"/>
                    <a:lstStyle/>
                    <a:p>
                      <a:pPr algn="ctr"/>
                      <a:r>
                        <a:rPr sz="1950" b="0">
                          <a:solidFill>
                            <a:srgbClr val="231F20"/>
                          </a:solidFill>
                          <a:latin typeface="Yu Gothic"/>
                          <a:ea typeface="Yu Gothic"/>
                          <a:cs typeface="Yu Gothic"/>
                        </a:rPr>
                        <a:t>有効 CmdValid</a:t>
                      </a:r>
                    </a:p>
                  </a:txBody>
                  <a:tcPr marL="91440" marR="91440" marT="45720" marB="45720" anchor="ctr">
                    <a:lnL w="0">
                      <a:noFill/>
                      <a:prstDash val="solid"/>
                    </a:lnL>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r>
              <a:tr h="581025">
                <a:tc>
                  <a:txBody>
                    <a:bodyPr wrap="square"/>
                    <a:lstStyle/>
                    <a:p>
                      <a:pPr algn="ctr"/>
                      <a:r>
                        <a:rPr sz="1950" b="0">
                          <a:solidFill>
                            <a:srgbClr val="231F20"/>
                          </a:solidFill>
                          <a:latin typeface="Yu Gothic"/>
                          <a:ea typeface="Yu Gothic"/>
                          <a:cs typeface="Yu Gothic"/>
                        </a:rPr>
                        <a:t>受取可 CmdReady</a:t>
                      </a:r>
                    </a:p>
                  </a:txBody>
                  <a:tcPr marL="91440" marR="91440" marT="45720" marB="45720" anchor="ctr">
                    <a:lnL w="0">
                      <a:noFill/>
                      <a:prstDash val="solid"/>
                    </a:lnL>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0</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0</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FFFFFF"/>
                    </a:solidFill>
                  </a:tcPr>
                </a:tc>
              </a:tr>
              <a:tr h="685800">
                <a:tc>
                  <a:txBody>
                    <a:bodyPr wrap="square"/>
                    <a:lstStyle/>
                    <a:p>
                      <a:pPr algn="ctr"/>
                      <a:r>
                        <a:rPr sz="1950" b="0">
                          <a:solidFill>
                            <a:srgbClr val="231F20"/>
                          </a:solidFill>
                          <a:latin typeface="Yu Gothic"/>
                          <a:ea typeface="Yu Gothic"/>
                          <a:cs typeface="Yu Gothic"/>
                        </a:rPr>
                        <a:t>その立上りで行うこと</a:t>
                      </a:r>
                    </a:p>
                  </a:txBody>
                  <a:tcPr marL="91440" marR="91440" marT="45720" marB="45720" anchor="ctr">
                    <a:lnL w="0">
                      <a:noFill/>
                      <a:prstDash val="solid"/>
                    </a:lnL>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保存しない</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保存しない</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1語を保存</a:t>
                      </a:r>
                    </a:p>
                  </a:txBody>
                  <a:tcPr marL="91440" marR="91440" marT="45720" marB="45720" anchor="ctr">
                    <a:lnR w="0">
                      <a:noFill/>
                      <a:prstDash val="solid"/>
                    </a:lnR>
                    <a:lnB w="0">
                      <a:noFill/>
                      <a:prstDash val="solid"/>
                    </a:lnB>
                    <a:solidFill>
                      <a:srgbClr val="E5EBF8"/>
                    </a:solidFill>
                  </a:tcPr>
                </a:tc>
              </a:tr>
            </a:tbl>
          </a:graphicData>
        </a:graphic>
      </p:graphicFrame>
      <p:sp>
        <p:nvSpPr>
          <p:cNvPr id="6" name="wire-555">
            <a:extLst xmlns:a="http://schemas.openxmlformats.org/drawingml/2006/main">
              <a:ext uri="{FF2B5EF4-FFF2-40B4-BE49-F238E27FC236}">
                <a16:creationId xmlns:a16="http://schemas.microsoft.com/office/drawing/2014/main" id="{AF685C50-4350-446D-8068-2745286FF1E8}"/>
              </a:ext>
            </a:extLst>
          </p:cNvPr>
          <p:cNvSpPr>
            <a:spLocks xmlns:a="http://schemas.openxmlformats.org/drawingml/2006/main" noGrp="1"/>
          </p:cNvSpPr>
          <p:nvPr/>
        </p:nvSpPr>
        <p:spPr>
          <a:xfrm xmlns:a="http://schemas.openxmlformats.org/drawingml/2006/main">
            <a:off x="609600" y="21145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7145">
            <a:solidFill>
              <a:srgbClr val="231F20"/>
            </a:solidFill>
          </a:ln>
        </p:spPr>
      </p:sp>
      <p:sp>
        <p:nvSpPr>
          <p:cNvPr id="7" name="wire-556">
            <a:extLst xmlns:a="http://schemas.openxmlformats.org/drawingml/2006/main">
              <a:ext uri="{FF2B5EF4-FFF2-40B4-BE49-F238E27FC236}">
                <a16:creationId xmlns:a16="http://schemas.microsoft.com/office/drawing/2014/main" id="{8B1895C2-C50B-4DF7-94B5-8D3BC85225B6}"/>
              </a:ext>
            </a:extLst>
          </p:cNvPr>
          <p:cNvSpPr>
            <a:spLocks xmlns:a="http://schemas.openxmlformats.org/drawingml/2006/main" noGrp="1"/>
          </p:cNvSpPr>
          <p:nvPr/>
        </p:nvSpPr>
        <p:spPr>
          <a:xfrm xmlns:a="http://schemas.openxmlformats.org/drawingml/2006/main">
            <a:off x="609600" y="262890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8" name="wire-557">
            <a:extLst xmlns:a="http://schemas.openxmlformats.org/drawingml/2006/main">
              <a:ext uri="{FF2B5EF4-FFF2-40B4-BE49-F238E27FC236}">
                <a16:creationId xmlns:a16="http://schemas.microsoft.com/office/drawing/2014/main" id="{E968DCCA-B799-47C7-AFB6-E0CFD0CF254D}"/>
              </a:ext>
            </a:extLst>
          </p:cNvPr>
          <p:cNvSpPr>
            <a:spLocks xmlns:a="http://schemas.openxmlformats.org/drawingml/2006/main" noGrp="1"/>
          </p:cNvSpPr>
          <p:nvPr/>
        </p:nvSpPr>
        <p:spPr>
          <a:xfrm xmlns:a="http://schemas.openxmlformats.org/drawingml/2006/main">
            <a:off x="609600" y="320992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9" name="wire-558">
            <a:extLst xmlns:a="http://schemas.openxmlformats.org/drawingml/2006/main">
              <a:ext uri="{FF2B5EF4-FFF2-40B4-BE49-F238E27FC236}">
                <a16:creationId xmlns:a16="http://schemas.microsoft.com/office/drawing/2014/main" id="{F8701EC9-74E8-4AE1-B3F3-D3FBA9048F00}"/>
              </a:ext>
            </a:extLst>
          </p:cNvPr>
          <p:cNvSpPr>
            <a:spLocks xmlns:a="http://schemas.openxmlformats.org/drawingml/2006/main" noGrp="1"/>
          </p:cNvSpPr>
          <p:nvPr/>
        </p:nvSpPr>
        <p:spPr>
          <a:xfrm xmlns:a="http://schemas.openxmlformats.org/drawingml/2006/main">
            <a:off x="609600" y="3790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0" name="wire-559">
            <a:extLst xmlns:a="http://schemas.openxmlformats.org/drawingml/2006/main">
              <a:ext uri="{FF2B5EF4-FFF2-40B4-BE49-F238E27FC236}">
                <a16:creationId xmlns:a16="http://schemas.microsoft.com/office/drawing/2014/main" id="{68711F46-0B4B-4A7A-BBCA-C9A9BB3209A7}"/>
              </a:ext>
            </a:extLst>
          </p:cNvPr>
          <p:cNvSpPr>
            <a:spLocks xmlns:a="http://schemas.openxmlformats.org/drawingml/2006/main" noGrp="1"/>
          </p:cNvSpPr>
          <p:nvPr/>
        </p:nvSpPr>
        <p:spPr>
          <a:xfrm xmlns:a="http://schemas.openxmlformats.org/drawingml/2006/main">
            <a:off x="609600" y="437197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1" name="wire-560">
            <a:extLst xmlns:a="http://schemas.openxmlformats.org/drawingml/2006/main">
              <a:ext uri="{FF2B5EF4-FFF2-40B4-BE49-F238E27FC236}">
                <a16:creationId xmlns:a16="http://schemas.microsoft.com/office/drawing/2014/main" id="{46371DED-4BA5-409A-AD5C-90BAF5C06BA2}"/>
              </a:ext>
            </a:extLst>
          </p:cNvPr>
          <p:cNvSpPr>
            <a:spLocks xmlns:a="http://schemas.openxmlformats.org/drawingml/2006/main" noGrp="1"/>
          </p:cNvSpPr>
          <p:nvPr/>
        </p:nvSpPr>
        <p:spPr>
          <a:xfrm xmlns:a="http://schemas.openxmlformats.org/drawingml/2006/main">
            <a:off x="609600" y="505777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2" name="wire-561">
            <a:extLst xmlns:a="http://schemas.openxmlformats.org/drawingml/2006/main">
              <a:ext uri="{FF2B5EF4-FFF2-40B4-BE49-F238E27FC236}">
                <a16:creationId xmlns:a16="http://schemas.microsoft.com/office/drawing/2014/main" id="{22EE0458-4004-4995-9444-8DF81C6CEB05}"/>
              </a:ext>
            </a:extLst>
          </p:cNvPr>
          <p:cNvSpPr>
            <a:spLocks xmlns:a="http://schemas.openxmlformats.org/drawingml/2006/main" noGrp="1"/>
          </p:cNvSpPr>
          <p:nvPr/>
        </p:nvSpPr>
        <p:spPr>
          <a:xfrm xmlns:a="http://schemas.openxmlformats.org/drawingml/2006/main">
            <a:off x="4610100" y="2114550"/>
            <a:ext cx="9525" cy="2943225"/>
          </a:xfrm>
          <a:custGeom xmlns:a="http://schemas.openxmlformats.org/drawingml/2006/main">
            <a:pathLst>
              <a:path w="9525" h="2943225">
                <a:moveTo>
                  <a:pt x="0" y="0"/>
                </a:moveTo>
                <a:lnTo>
                  <a:pt x="0" y="2943225"/>
                </a:lnTo>
              </a:path>
            </a:pathLst>
          </a:custGeom>
          <a:noFill xmlns:a="http://schemas.openxmlformats.org/drawingml/2006/main"/>
          <a:ln xmlns:a="http://schemas.openxmlformats.org/drawingml/2006/main" w="17145">
            <a:solidFill>
              <a:srgbClr val="231F20"/>
            </a:solidFill>
          </a:ln>
        </p:spPr>
      </p:sp>
      <p:sp>
        <p:nvSpPr>
          <p:cNvPr id="13" name="text-562">
            <a:extLst xmlns:a="http://schemas.openxmlformats.org/drawingml/2006/main">
              <a:ext uri="{FF2B5EF4-FFF2-40B4-BE49-F238E27FC236}">
                <a16:creationId xmlns:a16="http://schemas.microsoft.com/office/drawing/2014/main" id="{5CF75396-D2DB-4AE7-B90D-AB2CB5253EFF}"/>
              </a:ext>
            </a:extLst>
          </p:cNvPr>
          <p:cNvSpPr>
            <a:spLocks xmlns:a="http://schemas.openxmlformats.org/drawingml/2006/main" noGrp="1"/>
          </p:cNvSpPr>
          <p:nvPr/>
        </p:nvSpPr>
        <p:spPr>
          <a:xfrm xmlns:a="http://schemas.openxmlformats.org/drawingml/2006/main">
            <a:off x="609600" y="537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保存する条件：有効 = 1 かつ 受取可 = 1</a:t>
            </a:r>
          </a:p>
        </p:txBody>
      </p:sp>
      <p:sp>
        <p:nvSpPr>
          <p:cNvPr id="14" name="text-563">
            <a:extLst xmlns:a="http://schemas.openxmlformats.org/drawingml/2006/main">
              <a:ext uri="{FF2B5EF4-FFF2-40B4-BE49-F238E27FC236}">
                <a16:creationId xmlns:a16="http://schemas.microsoft.com/office/drawing/2014/main" id="{9456B099-BD5B-4D30-8B6D-D7BB750874BD}"/>
              </a:ext>
            </a:extLst>
          </p:cNvPr>
          <p:cNvSpPr>
            <a:spLocks xmlns:a="http://schemas.openxmlformats.org/drawingml/2006/main" noGrp="1"/>
          </p:cNvSpPr>
          <p:nvPr/>
        </p:nvSpPr>
        <p:spPr>
          <a:xfrm xmlns:a="http://schemas.openxmlformats.org/drawingml/2006/main">
            <a:off x="609600" y="58864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この受入れでAPB書込みが完了する。描画完了は後。</a:t>
            </a:r>
          </a:p>
        </p:txBody>
      </p:sp>
      <p:sp>
        <p:nvSpPr>
          <p:cNvPr id="15" name="text-564">
            <a:extLst xmlns:a="http://schemas.openxmlformats.org/drawingml/2006/main">
              <a:ext uri="{FF2B5EF4-FFF2-40B4-BE49-F238E27FC236}">
                <a16:creationId xmlns:a16="http://schemas.microsoft.com/office/drawing/2014/main" id="{B4CAF3C5-C68C-4352-9BE6-FEF6F8AF2A43}"/>
              </a:ext>
            </a:extLst>
          </p:cNvPr>
          <p:cNvSpPr>
            <a:spLocks xmlns:a="http://schemas.openxmlformats.org/drawingml/2006/main" noGrp="1"/>
          </p:cNvSpPr>
          <p:nvPr/>
        </p:nvSpPr>
        <p:spPr>
          <a:xfrm xmlns:a="http://schemas.openxmlformats.org/drawingml/2006/main">
            <a:off x="609600" y="178117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表 9</a:t>
            </a:r>
          </a:p>
        </p:txBody>
      </p:sp>
      <p:sp>
        <p:nvSpPr>
          <p:cNvPr id="16" name="text-565">
            <a:extLst xmlns:a="http://schemas.openxmlformats.org/drawingml/2006/main">
              <a:ext uri="{FF2B5EF4-FFF2-40B4-BE49-F238E27FC236}">
                <a16:creationId xmlns:a16="http://schemas.microsoft.com/office/drawing/2014/main" id="{A8FE8FA9-6E59-4065-8440-8A643C010E15}"/>
              </a:ext>
            </a:extLst>
          </p:cNvPr>
          <p:cNvSpPr>
            <a:spLocks xmlns:a="http://schemas.openxmlformats.org/drawingml/2006/main" noGrp="1"/>
          </p:cNvSpPr>
          <p:nvPr/>
        </p:nvSpPr>
        <p:spPr>
          <a:xfrm xmlns:a="http://schemas.openxmlformats.org/drawingml/2006/main">
            <a:off x="1247775" y="178117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20 MHz側の受渡しの説明例。実測波形ではない。準備相・前後の転送は省略</a:t>
            </a:r>
          </a:p>
        </p:txBody>
      </p:sp>
    </p:spTree>
    <p:extLst>
      <p:ext uri="{BB962C8B-B14F-4D97-AF65-F5344CB8AC3E}">
        <p14:creationId xmlns:p14="http://schemas.microsoft.com/office/powerpoint/2010/main" val="16055498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text-566">
            <a:extLst xmlns:a="http://schemas.openxmlformats.org/drawingml/2006/main">
              <a:ext uri="{FF2B5EF4-FFF2-40B4-BE49-F238E27FC236}">
                <a16:creationId xmlns:a16="http://schemas.microsoft.com/office/drawing/2014/main" id="{96F54D82-4A98-43D6-A592-C6C739427806}"/>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10</a:t>
            </a:r>
          </a:p>
        </p:txBody>
      </p:sp>
      <p:sp>
        <p:nvSpPr>
          <p:cNvPr id="2" name="text-567">
            <a:extLst xmlns:a="http://schemas.openxmlformats.org/drawingml/2006/main">
              <a:ext uri="{FF2B5EF4-FFF2-40B4-BE49-F238E27FC236}">
                <a16:creationId xmlns:a16="http://schemas.microsoft.com/office/drawing/2014/main" id="{34E34990-DE02-4459-BF5F-C8E96AAFF0A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受け取った命令列から、画面を作る</a:t>
            </a:r>
          </a:p>
        </p:txBody>
      </p:sp>
      <p:sp>
        <p:nvSpPr>
          <p:cNvPr id="3" name="text-568">
            <a:extLst xmlns:a="http://schemas.openxmlformats.org/drawingml/2006/main">
              <a:ext uri="{FF2B5EF4-FFF2-40B4-BE49-F238E27FC236}">
                <a16:creationId xmlns:a16="http://schemas.microsoft.com/office/drawing/2014/main" id="{EF861ABF-4127-4E99-A00B-C3DB63C65449}"/>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10</a:t>
            </a:r>
          </a:p>
        </p:txBody>
      </p:sp>
      <p:sp>
        <p:nvSpPr>
          <p:cNvPr id="4" name="block-569">
            <a:extLst xmlns:a="http://schemas.openxmlformats.org/drawingml/2006/main">
              <a:ext uri="{FF2B5EF4-FFF2-40B4-BE49-F238E27FC236}">
                <a16:creationId xmlns:a16="http://schemas.microsoft.com/office/drawing/2014/main" id="{C89DB106-D2C8-4463-8F96-9C9E7C35CD59}"/>
              </a:ext>
            </a:extLst>
          </p:cNvPr>
          <p:cNvSpPr>
            <a:spLocks xmlns:a="http://schemas.openxmlformats.org/drawingml/2006/main" noGrp="1"/>
          </p:cNvSpPr>
          <p:nvPr/>
        </p:nvSpPr>
        <p:spPr>
          <a:xfrm xmlns:a="http://schemas.openxmlformats.org/drawingml/2006/main">
            <a:off x="609600" y="1581150"/>
            <a:ext cx="2486025" cy="638175"/>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5" name="text-570">
            <a:extLst xmlns:a="http://schemas.openxmlformats.org/drawingml/2006/main">
              <a:ext uri="{FF2B5EF4-FFF2-40B4-BE49-F238E27FC236}">
                <a16:creationId xmlns:a16="http://schemas.microsoft.com/office/drawing/2014/main" id="{E687297E-25E6-42A2-B193-F5D53B11DF11}"/>
              </a:ext>
            </a:extLst>
          </p:cNvPr>
          <p:cNvSpPr>
            <a:spLocks xmlns:a="http://schemas.openxmlformats.org/drawingml/2006/main" noGrp="1"/>
          </p:cNvSpPr>
          <p:nvPr/>
        </p:nvSpPr>
        <p:spPr>
          <a:xfrm xmlns:a="http://schemas.openxmlformats.org/drawingml/2006/main">
            <a:off x="685800" y="16383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非同期FIFO</a:t>
            </a:r>
          </a:p>
        </p:txBody>
      </p:sp>
      <p:sp>
        <p:nvSpPr>
          <p:cNvPr id="6" name="wire-571">
            <a:extLst xmlns:a="http://schemas.openxmlformats.org/drawingml/2006/main">
              <a:ext uri="{FF2B5EF4-FFF2-40B4-BE49-F238E27FC236}">
                <a16:creationId xmlns:a16="http://schemas.microsoft.com/office/drawing/2014/main" id="{1FD211B6-72B5-42BC-9401-4A53E8F3EDEA}"/>
              </a:ext>
            </a:extLst>
          </p:cNvPr>
          <p:cNvSpPr>
            <a:spLocks xmlns:a="http://schemas.openxmlformats.org/drawingml/2006/main" noGrp="1"/>
          </p:cNvSpPr>
          <p:nvPr/>
        </p:nvSpPr>
        <p:spPr>
          <a:xfrm xmlns:a="http://schemas.openxmlformats.org/drawingml/2006/main">
            <a:off x="1847850" y="2219325"/>
            <a:ext cx="9525" cy="704850"/>
          </a:xfrm>
          <a:custGeom xmlns:a="http://schemas.openxmlformats.org/drawingml/2006/main">
            <a:pathLst>
              <a:path w="9525" h="704850">
                <a:moveTo>
                  <a:pt x="0" y="0"/>
                </a:moveTo>
                <a:lnTo>
                  <a:pt x="0" y="704850"/>
                </a:lnTo>
              </a:path>
            </a:pathLst>
          </a:custGeom>
          <a:noFill xmlns:a="http://schemas.openxmlformats.org/drawingml/2006/main"/>
          <a:ln xmlns:a="http://schemas.openxmlformats.org/drawingml/2006/main" w="28575">
            <a:solidFill>
              <a:srgbClr val="231F20"/>
            </a:solidFill>
          </a:ln>
        </p:spPr>
      </p:sp>
      <p:sp>
        <p:nvSpPr>
          <p:cNvPr id="7" name="circuit-572">
            <a:extLst xmlns:a="http://schemas.openxmlformats.org/drawingml/2006/main">
              <a:ext uri="{FF2B5EF4-FFF2-40B4-BE49-F238E27FC236}">
                <a16:creationId xmlns:a16="http://schemas.microsoft.com/office/drawing/2014/main" id="{7D66B92F-F341-4002-BBCE-DB87AE5D9298}"/>
              </a:ext>
            </a:extLst>
          </p:cNvPr>
          <p:cNvSpPr>
            <a:spLocks xmlns:a="http://schemas.openxmlformats.org/drawingml/2006/main" noGrp="1"/>
          </p:cNvSpPr>
          <p:nvPr/>
        </p:nvSpPr>
        <p:spPr>
          <a:xfrm xmlns:a="http://schemas.openxmlformats.org/drawingml/2006/main">
            <a:off x="1816418" y="2847975"/>
            <a:ext cx="62865" cy="76200"/>
          </a:xfrm>
          <a:custGeom xmlns:a="http://schemas.openxmlformats.org/drawingml/2006/main">
            <a:pathLst>
              <a:path w="62865" h="76200">
                <a:moveTo>
                  <a:pt x="31433"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8" name="text-573">
            <a:extLst xmlns:a="http://schemas.openxmlformats.org/drawingml/2006/main">
              <a:ext uri="{FF2B5EF4-FFF2-40B4-BE49-F238E27FC236}">
                <a16:creationId xmlns:a16="http://schemas.microsoft.com/office/drawing/2014/main" id="{6E510636-7D89-4068-9DEA-B1704F31C165}"/>
              </a:ext>
            </a:extLst>
          </p:cNvPr>
          <p:cNvSpPr>
            <a:spLocks xmlns:a="http://schemas.openxmlformats.org/drawingml/2006/main" noGrp="1"/>
          </p:cNvSpPr>
          <p:nvPr/>
        </p:nvSpPr>
        <p:spPr>
          <a:xfrm xmlns:a="http://schemas.openxmlformats.org/drawingml/2006/main">
            <a:off x="2171700" y="2381250"/>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1572C3"/>
                </a:solidFill>
                <a:latin typeface="Yu Gothic"/>
                <a:ea typeface="Yu Gothic"/>
                <a:cs typeface="Yu Gothic"/>
              </a:defRPr>
            </a:defPPr>
            <a:lvl1pPr algn="ctr">
              <a:defRPr sz="1500" b="0">
                <a:solidFill>
                  <a:srgbClr val="1572C3"/>
                </a:solidFill>
                <a:latin typeface="Yu Gothic"/>
                <a:ea typeface="Yu Gothic"/>
                <a:cs typeface="Yu Gothic"/>
              </a:defRPr>
            </a:lvl1pPr>
            <a:lvl2pPr algn="ctr">
              <a:defRPr sz="1500" b="0">
                <a:solidFill>
                  <a:srgbClr val="1572C3"/>
                </a:solidFill>
                <a:latin typeface="Yu Gothic"/>
                <a:ea typeface="Yu Gothic"/>
                <a:cs typeface="Yu Gothic"/>
              </a:defRPr>
            </a:lvl2pPr>
            <a:lvl3pPr algn="ctr">
              <a:defRPr sz="1500" b="0">
                <a:solidFill>
                  <a:srgbClr val="1572C3"/>
                </a:solidFill>
                <a:latin typeface="Yu Gothic"/>
                <a:ea typeface="Yu Gothic"/>
                <a:cs typeface="Yu Gothic"/>
              </a:defRPr>
            </a:lvl3pPr>
            <a:lvl4pPr algn="ctr">
              <a:defRPr sz="1500" b="0">
                <a:solidFill>
                  <a:srgbClr val="1572C3"/>
                </a:solidFill>
                <a:latin typeface="Yu Gothic"/>
                <a:ea typeface="Yu Gothic"/>
                <a:cs typeface="Yu Gothic"/>
              </a:defRPr>
            </a:lvl4pPr>
            <a:lvl5pPr algn="ctr">
              <a:defRPr sz="1500" b="0">
                <a:solidFill>
                  <a:srgbClr val="1572C3"/>
                </a:solidFill>
                <a:latin typeface="Yu Gothic"/>
                <a:ea typeface="Yu Gothic"/>
                <a:cs typeface="Yu Gothic"/>
              </a:defRPr>
            </a:lvl5pPr>
            <a:lvl6pPr algn="ctr">
              <a:defRPr sz="1500" b="0">
                <a:solidFill>
                  <a:srgbClr val="1572C3"/>
                </a:solidFill>
                <a:latin typeface="Yu Gothic"/>
                <a:ea typeface="Yu Gothic"/>
                <a:cs typeface="Yu Gothic"/>
              </a:defRPr>
            </a:lvl6pPr>
            <a:lvl7pPr algn="ctr">
              <a:defRPr sz="1500" b="0">
                <a:solidFill>
                  <a:srgbClr val="1572C3"/>
                </a:solidFill>
                <a:latin typeface="Yu Gothic"/>
                <a:ea typeface="Yu Gothic"/>
                <a:cs typeface="Yu Gothic"/>
              </a:defRPr>
            </a:lvl7pPr>
            <a:lvl8pPr algn="ctr">
              <a:defRPr sz="1500" b="0">
                <a:solidFill>
                  <a:srgbClr val="1572C3"/>
                </a:solidFill>
                <a:latin typeface="Yu Gothic"/>
                <a:ea typeface="Yu Gothic"/>
                <a:cs typeface="Yu Gothic"/>
              </a:defRPr>
            </a:lvl8pPr>
            <a:lvl9pPr algn="ctr">
              <a:defRPr sz="1500" b="0">
                <a:solidFill>
                  <a:srgbClr val="1572C3"/>
                </a:solidFill>
                <a:latin typeface="Yu Gothic"/>
                <a:ea typeface="Yu Gothic"/>
                <a:cs typeface="Yu Gothic"/>
              </a:defRPr>
            </a:lvl9pPr>
          </a:lstStyle>
          <a:p xmlns:a="http://schemas.openxmlformats.org/drawingml/2006/main">
            <a:pPr algn="ctr">
              <a:defRPr sz="1500" b="0">
                <a:solidFill>
                  <a:srgbClr val="1572C3"/>
                </a:solidFill>
                <a:latin typeface="Yu Gothic"/>
                <a:ea typeface="Yu Gothic"/>
                <a:cs typeface="Yu Gothic"/>
              </a:defRPr>
            </a:pPr>
            <a:r>
              <a:rPr sz="1500" b="0">
                <a:solidFill>
                  <a:srgbClr val="1572C3"/>
                </a:solidFill>
                <a:latin typeface="Yu Gothic"/>
                <a:ea typeface="Yu Gothic"/>
                <a:cs typeface="Yu Gothic"/>
              </a:rPr>
              <a:t>100 MHz側へ</a:t>
            </a:r>
          </a:p>
          <a:p xmlns:a="http://schemas.openxmlformats.org/drawingml/2006/main">
            <a:pPr algn="ctr">
              <a:defRPr sz="1500" b="0">
                <a:solidFill>
                  <a:srgbClr val="1572C3"/>
                </a:solidFill>
                <a:latin typeface="Yu Gothic"/>
                <a:ea typeface="Yu Gothic"/>
                <a:cs typeface="Yu Gothic"/>
              </a:defRPr>
            </a:pPr>
            <a:r>
              <a:rPr sz="1500" b="0">
                <a:solidFill>
                  <a:srgbClr val="1572C3"/>
                </a:solidFill>
                <a:latin typeface="Yu Gothic"/>
                <a:ea typeface="Yu Gothic"/>
                <a:cs typeface="Yu Gothic"/>
              </a:rPr>
              <a:t>1語ずつ渡す</a:t>
            </a:r>
          </a:p>
        </p:txBody>
      </p:sp>
      <p:sp>
        <p:nvSpPr>
          <p:cNvPr id="9" name="block-574">
            <a:extLst xmlns:a="http://schemas.openxmlformats.org/drawingml/2006/main">
              <a:ext uri="{FF2B5EF4-FFF2-40B4-BE49-F238E27FC236}">
                <a16:creationId xmlns:a16="http://schemas.microsoft.com/office/drawing/2014/main" id="{5D5DF1A4-3004-4A9D-A409-8427DFD849A1}"/>
              </a:ext>
            </a:extLst>
          </p:cNvPr>
          <p:cNvSpPr>
            <a:spLocks xmlns:a="http://schemas.openxmlformats.org/drawingml/2006/main" noGrp="1"/>
          </p:cNvSpPr>
          <p:nvPr/>
        </p:nvSpPr>
        <p:spPr>
          <a:xfrm xmlns:a="http://schemas.openxmlformats.org/drawingml/2006/main">
            <a:off x="609600" y="2924175"/>
            <a:ext cx="2486025" cy="10477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0" name="text-575">
            <a:extLst xmlns:a="http://schemas.openxmlformats.org/drawingml/2006/main">
              <a:ext uri="{FF2B5EF4-FFF2-40B4-BE49-F238E27FC236}">
                <a16:creationId xmlns:a16="http://schemas.microsoft.com/office/drawing/2014/main" id="{E7AD5D1E-01E6-463E-B74D-587E74ADE093}"/>
              </a:ext>
            </a:extLst>
          </p:cNvPr>
          <p:cNvSpPr>
            <a:spLocks xmlns:a="http://schemas.openxmlformats.org/drawingml/2006/main" noGrp="1"/>
          </p:cNvSpPr>
          <p:nvPr/>
        </p:nvSpPr>
        <p:spPr>
          <a:xfrm xmlns:a="http://schemas.openxmlformats.org/drawingml/2006/main">
            <a:off x="685800" y="2981325"/>
            <a:ext cx="23336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RasterIX</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画素を作る</a:t>
            </a:r>
          </a:p>
        </p:txBody>
      </p:sp>
      <p:sp>
        <p:nvSpPr>
          <p:cNvPr id="11" name="block-576">
            <a:extLst xmlns:a="http://schemas.openxmlformats.org/drawingml/2006/main">
              <a:ext uri="{FF2B5EF4-FFF2-40B4-BE49-F238E27FC236}">
                <a16:creationId xmlns:a16="http://schemas.microsoft.com/office/drawing/2014/main" id="{A0D4EE6A-4B74-4E0C-8784-030EC62CD877}"/>
              </a:ext>
            </a:extLst>
          </p:cNvPr>
          <p:cNvSpPr>
            <a:spLocks xmlns:a="http://schemas.openxmlformats.org/drawingml/2006/main" noGrp="1"/>
          </p:cNvSpPr>
          <p:nvPr/>
        </p:nvSpPr>
        <p:spPr>
          <a:xfrm xmlns:a="http://schemas.openxmlformats.org/drawingml/2006/main">
            <a:off x="4333875" y="2209800"/>
            <a:ext cx="3390900" cy="28003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12" name="text-577">
            <a:extLst xmlns:a="http://schemas.openxmlformats.org/drawingml/2006/main">
              <a:ext uri="{FF2B5EF4-FFF2-40B4-BE49-F238E27FC236}">
                <a16:creationId xmlns:a16="http://schemas.microsoft.com/office/drawing/2014/main" id="{8B4AE38B-70E3-4E3E-ADD6-F635802ED519}"/>
              </a:ext>
            </a:extLst>
          </p:cNvPr>
          <p:cNvSpPr>
            <a:spLocks xmlns:a="http://schemas.openxmlformats.org/drawingml/2006/main" noGrp="1"/>
          </p:cNvSpPr>
          <p:nvPr/>
        </p:nvSpPr>
        <p:spPr>
          <a:xfrm xmlns:a="http://schemas.openxmlformats.org/drawingml/2006/main">
            <a:off x="4543425" y="2352675"/>
            <a:ext cx="2971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75" b="1">
                <a:solidFill>
                  <a:srgbClr val="231F20"/>
                </a:solidFill>
                <a:latin typeface="Yu Gothic"/>
                <a:ea typeface="Yu Gothic"/>
                <a:cs typeface="Yu Gothic"/>
              </a:defRPr>
            </a:defPPr>
            <a:lvl1pPr algn="ctr">
              <a:defRPr sz="2475" b="1">
                <a:solidFill>
                  <a:srgbClr val="231F20"/>
                </a:solidFill>
                <a:latin typeface="Yu Gothic"/>
                <a:ea typeface="Yu Gothic"/>
                <a:cs typeface="Yu Gothic"/>
              </a:defRPr>
            </a:lvl1pPr>
            <a:lvl2pPr algn="ctr">
              <a:defRPr sz="2475" b="1">
                <a:solidFill>
                  <a:srgbClr val="231F20"/>
                </a:solidFill>
                <a:latin typeface="Yu Gothic"/>
                <a:ea typeface="Yu Gothic"/>
                <a:cs typeface="Yu Gothic"/>
              </a:defRPr>
            </a:lvl2pPr>
            <a:lvl3pPr algn="ctr">
              <a:defRPr sz="2475" b="1">
                <a:solidFill>
                  <a:srgbClr val="231F20"/>
                </a:solidFill>
                <a:latin typeface="Yu Gothic"/>
                <a:ea typeface="Yu Gothic"/>
                <a:cs typeface="Yu Gothic"/>
              </a:defRPr>
            </a:lvl3pPr>
            <a:lvl4pPr algn="ctr">
              <a:defRPr sz="2475" b="1">
                <a:solidFill>
                  <a:srgbClr val="231F20"/>
                </a:solidFill>
                <a:latin typeface="Yu Gothic"/>
                <a:ea typeface="Yu Gothic"/>
                <a:cs typeface="Yu Gothic"/>
              </a:defRPr>
            </a:lvl4pPr>
            <a:lvl5pPr algn="ctr">
              <a:defRPr sz="2475" b="1">
                <a:solidFill>
                  <a:srgbClr val="231F20"/>
                </a:solidFill>
                <a:latin typeface="Yu Gothic"/>
                <a:ea typeface="Yu Gothic"/>
                <a:cs typeface="Yu Gothic"/>
              </a:defRPr>
            </a:lvl5pPr>
            <a:lvl6pPr algn="ctr">
              <a:defRPr sz="2475" b="1">
                <a:solidFill>
                  <a:srgbClr val="231F20"/>
                </a:solidFill>
                <a:latin typeface="Yu Gothic"/>
                <a:ea typeface="Yu Gothic"/>
                <a:cs typeface="Yu Gothic"/>
              </a:defRPr>
            </a:lvl6pPr>
            <a:lvl7pPr algn="ctr">
              <a:defRPr sz="2475" b="1">
                <a:solidFill>
                  <a:srgbClr val="231F20"/>
                </a:solidFill>
                <a:latin typeface="Yu Gothic"/>
                <a:ea typeface="Yu Gothic"/>
                <a:cs typeface="Yu Gothic"/>
              </a:defRPr>
            </a:lvl7pPr>
            <a:lvl8pPr algn="ctr">
              <a:defRPr sz="2475" b="1">
                <a:solidFill>
                  <a:srgbClr val="231F20"/>
                </a:solidFill>
                <a:latin typeface="Yu Gothic"/>
                <a:ea typeface="Yu Gothic"/>
                <a:cs typeface="Yu Gothic"/>
              </a:defRPr>
            </a:lvl8pPr>
            <a:lvl9pPr algn="ctr">
              <a:defRPr sz="2475" b="1">
                <a:solidFill>
                  <a:srgbClr val="231F20"/>
                </a:solidFill>
                <a:latin typeface="Yu Gothic"/>
                <a:ea typeface="Yu Gothic"/>
                <a:cs typeface="Yu Gothic"/>
              </a:defRPr>
            </a:lvl9pPr>
          </a:lstStyle>
          <a:p xmlns:a="http://schemas.openxmlformats.org/drawingml/2006/main">
            <a:pPr algn="ctr">
              <a:defRPr sz="2475" b="1">
                <a:solidFill>
                  <a:srgbClr val="231F20"/>
                </a:solidFill>
                <a:latin typeface="Yu Gothic"/>
                <a:ea typeface="Yu Gothic"/>
                <a:cs typeface="Yu Gothic"/>
              </a:defRPr>
            </a:pPr>
            <a:r>
              <a:rPr sz="2475" b="1">
                <a:solidFill>
                  <a:srgbClr val="231F20"/>
                </a:solidFill>
                <a:latin typeface="Yu Gothic"/>
                <a:ea typeface="Yu Gothic"/>
                <a:cs typeface="Yu Gothic"/>
              </a:rPr>
              <a:t>DDR3メモリ</a:t>
            </a:r>
          </a:p>
        </p:txBody>
      </p:sp>
      <p:sp>
        <p:nvSpPr>
          <p:cNvPr id="13" name="block-578">
            <a:extLst xmlns:a="http://schemas.openxmlformats.org/drawingml/2006/main">
              <a:ext uri="{FF2B5EF4-FFF2-40B4-BE49-F238E27FC236}">
                <a16:creationId xmlns:a16="http://schemas.microsoft.com/office/drawing/2014/main" id="{6A6504CC-EC17-41A0-BF26-AEF29CB97644}"/>
              </a:ext>
            </a:extLst>
          </p:cNvPr>
          <p:cNvSpPr>
            <a:spLocks xmlns:a="http://schemas.openxmlformats.org/drawingml/2006/main" noGrp="1"/>
          </p:cNvSpPr>
          <p:nvPr/>
        </p:nvSpPr>
        <p:spPr>
          <a:xfrm xmlns:a="http://schemas.openxmlformats.org/drawingml/2006/main">
            <a:off x="4648200" y="2971800"/>
            <a:ext cx="2752725" cy="4572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4" name="text-579">
            <a:extLst xmlns:a="http://schemas.openxmlformats.org/drawingml/2006/main">
              <a:ext uri="{FF2B5EF4-FFF2-40B4-BE49-F238E27FC236}">
                <a16:creationId xmlns:a16="http://schemas.microsoft.com/office/drawing/2014/main" id="{1E0ADA0B-6E20-47BB-A668-80FBB2F338BF}"/>
              </a:ext>
            </a:extLst>
          </p:cNvPr>
          <p:cNvSpPr>
            <a:spLocks xmlns:a="http://schemas.openxmlformats.org/drawingml/2006/main" noGrp="1"/>
          </p:cNvSpPr>
          <p:nvPr/>
        </p:nvSpPr>
        <p:spPr>
          <a:xfrm xmlns:a="http://schemas.openxmlformats.org/drawingml/2006/main">
            <a:off x="4724400" y="3028950"/>
            <a:ext cx="2600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最初の画素の色</a:t>
            </a:r>
          </a:p>
        </p:txBody>
      </p:sp>
      <p:sp>
        <p:nvSpPr>
          <p:cNvPr id="15" name="block-580">
            <a:extLst xmlns:a="http://schemas.openxmlformats.org/drawingml/2006/main">
              <a:ext uri="{FF2B5EF4-FFF2-40B4-BE49-F238E27FC236}">
                <a16:creationId xmlns:a16="http://schemas.microsoft.com/office/drawing/2014/main" id="{9A719578-454A-425C-908C-AB76C63518C5}"/>
              </a:ext>
            </a:extLst>
          </p:cNvPr>
          <p:cNvSpPr>
            <a:spLocks xmlns:a="http://schemas.openxmlformats.org/drawingml/2006/main" noGrp="1"/>
          </p:cNvSpPr>
          <p:nvPr/>
        </p:nvSpPr>
        <p:spPr>
          <a:xfrm xmlns:a="http://schemas.openxmlformats.org/drawingml/2006/main">
            <a:off x="4648200" y="3524250"/>
            <a:ext cx="2752725" cy="4572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6" name="text-581">
            <a:extLst xmlns:a="http://schemas.openxmlformats.org/drawingml/2006/main">
              <a:ext uri="{FF2B5EF4-FFF2-40B4-BE49-F238E27FC236}">
                <a16:creationId xmlns:a16="http://schemas.microsoft.com/office/drawing/2014/main" id="{B4F51706-F2CD-4AA0-AD92-5A9A2B014F82}"/>
              </a:ext>
            </a:extLst>
          </p:cNvPr>
          <p:cNvSpPr>
            <a:spLocks xmlns:a="http://schemas.openxmlformats.org/drawingml/2006/main" noGrp="1"/>
          </p:cNvSpPr>
          <p:nvPr/>
        </p:nvSpPr>
        <p:spPr>
          <a:xfrm xmlns:a="http://schemas.openxmlformats.org/drawingml/2006/main">
            <a:off x="4724400" y="3581400"/>
            <a:ext cx="2600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次の画素の色</a:t>
            </a:r>
          </a:p>
        </p:txBody>
      </p:sp>
      <p:sp>
        <p:nvSpPr>
          <p:cNvPr id="17" name="text-582">
            <a:extLst xmlns:a="http://schemas.openxmlformats.org/drawingml/2006/main">
              <a:ext uri="{FF2B5EF4-FFF2-40B4-BE49-F238E27FC236}">
                <a16:creationId xmlns:a16="http://schemas.microsoft.com/office/drawing/2014/main" id="{5F25B63C-06B9-4A8D-AAB7-FC9EA0C23E94}"/>
              </a:ext>
            </a:extLst>
          </p:cNvPr>
          <p:cNvSpPr>
            <a:spLocks xmlns:a="http://schemas.openxmlformats.org/drawingml/2006/main" noGrp="1"/>
          </p:cNvSpPr>
          <p:nvPr/>
        </p:nvSpPr>
        <p:spPr>
          <a:xfrm xmlns:a="http://schemas.openxmlformats.org/drawingml/2006/main">
            <a:off x="4648200" y="4048125"/>
            <a:ext cx="2752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Yu Gothic"/>
                <a:ea typeface="Yu Gothic"/>
                <a:cs typeface="Yu Gothic"/>
              </a:defRPr>
            </a:defPPr>
            <a:lvl1pPr algn="ctr">
              <a:defRPr sz="2025" b="0">
                <a:solidFill>
                  <a:srgbClr val="231F20"/>
                </a:solidFill>
                <a:latin typeface="Yu Gothic"/>
                <a:ea typeface="Yu Gothic"/>
                <a:cs typeface="Yu Gothic"/>
              </a:defRPr>
            </a:lvl1pPr>
            <a:lvl2pPr algn="ctr">
              <a:defRPr sz="2025" b="0">
                <a:solidFill>
                  <a:srgbClr val="231F20"/>
                </a:solidFill>
                <a:latin typeface="Yu Gothic"/>
                <a:ea typeface="Yu Gothic"/>
                <a:cs typeface="Yu Gothic"/>
              </a:defRPr>
            </a:lvl2pPr>
            <a:lvl3pPr algn="ctr">
              <a:defRPr sz="2025" b="0">
                <a:solidFill>
                  <a:srgbClr val="231F20"/>
                </a:solidFill>
                <a:latin typeface="Yu Gothic"/>
                <a:ea typeface="Yu Gothic"/>
                <a:cs typeface="Yu Gothic"/>
              </a:defRPr>
            </a:lvl3pPr>
            <a:lvl4pPr algn="ctr">
              <a:defRPr sz="2025" b="0">
                <a:solidFill>
                  <a:srgbClr val="231F20"/>
                </a:solidFill>
                <a:latin typeface="Yu Gothic"/>
                <a:ea typeface="Yu Gothic"/>
                <a:cs typeface="Yu Gothic"/>
              </a:defRPr>
            </a:lvl4pPr>
            <a:lvl5pPr algn="ctr">
              <a:defRPr sz="2025" b="0">
                <a:solidFill>
                  <a:srgbClr val="231F20"/>
                </a:solidFill>
                <a:latin typeface="Yu Gothic"/>
                <a:ea typeface="Yu Gothic"/>
                <a:cs typeface="Yu Gothic"/>
              </a:defRPr>
            </a:lvl5pPr>
            <a:lvl6pPr algn="ctr">
              <a:defRPr sz="2025" b="0">
                <a:solidFill>
                  <a:srgbClr val="231F20"/>
                </a:solidFill>
                <a:latin typeface="Yu Gothic"/>
                <a:ea typeface="Yu Gothic"/>
                <a:cs typeface="Yu Gothic"/>
              </a:defRPr>
            </a:lvl6pPr>
            <a:lvl7pPr algn="ctr">
              <a:defRPr sz="2025" b="0">
                <a:solidFill>
                  <a:srgbClr val="231F20"/>
                </a:solidFill>
                <a:latin typeface="Yu Gothic"/>
                <a:ea typeface="Yu Gothic"/>
                <a:cs typeface="Yu Gothic"/>
              </a:defRPr>
            </a:lvl7pPr>
            <a:lvl8pPr algn="ctr">
              <a:defRPr sz="2025" b="0">
                <a:solidFill>
                  <a:srgbClr val="231F20"/>
                </a:solidFill>
                <a:latin typeface="Yu Gothic"/>
                <a:ea typeface="Yu Gothic"/>
                <a:cs typeface="Yu Gothic"/>
              </a:defRPr>
            </a:lvl8pPr>
            <a:lvl9pPr algn="ctr">
              <a:defRPr sz="2025" b="0">
                <a:solidFill>
                  <a:srgbClr val="231F20"/>
                </a:solidFill>
                <a:latin typeface="Yu Gothic"/>
                <a:ea typeface="Yu Gothic"/>
                <a:cs typeface="Yu Gothic"/>
              </a:defRPr>
            </a:lvl9pPr>
          </a:lstStyle>
          <a:p xmlns:a="http://schemas.openxmlformats.org/drawingml/2006/main">
            <a:pPr algn="ctr">
              <a:defRPr sz="2025" b="0">
                <a:solidFill>
                  <a:srgbClr val="231F20"/>
                </a:solidFill>
                <a:latin typeface="Yu Gothic"/>
                <a:ea typeface="Yu Gothic"/>
                <a:cs typeface="Yu Gothic"/>
              </a:defRPr>
            </a:pPr>
            <a:r>
              <a:rPr sz="2025" b="0">
                <a:solidFill>
                  <a:srgbClr val="231F20"/>
                </a:solidFill>
                <a:latin typeface="Yu Gothic"/>
                <a:ea typeface="Yu Gothic"/>
                <a:cs typeface="Yu Gothic"/>
              </a:rPr>
              <a:t>…</a:t>
            </a:r>
          </a:p>
        </p:txBody>
      </p:sp>
      <p:sp>
        <p:nvSpPr>
          <p:cNvPr id="18" name="text-583">
            <a:extLst xmlns:a="http://schemas.openxmlformats.org/drawingml/2006/main">
              <a:ext uri="{FF2B5EF4-FFF2-40B4-BE49-F238E27FC236}">
                <a16:creationId xmlns:a16="http://schemas.microsoft.com/office/drawing/2014/main" id="{3FD20C76-2205-49B5-9384-0AFE9726112B}"/>
              </a:ext>
            </a:extLst>
          </p:cNvPr>
          <p:cNvSpPr>
            <a:spLocks xmlns:a="http://schemas.openxmlformats.org/drawingml/2006/main" noGrp="1"/>
          </p:cNvSpPr>
          <p:nvPr/>
        </p:nvSpPr>
        <p:spPr>
          <a:xfrm xmlns:a="http://schemas.openxmlformats.org/drawingml/2006/main">
            <a:off x="4552950" y="44577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画像として保存</a:t>
            </a:r>
          </a:p>
        </p:txBody>
      </p:sp>
      <p:sp>
        <p:nvSpPr>
          <p:cNvPr id="19" name="wire-584">
            <a:extLst xmlns:a="http://schemas.openxmlformats.org/drawingml/2006/main">
              <a:ext uri="{FF2B5EF4-FFF2-40B4-BE49-F238E27FC236}">
                <a16:creationId xmlns:a16="http://schemas.microsoft.com/office/drawing/2014/main" id="{DDCD78CC-F67D-404B-9DB6-79F46DC496D1}"/>
              </a:ext>
            </a:extLst>
          </p:cNvPr>
          <p:cNvSpPr>
            <a:spLocks xmlns:a="http://schemas.openxmlformats.org/drawingml/2006/main" noGrp="1"/>
          </p:cNvSpPr>
          <p:nvPr/>
        </p:nvSpPr>
        <p:spPr>
          <a:xfrm xmlns:a="http://schemas.openxmlformats.org/drawingml/2006/main">
            <a:off x="3095625" y="3448050"/>
            <a:ext cx="1238250" cy="9525"/>
          </a:xfrm>
          <a:custGeom xmlns:a="http://schemas.openxmlformats.org/drawingml/2006/main">
            <a:pathLst>
              <a:path w="1238250" h="9525">
                <a:moveTo>
                  <a:pt x="0" y="0"/>
                </a:moveTo>
                <a:lnTo>
                  <a:pt x="1238250" y="0"/>
                </a:lnTo>
              </a:path>
            </a:pathLst>
          </a:custGeom>
          <a:noFill xmlns:a="http://schemas.openxmlformats.org/drawingml/2006/main"/>
          <a:ln xmlns:a="http://schemas.openxmlformats.org/drawingml/2006/main" w="28575">
            <a:solidFill>
              <a:srgbClr val="231F20"/>
            </a:solidFill>
          </a:ln>
        </p:spPr>
      </p:sp>
      <p:sp>
        <p:nvSpPr>
          <p:cNvPr id="20" name="circuit-585">
            <a:extLst xmlns:a="http://schemas.openxmlformats.org/drawingml/2006/main">
              <a:ext uri="{FF2B5EF4-FFF2-40B4-BE49-F238E27FC236}">
                <a16:creationId xmlns:a16="http://schemas.microsoft.com/office/drawing/2014/main" id="{B1341C1C-0576-4583-AE00-A9F311228078}"/>
              </a:ext>
            </a:extLst>
          </p:cNvPr>
          <p:cNvSpPr>
            <a:spLocks xmlns:a="http://schemas.openxmlformats.org/drawingml/2006/main" noGrp="1"/>
          </p:cNvSpPr>
          <p:nvPr/>
        </p:nvSpPr>
        <p:spPr>
          <a:xfrm xmlns:a="http://schemas.openxmlformats.org/drawingml/2006/main">
            <a:off x="4257675" y="3416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1" name="text-586">
            <a:extLst xmlns:a="http://schemas.openxmlformats.org/drawingml/2006/main">
              <a:ext uri="{FF2B5EF4-FFF2-40B4-BE49-F238E27FC236}">
                <a16:creationId xmlns:a16="http://schemas.microsoft.com/office/drawing/2014/main" id="{A20636F0-633E-4CD3-A659-FD61F6725B99}"/>
              </a:ext>
            </a:extLst>
          </p:cNvPr>
          <p:cNvSpPr>
            <a:spLocks xmlns:a="http://schemas.openxmlformats.org/drawingml/2006/main" noGrp="1"/>
          </p:cNvSpPr>
          <p:nvPr/>
        </p:nvSpPr>
        <p:spPr>
          <a:xfrm xmlns:a="http://schemas.openxmlformats.org/drawingml/2006/main">
            <a:off x="3276600" y="2952750"/>
            <a:ext cx="91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Yu Gothic"/>
                <a:ea typeface="Yu Gothic"/>
                <a:cs typeface="Yu Gothic"/>
              </a:defRPr>
            </a:defPPr>
            <a:lvl1pPr algn="ctr">
              <a:defRPr sz="1875" b="0">
                <a:solidFill>
                  <a:srgbClr val="231F20"/>
                </a:solidFill>
                <a:latin typeface="Yu Gothic"/>
                <a:ea typeface="Yu Gothic"/>
                <a:cs typeface="Yu Gothic"/>
              </a:defRPr>
            </a:lvl1pPr>
            <a:lvl2pPr algn="ctr">
              <a:defRPr sz="1875" b="0">
                <a:solidFill>
                  <a:srgbClr val="231F20"/>
                </a:solidFill>
                <a:latin typeface="Yu Gothic"/>
                <a:ea typeface="Yu Gothic"/>
                <a:cs typeface="Yu Gothic"/>
              </a:defRPr>
            </a:lvl2pPr>
            <a:lvl3pPr algn="ctr">
              <a:defRPr sz="1875" b="0">
                <a:solidFill>
                  <a:srgbClr val="231F20"/>
                </a:solidFill>
                <a:latin typeface="Yu Gothic"/>
                <a:ea typeface="Yu Gothic"/>
                <a:cs typeface="Yu Gothic"/>
              </a:defRPr>
            </a:lvl3pPr>
            <a:lvl4pPr algn="ctr">
              <a:defRPr sz="1875" b="0">
                <a:solidFill>
                  <a:srgbClr val="231F20"/>
                </a:solidFill>
                <a:latin typeface="Yu Gothic"/>
                <a:ea typeface="Yu Gothic"/>
                <a:cs typeface="Yu Gothic"/>
              </a:defRPr>
            </a:lvl4pPr>
            <a:lvl5pPr algn="ctr">
              <a:defRPr sz="1875" b="0">
                <a:solidFill>
                  <a:srgbClr val="231F20"/>
                </a:solidFill>
                <a:latin typeface="Yu Gothic"/>
                <a:ea typeface="Yu Gothic"/>
                <a:cs typeface="Yu Gothic"/>
              </a:defRPr>
            </a:lvl5pPr>
            <a:lvl6pPr algn="ctr">
              <a:defRPr sz="1875" b="0">
                <a:solidFill>
                  <a:srgbClr val="231F20"/>
                </a:solidFill>
                <a:latin typeface="Yu Gothic"/>
                <a:ea typeface="Yu Gothic"/>
                <a:cs typeface="Yu Gothic"/>
              </a:defRPr>
            </a:lvl6pPr>
            <a:lvl7pPr algn="ctr">
              <a:defRPr sz="1875" b="0">
                <a:solidFill>
                  <a:srgbClr val="231F20"/>
                </a:solidFill>
                <a:latin typeface="Yu Gothic"/>
                <a:ea typeface="Yu Gothic"/>
                <a:cs typeface="Yu Gothic"/>
              </a:defRPr>
            </a:lvl7pPr>
            <a:lvl8pPr algn="ctr">
              <a:defRPr sz="1875" b="0">
                <a:solidFill>
                  <a:srgbClr val="231F20"/>
                </a:solidFill>
                <a:latin typeface="Yu Gothic"/>
                <a:ea typeface="Yu Gothic"/>
                <a:cs typeface="Yu Gothic"/>
              </a:defRPr>
            </a:lvl8pPr>
            <a:lvl9pPr algn="ctr">
              <a:defRPr sz="1875" b="0">
                <a:solidFill>
                  <a:srgbClr val="231F20"/>
                </a:solidFill>
                <a:latin typeface="Yu Gothic"/>
                <a:ea typeface="Yu Gothic"/>
                <a:cs typeface="Yu Gothic"/>
              </a:defRPr>
            </a:lvl9pPr>
          </a:lstStyle>
          <a:p xmlns:a="http://schemas.openxmlformats.org/drawingml/2006/main">
            <a:pPr algn="ctr">
              <a:defRPr sz="1875" b="0">
                <a:solidFill>
                  <a:srgbClr val="231F20"/>
                </a:solidFill>
                <a:latin typeface="Yu Gothic"/>
                <a:ea typeface="Yu Gothic"/>
                <a:cs typeface="Yu Gothic"/>
              </a:defRPr>
            </a:pPr>
            <a:r>
              <a:rPr sz="1875" b="0">
                <a:solidFill>
                  <a:srgbClr val="231F20"/>
                </a:solidFill>
                <a:latin typeface="Yu Gothic"/>
                <a:ea typeface="Yu Gothic"/>
                <a:cs typeface="Yu Gothic"/>
              </a:rPr>
              <a:t>書く</a:t>
            </a:r>
          </a:p>
        </p:txBody>
      </p:sp>
      <p:sp>
        <p:nvSpPr>
          <p:cNvPr id="22" name="block-587">
            <a:extLst xmlns:a="http://schemas.openxmlformats.org/drawingml/2006/main">
              <a:ext uri="{FF2B5EF4-FFF2-40B4-BE49-F238E27FC236}">
                <a16:creationId xmlns:a16="http://schemas.microsoft.com/office/drawing/2014/main" id="{844C93AB-241D-4CFE-8EDD-0DD5DAD0252E}"/>
              </a:ext>
            </a:extLst>
          </p:cNvPr>
          <p:cNvSpPr>
            <a:spLocks xmlns:a="http://schemas.openxmlformats.org/drawingml/2006/main" noGrp="1"/>
          </p:cNvSpPr>
          <p:nvPr/>
        </p:nvSpPr>
        <p:spPr>
          <a:xfrm xmlns:a="http://schemas.openxmlformats.org/drawingml/2006/main">
            <a:off x="9134475" y="2924175"/>
            <a:ext cx="2447925" cy="10477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3" name="text-588">
            <a:extLst xmlns:a="http://schemas.openxmlformats.org/drawingml/2006/main">
              <a:ext uri="{FF2B5EF4-FFF2-40B4-BE49-F238E27FC236}">
                <a16:creationId xmlns:a16="http://schemas.microsoft.com/office/drawing/2014/main" id="{6133B261-8AEF-4EF8-8FEA-1AEC401E3A3A}"/>
              </a:ext>
            </a:extLst>
          </p:cNvPr>
          <p:cNvSpPr>
            <a:spLocks xmlns:a="http://schemas.openxmlformats.org/drawingml/2006/main" noGrp="1"/>
          </p:cNvSpPr>
          <p:nvPr/>
        </p:nvSpPr>
        <p:spPr>
          <a:xfrm xmlns:a="http://schemas.openxmlformats.org/drawingml/2006/main">
            <a:off x="9210675" y="2981325"/>
            <a:ext cx="22955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表示回路</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画素を順に送る</a:t>
            </a:r>
          </a:p>
        </p:txBody>
      </p:sp>
      <p:sp>
        <p:nvSpPr>
          <p:cNvPr id="24" name="wire-589">
            <a:extLst xmlns:a="http://schemas.openxmlformats.org/drawingml/2006/main">
              <a:ext uri="{FF2B5EF4-FFF2-40B4-BE49-F238E27FC236}">
                <a16:creationId xmlns:a16="http://schemas.microsoft.com/office/drawing/2014/main" id="{6992F8BE-5E17-4887-91C4-290CE1803A0B}"/>
              </a:ext>
            </a:extLst>
          </p:cNvPr>
          <p:cNvSpPr>
            <a:spLocks xmlns:a="http://schemas.openxmlformats.org/drawingml/2006/main" noGrp="1"/>
          </p:cNvSpPr>
          <p:nvPr/>
        </p:nvSpPr>
        <p:spPr>
          <a:xfrm xmlns:a="http://schemas.openxmlformats.org/drawingml/2006/main">
            <a:off x="7724775" y="3448050"/>
            <a:ext cx="1409700" cy="9525"/>
          </a:xfrm>
          <a:custGeom xmlns:a="http://schemas.openxmlformats.org/drawingml/2006/main">
            <a:pathLst>
              <a:path w="1409700" h="9525">
                <a:moveTo>
                  <a:pt x="0" y="0"/>
                </a:moveTo>
                <a:lnTo>
                  <a:pt x="1409700" y="0"/>
                </a:lnTo>
              </a:path>
            </a:pathLst>
          </a:custGeom>
          <a:noFill xmlns:a="http://schemas.openxmlformats.org/drawingml/2006/main"/>
          <a:ln xmlns:a="http://schemas.openxmlformats.org/drawingml/2006/main" w="28575">
            <a:solidFill>
              <a:srgbClr val="231F20"/>
            </a:solidFill>
          </a:ln>
        </p:spPr>
      </p:sp>
      <p:sp>
        <p:nvSpPr>
          <p:cNvPr id="25" name="circuit-590">
            <a:extLst xmlns:a="http://schemas.openxmlformats.org/drawingml/2006/main">
              <a:ext uri="{FF2B5EF4-FFF2-40B4-BE49-F238E27FC236}">
                <a16:creationId xmlns:a16="http://schemas.microsoft.com/office/drawing/2014/main" id="{61B2015E-D6DF-4B1E-8653-EDB21A5C1751}"/>
              </a:ext>
            </a:extLst>
          </p:cNvPr>
          <p:cNvSpPr>
            <a:spLocks xmlns:a="http://schemas.openxmlformats.org/drawingml/2006/main" noGrp="1"/>
          </p:cNvSpPr>
          <p:nvPr/>
        </p:nvSpPr>
        <p:spPr>
          <a:xfrm xmlns:a="http://schemas.openxmlformats.org/drawingml/2006/main">
            <a:off x="9058275" y="3416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6" name="text-591">
            <a:extLst xmlns:a="http://schemas.openxmlformats.org/drawingml/2006/main">
              <a:ext uri="{FF2B5EF4-FFF2-40B4-BE49-F238E27FC236}">
                <a16:creationId xmlns:a16="http://schemas.microsoft.com/office/drawing/2014/main" id="{5B7DB153-AB0A-4522-883A-C5168BAB53BE}"/>
              </a:ext>
            </a:extLst>
          </p:cNvPr>
          <p:cNvSpPr>
            <a:spLocks xmlns:a="http://schemas.openxmlformats.org/drawingml/2006/main" noGrp="1"/>
          </p:cNvSpPr>
          <p:nvPr/>
        </p:nvSpPr>
        <p:spPr>
          <a:xfrm xmlns:a="http://schemas.openxmlformats.org/drawingml/2006/main">
            <a:off x="7981950" y="2952750"/>
            <a:ext cx="895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Yu Gothic"/>
                <a:ea typeface="Yu Gothic"/>
                <a:cs typeface="Yu Gothic"/>
              </a:defRPr>
            </a:defPPr>
            <a:lvl1pPr algn="ctr">
              <a:defRPr sz="1875" b="0">
                <a:solidFill>
                  <a:srgbClr val="231F20"/>
                </a:solidFill>
                <a:latin typeface="Yu Gothic"/>
                <a:ea typeface="Yu Gothic"/>
                <a:cs typeface="Yu Gothic"/>
              </a:defRPr>
            </a:lvl1pPr>
            <a:lvl2pPr algn="ctr">
              <a:defRPr sz="1875" b="0">
                <a:solidFill>
                  <a:srgbClr val="231F20"/>
                </a:solidFill>
                <a:latin typeface="Yu Gothic"/>
                <a:ea typeface="Yu Gothic"/>
                <a:cs typeface="Yu Gothic"/>
              </a:defRPr>
            </a:lvl2pPr>
            <a:lvl3pPr algn="ctr">
              <a:defRPr sz="1875" b="0">
                <a:solidFill>
                  <a:srgbClr val="231F20"/>
                </a:solidFill>
                <a:latin typeface="Yu Gothic"/>
                <a:ea typeface="Yu Gothic"/>
                <a:cs typeface="Yu Gothic"/>
              </a:defRPr>
            </a:lvl3pPr>
            <a:lvl4pPr algn="ctr">
              <a:defRPr sz="1875" b="0">
                <a:solidFill>
                  <a:srgbClr val="231F20"/>
                </a:solidFill>
                <a:latin typeface="Yu Gothic"/>
                <a:ea typeface="Yu Gothic"/>
                <a:cs typeface="Yu Gothic"/>
              </a:defRPr>
            </a:lvl4pPr>
            <a:lvl5pPr algn="ctr">
              <a:defRPr sz="1875" b="0">
                <a:solidFill>
                  <a:srgbClr val="231F20"/>
                </a:solidFill>
                <a:latin typeface="Yu Gothic"/>
                <a:ea typeface="Yu Gothic"/>
                <a:cs typeface="Yu Gothic"/>
              </a:defRPr>
            </a:lvl5pPr>
            <a:lvl6pPr algn="ctr">
              <a:defRPr sz="1875" b="0">
                <a:solidFill>
                  <a:srgbClr val="231F20"/>
                </a:solidFill>
                <a:latin typeface="Yu Gothic"/>
                <a:ea typeface="Yu Gothic"/>
                <a:cs typeface="Yu Gothic"/>
              </a:defRPr>
            </a:lvl6pPr>
            <a:lvl7pPr algn="ctr">
              <a:defRPr sz="1875" b="0">
                <a:solidFill>
                  <a:srgbClr val="231F20"/>
                </a:solidFill>
                <a:latin typeface="Yu Gothic"/>
                <a:ea typeface="Yu Gothic"/>
                <a:cs typeface="Yu Gothic"/>
              </a:defRPr>
            </a:lvl7pPr>
            <a:lvl8pPr algn="ctr">
              <a:defRPr sz="1875" b="0">
                <a:solidFill>
                  <a:srgbClr val="231F20"/>
                </a:solidFill>
                <a:latin typeface="Yu Gothic"/>
                <a:ea typeface="Yu Gothic"/>
                <a:cs typeface="Yu Gothic"/>
              </a:defRPr>
            </a:lvl8pPr>
            <a:lvl9pPr algn="ctr">
              <a:defRPr sz="1875" b="0">
                <a:solidFill>
                  <a:srgbClr val="231F20"/>
                </a:solidFill>
                <a:latin typeface="Yu Gothic"/>
                <a:ea typeface="Yu Gothic"/>
                <a:cs typeface="Yu Gothic"/>
              </a:defRPr>
            </a:lvl9pPr>
          </a:lstStyle>
          <a:p xmlns:a="http://schemas.openxmlformats.org/drawingml/2006/main">
            <a:pPr algn="ctr">
              <a:defRPr sz="1875" b="0">
                <a:solidFill>
                  <a:srgbClr val="231F20"/>
                </a:solidFill>
                <a:latin typeface="Yu Gothic"/>
                <a:ea typeface="Yu Gothic"/>
                <a:cs typeface="Yu Gothic"/>
              </a:defRPr>
            </a:pPr>
            <a:r>
              <a:rPr sz="1875" b="0">
                <a:solidFill>
                  <a:srgbClr val="231F20"/>
                </a:solidFill>
                <a:latin typeface="Yu Gothic"/>
                <a:ea typeface="Yu Gothic"/>
                <a:cs typeface="Yu Gothic"/>
              </a:rPr>
              <a:t>読む</a:t>
            </a:r>
          </a:p>
        </p:txBody>
      </p:sp>
      <p:sp>
        <p:nvSpPr>
          <p:cNvPr id="27" name="wire-592">
            <a:extLst xmlns:a="http://schemas.openxmlformats.org/drawingml/2006/main">
              <a:ext uri="{FF2B5EF4-FFF2-40B4-BE49-F238E27FC236}">
                <a16:creationId xmlns:a16="http://schemas.microsoft.com/office/drawing/2014/main" id="{ED65F655-7AF6-41A9-B50C-A681E21DFF5A}"/>
              </a:ext>
            </a:extLst>
          </p:cNvPr>
          <p:cNvSpPr>
            <a:spLocks xmlns:a="http://schemas.openxmlformats.org/drawingml/2006/main" noGrp="1"/>
          </p:cNvSpPr>
          <p:nvPr/>
        </p:nvSpPr>
        <p:spPr>
          <a:xfrm xmlns:a="http://schemas.openxmlformats.org/drawingml/2006/main">
            <a:off x="10353675" y="3971925"/>
            <a:ext cx="9525" cy="942975"/>
          </a:xfrm>
          <a:custGeom xmlns:a="http://schemas.openxmlformats.org/drawingml/2006/main">
            <a:pathLst>
              <a:path w="9525" h="942975">
                <a:moveTo>
                  <a:pt x="0" y="0"/>
                </a:moveTo>
                <a:lnTo>
                  <a:pt x="0" y="942975"/>
                </a:lnTo>
              </a:path>
            </a:pathLst>
          </a:custGeom>
          <a:noFill xmlns:a="http://schemas.openxmlformats.org/drawingml/2006/main"/>
          <a:ln xmlns:a="http://schemas.openxmlformats.org/drawingml/2006/main" w="28575">
            <a:solidFill>
              <a:srgbClr val="231F20"/>
            </a:solidFill>
          </a:ln>
        </p:spPr>
      </p:sp>
      <p:sp>
        <p:nvSpPr>
          <p:cNvPr id="28" name="circuit-593">
            <a:extLst xmlns:a="http://schemas.openxmlformats.org/drawingml/2006/main">
              <a:ext uri="{FF2B5EF4-FFF2-40B4-BE49-F238E27FC236}">
                <a16:creationId xmlns:a16="http://schemas.microsoft.com/office/drawing/2014/main" id="{113F747E-759B-4E69-93DE-5EC371ED85EC}"/>
              </a:ext>
            </a:extLst>
          </p:cNvPr>
          <p:cNvSpPr>
            <a:spLocks xmlns:a="http://schemas.openxmlformats.org/drawingml/2006/main" noGrp="1"/>
          </p:cNvSpPr>
          <p:nvPr/>
        </p:nvSpPr>
        <p:spPr>
          <a:xfrm xmlns:a="http://schemas.openxmlformats.org/drawingml/2006/main">
            <a:off x="10322243" y="4838700"/>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9" name="block-594">
            <a:extLst xmlns:a="http://schemas.openxmlformats.org/drawingml/2006/main">
              <a:ext uri="{FF2B5EF4-FFF2-40B4-BE49-F238E27FC236}">
                <a16:creationId xmlns:a16="http://schemas.microsoft.com/office/drawing/2014/main" id="{97A833D9-87EA-46DF-906E-593B94B1C46C}"/>
              </a:ext>
            </a:extLst>
          </p:cNvPr>
          <p:cNvSpPr>
            <a:spLocks xmlns:a="http://schemas.openxmlformats.org/drawingml/2006/main" noGrp="1"/>
          </p:cNvSpPr>
          <p:nvPr/>
        </p:nvSpPr>
        <p:spPr>
          <a:xfrm xmlns:a="http://schemas.openxmlformats.org/drawingml/2006/main">
            <a:off x="9134475" y="4914900"/>
            <a:ext cx="2447925" cy="5905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30" name="text-595">
            <a:extLst xmlns:a="http://schemas.openxmlformats.org/drawingml/2006/main">
              <a:ext uri="{FF2B5EF4-FFF2-40B4-BE49-F238E27FC236}">
                <a16:creationId xmlns:a16="http://schemas.microsoft.com/office/drawing/2014/main" id="{75F41648-A9AF-4E72-9F76-E4C90C4D02C2}"/>
              </a:ext>
            </a:extLst>
          </p:cNvPr>
          <p:cNvSpPr>
            <a:spLocks xmlns:a="http://schemas.openxmlformats.org/drawingml/2006/main" noGrp="1"/>
          </p:cNvSpPr>
          <p:nvPr/>
        </p:nvSpPr>
        <p:spPr>
          <a:xfrm xmlns:a="http://schemas.openxmlformats.org/drawingml/2006/main">
            <a:off x="9210675" y="4972050"/>
            <a:ext cx="22955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Yu Gothic"/>
                <a:ea typeface="Yu Gothic"/>
                <a:cs typeface="Yu Gothic"/>
              </a:defRPr>
            </a:defPPr>
            <a:lvl1pPr algn="ctr">
              <a:defRPr sz="2100" b="1">
                <a:solidFill>
                  <a:srgbClr val="231F20"/>
                </a:solidFill>
                <a:latin typeface="Yu Gothic"/>
                <a:ea typeface="Yu Gothic"/>
                <a:cs typeface="Yu Gothic"/>
              </a:defRPr>
            </a:lvl1pPr>
            <a:lvl2pPr algn="ctr">
              <a:defRPr sz="2100" b="1">
                <a:solidFill>
                  <a:srgbClr val="231F20"/>
                </a:solidFill>
                <a:latin typeface="Yu Gothic"/>
                <a:ea typeface="Yu Gothic"/>
                <a:cs typeface="Yu Gothic"/>
              </a:defRPr>
            </a:lvl2pPr>
            <a:lvl3pPr algn="ctr">
              <a:defRPr sz="2100" b="1">
                <a:solidFill>
                  <a:srgbClr val="231F20"/>
                </a:solidFill>
                <a:latin typeface="Yu Gothic"/>
                <a:ea typeface="Yu Gothic"/>
                <a:cs typeface="Yu Gothic"/>
              </a:defRPr>
            </a:lvl3pPr>
            <a:lvl4pPr algn="ctr">
              <a:defRPr sz="2100" b="1">
                <a:solidFill>
                  <a:srgbClr val="231F20"/>
                </a:solidFill>
                <a:latin typeface="Yu Gothic"/>
                <a:ea typeface="Yu Gothic"/>
                <a:cs typeface="Yu Gothic"/>
              </a:defRPr>
            </a:lvl4pPr>
            <a:lvl5pPr algn="ctr">
              <a:defRPr sz="2100" b="1">
                <a:solidFill>
                  <a:srgbClr val="231F20"/>
                </a:solidFill>
                <a:latin typeface="Yu Gothic"/>
                <a:ea typeface="Yu Gothic"/>
                <a:cs typeface="Yu Gothic"/>
              </a:defRPr>
            </a:lvl5pPr>
            <a:lvl6pPr algn="ctr">
              <a:defRPr sz="2100" b="1">
                <a:solidFill>
                  <a:srgbClr val="231F20"/>
                </a:solidFill>
                <a:latin typeface="Yu Gothic"/>
                <a:ea typeface="Yu Gothic"/>
                <a:cs typeface="Yu Gothic"/>
              </a:defRPr>
            </a:lvl6pPr>
            <a:lvl7pPr algn="ctr">
              <a:defRPr sz="2100" b="1">
                <a:solidFill>
                  <a:srgbClr val="231F20"/>
                </a:solidFill>
                <a:latin typeface="Yu Gothic"/>
                <a:ea typeface="Yu Gothic"/>
                <a:cs typeface="Yu Gothic"/>
              </a:defRPr>
            </a:lvl7pPr>
            <a:lvl8pPr algn="ctr">
              <a:defRPr sz="2100" b="1">
                <a:solidFill>
                  <a:srgbClr val="231F20"/>
                </a:solidFill>
                <a:latin typeface="Yu Gothic"/>
                <a:ea typeface="Yu Gothic"/>
                <a:cs typeface="Yu Gothic"/>
              </a:defRPr>
            </a:lvl8pPr>
            <a:lvl9pPr algn="ctr">
              <a:defRPr sz="2100" b="1">
                <a:solidFill>
                  <a:srgbClr val="231F20"/>
                </a:solidFill>
                <a:latin typeface="Yu Gothic"/>
                <a:ea typeface="Yu Gothic"/>
                <a:cs typeface="Yu Gothic"/>
              </a:defRPr>
            </a:lvl9pPr>
          </a:lstStyle>
          <a:p xmlns:a="http://schemas.openxmlformats.org/drawingml/2006/main">
            <a:pPr algn="ctr">
              <a:defRPr sz="2100" b="1">
                <a:solidFill>
                  <a:srgbClr val="231F20"/>
                </a:solidFill>
                <a:latin typeface="Yu Gothic"/>
                <a:ea typeface="Yu Gothic"/>
                <a:cs typeface="Yu Gothic"/>
              </a:defRPr>
            </a:pPr>
            <a:r>
              <a:rPr sz="2100" b="1">
                <a:solidFill>
                  <a:srgbClr val="231F20"/>
                </a:solidFill>
                <a:latin typeface="Yu Gothic"/>
                <a:ea typeface="Yu Gothic"/>
                <a:cs typeface="Yu Gothic"/>
              </a:rPr>
              <a:t>HDMI端子</a:t>
            </a:r>
          </a:p>
        </p:txBody>
      </p:sp>
      <p:sp>
        <p:nvSpPr>
          <p:cNvPr id="31" name="text-596">
            <a:extLst xmlns:a="http://schemas.openxmlformats.org/drawingml/2006/main">
              <a:ext uri="{FF2B5EF4-FFF2-40B4-BE49-F238E27FC236}">
                <a16:creationId xmlns:a16="http://schemas.microsoft.com/office/drawing/2014/main" id="{C55FFD7B-D09D-4BDF-9B49-3DD95E58A041}"/>
              </a:ext>
            </a:extLst>
          </p:cNvPr>
          <p:cNvSpPr>
            <a:spLocks xmlns:a="http://schemas.openxmlformats.org/drawingml/2006/main" noGrp="1"/>
          </p:cNvSpPr>
          <p:nvPr/>
        </p:nvSpPr>
        <p:spPr>
          <a:xfrm xmlns:a="http://schemas.openxmlformats.org/drawingml/2006/main">
            <a:off x="609600" y="57054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FIFOへ語を渡せたことと、描画が終わったことは別</a:t>
            </a:r>
          </a:p>
        </p:txBody>
      </p:sp>
      <p:sp>
        <p:nvSpPr>
          <p:cNvPr id="32" name="text-597">
            <a:extLst xmlns:a="http://schemas.openxmlformats.org/drawingml/2006/main">
              <a:ext uri="{FF2B5EF4-FFF2-40B4-BE49-F238E27FC236}">
                <a16:creationId xmlns:a16="http://schemas.microsoft.com/office/drawing/2014/main" id="{7750C58C-E245-4F02-9B59-AFBC70D5BFE4}"/>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10</a:t>
            </a:r>
          </a:p>
        </p:txBody>
      </p:sp>
      <p:sp>
        <p:nvSpPr>
          <p:cNvPr id="33" name="text-598">
            <a:extLst xmlns:a="http://schemas.openxmlformats.org/drawingml/2006/main">
              <a:ext uri="{FF2B5EF4-FFF2-40B4-BE49-F238E27FC236}">
                <a16:creationId xmlns:a16="http://schemas.microsoft.com/office/drawing/2014/main" id="{3AF865CB-4CC6-4A69-B49F-869CE6A5F681}"/>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画素は画面を作る一つひとつの点。命令列の処理・メモリ共有・表示切替の内部は省略</a:t>
            </a:r>
          </a:p>
        </p:txBody>
      </p:sp>
    </p:spTree>
    <p:extLst>
      <p:ext uri="{BB962C8B-B14F-4D97-AF65-F5344CB8AC3E}">
        <p14:creationId xmlns:p14="http://schemas.microsoft.com/office/powerpoint/2010/main" val="21204368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49" name="text-599">
            <a:extLst xmlns:a="http://schemas.openxmlformats.org/drawingml/2006/main">
              <a:ext uri="{FF2B5EF4-FFF2-40B4-BE49-F238E27FC236}">
                <a16:creationId xmlns:a16="http://schemas.microsoft.com/office/drawing/2014/main" id="{615B5F76-7130-4BFC-B3F6-5402DA9B6B99}"/>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11</a:t>
            </a:r>
          </a:p>
        </p:txBody>
      </p:sp>
      <p:sp>
        <p:nvSpPr>
          <p:cNvPr id="2" name="text-600">
            <a:extLst xmlns:a="http://schemas.openxmlformats.org/drawingml/2006/main">
              <a:ext uri="{FF2B5EF4-FFF2-40B4-BE49-F238E27FC236}">
                <a16:creationId xmlns:a16="http://schemas.microsoft.com/office/drawing/2014/main" id="{9000ACF7-3FCF-4FAE-AD40-BE9AEEBE617D}"/>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回路をHDLで記述し、FPGAへ実装する</a:t>
            </a:r>
          </a:p>
        </p:txBody>
      </p:sp>
      <p:sp>
        <p:nvSpPr>
          <p:cNvPr id="3" name="text-601">
            <a:extLst xmlns:a="http://schemas.openxmlformats.org/drawingml/2006/main">
              <a:ext uri="{FF2B5EF4-FFF2-40B4-BE49-F238E27FC236}">
                <a16:creationId xmlns:a16="http://schemas.microsoft.com/office/drawing/2014/main" id="{B617245A-99D2-406F-BB4A-59CF1D7B54F3}"/>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11</a:t>
            </a:r>
          </a:p>
        </p:txBody>
      </p:sp>
      <p:sp>
        <p:nvSpPr>
          <p:cNvPr id="4" name="text-602">
            <a:extLst xmlns:a="http://schemas.openxmlformats.org/drawingml/2006/main">
              <a:ext uri="{FF2B5EF4-FFF2-40B4-BE49-F238E27FC236}">
                <a16:creationId xmlns:a16="http://schemas.microsoft.com/office/drawing/2014/main" id="{E562BF38-C8D6-4587-B3AE-C0FBCD31F3AC}"/>
              </a:ext>
            </a:extLst>
          </p:cNvPr>
          <p:cNvSpPr>
            <a:spLocks xmlns:a="http://schemas.openxmlformats.org/drawingml/2006/main" noGrp="1"/>
          </p:cNvSpPr>
          <p:nvPr/>
        </p:nvSpPr>
        <p:spPr>
          <a:xfrm xmlns:a="http://schemas.openxmlformats.org/drawingml/2006/main">
            <a:off x="523875" y="1304925"/>
            <a:ext cx="7048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回路図（HDLの構造を示す）</a:t>
            </a:r>
          </a:p>
        </p:txBody>
      </p:sp>
      <p:sp>
        <p:nvSpPr>
          <p:cNvPr id="5" name="block-603">
            <a:extLst xmlns:a="http://schemas.openxmlformats.org/drawingml/2006/main">
              <a:ext uri="{FF2B5EF4-FFF2-40B4-BE49-F238E27FC236}">
                <a16:creationId xmlns:a16="http://schemas.microsoft.com/office/drawing/2014/main" id="{D737F4B8-076E-498E-930E-344710C95AF3}"/>
              </a:ext>
            </a:extLst>
          </p:cNvPr>
          <p:cNvSpPr>
            <a:spLocks xmlns:a="http://schemas.openxmlformats.org/drawingml/2006/main" noGrp="1"/>
          </p:cNvSpPr>
          <p:nvPr/>
        </p:nvSpPr>
        <p:spPr>
          <a:xfrm xmlns:a="http://schemas.openxmlformats.org/drawingml/2006/main">
            <a:off x="5629275" y="1809750"/>
            <a:ext cx="918972" cy="22974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6" name="text-604">
            <a:extLst xmlns:a="http://schemas.openxmlformats.org/drawingml/2006/main">
              <a:ext uri="{FF2B5EF4-FFF2-40B4-BE49-F238E27FC236}">
                <a16:creationId xmlns:a16="http://schemas.microsoft.com/office/drawing/2014/main" id="{62042C8D-F53C-4690-A88D-58D6398A7552}"/>
              </a:ext>
            </a:extLst>
          </p:cNvPr>
          <p:cNvSpPr>
            <a:spLocks xmlns:a="http://schemas.openxmlformats.org/drawingml/2006/main" noGrp="1"/>
          </p:cNvSpPr>
          <p:nvPr/>
        </p:nvSpPr>
        <p:spPr>
          <a:xfrm xmlns:a="http://schemas.openxmlformats.org/drawingml/2006/main">
            <a:off x="5648420" y="1816132"/>
            <a:ext cx="880682" cy="216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55" b="1">
                <a:solidFill>
                  <a:srgbClr val="231F20"/>
                </a:solidFill>
                <a:latin typeface="Arial"/>
                <a:ea typeface="Arial"/>
                <a:cs typeface="Arial"/>
              </a:defRPr>
            </a:defPPr>
            <a:lvl1pPr algn="ctr">
              <a:defRPr sz="955" b="1">
                <a:solidFill>
                  <a:srgbClr val="231F20"/>
                </a:solidFill>
                <a:latin typeface="Arial"/>
                <a:ea typeface="Arial"/>
                <a:cs typeface="Arial"/>
              </a:defRPr>
            </a:lvl1pPr>
            <a:lvl2pPr algn="ctr">
              <a:defRPr sz="955" b="1">
                <a:solidFill>
                  <a:srgbClr val="231F20"/>
                </a:solidFill>
                <a:latin typeface="Arial"/>
                <a:ea typeface="Arial"/>
                <a:cs typeface="Arial"/>
              </a:defRPr>
            </a:lvl2pPr>
            <a:lvl3pPr algn="ctr">
              <a:defRPr sz="955" b="1">
                <a:solidFill>
                  <a:srgbClr val="231F20"/>
                </a:solidFill>
                <a:latin typeface="Arial"/>
                <a:ea typeface="Arial"/>
                <a:cs typeface="Arial"/>
              </a:defRPr>
            </a:lvl3pPr>
            <a:lvl4pPr algn="ctr">
              <a:defRPr sz="955" b="1">
                <a:solidFill>
                  <a:srgbClr val="231F20"/>
                </a:solidFill>
                <a:latin typeface="Arial"/>
                <a:ea typeface="Arial"/>
                <a:cs typeface="Arial"/>
              </a:defRPr>
            </a:lvl4pPr>
            <a:lvl5pPr algn="ctr">
              <a:defRPr sz="955" b="1">
                <a:solidFill>
                  <a:srgbClr val="231F20"/>
                </a:solidFill>
                <a:latin typeface="Arial"/>
                <a:ea typeface="Arial"/>
                <a:cs typeface="Arial"/>
              </a:defRPr>
            </a:lvl5pPr>
            <a:lvl6pPr algn="ctr">
              <a:defRPr sz="955" b="1">
                <a:solidFill>
                  <a:srgbClr val="231F20"/>
                </a:solidFill>
                <a:latin typeface="Arial"/>
                <a:ea typeface="Arial"/>
                <a:cs typeface="Arial"/>
              </a:defRPr>
            </a:lvl6pPr>
            <a:lvl7pPr algn="ctr">
              <a:defRPr sz="955" b="1">
                <a:solidFill>
                  <a:srgbClr val="231F20"/>
                </a:solidFill>
                <a:latin typeface="Arial"/>
                <a:ea typeface="Arial"/>
                <a:cs typeface="Arial"/>
              </a:defRPr>
            </a:lvl7pPr>
            <a:lvl8pPr algn="ctr">
              <a:defRPr sz="955" b="1">
                <a:solidFill>
                  <a:srgbClr val="231F20"/>
                </a:solidFill>
                <a:latin typeface="Arial"/>
                <a:ea typeface="Arial"/>
                <a:cs typeface="Arial"/>
              </a:defRPr>
            </a:lvl8pPr>
            <a:lvl9pPr algn="ctr">
              <a:defRPr sz="955" b="1">
                <a:solidFill>
                  <a:srgbClr val="231F20"/>
                </a:solidFill>
                <a:latin typeface="Arial"/>
                <a:ea typeface="Arial"/>
                <a:cs typeface="Arial"/>
              </a:defRPr>
            </a:lvl9pPr>
          </a:lstStyle>
          <a:p xmlns:a="http://schemas.openxmlformats.org/drawingml/2006/main">
            <a:pPr algn="ctr">
              <a:defRPr sz="955" b="1">
                <a:solidFill>
                  <a:srgbClr val="231F20"/>
                </a:solidFill>
                <a:latin typeface="Arial"/>
                <a:ea typeface="Arial"/>
                <a:cs typeface="Arial"/>
              </a:defRPr>
            </a:pPr>
            <a:r>
              <a:rPr sz="955" b="1">
                <a:solidFill>
                  <a:srgbClr val="231F20"/>
                </a:solidFill>
                <a:latin typeface="Arial"/>
                <a:ea typeface="Arial"/>
                <a:cs typeface="Arial"/>
              </a:rPr>
              <a:t>DDR3</a:t>
            </a:r>
          </a:p>
        </p:txBody>
      </p:sp>
      <p:sp>
        <p:nvSpPr>
          <p:cNvPr id="7" name="block-605">
            <a:extLst xmlns:a="http://schemas.openxmlformats.org/drawingml/2006/main">
              <a:ext uri="{FF2B5EF4-FFF2-40B4-BE49-F238E27FC236}">
                <a16:creationId xmlns:a16="http://schemas.microsoft.com/office/drawing/2014/main" id="{8394CCE2-1D40-4BCB-9151-C7C55E31C1AC}"/>
              </a:ext>
            </a:extLst>
          </p:cNvPr>
          <p:cNvSpPr>
            <a:spLocks xmlns:a="http://schemas.openxmlformats.org/drawingml/2006/main" noGrp="1"/>
          </p:cNvSpPr>
          <p:nvPr/>
        </p:nvSpPr>
        <p:spPr>
          <a:xfrm xmlns:a="http://schemas.openxmlformats.org/drawingml/2006/main">
            <a:off x="6714173" y="1809750"/>
            <a:ext cx="861536" cy="22974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8" name="text-606">
            <a:extLst xmlns:a="http://schemas.openxmlformats.org/drawingml/2006/main">
              <a:ext uri="{FF2B5EF4-FFF2-40B4-BE49-F238E27FC236}">
                <a16:creationId xmlns:a16="http://schemas.microsoft.com/office/drawing/2014/main" id="{AE2B4B62-32CD-4BB2-868E-D75781F1B740}"/>
              </a:ext>
            </a:extLst>
          </p:cNvPr>
          <p:cNvSpPr>
            <a:spLocks xmlns:a="http://schemas.openxmlformats.org/drawingml/2006/main" noGrp="1"/>
          </p:cNvSpPr>
          <p:nvPr/>
        </p:nvSpPr>
        <p:spPr>
          <a:xfrm xmlns:a="http://schemas.openxmlformats.org/drawingml/2006/main">
            <a:off x="6733318" y="1816132"/>
            <a:ext cx="823246" cy="216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55" b="1">
                <a:solidFill>
                  <a:srgbClr val="231F20"/>
                </a:solidFill>
                <a:latin typeface="Arial"/>
                <a:ea typeface="Arial"/>
                <a:cs typeface="Arial"/>
              </a:defRPr>
            </a:defPPr>
            <a:lvl1pPr algn="ctr">
              <a:defRPr sz="955" b="1">
                <a:solidFill>
                  <a:srgbClr val="231F20"/>
                </a:solidFill>
                <a:latin typeface="Arial"/>
                <a:ea typeface="Arial"/>
                <a:cs typeface="Arial"/>
              </a:defRPr>
            </a:lvl1pPr>
            <a:lvl2pPr algn="ctr">
              <a:defRPr sz="955" b="1">
                <a:solidFill>
                  <a:srgbClr val="231F20"/>
                </a:solidFill>
                <a:latin typeface="Arial"/>
                <a:ea typeface="Arial"/>
                <a:cs typeface="Arial"/>
              </a:defRPr>
            </a:lvl2pPr>
            <a:lvl3pPr algn="ctr">
              <a:defRPr sz="955" b="1">
                <a:solidFill>
                  <a:srgbClr val="231F20"/>
                </a:solidFill>
                <a:latin typeface="Arial"/>
                <a:ea typeface="Arial"/>
                <a:cs typeface="Arial"/>
              </a:defRPr>
            </a:lvl3pPr>
            <a:lvl4pPr algn="ctr">
              <a:defRPr sz="955" b="1">
                <a:solidFill>
                  <a:srgbClr val="231F20"/>
                </a:solidFill>
                <a:latin typeface="Arial"/>
                <a:ea typeface="Arial"/>
                <a:cs typeface="Arial"/>
              </a:defRPr>
            </a:lvl4pPr>
            <a:lvl5pPr algn="ctr">
              <a:defRPr sz="955" b="1">
                <a:solidFill>
                  <a:srgbClr val="231F20"/>
                </a:solidFill>
                <a:latin typeface="Arial"/>
                <a:ea typeface="Arial"/>
                <a:cs typeface="Arial"/>
              </a:defRPr>
            </a:lvl5pPr>
            <a:lvl6pPr algn="ctr">
              <a:defRPr sz="955" b="1">
                <a:solidFill>
                  <a:srgbClr val="231F20"/>
                </a:solidFill>
                <a:latin typeface="Arial"/>
                <a:ea typeface="Arial"/>
                <a:cs typeface="Arial"/>
              </a:defRPr>
            </a:lvl6pPr>
            <a:lvl7pPr algn="ctr">
              <a:defRPr sz="955" b="1">
                <a:solidFill>
                  <a:srgbClr val="231F20"/>
                </a:solidFill>
                <a:latin typeface="Arial"/>
                <a:ea typeface="Arial"/>
                <a:cs typeface="Arial"/>
              </a:defRPr>
            </a:lvl7pPr>
            <a:lvl8pPr algn="ctr">
              <a:defRPr sz="955" b="1">
                <a:solidFill>
                  <a:srgbClr val="231F20"/>
                </a:solidFill>
                <a:latin typeface="Arial"/>
                <a:ea typeface="Arial"/>
                <a:cs typeface="Arial"/>
              </a:defRPr>
            </a:lvl8pPr>
            <a:lvl9pPr algn="ctr">
              <a:defRPr sz="955" b="1">
                <a:solidFill>
                  <a:srgbClr val="231F20"/>
                </a:solidFill>
                <a:latin typeface="Arial"/>
                <a:ea typeface="Arial"/>
                <a:cs typeface="Arial"/>
              </a:defRPr>
            </a:lvl9pPr>
          </a:lstStyle>
          <a:p xmlns:a="http://schemas.openxmlformats.org/drawingml/2006/main">
            <a:pPr algn="ctr">
              <a:defRPr sz="955" b="1">
                <a:solidFill>
                  <a:srgbClr val="231F20"/>
                </a:solidFill>
                <a:latin typeface="Arial"/>
                <a:ea typeface="Arial"/>
                <a:cs typeface="Arial"/>
              </a:defRPr>
            </a:pPr>
            <a:r>
              <a:rPr sz="955" b="1">
                <a:solidFill>
                  <a:srgbClr val="231F20"/>
                </a:solidFill>
                <a:latin typeface="Arial"/>
                <a:ea typeface="Arial"/>
                <a:cs typeface="Arial"/>
              </a:rPr>
              <a:t>SD card</a:t>
            </a:r>
          </a:p>
        </p:txBody>
      </p:sp>
      <p:sp>
        <p:nvSpPr>
          <p:cNvPr id="9" name="block-607">
            <a:extLst xmlns:a="http://schemas.openxmlformats.org/drawingml/2006/main">
              <a:ext uri="{FF2B5EF4-FFF2-40B4-BE49-F238E27FC236}">
                <a16:creationId xmlns:a16="http://schemas.microsoft.com/office/drawing/2014/main" id="{A3C9E5D8-E120-4016-BD35-CB8C8541679D}"/>
              </a:ext>
            </a:extLst>
          </p:cNvPr>
          <p:cNvSpPr>
            <a:spLocks xmlns:a="http://schemas.openxmlformats.org/drawingml/2006/main" noGrp="1"/>
          </p:cNvSpPr>
          <p:nvPr/>
        </p:nvSpPr>
        <p:spPr>
          <a:xfrm xmlns:a="http://schemas.openxmlformats.org/drawingml/2006/main">
            <a:off x="523875" y="2135219"/>
            <a:ext cx="7147560" cy="3439763"/>
          </a:xfrm>
          <a:prstGeom xmlns:a="http://schemas.openxmlformats.org/drawingml/2006/main" prst="rect">
            <a:avLst/>
          </a:prstGeom>
          <a:solidFill xmlns:a="http://schemas.openxmlformats.org/drawingml/2006/main">
            <a:srgbClr val="CCD9F1"/>
          </a:solidFill>
          <a:ln xmlns:a="http://schemas.openxmlformats.org/drawingml/2006/main" w="14040">
            <a:solidFill>
              <a:srgbClr val="231F20"/>
            </a:solidFill>
          </a:ln>
        </p:spPr>
      </p:sp>
      <p:sp>
        <p:nvSpPr>
          <p:cNvPr id="10" name="text-608">
            <a:extLst xmlns:a="http://schemas.openxmlformats.org/drawingml/2006/main">
              <a:ext uri="{FF2B5EF4-FFF2-40B4-BE49-F238E27FC236}">
                <a16:creationId xmlns:a16="http://schemas.microsoft.com/office/drawing/2014/main" id="{DF3C9F53-E32F-4F0D-9211-D01D725C0E93}"/>
              </a:ext>
            </a:extLst>
          </p:cNvPr>
          <p:cNvSpPr>
            <a:spLocks xmlns:a="http://schemas.openxmlformats.org/drawingml/2006/main" noGrp="1"/>
          </p:cNvSpPr>
          <p:nvPr/>
        </p:nvSpPr>
        <p:spPr>
          <a:xfrm xmlns:a="http://schemas.openxmlformats.org/drawingml/2006/main">
            <a:off x="619601" y="2160746"/>
            <a:ext cx="2265521"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6" b="1">
                <a:solidFill>
                  <a:srgbClr val="231F20"/>
                </a:solidFill>
                <a:latin typeface="Arial"/>
                <a:ea typeface="Arial"/>
                <a:cs typeface="Arial"/>
              </a:defRPr>
            </a:defPPr>
            <a:lvl1pPr algn="l">
              <a:defRPr sz="1206" b="1">
                <a:solidFill>
                  <a:srgbClr val="231F20"/>
                </a:solidFill>
                <a:latin typeface="Arial"/>
                <a:ea typeface="Arial"/>
                <a:cs typeface="Arial"/>
              </a:defRPr>
            </a:lvl1pPr>
            <a:lvl2pPr algn="l">
              <a:defRPr sz="1206" b="1">
                <a:solidFill>
                  <a:srgbClr val="231F20"/>
                </a:solidFill>
                <a:latin typeface="Arial"/>
                <a:ea typeface="Arial"/>
                <a:cs typeface="Arial"/>
              </a:defRPr>
            </a:lvl2pPr>
            <a:lvl3pPr algn="l">
              <a:defRPr sz="1206" b="1">
                <a:solidFill>
                  <a:srgbClr val="231F20"/>
                </a:solidFill>
                <a:latin typeface="Arial"/>
                <a:ea typeface="Arial"/>
                <a:cs typeface="Arial"/>
              </a:defRPr>
            </a:lvl3pPr>
            <a:lvl4pPr algn="l">
              <a:defRPr sz="1206" b="1">
                <a:solidFill>
                  <a:srgbClr val="231F20"/>
                </a:solidFill>
                <a:latin typeface="Arial"/>
                <a:ea typeface="Arial"/>
                <a:cs typeface="Arial"/>
              </a:defRPr>
            </a:lvl4pPr>
            <a:lvl5pPr algn="l">
              <a:defRPr sz="1206" b="1">
                <a:solidFill>
                  <a:srgbClr val="231F20"/>
                </a:solidFill>
                <a:latin typeface="Arial"/>
                <a:ea typeface="Arial"/>
                <a:cs typeface="Arial"/>
              </a:defRPr>
            </a:lvl5pPr>
            <a:lvl6pPr algn="l">
              <a:defRPr sz="1206" b="1">
                <a:solidFill>
                  <a:srgbClr val="231F20"/>
                </a:solidFill>
                <a:latin typeface="Arial"/>
                <a:ea typeface="Arial"/>
                <a:cs typeface="Arial"/>
              </a:defRPr>
            </a:lvl6pPr>
            <a:lvl7pPr algn="l">
              <a:defRPr sz="1206" b="1">
                <a:solidFill>
                  <a:srgbClr val="231F20"/>
                </a:solidFill>
                <a:latin typeface="Arial"/>
                <a:ea typeface="Arial"/>
                <a:cs typeface="Arial"/>
              </a:defRPr>
            </a:lvl7pPr>
            <a:lvl8pPr algn="l">
              <a:defRPr sz="1206" b="1">
                <a:solidFill>
                  <a:srgbClr val="231F20"/>
                </a:solidFill>
                <a:latin typeface="Arial"/>
                <a:ea typeface="Arial"/>
                <a:cs typeface="Arial"/>
              </a:defRPr>
            </a:lvl8pPr>
            <a:lvl9pPr algn="l">
              <a:defRPr sz="1206" b="1">
                <a:solidFill>
                  <a:srgbClr val="231F20"/>
                </a:solidFill>
                <a:latin typeface="Arial"/>
                <a:ea typeface="Arial"/>
                <a:cs typeface="Arial"/>
              </a:defRPr>
            </a:lvl9pPr>
          </a:lstStyle>
          <a:p xmlns:a="http://schemas.openxmlformats.org/drawingml/2006/main">
            <a:pPr algn="l">
              <a:defRPr sz="1206" b="1">
                <a:solidFill>
                  <a:srgbClr val="231F20"/>
                </a:solidFill>
                <a:latin typeface="Arial"/>
                <a:ea typeface="Arial"/>
                <a:cs typeface="Arial"/>
              </a:defRPr>
            </a:pPr>
            <a:r>
              <a:rPr sz="1206" b="1">
                <a:solidFill>
                  <a:srgbClr val="231F20"/>
                </a:solidFill>
                <a:latin typeface="Arial"/>
                <a:ea typeface="Arial"/>
                <a:cs typeface="Arial"/>
              </a:rPr>
              <a:t>FPGA / fpgaTop</a:t>
            </a:r>
          </a:p>
        </p:txBody>
      </p:sp>
      <p:sp>
        <p:nvSpPr>
          <p:cNvPr id="11" name="text-609">
            <a:extLst xmlns:a="http://schemas.openxmlformats.org/drawingml/2006/main">
              <a:ext uri="{FF2B5EF4-FFF2-40B4-BE49-F238E27FC236}">
                <a16:creationId xmlns:a16="http://schemas.microsoft.com/office/drawing/2014/main" id="{475C4BA0-E1B4-4E1C-BFC4-C0430EE873E3}"/>
              </a:ext>
            </a:extLst>
          </p:cNvPr>
          <p:cNvSpPr>
            <a:spLocks xmlns:a="http://schemas.openxmlformats.org/drawingml/2006/main" noGrp="1"/>
          </p:cNvSpPr>
          <p:nvPr/>
        </p:nvSpPr>
        <p:spPr>
          <a:xfrm xmlns:a="http://schemas.openxmlformats.org/drawingml/2006/main">
            <a:off x="5239988" y="2160746"/>
            <a:ext cx="861536"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05" b="1">
                <a:solidFill>
                  <a:srgbClr val="231F20"/>
                </a:solidFill>
                <a:latin typeface="Arial"/>
                <a:ea typeface="Arial"/>
                <a:cs typeface="Arial"/>
              </a:defRPr>
            </a:defPPr>
            <a:lvl1pPr algn="l">
              <a:defRPr sz="1005" b="1">
                <a:solidFill>
                  <a:srgbClr val="231F20"/>
                </a:solidFill>
                <a:latin typeface="Arial"/>
                <a:ea typeface="Arial"/>
                <a:cs typeface="Arial"/>
              </a:defRPr>
            </a:lvl1pPr>
            <a:lvl2pPr algn="l">
              <a:defRPr sz="1005" b="1">
                <a:solidFill>
                  <a:srgbClr val="231F20"/>
                </a:solidFill>
                <a:latin typeface="Arial"/>
                <a:ea typeface="Arial"/>
                <a:cs typeface="Arial"/>
              </a:defRPr>
            </a:lvl2pPr>
            <a:lvl3pPr algn="l">
              <a:defRPr sz="1005" b="1">
                <a:solidFill>
                  <a:srgbClr val="231F20"/>
                </a:solidFill>
                <a:latin typeface="Arial"/>
                <a:ea typeface="Arial"/>
                <a:cs typeface="Arial"/>
              </a:defRPr>
            </a:lvl3pPr>
            <a:lvl4pPr algn="l">
              <a:defRPr sz="1005" b="1">
                <a:solidFill>
                  <a:srgbClr val="231F20"/>
                </a:solidFill>
                <a:latin typeface="Arial"/>
                <a:ea typeface="Arial"/>
                <a:cs typeface="Arial"/>
              </a:defRPr>
            </a:lvl4pPr>
            <a:lvl5pPr algn="l">
              <a:defRPr sz="1005" b="1">
                <a:solidFill>
                  <a:srgbClr val="231F20"/>
                </a:solidFill>
                <a:latin typeface="Arial"/>
                <a:ea typeface="Arial"/>
                <a:cs typeface="Arial"/>
              </a:defRPr>
            </a:lvl5pPr>
            <a:lvl6pPr algn="l">
              <a:defRPr sz="1005" b="1">
                <a:solidFill>
                  <a:srgbClr val="231F20"/>
                </a:solidFill>
                <a:latin typeface="Arial"/>
                <a:ea typeface="Arial"/>
                <a:cs typeface="Arial"/>
              </a:defRPr>
            </a:lvl6pPr>
            <a:lvl7pPr algn="l">
              <a:defRPr sz="1005" b="1">
                <a:solidFill>
                  <a:srgbClr val="231F20"/>
                </a:solidFill>
                <a:latin typeface="Arial"/>
                <a:ea typeface="Arial"/>
                <a:cs typeface="Arial"/>
              </a:defRPr>
            </a:lvl7pPr>
            <a:lvl8pPr algn="l">
              <a:defRPr sz="1005" b="1">
                <a:solidFill>
                  <a:srgbClr val="231F20"/>
                </a:solidFill>
                <a:latin typeface="Arial"/>
                <a:ea typeface="Arial"/>
                <a:cs typeface="Arial"/>
              </a:defRPr>
            </a:lvl8pPr>
            <a:lvl9pPr algn="l">
              <a:defRPr sz="1005" b="1">
                <a:solidFill>
                  <a:srgbClr val="231F20"/>
                </a:solidFill>
                <a:latin typeface="Arial"/>
                <a:ea typeface="Arial"/>
                <a:cs typeface="Arial"/>
              </a:defRPr>
            </a:lvl9pPr>
          </a:lstStyle>
          <a:p xmlns:a="http://schemas.openxmlformats.org/drawingml/2006/main">
            <a:pPr algn="l">
              <a:defRPr sz="1005" b="1">
                <a:solidFill>
                  <a:srgbClr val="231F20"/>
                </a:solidFill>
                <a:latin typeface="Arial"/>
                <a:ea typeface="Arial"/>
                <a:cs typeface="Arial"/>
              </a:defRPr>
            </a:pPr>
            <a:r>
              <a:rPr sz="1005" b="1">
                <a:solidFill>
                  <a:srgbClr val="231F20"/>
                </a:solidFill>
                <a:latin typeface="Arial"/>
                <a:ea typeface="Arial"/>
                <a:cs typeface="Arial"/>
              </a:rPr>
              <a:t>Artix-7</a:t>
            </a:r>
          </a:p>
        </p:txBody>
      </p:sp>
      <p:sp>
        <p:nvSpPr>
          <p:cNvPr id="12" name="block-610">
            <a:extLst xmlns:a="http://schemas.openxmlformats.org/drawingml/2006/main">
              <a:ext uri="{FF2B5EF4-FFF2-40B4-BE49-F238E27FC236}">
                <a16:creationId xmlns:a16="http://schemas.microsoft.com/office/drawing/2014/main" id="{9DAAA6D0-0C39-4F0C-8409-82A2B26C5C89}"/>
              </a:ext>
            </a:extLst>
          </p:cNvPr>
          <p:cNvSpPr>
            <a:spLocks xmlns:a="http://schemas.openxmlformats.org/drawingml/2006/main" noGrp="1"/>
          </p:cNvSpPr>
          <p:nvPr/>
        </p:nvSpPr>
        <p:spPr>
          <a:xfrm xmlns:a="http://schemas.openxmlformats.org/drawingml/2006/main">
            <a:off x="619601" y="2390489"/>
            <a:ext cx="5584031" cy="3076004"/>
          </a:xfrm>
          <a:prstGeom xmlns:a="http://schemas.openxmlformats.org/drawingml/2006/main" prst="rect">
            <a:avLst/>
          </a:prstGeom>
          <a:solidFill xmlns:a="http://schemas.openxmlformats.org/drawingml/2006/main">
            <a:srgbClr val="FFFFFF"/>
          </a:solidFill>
          <a:ln xmlns:a="http://schemas.openxmlformats.org/drawingml/2006/main" w="11487">
            <a:solidFill>
              <a:srgbClr val="231F20"/>
            </a:solidFill>
          </a:ln>
        </p:spPr>
      </p:sp>
      <p:sp>
        <p:nvSpPr>
          <p:cNvPr id="13" name="text-611">
            <a:extLst xmlns:a="http://schemas.openxmlformats.org/drawingml/2006/main">
              <a:ext uri="{FF2B5EF4-FFF2-40B4-BE49-F238E27FC236}">
                <a16:creationId xmlns:a16="http://schemas.microsoft.com/office/drawing/2014/main" id="{6151127B-EEFD-4460-AD75-16170B5B0570}"/>
              </a:ext>
            </a:extLst>
          </p:cNvPr>
          <p:cNvSpPr>
            <a:spLocks xmlns:a="http://schemas.openxmlformats.org/drawingml/2006/main" noGrp="1"/>
          </p:cNvSpPr>
          <p:nvPr/>
        </p:nvSpPr>
        <p:spPr>
          <a:xfrm xmlns:a="http://schemas.openxmlformats.org/drawingml/2006/main">
            <a:off x="715328" y="2409635"/>
            <a:ext cx="2105978" cy="1595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5" b="1">
                <a:solidFill>
                  <a:srgbClr val="231F20"/>
                </a:solidFill>
                <a:latin typeface="Arial"/>
                <a:ea typeface="Arial"/>
                <a:cs typeface="Arial"/>
              </a:defRPr>
            </a:defPPr>
            <a:lvl1pPr algn="l">
              <a:defRPr sz="1055" b="1">
                <a:solidFill>
                  <a:srgbClr val="231F20"/>
                </a:solidFill>
                <a:latin typeface="Arial"/>
                <a:ea typeface="Arial"/>
                <a:cs typeface="Arial"/>
              </a:defRPr>
            </a:lvl1pPr>
            <a:lvl2pPr algn="l">
              <a:defRPr sz="1055" b="1">
                <a:solidFill>
                  <a:srgbClr val="231F20"/>
                </a:solidFill>
                <a:latin typeface="Arial"/>
                <a:ea typeface="Arial"/>
                <a:cs typeface="Arial"/>
              </a:defRPr>
            </a:lvl2pPr>
            <a:lvl3pPr algn="l">
              <a:defRPr sz="1055" b="1">
                <a:solidFill>
                  <a:srgbClr val="231F20"/>
                </a:solidFill>
                <a:latin typeface="Arial"/>
                <a:ea typeface="Arial"/>
                <a:cs typeface="Arial"/>
              </a:defRPr>
            </a:lvl3pPr>
            <a:lvl4pPr algn="l">
              <a:defRPr sz="1055" b="1">
                <a:solidFill>
                  <a:srgbClr val="231F20"/>
                </a:solidFill>
                <a:latin typeface="Arial"/>
                <a:ea typeface="Arial"/>
                <a:cs typeface="Arial"/>
              </a:defRPr>
            </a:lvl4pPr>
            <a:lvl5pPr algn="l">
              <a:defRPr sz="1055" b="1">
                <a:solidFill>
                  <a:srgbClr val="231F20"/>
                </a:solidFill>
                <a:latin typeface="Arial"/>
                <a:ea typeface="Arial"/>
                <a:cs typeface="Arial"/>
              </a:defRPr>
            </a:lvl5pPr>
            <a:lvl6pPr algn="l">
              <a:defRPr sz="1055" b="1">
                <a:solidFill>
                  <a:srgbClr val="231F20"/>
                </a:solidFill>
                <a:latin typeface="Arial"/>
                <a:ea typeface="Arial"/>
                <a:cs typeface="Arial"/>
              </a:defRPr>
            </a:lvl6pPr>
            <a:lvl7pPr algn="l">
              <a:defRPr sz="1055" b="1">
                <a:solidFill>
                  <a:srgbClr val="231F20"/>
                </a:solidFill>
                <a:latin typeface="Arial"/>
                <a:ea typeface="Arial"/>
                <a:cs typeface="Arial"/>
              </a:defRPr>
            </a:lvl7pPr>
            <a:lvl8pPr algn="l">
              <a:defRPr sz="1055" b="1">
                <a:solidFill>
                  <a:srgbClr val="231F20"/>
                </a:solidFill>
                <a:latin typeface="Arial"/>
                <a:ea typeface="Arial"/>
                <a:cs typeface="Arial"/>
              </a:defRPr>
            </a:lvl8pPr>
            <a:lvl9pPr algn="l">
              <a:defRPr sz="1055" b="1">
                <a:solidFill>
                  <a:srgbClr val="231F20"/>
                </a:solidFill>
                <a:latin typeface="Arial"/>
                <a:ea typeface="Arial"/>
                <a:cs typeface="Arial"/>
              </a:defRPr>
            </a:lvl9pPr>
          </a:lstStyle>
          <a:p xmlns:a="http://schemas.openxmlformats.org/drawingml/2006/main">
            <a:pPr algn="l">
              <a:defRPr sz="1055" b="1">
                <a:solidFill>
                  <a:srgbClr val="231F20"/>
                </a:solidFill>
                <a:latin typeface="Arial"/>
                <a:ea typeface="Arial"/>
                <a:cs typeface="Arial"/>
              </a:defRPr>
            </a:pPr>
            <a:r>
              <a:rPr sz="1055" b="1">
                <a:solidFill>
                  <a:srgbClr val="231F20"/>
                </a:solidFill>
                <a:latin typeface="Arial"/>
                <a:ea typeface="Arial"/>
                <a:cs typeface="Arial"/>
              </a:rPr>
              <a:t>wallypipelinedsoc</a:t>
            </a:r>
          </a:p>
        </p:txBody>
      </p:sp>
      <p:sp>
        <p:nvSpPr>
          <p:cNvPr id="14" name="block-612">
            <a:extLst xmlns:a="http://schemas.openxmlformats.org/drawingml/2006/main">
              <a:ext uri="{FF2B5EF4-FFF2-40B4-BE49-F238E27FC236}">
                <a16:creationId xmlns:a16="http://schemas.microsoft.com/office/drawing/2014/main" id="{BD1155B3-9CCD-4364-A75A-BEDBC2C900E2}"/>
              </a:ext>
            </a:extLst>
          </p:cNvPr>
          <p:cNvSpPr>
            <a:spLocks xmlns:a="http://schemas.openxmlformats.org/drawingml/2006/main" noGrp="1"/>
          </p:cNvSpPr>
          <p:nvPr/>
        </p:nvSpPr>
        <p:spPr>
          <a:xfrm xmlns:a="http://schemas.openxmlformats.org/drawingml/2006/main">
            <a:off x="702564" y="2601087"/>
            <a:ext cx="5405342" cy="663702"/>
          </a:xfrm>
          <a:prstGeom xmlns:a="http://schemas.openxmlformats.org/drawingml/2006/main" prst="rect">
            <a:avLst/>
          </a:prstGeom>
          <a:solidFill xmlns:a="http://schemas.openxmlformats.org/drawingml/2006/main">
            <a:srgbClr val="E5EBF8"/>
          </a:solidFill>
          <a:ln xmlns:a="http://schemas.openxmlformats.org/drawingml/2006/main" w="10211">
            <a:solidFill>
              <a:srgbClr val="231F20"/>
            </a:solidFill>
          </a:ln>
        </p:spPr>
      </p:sp>
      <p:sp>
        <p:nvSpPr>
          <p:cNvPr id="15" name="text-613">
            <a:extLst xmlns:a="http://schemas.openxmlformats.org/drawingml/2006/main">
              <a:ext uri="{FF2B5EF4-FFF2-40B4-BE49-F238E27FC236}">
                <a16:creationId xmlns:a16="http://schemas.microsoft.com/office/drawing/2014/main" id="{3F7E6B87-02AA-4BA1-B82E-C7AAE31D469D}"/>
              </a:ext>
            </a:extLst>
          </p:cNvPr>
          <p:cNvSpPr>
            <a:spLocks xmlns:a="http://schemas.openxmlformats.org/drawingml/2006/main" noGrp="1"/>
          </p:cNvSpPr>
          <p:nvPr/>
        </p:nvSpPr>
        <p:spPr>
          <a:xfrm xmlns:a="http://schemas.openxmlformats.org/drawingml/2006/main">
            <a:off x="766382" y="2626614"/>
            <a:ext cx="606266" cy="146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uncore</a:t>
            </a:r>
          </a:p>
        </p:txBody>
      </p:sp>
      <p:sp>
        <p:nvSpPr>
          <p:cNvPr id="16" name="block-614">
            <a:extLst xmlns:a="http://schemas.openxmlformats.org/drawingml/2006/main">
              <a:ext uri="{FF2B5EF4-FFF2-40B4-BE49-F238E27FC236}">
                <a16:creationId xmlns:a16="http://schemas.microsoft.com/office/drawing/2014/main" id="{A0AAD60A-BD22-4D75-AD20-1B664D95B27A}"/>
              </a:ext>
            </a:extLst>
          </p:cNvPr>
          <p:cNvSpPr>
            <a:spLocks xmlns:a="http://schemas.openxmlformats.org/drawingml/2006/main" noGrp="1"/>
          </p:cNvSpPr>
          <p:nvPr/>
        </p:nvSpPr>
        <p:spPr>
          <a:xfrm xmlns:a="http://schemas.openxmlformats.org/drawingml/2006/main">
            <a:off x="1417320" y="2671286"/>
            <a:ext cx="574358" cy="197834"/>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17" name="text-615">
            <a:extLst xmlns:a="http://schemas.openxmlformats.org/drawingml/2006/main">
              <a:ext uri="{FF2B5EF4-FFF2-40B4-BE49-F238E27FC236}">
                <a16:creationId xmlns:a16="http://schemas.microsoft.com/office/drawing/2014/main" id="{82DE97CE-6E45-4E5F-BD3D-9AEE16253415}"/>
              </a:ext>
            </a:extLst>
          </p:cNvPr>
          <p:cNvSpPr>
            <a:spLocks xmlns:a="http://schemas.openxmlformats.org/drawingml/2006/main" noGrp="1"/>
          </p:cNvSpPr>
          <p:nvPr/>
        </p:nvSpPr>
        <p:spPr>
          <a:xfrm xmlns:a="http://schemas.openxmlformats.org/drawingml/2006/main">
            <a:off x="1436465" y="2677668"/>
            <a:ext cx="536067"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adrdecs</a:t>
            </a:r>
          </a:p>
        </p:txBody>
      </p:sp>
      <p:sp>
        <p:nvSpPr>
          <p:cNvPr id="18" name="block-616">
            <a:extLst xmlns:a="http://schemas.openxmlformats.org/drawingml/2006/main">
              <a:ext uri="{FF2B5EF4-FFF2-40B4-BE49-F238E27FC236}">
                <a16:creationId xmlns:a16="http://schemas.microsoft.com/office/drawing/2014/main" id="{56EB62B9-6DE6-424E-ABD5-005F27059663}"/>
              </a:ext>
            </a:extLst>
          </p:cNvPr>
          <p:cNvSpPr>
            <a:spLocks xmlns:a="http://schemas.openxmlformats.org/drawingml/2006/main" noGrp="1"/>
          </p:cNvSpPr>
          <p:nvPr/>
        </p:nvSpPr>
        <p:spPr>
          <a:xfrm xmlns:a="http://schemas.openxmlformats.org/drawingml/2006/main">
            <a:off x="2170367" y="2671286"/>
            <a:ext cx="625412" cy="197834"/>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9" name="text-617">
            <a:extLst xmlns:a="http://schemas.openxmlformats.org/drawingml/2006/main">
              <a:ext uri="{FF2B5EF4-FFF2-40B4-BE49-F238E27FC236}">
                <a16:creationId xmlns:a16="http://schemas.microsoft.com/office/drawing/2014/main" id="{D26BB5ED-9233-4696-85E8-ECE6AA509533}"/>
              </a:ext>
            </a:extLst>
          </p:cNvPr>
          <p:cNvSpPr>
            <a:spLocks xmlns:a="http://schemas.openxmlformats.org/drawingml/2006/main" noGrp="1"/>
          </p:cNvSpPr>
          <p:nvPr/>
        </p:nvSpPr>
        <p:spPr>
          <a:xfrm xmlns:a="http://schemas.openxmlformats.org/drawingml/2006/main">
            <a:off x="2189512" y="2677668"/>
            <a:ext cx="587121"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Boot ROM</a:t>
            </a:r>
          </a:p>
        </p:txBody>
      </p:sp>
      <p:sp>
        <p:nvSpPr>
          <p:cNvPr id="20" name="block-618">
            <a:extLst xmlns:a="http://schemas.openxmlformats.org/drawingml/2006/main">
              <a:ext uri="{FF2B5EF4-FFF2-40B4-BE49-F238E27FC236}">
                <a16:creationId xmlns:a16="http://schemas.microsoft.com/office/drawing/2014/main" id="{14910B4C-30C3-43B3-A71E-7AF399440549}"/>
              </a:ext>
            </a:extLst>
          </p:cNvPr>
          <p:cNvSpPr>
            <a:spLocks xmlns:a="http://schemas.openxmlformats.org/drawingml/2006/main" noGrp="1"/>
          </p:cNvSpPr>
          <p:nvPr/>
        </p:nvSpPr>
        <p:spPr>
          <a:xfrm xmlns:a="http://schemas.openxmlformats.org/drawingml/2006/main">
            <a:off x="3242501" y="2773394"/>
            <a:ext cx="950881" cy="287179"/>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21" name="text-619">
            <a:extLst xmlns:a="http://schemas.openxmlformats.org/drawingml/2006/main">
              <a:ext uri="{FF2B5EF4-FFF2-40B4-BE49-F238E27FC236}">
                <a16:creationId xmlns:a16="http://schemas.microsoft.com/office/drawing/2014/main" id="{1E57FF66-142C-45A5-A21F-39B73130B567}"/>
              </a:ext>
            </a:extLst>
          </p:cNvPr>
          <p:cNvSpPr>
            <a:spLocks xmlns:a="http://schemas.openxmlformats.org/drawingml/2006/main" noGrp="1"/>
          </p:cNvSpPr>
          <p:nvPr/>
        </p:nvSpPr>
        <p:spPr>
          <a:xfrm xmlns:a="http://schemas.openxmlformats.org/drawingml/2006/main">
            <a:off x="1117378" y="3054191"/>
            <a:ext cx="433959"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04" b="1">
                <a:solidFill>
                  <a:srgbClr val="1572C3"/>
                </a:solidFill>
                <a:latin typeface="Arial"/>
                <a:ea typeface="Arial"/>
                <a:cs typeface="Arial"/>
              </a:defRPr>
            </a:defPPr>
            <a:lvl1pPr algn="l">
              <a:defRPr sz="804" b="1">
                <a:solidFill>
                  <a:srgbClr val="1572C3"/>
                </a:solidFill>
                <a:latin typeface="Arial"/>
                <a:ea typeface="Arial"/>
                <a:cs typeface="Arial"/>
              </a:defRPr>
            </a:lvl1pPr>
            <a:lvl2pPr algn="l">
              <a:defRPr sz="804" b="1">
                <a:solidFill>
                  <a:srgbClr val="1572C3"/>
                </a:solidFill>
                <a:latin typeface="Arial"/>
                <a:ea typeface="Arial"/>
                <a:cs typeface="Arial"/>
              </a:defRPr>
            </a:lvl2pPr>
            <a:lvl3pPr algn="l">
              <a:defRPr sz="804" b="1">
                <a:solidFill>
                  <a:srgbClr val="1572C3"/>
                </a:solidFill>
                <a:latin typeface="Arial"/>
                <a:ea typeface="Arial"/>
                <a:cs typeface="Arial"/>
              </a:defRPr>
            </a:lvl3pPr>
            <a:lvl4pPr algn="l">
              <a:defRPr sz="804" b="1">
                <a:solidFill>
                  <a:srgbClr val="1572C3"/>
                </a:solidFill>
                <a:latin typeface="Arial"/>
                <a:ea typeface="Arial"/>
                <a:cs typeface="Arial"/>
              </a:defRPr>
            </a:lvl4pPr>
            <a:lvl5pPr algn="l">
              <a:defRPr sz="804" b="1">
                <a:solidFill>
                  <a:srgbClr val="1572C3"/>
                </a:solidFill>
                <a:latin typeface="Arial"/>
                <a:ea typeface="Arial"/>
                <a:cs typeface="Arial"/>
              </a:defRPr>
            </a:lvl5pPr>
            <a:lvl6pPr algn="l">
              <a:defRPr sz="804" b="1">
                <a:solidFill>
                  <a:srgbClr val="1572C3"/>
                </a:solidFill>
                <a:latin typeface="Arial"/>
                <a:ea typeface="Arial"/>
                <a:cs typeface="Arial"/>
              </a:defRPr>
            </a:lvl6pPr>
            <a:lvl7pPr algn="l">
              <a:defRPr sz="804" b="1">
                <a:solidFill>
                  <a:srgbClr val="1572C3"/>
                </a:solidFill>
                <a:latin typeface="Arial"/>
                <a:ea typeface="Arial"/>
                <a:cs typeface="Arial"/>
              </a:defRPr>
            </a:lvl7pPr>
            <a:lvl8pPr algn="l">
              <a:defRPr sz="804" b="1">
                <a:solidFill>
                  <a:srgbClr val="1572C3"/>
                </a:solidFill>
                <a:latin typeface="Arial"/>
                <a:ea typeface="Arial"/>
                <a:cs typeface="Arial"/>
              </a:defRPr>
            </a:lvl8pPr>
            <a:lvl9pPr algn="l">
              <a:defRPr sz="804" b="1">
                <a:solidFill>
                  <a:srgbClr val="1572C3"/>
                </a:solidFill>
                <a:latin typeface="Arial"/>
                <a:ea typeface="Arial"/>
                <a:cs typeface="Arial"/>
              </a:defRPr>
            </a:lvl9pPr>
          </a:lstStyle>
          <a:p xmlns:a="http://schemas.openxmlformats.org/drawingml/2006/main">
            <a:pPr algn="l">
              <a:defRPr sz="804" b="1">
                <a:solidFill>
                  <a:srgbClr val="1572C3"/>
                </a:solidFill>
                <a:latin typeface="Arial"/>
                <a:ea typeface="Arial"/>
                <a:cs typeface="Arial"/>
              </a:defRPr>
            </a:pPr>
            <a:r>
              <a:rPr sz="804" b="1">
                <a:solidFill>
                  <a:srgbClr val="1572C3"/>
                </a:solidFill>
                <a:latin typeface="Arial"/>
                <a:ea typeface="Arial"/>
                <a:cs typeface="Arial"/>
              </a:rPr>
              <a:t>AHB</a:t>
            </a:r>
          </a:p>
        </p:txBody>
      </p:sp>
      <p:sp>
        <p:nvSpPr>
          <p:cNvPr id="22" name="text-620">
            <a:extLst xmlns:a="http://schemas.openxmlformats.org/drawingml/2006/main">
              <a:ext uri="{FF2B5EF4-FFF2-40B4-BE49-F238E27FC236}">
                <a16:creationId xmlns:a16="http://schemas.microsoft.com/office/drawing/2014/main" id="{4B471BB8-7888-4CD3-A953-6CCE89B32627}"/>
              </a:ext>
            </a:extLst>
          </p:cNvPr>
          <p:cNvSpPr>
            <a:spLocks xmlns:a="http://schemas.openxmlformats.org/drawingml/2006/main" noGrp="1"/>
          </p:cNvSpPr>
          <p:nvPr/>
        </p:nvSpPr>
        <p:spPr>
          <a:xfrm xmlns:a="http://schemas.openxmlformats.org/drawingml/2006/main">
            <a:off x="4314635" y="3054191"/>
            <a:ext cx="446723"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04" b="1">
                <a:solidFill>
                  <a:srgbClr val="1572C3"/>
                </a:solidFill>
                <a:latin typeface="Arial"/>
                <a:ea typeface="Arial"/>
                <a:cs typeface="Arial"/>
              </a:defRPr>
            </a:defPPr>
            <a:lvl1pPr algn="l">
              <a:defRPr sz="804" b="1">
                <a:solidFill>
                  <a:srgbClr val="1572C3"/>
                </a:solidFill>
                <a:latin typeface="Arial"/>
                <a:ea typeface="Arial"/>
                <a:cs typeface="Arial"/>
              </a:defRPr>
            </a:lvl1pPr>
            <a:lvl2pPr algn="l">
              <a:defRPr sz="804" b="1">
                <a:solidFill>
                  <a:srgbClr val="1572C3"/>
                </a:solidFill>
                <a:latin typeface="Arial"/>
                <a:ea typeface="Arial"/>
                <a:cs typeface="Arial"/>
              </a:defRPr>
            </a:lvl2pPr>
            <a:lvl3pPr algn="l">
              <a:defRPr sz="804" b="1">
                <a:solidFill>
                  <a:srgbClr val="1572C3"/>
                </a:solidFill>
                <a:latin typeface="Arial"/>
                <a:ea typeface="Arial"/>
                <a:cs typeface="Arial"/>
              </a:defRPr>
            </a:lvl3pPr>
            <a:lvl4pPr algn="l">
              <a:defRPr sz="804" b="1">
                <a:solidFill>
                  <a:srgbClr val="1572C3"/>
                </a:solidFill>
                <a:latin typeface="Arial"/>
                <a:ea typeface="Arial"/>
                <a:cs typeface="Arial"/>
              </a:defRPr>
            </a:lvl4pPr>
            <a:lvl5pPr algn="l">
              <a:defRPr sz="804" b="1">
                <a:solidFill>
                  <a:srgbClr val="1572C3"/>
                </a:solidFill>
                <a:latin typeface="Arial"/>
                <a:ea typeface="Arial"/>
                <a:cs typeface="Arial"/>
              </a:defRPr>
            </a:lvl5pPr>
            <a:lvl6pPr algn="l">
              <a:defRPr sz="804" b="1">
                <a:solidFill>
                  <a:srgbClr val="1572C3"/>
                </a:solidFill>
                <a:latin typeface="Arial"/>
                <a:ea typeface="Arial"/>
                <a:cs typeface="Arial"/>
              </a:defRPr>
            </a:lvl6pPr>
            <a:lvl7pPr algn="l">
              <a:defRPr sz="804" b="1">
                <a:solidFill>
                  <a:srgbClr val="1572C3"/>
                </a:solidFill>
                <a:latin typeface="Arial"/>
                <a:ea typeface="Arial"/>
                <a:cs typeface="Arial"/>
              </a:defRPr>
            </a:lvl7pPr>
            <a:lvl8pPr algn="l">
              <a:defRPr sz="804" b="1">
                <a:solidFill>
                  <a:srgbClr val="1572C3"/>
                </a:solidFill>
                <a:latin typeface="Arial"/>
                <a:ea typeface="Arial"/>
                <a:cs typeface="Arial"/>
              </a:defRPr>
            </a:lvl8pPr>
            <a:lvl9pPr algn="l">
              <a:defRPr sz="804" b="1">
                <a:solidFill>
                  <a:srgbClr val="1572C3"/>
                </a:solidFill>
                <a:latin typeface="Arial"/>
                <a:ea typeface="Arial"/>
                <a:cs typeface="Arial"/>
              </a:defRPr>
            </a:lvl9pPr>
          </a:lstStyle>
          <a:p xmlns:a="http://schemas.openxmlformats.org/drawingml/2006/main">
            <a:pPr algn="l">
              <a:defRPr sz="804" b="1">
                <a:solidFill>
                  <a:srgbClr val="1572C3"/>
                </a:solidFill>
                <a:latin typeface="Arial"/>
                <a:ea typeface="Arial"/>
                <a:cs typeface="Arial"/>
              </a:defRPr>
            </a:pPr>
            <a:r>
              <a:rPr sz="804" b="1">
                <a:solidFill>
                  <a:srgbClr val="1572C3"/>
                </a:solidFill>
                <a:latin typeface="Arial"/>
                <a:ea typeface="Arial"/>
                <a:cs typeface="Arial"/>
              </a:rPr>
              <a:t>APB</a:t>
            </a:r>
          </a:p>
        </p:txBody>
      </p:sp>
      <p:sp>
        <p:nvSpPr>
          <p:cNvPr id="23" name="wire-621">
            <a:extLst xmlns:a="http://schemas.openxmlformats.org/drawingml/2006/main">
              <a:ext uri="{FF2B5EF4-FFF2-40B4-BE49-F238E27FC236}">
                <a16:creationId xmlns:a16="http://schemas.microsoft.com/office/drawing/2014/main" id="{016994F8-DA33-4832-B957-99C483AB7DFE}"/>
              </a:ext>
            </a:extLst>
          </p:cNvPr>
          <p:cNvSpPr>
            <a:spLocks xmlns:a="http://schemas.openxmlformats.org/drawingml/2006/main" noGrp="1"/>
          </p:cNvSpPr>
          <p:nvPr/>
        </p:nvSpPr>
        <p:spPr>
          <a:xfrm xmlns:a="http://schemas.openxmlformats.org/drawingml/2006/main">
            <a:off x="1187577" y="2983992"/>
            <a:ext cx="2054924" cy="9525"/>
          </a:xfrm>
          <a:custGeom xmlns:a="http://schemas.openxmlformats.org/drawingml/2006/main">
            <a:pathLst>
              <a:path w="2054924" h="9525">
                <a:moveTo>
                  <a:pt x="0" y="0"/>
                </a:moveTo>
                <a:lnTo>
                  <a:pt x="2054924" y="0"/>
                </a:lnTo>
              </a:path>
            </a:pathLst>
          </a:custGeom>
          <a:noFill xmlns:a="http://schemas.openxmlformats.org/drawingml/2006/main"/>
          <a:ln xmlns:a="http://schemas.openxmlformats.org/drawingml/2006/main" w="15316">
            <a:solidFill>
              <a:srgbClr val="1572C3"/>
            </a:solidFill>
          </a:ln>
        </p:spPr>
      </p:sp>
      <p:sp>
        <p:nvSpPr>
          <p:cNvPr id="24" name="wire-622">
            <a:extLst xmlns:a="http://schemas.openxmlformats.org/drawingml/2006/main">
              <a:ext uri="{FF2B5EF4-FFF2-40B4-BE49-F238E27FC236}">
                <a16:creationId xmlns:a16="http://schemas.microsoft.com/office/drawing/2014/main" id="{6F43DC40-3D96-4F8E-B4FA-804C2E096CF5}"/>
              </a:ext>
            </a:extLst>
          </p:cNvPr>
          <p:cNvSpPr>
            <a:spLocks xmlns:a="http://schemas.openxmlformats.org/drawingml/2006/main" noGrp="1"/>
          </p:cNvSpPr>
          <p:nvPr/>
        </p:nvSpPr>
        <p:spPr>
          <a:xfrm xmlns:a="http://schemas.openxmlformats.org/drawingml/2006/main">
            <a:off x="1704499" y="2869121"/>
            <a:ext cx="9525" cy="114871"/>
          </a:xfrm>
          <a:custGeom xmlns:a="http://schemas.openxmlformats.org/drawingml/2006/main">
            <a:pathLst>
              <a:path w="9525" h="114871">
                <a:moveTo>
                  <a:pt x="0" y="0"/>
                </a:moveTo>
                <a:lnTo>
                  <a:pt x="0" y="114871"/>
                </a:lnTo>
              </a:path>
            </a:pathLst>
          </a:custGeom>
          <a:noFill xmlns:a="http://schemas.openxmlformats.org/drawingml/2006/main"/>
          <a:ln xmlns:a="http://schemas.openxmlformats.org/drawingml/2006/main" w="6382">
            <a:solidFill>
              <a:srgbClr val="1572C3"/>
            </a:solidFill>
          </a:ln>
        </p:spPr>
      </p:sp>
      <p:sp>
        <p:nvSpPr>
          <p:cNvPr id="25" name="wire-623">
            <a:extLst xmlns:a="http://schemas.openxmlformats.org/drawingml/2006/main">
              <a:ext uri="{FF2B5EF4-FFF2-40B4-BE49-F238E27FC236}">
                <a16:creationId xmlns:a16="http://schemas.microsoft.com/office/drawing/2014/main" id="{10B72211-C771-4DBC-8D69-D1BDC10FB769}"/>
              </a:ext>
            </a:extLst>
          </p:cNvPr>
          <p:cNvSpPr>
            <a:spLocks xmlns:a="http://schemas.openxmlformats.org/drawingml/2006/main" noGrp="1"/>
          </p:cNvSpPr>
          <p:nvPr/>
        </p:nvSpPr>
        <p:spPr>
          <a:xfrm xmlns:a="http://schemas.openxmlformats.org/drawingml/2006/main">
            <a:off x="2476691" y="2869121"/>
            <a:ext cx="9525" cy="114871"/>
          </a:xfrm>
          <a:custGeom xmlns:a="http://schemas.openxmlformats.org/drawingml/2006/main">
            <a:pathLst>
              <a:path w="9525" h="114871">
                <a:moveTo>
                  <a:pt x="0" y="0"/>
                </a:moveTo>
                <a:lnTo>
                  <a:pt x="0" y="114871"/>
                </a:lnTo>
              </a:path>
            </a:pathLst>
          </a:custGeom>
          <a:noFill xmlns:a="http://schemas.openxmlformats.org/drawingml/2006/main"/>
          <a:ln xmlns:a="http://schemas.openxmlformats.org/drawingml/2006/main" w="10849">
            <a:solidFill>
              <a:srgbClr val="231F20"/>
            </a:solidFill>
          </a:ln>
        </p:spPr>
      </p:sp>
      <p:sp>
        <p:nvSpPr>
          <p:cNvPr id="26" name="wire-624">
            <a:extLst xmlns:a="http://schemas.openxmlformats.org/drawingml/2006/main">
              <a:ext uri="{FF2B5EF4-FFF2-40B4-BE49-F238E27FC236}">
                <a16:creationId xmlns:a16="http://schemas.microsoft.com/office/drawing/2014/main" id="{FF18F6C2-C243-4974-B54D-008BC3F12049}"/>
              </a:ext>
            </a:extLst>
          </p:cNvPr>
          <p:cNvSpPr>
            <a:spLocks xmlns:a="http://schemas.openxmlformats.org/drawingml/2006/main" noGrp="1"/>
          </p:cNvSpPr>
          <p:nvPr/>
        </p:nvSpPr>
        <p:spPr>
          <a:xfrm xmlns:a="http://schemas.openxmlformats.org/drawingml/2006/main">
            <a:off x="4193381" y="2926556"/>
            <a:ext cx="1888998" cy="9525"/>
          </a:xfrm>
          <a:custGeom xmlns:a="http://schemas.openxmlformats.org/drawingml/2006/main">
            <a:pathLst>
              <a:path w="1888998" h="9525">
                <a:moveTo>
                  <a:pt x="0" y="0"/>
                </a:moveTo>
                <a:lnTo>
                  <a:pt x="1888998" y="0"/>
                </a:lnTo>
              </a:path>
            </a:pathLst>
          </a:custGeom>
          <a:noFill xmlns:a="http://schemas.openxmlformats.org/drawingml/2006/main"/>
          <a:ln xmlns:a="http://schemas.openxmlformats.org/drawingml/2006/main" w="15316">
            <a:solidFill>
              <a:srgbClr val="1572C3"/>
            </a:solidFill>
          </a:ln>
        </p:spPr>
      </p:sp>
      <p:sp>
        <p:nvSpPr>
          <p:cNvPr id="27" name="wire-625">
            <a:extLst xmlns:a="http://schemas.openxmlformats.org/drawingml/2006/main">
              <a:ext uri="{FF2B5EF4-FFF2-40B4-BE49-F238E27FC236}">
                <a16:creationId xmlns:a16="http://schemas.microsoft.com/office/drawing/2014/main" id="{E010E6A2-EA35-4DC0-93EE-B56DC40AD466}"/>
              </a:ext>
            </a:extLst>
          </p:cNvPr>
          <p:cNvSpPr>
            <a:spLocks xmlns:a="http://schemas.openxmlformats.org/drawingml/2006/main" noGrp="1"/>
          </p:cNvSpPr>
          <p:nvPr/>
        </p:nvSpPr>
        <p:spPr>
          <a:xfrm xmlns:a="http://schemas.openxmlformats.org/drawingml/2006/main">
            <a:off x="6082379" y="2926556"/>
            <a:ext cx="261652" cy="9525"/>
          </a:xfrm>
          <a:custGeom xmlns:a="http://schemas.openxmlformats.org/drawingml/2006/main">
            <a:pathLst>
              <a:path w="261652" h="9525">
                <a:moveTo>
                  <a:pt x="0" y="0"/>
                </a:moveTo>
                <a:lnTo>
                  <a:pt x="261652" y="0"/>
                </a:lnTo>
              </a:path>
            </a:pathLst>
          </a:custGeom>
          <a:noFill xmlns:a="http://schemas.openxmlformats.org/drawingml/2006/main"/>
          <a:ln xmlns:a="http://schemas.openxmlformats.org/drawingml/2006/main" w="15316">
            <a:solidFill>
              <a:srgbClr val="1572C3"/>
            </a:solidFill>
          </a:ln>
        </p:spPr>
      </p:sp>
      <p:sp>
        <p:nvSpPr>
          <p:cNvPr id="28" name="wire-626">
            <a:extLst xmlns:a="http://schemas.openxmlformats.org/drawingml/2006/main">
              <a:ext uri="{FF2B5EF4-FFF2-40B4-BE49-F238E27FC236}">
                <a16:creationId xmlns:a16="http://schemas.microsoft.com/office/drawing/2014/main" id="{A08FCF25-6AD9-4B51-953F-050625CA03B9}"/>
              </a:ext>
            </a:extLst>
          </p:cNvPr>
          <p:cNvSpPr>
            <a:spLocks xmlns:a="http://schemas.openxmlformats.org/drawingml/2006/main" noGrp="1"/>
          </p:cNvSpPr>
          <p:nvPr/>
        </p:nvSpPr>
        <p:spPr>
          <a:xfrm xmlns:a="http://schemas.openxmlformats.org/drawingml/2006/main">
            <a:off x="6344031" y="2926556"/>
            <a:ext cx="9525" cy="893445"/>
          </a:xfrm>
          <a:custGeom xmlns:a="http://schemas.openxmlformats.org/drawingml/2006/main">
            <a:pathLst>
              <a:path w="9525" h="893445">
                <a:moveTo>
                  <a:pt x="0" y="0"/>
                </a:moveTo>
                <a:lnTo>
                  <a:pt x="0" y="893445"/>
                </a:lnTo>
              </a:path>
            </a:pathLst>
          </a:custGeom>
          <a:noFill xmlns:a="http://schemas.openxmlformats.org/drawingml/2006/main"/>
          <a:ln xmlns:a="http://schemas.openxmlformats.org/drawingml/2006/main" w="15316">
            <a:solidFill>
              <a:srgbClr val="1572C3"/>
            </a:solidFill>
          </a:ln>
        </p:spPr>
      </p:sp>
      <p:sp>
        <p:nvSpPr>
          <p:cNvPr id="29" name="wire-627">
            <a:extLst xmlns:a="http://schemas.openxmlformats.org/drawingml/2006/main">
              <a:ext uri="{FF2B5EF4-FFF2-40B4-BE49-F238E27FC236}">
                <a16:creationId xmlns:a16="http://schemas.microsoft.com/office/drawing/2014/main" id="{ABD8B6FC-81C1-4296-9B42-383102D3CDC3}"/>
              </a:ext>
            </a:extLst>
          </p:cNvPr>
          <p:cNvSpPr>
            <a:spLocks xmlns:a="http://schemas.openxmlformats.org/drawingml/2006/main" noGrp="1"/>
          </p:cNvSpPr>
          <p:nvPr/>
        </p:nvSpPr>
        <p:spPr>
          <a:xfrm xmlns:a="http://schemas.openxmlformats.org/drawingml/2006/main">
            <a:off x="6344031" y="3820001"/>
            <a:ext cx="248888" cy="9525"/>
          </a:xfrm>
          <a:custGeom xmlns:a="http://schemas.openxmlformats.org/drawingml/2006/main">
            <a:pathLst>
              <a:path w="248888" h="9525">
                <a:moveTo>
                  <a:pt x="0" y="0"/>
                </a:moveTo>
                <a:lnTo>
                  <a:pt x="248888" y="0"/>
                </a:lnTo>
              </a:path>
            </a:pathLst>
          </a:custGeom>
          <a:noFill xmlns:a="http://schemas.openxmlformats.org/drawingml/2006/main"/>
          <a:ln xmlns:a="http://schemas.openxmlformats.org/drawingml/2006/main" w="15316">
            <a:solidFill>
              <a:srgbClr val="1572C3"/>
            </a:solidFill>
          </a:ln>
        </p:spPr>
      </p:sp>
      <p:sp>
        <p:nvSpPr>
          <p:cNvPr id="30" name="circuit-628">
            <a:extLst xmlns:a="http://schemas.openxmlformats.org/drawingml/2006/main">
              <a:ext uri="{FF2B5EF4-FFF2-40B4-BE49-F238E27FC236}">
                <a16:creationId xmlns:a16="http://schemas.microsoft.com/office/drawing/2014/main" id="{29C7AFBC-4DEB-4CE2-85B4-46D2D7B68CA3}"/>
              </a:ext>
            </a:extLst>
          </p:cNvPr>
          <p:cNvSpPr>
            <a:spLocks xmlns:a="http://schemas.openxmlformats.org/drawingml/2006/main" noGrp="1"/>
          </p:cNvSpPr>
          <p:nvPr/>
        </p:nvSpPr>
        <p:spPr>
          <a:xfrm xmlns:a="http://schemas.openxmlformats.org/drawingml/2006/main">
            <a:off x="6561011" y="3806600"/>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1" name="block-629">
            <a:extLst xmlns:a="http://schemas.openxmlformats.org/drawingml/2006/main">
              <a:ext uri="{FF2B5EF4-FFF2-40B4-BE49-F238E27FC236}">
                <a16:creationId xmlns:a16="http://schemas.microsoft.com/office/drawing/2014/main" id="{163CC5BE-8B38-4C04-8B6C-C41129B8A5DD}"/>
              </a:ext>
            </a:extLst>
          </p:cNvPr>
          <p:cNvSpPr>
            <a:spLocks xmlns:a="http://schemas.openxmlformats.org/drawingml/2006/main" noGrp="1"/>
          </p:cNvSpPr>
          <p:nvPr/>
        </p:nvSpPr>
        <p:spPr>
          <a:xfrm xmlns:a="http://schemas.openxmlformats.org/drawingml/2006/main">
            <a:off x="4308253" y="2677668"/>
            <a:ext cx="593503"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32" name="block-630">
            <a:extLst xmlns:a="http://schemas.openxmlformats.org/drawingml/2006/main">
              <a:ext uri="{FF2B5EF4-FFF2-40B4-BE49-F238E27FC236}">
                <a16:creationId xmlns:a16="http://schemas.microsoft.com/office/drawing/2014/main" id="{53179CA1-DE39-4529-8985-F039A80A847A}"/>
              </a:ext>
            </a:extLst>
          </p:cNvPr>
          <p:cNvSpPr>
            <a:spLocks xmlns:a="http://schemas.openxmlformats.org/drawingml/2006/main" noGrp="1"/>
          </p:cNvSpPr>
          <p:nvPr/>
        </p:nvSpPr>
        <p:spPr>
          <a:xfrm xmlns:a="http://schemas.openxmlformats.org/drawingml/2006/main">
            <a:off x="4978337" y="2677668"/>
            <a:ext cx="561594"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33" name="block-631">
            <a:extLst xmlns:a="http://schemas.openxmlformats.org/drawingml/2006/main">
              <a:ext uri="{FF2B5EF4-FFF2-40B4-BE49-F238E27FC236}">
                <a16:creationId xmlns:a16="http://schemas.microsoft.com/office/drawing/2014/main" id="{25236A9F-CF00-45D2-B90B-A18C067F2CBB}"/>
              </a:ext>
            </a:extLst>
          </p:cNvPr>
          <p:cNvSpPr>
            <a:spLocks xmlns:a="http://schemas.openxmlformats.org/drawingml/2006/main" noGrp="1"/>
          </p:cNvSpPr>
          <p:nvPr/>
        </p:nvSpPr>
        <p:spPr>
          <a:xfrm xmlns:a="http://schemas.openxmlformats.org/drawingml/2006/main">
            <a:off x="5603748" y="2677668"/>
            <a:ext cx="440341" cy="185071"/>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34" name="text-632">
            <a:extLst xmlns:a="http://schemas.openxmlformats.org/drawingml/2006/main">
              <a:ext uri="{FF2B5EF4-FFF2-40B4-BE49-F238E27FC236}">
                <a16:creationId xmlns:a16="http://schemas.microsoft.com/office/drawing/2014/main" id="{17B10DC4-0C0B-4785-9AD4-CDFAF12E3D5E}"/>
              </a:ext>
            </a:extLst>
          </p:cNvPr>
          <p:cNvSpPr>
            <a:spLocks xmlns:a="http://schemas.openxmlformats.org/drawingml/2006/main" noGrp="1"/>
          </p:cNvSpPr>
          <p:nvPr/>
        </p:nvSpPr>
        <p:spPr>
          <a:xfrm xmlns:a="http://schemas.openxmlformats.org/drawingml/2006/main">
            <a:off x="5622893" y="2684050"/>
            <a:ext cx="402050" cy="1723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04" b="1">
                <a:solidFill>
                  <a:srgbClr val="231F20"/>
                </a:solidFill>
                <a:latin typeface="Arial"/>
                <a:ea typeface="Arial"/>
                <a:cs typeface="Arial"/>
              </a:defRPr>
            </a:defPPr>
            <a:lvl1pPr algn="ctr">
              <a:defRPr sz="704" b="1">
                <a:solidFill>
                  <a:srgbClr val="231F20"/>
                </a:solidFill>
                <a:latin typeface="Arial"/>
                <a:ea typeface="Arial"/>
                <a:cs typeface="Arial"/>
              </a:defRPr>
            </a:lvl1pPr>
            <a:lvl2pPr algn="ctr">
              <a:defRPr sz="704" b="1">
                <a:solidFill>
                  <a:srgbClr val="231F20"/>
                </a:solidFill>
                <a:latin typeface="Arial"/>
                <a:ea typeface="Arial"/>
                <a:cs typeface="Arial"/>
              </a:defRPr>
            </a:lvl2pPr>
            <a:lvl3pPr algn="ctr">
              <a:defRPr sz="704" b="1">
                <a:solidFill>
                  <a:srgbClr val="231F20"/>
                </a:solidFill>
                <a:latin typeface="Arial"/>
                <a:ea typeface="Arial"/>
                <a:cs typeface="Arial"/>
              </a:defRPr>
            </a:lvl3pPr>
            <a:lvl4pPr algn="ctr">
              <a:defRPr sz="704" b="1">
                <a:solidFill>
                  <a:srgbClr val="231F20"/>
                </a:solidFill>
                <a:latin typeface="Arial"/>
                <a:ea typeface="Arial"/>
                <a:cs typeface="Arial"/>
              </a:defRPr>
            </a:lvl4pPr>
            <a:lvl5pPr algn="ctr">
              <a:defRPr sz="704" b="1">
                <a:solidFill>
                  <a:srgbClr val="231F20"/>
                </a:solidFill>
                <a:latin typeface="Arial"/>
                <a:ea typeface="Arial"/>
                <a:cs typeface="Arial"/>
              </a:defRPr>
            </a:lvl5pPr>
            <a:lvl6pPr algn="ctr">
              <a:defRPr sz="704" b="1">
                <a:solidFill>
                  <a:srgbClr val="231F20"/>
                </a:solidFill>
                <a:latin typeface="Arial"/>
                <a:ea typeface="Arial"/>
                <a:cs typeface="Arial"/>
              </a:defRPr>
            </a:lvl6pPr>
            <a:lvl7pPr algn="ctr">
              <a:defRPr sz="704" b="1">
                <a:solidFill>
                  <a:srgbClr val="231F20"/>
                </a:solidFill>
                <a:latin typeface="Arial"/>
                <a:ea typeface="Arial"/>
                <a:cs typeface="Arial"/>
              </a:defRPr>
            </a:lvl7pPr>
            <a:lvl8pPr algn="ctr">
              <a:defRPr sz="704" b="1">
                <a:solidFill>
                  <a:srgbClr val="231F20"/>
                </a:solidFill>
                <a:latin typeface="Arial"/>
                <a:ea typeface="Arial"/>
                <a:cs typeface="Arial"/>
              </a:defRPr>
            </a:lvl8pPr>
            <a:lvl9pPr algn="ctr">
              <a:defRPr sz="704" b="1">
                <a:solidFill>
                  <a:srgbClr val="231F20"/>
                </a:solidFill>
                <a:latin typeface="Arial"/>
                <a:ea typeface="Arial"/>
                <a:cs typeface="Arial"/>
              </a:defRPr>
            </a:lvl9pPr>
          </a:lstStyle>
          <a:p xmlns:a="http://schemas.openxmlformats.org/drawingml/2006/main">
            <a:pPr algn="ctr">
              <a:defRPr sz="704" b="1">
                <a:solidFill>
                  <a:srgbClr val="231F20"/>
                </a:solidFill>
                <a:latin typeface="Arial"/>
                <a:ea typeface="Arial"/>
                <a:cs typeface="Arial"/>
              </a:defRPr>
            </a:pPr>
            <a:r>
              <a:rPr sz="704" b="1">
                <a:solidFill>
                  <a:srgbClr val="231F20"/>
                </a:solidFill>
                <a:latin typeface="Arial"/>
                <a:ea typeface="Arial"/>
                <a:cs typeface="Arial"/>
              </a:rPr>
              <a:t>spi_apb</a:t>
            </a:r>
          </a:p>
        </p:txBody>
      </p:sp>
      <p:sp>
        <p:nvSpPr>
          <p:cNvPr id="35" name="wire-633">
            <a:extLst xmlns:a="http://schemas.openxmlformats.org/drawingml/2006/main">
              <a:ext uri="{FF2B5EF4-FFF2-40B4-BE49-F238E27FC236}">
                <a16:creationId xmlns:a16="http://schemas.microsoft.com/office/drawing/2014/main" id="{086FD8C6-C63D-4E1D-8157-EFAD27C5A874}"/>
              </a:ext>
            </a:extLst>
          </p:cNvPr>
          <p:cNvSpPr>
            <a:spLocks xmlns:a="http://schemas.openxmlformats.org/drawingml/2006/main" noGrp="1"/>
          </p:cNvSpPr>
          <p:nvPr/>
        </p:nvSpPr>
        <p:spPr>
          <a:xfrm xmlns:a="http://schemas.openxmlformats.org/drawingml/2006/main">
            <a:off x="4595432" y="2862739"/>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8934">
            <a:solidFill>
              <a:srgbClr val="231F20"/>
            </a:solidFill>
          </a:ln>
        </p:spPr>
      </p:sp>
      <p:sp>
        <p:nvSpPr>
          <p:cNvPr id="36" name="wire-634">
            <a:extLst xmlns:a="http://schemas.openxmlformats.org/drawingml/2006/main">
              <a:ext uri="{FF2B5EF4-FFF2-40B4-BE49-F238E27FC236}">
                <a16:creationId xmlns:a16="http://schemas.microsoft.com/office/drawing/2014/main" id="{C56FFC6C-C89B-4357-B5DC-834277B45469}"/>
              </a:ext>
            </a:extLst>
          </p:cNvPr>
          <p:cNvSpPr>
            <a:spLocks xmlns:a="http://schemas.openxmlformats.org/drawingml/2006/main" noGrp="1"/>
          </p:cNvSpPr>
          <p:nvPr/>
        </p:nvSpPr>
        <p:spPr>
          <a:xfrm xmlns:a="http://schemas.openxmlformats.org/drawingml/2006/main">
            <a:off x="5252752" y="2862739"/>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8934">
            <a:solidFill>
              <a:srgbClr val="231F20"/>
            </a:solidFill>
          </a:ln>
        </p:spPr>
      </p:sp>
      <p:sp>
        <p:nvSpPr>
          <p:cNvPr id="37" name="wire-635">
            <a:extLst xmlns:a="http://schemas.openxmlformats.org/drawingml/2006/main">
              <a:ext uri="{FF2B5EF4-FFF2-40B4-BE49-F238E27FC236}">
                <a16:creationId xmlns:a16="http://schemas.microsoft.com/office/drawing/2014/main" id="{12188524-4D17-485C-9835-2F8A5654286F}"/>
              </a:ext>
            </a:extLst>
          </p:cNvPr>
          <p:cNvSpPr>
            <a:spLocks xmlns:a="http://schemas.openxmlformats.org/drawingml/2006/main" noGrp="1"/>
          </p:cNvSpPr>
          <p:nvPr/>
        </p:nvSpPr>
        <p:spPr>
          <a:xfrm xmlns:a="http://schemas.openxmlformats.org/drawingml/2006/main">
            <a:off x="5820728" y="2862739"/>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8934">
            <a:solidFill>
              <a:srgbClr val="231F20"/>
            </a:solidFill>
          </a:ln>
        </p:spPr>
      </p:sp>
      <p:sp>
        <p:nvSpPr>
          <p:cNvPr id="38" name="text-636">
            <a:extLst xmlns:a="http://schemas.openxmlformats.org/drawingml/2006/main">
              <a:ext uri="{FF2B5EF4-FFF2-40B4-BE49-F238E27FC236}">
                <a16:creationId xmlns:a16="http://schemas.microsoft.com/office/drawing/2014/main" id="{9BFD9160-FFCA-4F29-B7EA-9FC6952E34BC}"/>
              </a:ext>
            </a:extLst>
          </p:cNvPr>
          <p:cNvSpPr>
            <a:spLocks xmlns:a="http://schemas.openxmlformats.org/drawingml/2006/main" noGrp="1"/>
          </p:cNvSpPr>
          <p:nvPr/>
        </p:nvSpPr>
        <p:spPr>
          <a:xfrm xmlns:a="http://schemas.openxmlformats.org/drawingml/2006/main">
            <a:off x="5546312" y="2543651"/>
            <a:ext cx="236125"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0">
                <a:solidFill>
                  <a:srgbClr val="231F20"/>
                </a:solidFill>
                <a:latin typeface="Arial"/>
                <a:ea typeface="Arial"/>
                <a:cs typeface="Arial"/>
              </a:defRPr>
            </a:defPPr>
            <a:lvl1pPr algn="ctr">
              <a:defRPr sz="603" b="0">
                <a:solidFill>
                  <a:srgbClr val="231F20"/>
                </a:solidFill>
                <a:latin typeface="Arial"/>
                <a:ea typeface="Arial"/>
                <a:cs typeface="Arial"/>
              </a:defRPr>
            </a:lvl1pPr>
            <a:lvl2pPr algn="ctr">
              <a:defRPr sz="603" b="0">
                <a:solidFill>
                  <a:srgbClr val="231F20"/>
                </a:solidFill>
                <a:latin typeface="Arial"/>
                <a:ea typeface="Arial"/>
                <a:cs typeface="Arial"/>
              </a:defRPr>
            </a:lvl2pPr>
            <a:lvl3pPr algn="ctr">
              <a:defRPr sz="603" b="0">
                <a:solidFill>
                  <a:srgbClr val="231F20"/>
                </a:solidFill>
                <a:latin typeface="Arial"/>
                <a:ea typeface="Arial"/>
                <a:cs typeface="Arial"/>
              </a:defRPr>
            </a:lvl3pPr>
            <a:lvl4pPr algn="ctr">
              <a:defRPr sz="603" b="0">
                <a:solidFill>
                  <a:srgbClr val="231F20"/>
                </a:solidFill>
                <a:latin typeface="Arial"/>
                <a:ea typeface="Arial"/>
                <a:cs typeface="Arial"/>
              </a:defRPr>
            </a:lvl4pPr>
            <a:lvl5pPr algn="ctr">
              <a:defRPr sz="603" b="0">
                <a:solidFill>
                  <a:srgbClr val="231F20"/>
                </a:solidFill>
                <a:latin typeface="Arial"/>
                <a:ea typeface="Arial"/>
                <a:cs typeface="Arial"/>
              </a:defRPr>
            </a:lvl5pPr>
            <a:lvl6pPr algn="ctr">
              <a:defRPr sz="603" b="0">
                <a:solidFill>
                  <a:srgbClr val="231F20"/>
                </a:solidFill>
                <a:latin typeface="Arial"/>
                <a:ea typeface="Arial"/>
                <a:cs typeface="Arial"/>
              </a:defRPr>
            </a:lvl6pPr>
            <a:lvl7pPr algn="ctr">
              <a:defRPr sz="603" b="0">
                <a:solidFill>
                  <a:srgbClr val="231F20"/>
                </a:solidFill>
                <a:latin typeface="Arial"/>
                <a:ea typeface="Arial"/>
                <a:cs typeface="Arial"/>
              </a:defRPr>
            </a:lvl7pPr>
            <a:lvl8pPr algn="ctr">
              <a:defRPr sz="603" b="0">
                <a:solidFill>
                  <a:srgbClr val="231F20"/>
                </a:solidFill>
                <a:latin typeface="Arial"/>
                <a:ea typeface="Arial"/>
                <a:cs typeface="Arial"/>
              </a:defRPr>
            </a:lvl8pPr>
            <a:lvl9pPr algn="ctr">
              <a:defRPr sz="603" b="0">
                <a:solidFill>
                  <a:srgbClr val="231F20"/>
                </a:solidFill>
                <a:latin typeface="Arial"/>
                <a:ea typeface="Arial"/>
                <a:cs typeface="Arial"/>
              </a:defRPr>
            </a:lvl9pPr>
          </a:lstStyle>
          <a:p xmlns:a="http://schemas.openxmlformats.org/drawingml/2006/main">
            <a:pPr algn="ctr">
              <a:defRPr sz="603" b="0">
                <a:solidFill>
                  <a:srgbClr val="231F20"/>
                </a:solidFill>
                <a:latin typeface="Arial"/>
                <a:ea typeface="Arial"/>
                <a:cs typeface="Arial"/>
              </a:defRPr>
            </a:pPr>
            <a:r>
              <a:rPr sz="603" b="0">
                <a:solidFill>
                  <a:srgbClr val="231F20"/>
                </a:solidFill>
                <a:latin typeface="Arial"/>
                <a:ea typeface="Arial"/>
                <a:cs typeface="Arial"/>
              </a:rPr>
              <a:t>sdc</a:t>
            </a:r>
          </a:p>
        </p:txBody>
      </p:sp>
      <p:sp>
        <p:nvSpPr>
          <p:cNvPr id="39" name="wire-637">
            <a:extLst xmlns:a="http://schemas.openxmlformats.org/drawingml/2006/main">
              <a:ext uri="{FF2B5EF4-FFF2-40B4-BE49-F238E27FC236}">
                <a16:creationId xmlns:a16="http://schemas.microsoft.com/office/drawing/2014/main" id="{7E511C1B-B357-4D87-A1E0-EC125F127C0C}"/>
              </a:ext>
            </a:extLst>
          </p:cNvPr>
          <p:cNvSpPr>
            <a:spLocks xmlns:a="http://schemas.openxmlformats.org/drawingml/2006/main" noGrp="1"/>
          </p:cNvSpPr>
          <p:nvPr/>
        </p:nvSpPr>
        <p:spPr>
          <a:xfrm xmlns:a="http://schemas.openxmlformats.org/drawingml/2006/main">
            <a:off x="5916454" y="2569178"/>
            <a:ext cx="9525" cy="108490"/>
          </a:xfrm>
          <a:custGeom xmlns:a="http://schemas.openxmlformats.org/drawingml/2006/main">
            <a:pathLst>
              <a:path w="9525" h="108490">
                <a:moveTo>
                  <a:pt x="0" y="108490"/>
                </a:moveTo>
                <a:lnTo>
                  <a:pt x="0" y="0"/>
                </a:lnTo>
              </a:path>
            </a:pathLst>
          </a:custGeom>
          <a:noFill xmlns:a="http://schemas.openxmlformats.org/drawingml/2006/main"/>
          <a:ln xmlns:a="http://schemas.openxmlformats.org/drawingml/2006/main" w="10849">
            <a:solidFill>
              <a:srgbClr val="1572C3"/>
            </a:solidFill>
          </a:ln>
        </p:spPr>
      </p:sp>
      <p:sp>
        <p:nvSpPr>
          <p:cNvPr id="40" name="wire-638">
            <a:extLst xmlns:a="http://schemas.openxmlformats.org/drawingml/2006/main">
              <a:ext uri="{FF2B5EF4-FFF2-40B4-BE49-F238E27FC236}">
                <a16:creationId xmlns:a16="http://schemas.microsoft.com/office/drawing/2014/main" id="{ED0CCDC2-EE18-4FFD-999A-86E08F2FF1AB}"/>
              </a:ext>
            </a:extLst>
          </p:cNvPr>
          <p:cNvSpPr>
            <a:spLocks xmlns:a="http://schemas.openxmlformats.org/drawingml/2006/main" noGrp="1"/>
          </p:cNvSpPr>
          <p:nvPr/>
        </p:nvSpPr>
        <p:spPr>
          <a:xfrm xmlns:a="http://schemas.openxmlformats.org/drawingml/2006/main">
            <a:off x="5916454" y="2569178"/>
            <a:ext cx="370142" cy="9525"/>
          </a:xfrm>
          <a:custGeom xmlns:a="http://schemas.openxmlformats.org/drawingml/2006/main">
            <a:pathLst>
              <a:path w="370142" h="9525">
                <a:moveTo>
                  <a:pt x="0" y="0"/>
                </a:moveTo>
                <a:lnTo>
                  <a:pt x="370142" y="0"/>
                </a:lnTo>
              </a:path>
            </a:pathLst>
          </a:custGeom>
          <a:noFill xmlns:a="http://schemas.openxmlformats.org/drawingml/2006/main"/>
          <a:ln xmlns:a="http://schemas.openxmlformats.org/drawingml/2006/main" w="10849">
            <a:solidFill>
              <a:srgbClr val="1572C3"/>
            </a:solidFill>
          </a:ln>
        </p:spPr>
      </p:sp>
      <p:sp>
        <p:nvSpPr>
          <p:cNvPr id="41" name="wire-639">
            <a:extLst xmlns:a="http://schemas.openxmlformats.org/drawingml/2006/main">
              <a:ext uri="{FF2B5EF4-FFF2-40B4-BE49-F238E27FC236}">
                <a16:creationId xmlns:a16="http://schemas.microsoft.com/office/drawing/2014/main" id="{FACD2882-B401-461F-BA9E-5366566B0BF4}"/>
              </a:ext>
            </a:extLst>
          </p:cNvPr>
          <p:cNvSpPr>
            <a:spLocks xmlns:a="http://schemas.openxmlformats.org/drawingml/2006/main" noGrp="1"/>
          </p:cNvSpPr>
          <p:nvPr/>
        </p:nvSpPr>
        <p:spPr>
          <a:xfrm xmlns:a="http://schemas.openxmlformats.org/drawingml/2006/main">
            <a:off x="6286595" y="2320290"/>
            <a:ext cx="9525" cy="248888"/>
          </a:xfrm>
          <a:custGeom xmlns:a="http://schemas.openxmlformats.org/drawingml/2006/main">
            <a:pathLst>
              <a:path w="9525" h="248888">
                <a:moveTo>
                  <a:pt x="0" y="248888"/>
                </a:moveTo>
                <a:lnTo>
                  <a:pt x="0" y="0"/>
                </a:lnTo>
              </a:path>
            </a:pathLst>
          </a:custGeom>
          <a:noFill xmlns:a="http://schemas.openxmlformats.org/drawingml/2006/main"/>
          <a:ln xmlns:a="http://schemas.openxmlformats.org/drawingml/2006/main" w="10849">
            <a:solidFill>
              <a:srgbClr val="1572C3"/>
            </a:solidFill>
          </a:ln>
        </p:spPr>
      </p:sp>
      <p:sp>
        <p:nvSpPr>
          <p:cNvPr id="42" name="wire-640">
            <a:extLst xmlns:a="http://schemas.openxmlformats.org/drawingml/2006/main">
              <a:ext uri="{FF2B5EF4-FFF2-40B4-BE49-F238E27FC236}">
                <a16:creationId xmlns:a16="http://schemas.microsoft.com/office/drawing/2014/main" id="{81E4EF56-D95D-4F0A-BAEC-2BD37008CEFC}"/>
              </a:ext>
            </a:extLst>
          </p:cNvPr>
          <p:cNvSpPr>
            <a:spLocks xmlns:a="http://schemas.openxmlformats.org/drawingml/2006/main" noGrp="1"/>
          </p:cNvSpPr>
          <p:nvPr/>
        </p:nvSpPr>
        <p:spPr>
          <a:xfrm xmlns:a="http://schemas.openxmlformats.org/drawingml/2006/main">
            <a:off x="6286595" y="2320290"/>
            <a:ext cx="861536" cy="9525"/>
          </a:xfrm>
          <a:custGeom xmlns:a="http://schemas.openxmlformats.org/drawingml/2006/main">
            <a:pathLst>
              <a:path w="861536" h="9525">
                <a:moveTo>
                  <a:pt x="0" y="0"/>
                </a:moveTo>
                <a:lnTo>
                  <a:pt x="861536" y="0"/>
                </a:lnTo>
              </a:path>
            </a:pathLst>
          </a:custGeom>
          <a:noFill xmlns:a="http://schemas.openxmlformats.org/drawingml/2006/main"/>
          <a:ln xmlns:a="http://schemas.openxmlformats.org/drawingml/2006/main" w="10849">
            <a:solidFill>
              <a:srgbClr val="1572C3"/>
            </a:solidFill>
          </a:ln>
        </p:spPr>
      </p:sp>
      <p:sp>
        <p:nvSpPr>
          <p:cNvPr id="43" name="wire-641">
            <a:extLst xmlns:a="http://schemas.openxmlformats.org/drawingml/2006/main">
              <a:ext uri="{FF2B5EF4-FFF2-40B4-BE49-F238E27FC236}">
                <a16:creationId xmlns:a16="http://schemas.microsoft.com/office/drawing/2014/main" id="{5CB6CE74-A7FC-4841-AEB7-9FBDEDADB547}"/>
              </a:ext>
            </a:extLst>
          </p:cNvPr>
          <p:cNvSpPr>
            <a:spLocks xmlns:a="http://schemas.openxmlformats.org/drawingml/2006/main" noGrp="1"/>
          </p:cNvSpPr>
          <p:nvPr/>
        </p:nvSpPr>
        <p:spPr>
          <a:xfrm xmlns:a="http://schemas.openxmlformats.org/drawingml/2006/main">
            <a:off x="7148132" y="2039493"/>
            <a:ext cx="9525" cy="280797"/>
          </a:xfrm>
          <a:custGeom xmlns:a="http://schemas.openxmlformats.org/drawingml/2006/main">
            <a:pathLst>
              <a:path w="9525" h="280797">
                <a:moveTo>
                  <a:pt x="0" y="280797"/>
                </a:moveTo>
                <a:lnTo>
                  <a:pt x="0" y="0"/>
                </a:lnTo>
              </a:path>
            </a:pathLst>
          </a:custGeom>
          <a:noFill xmlns:a="http://schemas.openxmlformats.org/drawingml/2006/main"/>
          <a:ln xmlns:a="http://schemas.openxmlformats.org/drawingml/2006/main" w="10849">
            <a:solidFill>
              <a:srgbClr val="1572C3"/>
            </a:solidFill>
          </a:ln>
        </p:spPr>
      </p:sp>
      <p:sp>
        <p:nvSpPr>
          <p:cNvPr id="44" name="circuit-642">
            <a:extLst xmlns:a="http://schemas.openxmlformats.org/drawingml/2006/main">
              <a:ext uri="{FF2B5EF4-FFF2-40B4-BE49-F238E27FC236}">
                <a16:creationId xmlns:a16="http://schemas.microsoft.com/office/drawing/2014/main" id="{E55EFB9B-9254-48D0-BF4E-420B17A24A3D}"/>
              </a:ext>
            </a:extLst>
          </p:cNvPr>
          <p:cNvSpPr>
            <a:spLocks xmlns:a="http://schemas.openxmlformats.org/drawingml/2006/main" noGrp="1"/>
          </p:cNvSpPr>
          <p:nvPr/>
        </p:nvSpPr>
        <p:spPr>
          <a:xfrm xmlns:a="http://schemas.openxmlformats.org/drawingml/2006/main">
            <a:off x="7134730" y="2039493"/>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45" name="wire-643">
            <a:extLst xmlns:a="http://schemas.openxmlformats.org/drawingml/2006/main">
              <a:ext uri="{FF2B5EF4-FFF2-40B4-BE49-F238E27FC236}">
                <a16:creationId xmlns:a16="http://schemas.microsoft.com/office/drawing/2014/main" id="{B51D4EB6-F37B-4355-B64B-52EC7C20EF91}"/>
              </a:ext>
            </a:extLst>
          </p:cNvPr>
          <p:cNvSpPr>
            <a:spLocks xmlns:a="http://schemas.openxmlformats.org/drawingml/2006/main" noGrp="1"/>
          </p:cNvSpPr>
          <p:nvPr/>
        </p:nvSpPr>
        <p:spPr>
          <a:xfrm xmlns:a="http://schemas.openxmlformats.org/drawingml/2006/main">
            <a:off x="5916454" y="2569178"/>
            <a:ext cx="9525" cy="108490"/>
          </a:xfrm>
          <a:custGeom xmlns:a="http://schemas.openxmlformats.org/drawingml/2006/main">
            <a:pathLst>
              <a:path w="9525" h="108490">
                <a:moveTo>
                  <a:pt x="0" y="0"/>
                </a:moveTo>
                <a:lnTo>
                  <a:pt x="0" y="108490"/>
                </a:lnTo>
              </a:path>
            </a:pathLst>
          </a:custGeom>
          <a:noFill xmlns:a="http://schemas.openxmlformats.org/drawingml/2006/main"/>
          <a:ln xmlns:a="http://schemas.openxmlformats.org/drawingml/2006/main" w="10849">
            <a:solidFill>
              <a:srgbClr val="1572C3"/>
            </a:solidFill>
          </a:ln>
        </p:spPr>
      </p:sp>
      <p:sp>
        <p:nvSpPr>
          <p:cNvPr id="46" name="circuit-644">
            <a:extLst xmlns:a="http://schemas.openxmlformats.org/drawingml/2006/main">
              <a:ext uri="{FF2B5EF4-FFF2-40B4-BE49-F238E27FC236}">
                <a16:creationId xmlns:a16="http://schemas.microsoft.com/office/drawing/2014/main" id="{2EBB8E8D-1C86-4FB0-BDA2-E0A740C63682}"/>
              </a:ext>
            </a:extLst>
          </p:cNvPr>
          <p:cNvSpPr>
            <a:spLocks xmlns:a="http://schemas.openxmlformats.org/drawingml/2006/main" noGrp="1"/>
          </p:cNvSpPr>
          <p:nvPr/>
        </p:nvSpPr>
        <p:spPr>
          <a:xfrm xmlns:a="http://schemas.openxmlformats.org/drawingml/2006/main">
            <a:off x="5903052" y="2645759"/>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47" name="text-645">
            <a:extLst xmlns:a="http://schemas.openxmlformats.org/drawingml/2006/main">
              <a:ext uri="{FF2B5EF4-FFF2-40B4-BE49-F238E27FC236}">
                <a16:creationId xmlns:a16="http://schemas.microsoft.com/office/drawing/2014/main" id="{26CFC4CF-F7DD-4B82-9C1A-A9C1BF96214B}"/>
              </a:ext>
            </a:extLst>
          </p:cNvPr>
          <p:cNvSpPr>
            <a:spLocks xmlns:a="http://schemas.openxmlformats.org/drawingml/2006/main" noGrp="1"/>
          </p:cNvSpPr>
          <p:nvPr/>
        </p:nvSpPr>
        <p:spPr>
          <a:xfrm xmlns:a="http://schemas.openxmlformats.org/drawingml/2006/main">
            <a:off x="6031325" y="2326672"/>
            <a:ext cx="242507"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53" b="0">
                <a:solidFill>
                  <a:srgbClr val="231F20"/>
                </a:solidFill>
                <a:latin typeface="Arial"/>
                <a:ea typeface="Arial"/>
                <a:cs typeface="Arial"/>
              </a:defRPr>
            </a:defPPr>
            <a:lvl1pPr algn="l">
              <a:defRPr sz="653" b="0">
                <a:solidFill>
                  <a:srgbClr val="231F20"/>
                </a:solidFill>
                <a:latin typeface="Arial"/>
                <a:ea typeface="Arial"/>
                <a:cs typeface="Arial"/>
              </a:defRPr>
            </a:lvl1pPr>
            <a:lvl2pPr algn="l">
              <a:defRPr sz="653" b="0">
                <a:solidFill>
                  <a:srgbClr val="231F20"/>
                </a:solidFill>
                <a:latin typeface="Arial"/>
                <a:ea typeface="Arial"/>
                <a:cs typeface="Arial"/>
              </a:defRPr>
            </a:lvl2pPr>
            <a:lvl3pPr algn="l">
              <a:defRPr sz="653" b="0">
                <a:solidFill>
                  <a:srgbClr val="231F20"/>
                </a:solidFill>
                <a:latin typeface="Arial"/>
                <a:ea typeface="Arial"/>
                <a:cs typeface="Arial"/>
              </a:defRPr>
            </a:lvl3pPr>
            <a:lvl4pPr algn="l">
              <a:defRPr sz="653" b="0">
                <a:solidFill>
                  <a:srgbClr val="231F20"/>
                </a:solidFill>
                <a:latin typeface="Arial"/>
                <a:ea typeface="Arial"/>
                <a:cs typeface="Arial"/>
              </a:defRPr>
            </a:lvl4pPr>
            <a:lvl5pPr algn="l">
              <a:defRPr sz="653" b="0">
                <a:solidFill>
                  <a:srgbClr val="231F20"/>
                </a:solidFill>
                <a:latin typeface="Arial"/>
                <a:ea typeface="Arial"/>
                <a:cs typeface="Arial"/>
              </a:defRPr>
            </a:lvl5pPr>
            <a:lvl6pPr algn="l">
              <a:defRPr sz="653" b="0">
                <a:solidFill>
                  <a:srgbClr val="231F20"/>
                </a:solidFill>
                <a:latin typeface="Arial"/>
                <a:ea typeface="Arial"/>
                <a:cs typeface="Arial"/>
              </a:defRPr>
            </a:lvl6pPr>
            <a:lvl7pPr algn="l">
              <a:defRPr sz="653" b="0">
                <a:solidFill>
                  <a:srgbClr val="231F20"/>
                </a:solidFill>
                <a:latin typeface="Arial"/>
                <a:ea typeface="Arial"/>
                <a:cs typeface="Arial"/>
              </a:defRPr>
            </a:lvl7pPr>
            <a:lvl8pPr algn="l">
              <a:defRPr sz="653" b="0">
                <a:solidFill>
                  <a:srgbClr val="231F20"/>
                </a:solidFill>
                <a:latin typeface="Arial"/>
                <a:ea typeface="Arial"/>
                <a:cs typeface="Arial"/>
              </a:defRPr>
            </a:lvl8pPr>
            <a:lvl9pPr algn="l">
              <a:defRPr sz="653" b="0">
                <a:solidFill>
                  <a:srgbClr val="231F20"/>
                </a:solidFill>
                <a:latin typeface="Arial"/>
                <a:ea typeface="Arial"/>
                <a:cs typeface="Arial"/>
              </a:defRPr>
            </a:lvl9pPr>
          </a:lstStyle>
          <a:p xmlns:a="http://schemas.openxmlformats.org/drawingml/2006/main">
            <a:pPr algn="l">
              <a:defRPr sz="653" b="0">
                <a:solidFill>
                  <a:srgbClr val="231F20"/>
                </a:solidFill>
                <a:latin typeface="Arial"/>
                <a:ea typeface="Arial"/>
                <a:cs typeface="Arial"/>
              </a:defRPr>
            </a:pPr>
            <a:r>
              <a:rPr sz="653" b="0">
                <a:solidFill>
                  <a:srgbClr val="231F20"/>
                </a:solidFill>
                <a:latin typeface="Arial"/>
                <a:ea typeface="Arial"/>
                <a:cs typeface="Arial"/>
              </a:rPr>
              <a:t>SPI</a:t>
            </a:r>
          </a:p>
        </p:txBody>
      </p:sp>
      <p:sp>
        <p:nvSpPr>
          <p:cNvPr id="48" name="text-646">
            <a:extLst xmlns:a="http://schemas.openxmlformats.org/drawingml/2006/main">
              <a:ext uri="{FF2B5EF4-FFF2-40B4-BE49-F238E27FC236}">
                <a16:creationId xmlns:a16="http://schemas.microsoft.com/office/drawing/2014/main" id="{CBB848B3-343E-40CB-9793-F2A7C8E51C20}"/>
              </a:ext>
            </a:extLst>
          </p:cNvPr>
          <p:cNvSpPr>
            <a:spLocks xmlns:a="http://schemas.openxmlformats.org/drawingml/2006/main" noGrp="1"/>
          </p:cNvSpPr>
          <p:nvPr/>
        </p:nvSpPr>
        <p:spPr>
          <a:xfrm xmlns:a="http://schemas.openxmlformats.org/drawingml/2006/main">
            <a:off x="4754975" y="3086100"/>
            <a:ext cx="1269968"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53" b="0">
                <a:solidFill>
                  <a:srgbClr val="231F20"/>
                </a:solidFill>
                <a:latin typeface="Yu Gothic"/>
                <a:ea typeface="Yu Gothic"/>
                <a:cs typeface="Yu Gothic"/>
              </a:defRPr>
            </a:defPPr>
            <a:lvl1pPr algn="l">
              <a:defRPr sz="653" b="0">
                <a:solidFill>
                  <a:srgbClr val="231F20"/>
                </a:solidFill>
                <a:latin typeface="Yu Gothic"/>
                <a:ea typeface="Yu Gothic"/>
                <a:cs typeface="Yu Gothic"/>
              </a:defRPr>
            </a:lvl1pPr>
            <a:lvl2pPr algn="l">
              <a:defRPr sz="653" b="0">
                <a:solidFill>
                  <a:srgbClr val="231F20"/>
                </a:solidFill>
                <a:latin typeface="Yu Gothic"/>
                <a:ea typeface="Yu Gothic"/>
                <a:cs typeface="Yu Gothic"/>
              </a:defRPr>
            </a:lvl2pPr>
            <a:lvl3pPr algn="l">
              <a:defRPr sz="653" b="0">
                <a:solidFill>
                  <a:srgbClr val="231F20"/>
                </a:solidFill>
                <a:latin typeface="Yu Gothic"/>
                <a:ea typeface="Yu Gothic"/>
                <a:cs typeface="Yu Gothic"/>
              </a:defRPr>
            </a:lvl3pPr>
            <a:lvl4pPr algn="l">
              <a:defRPr sz="653" b="0">
                <a:solidFill>
                  <a:srgbClr val="231F20"/>
                </a:solidFill>
                <a:latin typeface="Yu Gothic"/>
                <a:ea typeface="Yu Gothic"/>
                <a:cs typeface="Yu Gothic"/>
              </a:defRPr>
            </a:lvl4pPr>
            <a:lvl5pPr algn="l">
              <a:defRPr sz="653" b="0">
                <a:solidFill>
                  <a:srgbClr val="231F20"/>
                </a:solidFill>
                <a:latin typeface="Yu Gothic"/>
                <a:ea typeface="Yu Gothic"/>
                <a:cs typeface="Yu Gothic"/>
              </a:defRPr>
            </a:lvl5pPr>
            <a:lvl6pPr algn="l">
              <a:defRPr sz="653" b="0">
                <a:solidFill>
                  <a:srgbClr val="231F20"/>
                </a:solidFill>
                <a:latin typeface="Yu Gothic"/>
                <a:ea typeface="Yu Gothic"/>
                <a:cs typeface="Yu Gothic"/>
              </a:defRPr>
            </a:lvl6pPr>
            <a:lvl7pPr algn="l">
              <a:defRPr sz="653" b="0">
                <a:solidFill>
                  <a:srgbClr val="231F20"/>
                </a:solidFill>
                <a:latin typeface="Yu Gothic"/>
                <a:ea typeface="Yu Gothic"/>
                <a:cs typeface="Yu Gothic"/>
              </a:defRPr>
            </a:lvl7pPr>
            <a:lvl8pPr algn="l">
              <a:defRPr sz="653" b="0">
                <a:solidFill>
                  <a:srgbClr val="231F20"/>
                </a:solidFill>
                <a:latin typeface="Yu Gothic"/>
                <a:ea typeface="Yu Gothic"/>
                <a:cs typeface="Yu Gothic"/>
              </a:defRPr>
            </a:lvl8pPr>
            <a:lvl9pPr algn="l">
              <a:defRPr sz="653" b="0">
                <a:solidFill>
                  <a:srgbClr val="231F20"/>
                </a:solidFill>
                <a:latin typeface="Yu Gothic"/>
                <a:ea typeface="Yu Gothic"/>
                <a:cs typeface="Yu Gothic"/>
              </a:defRPr>
            </a:lvl9pPr>
          </a:lstStyle>
          <a:p xmlns:a="http://schemas.openxmlformats.org/drawingml/2006/main">
            <a:pPr algn="l">
              <a:defRPr sz="653" b="0">
                <a:solidFill>
                  <a:srgbClr val="231F20"/>
                </a:solidFill>
                <a:latin typeface="Yu Gothic"/>
                <a:ea typeface="Yu Gothic"/>
                <a:cs typeface="Yu Gothic"/>
              </a:defRPr>
            </a:pPr>
            <a:r>
              <a:rPr sz="653" b="0">
                <a:solidFill>
                  <a:srgbClr val="231F20"/>
                </a:solidFill>
                <a:latin typeface="Yu Gothic"/>
                <a:ea typeface="Yu Gothic"/>
                <a:cs typeface="Yu Gothic"/>
              </a:rPr>
              <a:t>CLINT / PLIC 等</a:t>
            </a:r>
          </a:p>
        </p:txBody>
      </p:sp>
      <p:sp>
        <p:nvSpPr>
          <p:cNvPr id="49" name="wire-647">
            <a:extLst xmlns:a="http://schemas.openxmlformats.org/drawingml/2006/main">
              <a:ext uri="{FF2B5EF4-FFF2-40B4-BE49-F238E27FC236}">
                <a16:creationId xmlns:a16="http://schemas.microsoft.com/office/drawing/2014/main" id="{CA3CC54A-1E7C-47CA-A386-527CFD1F1CE6}"/>
              </a:ext>
            </a:extLst>
          </p:cNvPr>
          <p:cNvSpPr>
            <a:spLocks xmlns:a="http://schemas.openxmlformats.org/drawingml/2006/main" noGrp="1"/>
          </p:cNvSpPr>
          <p:nvPr/>
        </p:nvSpPr>
        <p:spPr>
          <a:xfrm xmlns:a="http://schemas.openxmlformats.org/drawingml/2006/main">
            <a:off x="2814923" y="2983992"/>
            <a:ext cx="223361" cy="9525"/>
          </a:xfrm>
          <a:custGeom xmlns:a="http://schemas.openxmlformats.org/drawingml/2006/main">
            <a:pathLst>
              <a:path w="223361" h="9525">
                <a:moveTo>
                  <a:pt x="0" y="0"/>
                </a:moveTo>
                <a:lnTo>
                  <a:pt x="223361" y="0"/>
                </a:lnTo>
              </a:path>
            </a:pathLst>
          </a:custGeom>
          <a:noFill xmlns:a="http://schemas.openxmlformats.org/drawingml/2006/main"/>
          <a:ln xmlns:a="http://schemas.openxmlformats.org/drawingml/2006/main" w="14040">
            <a:solidFill>
              <a:srgbClr val="1572C3"/>
            </a:solidFill>
          </a:ln>
        </p:spPr>
      </p:sp>
      <p:sp>
        <p:nvSpPr>
          <p:cNvPr id="50" name="wire-648">
            <a:extLst xmlns:a="http://schemas.openxmlformats.org/drawingml/2006/main">
              <a:ext uri="{FF2B5EF4-FFF2-40B4-BE49-F238E27FC236}">
                <a16:creationId xmlns:a16="http://schemas.microsoft.com/office/drawing/2014/main" id="{36C5E6AD-DDA7-41B7-B99F-ABCF645615DB}"/>
              </a:ext>
            </a:extLst>
          </p:cNvPr>
          <p:cNvSpPr>
            <a:spLocks xmlns:a="http://schemas.openxmlformats.org/drawingml/2006/main" noGrp="1"/>
          </p:cNvSpPr>
          <p:nvPr/>
        </p:nvSpPr>
        <p:spPr>
          <a:xfrm xmlns:a="http://schemas.openxmlformats.org/drawingml/2006/main">
            <a:off x="3038285" y="2486216"/>
            <a:ext cx="9525" cy="497776"/>
          </a:xfrm>
          <a:custGeom xmlns:a="http://schemas.openxmlformats.org/drawingml/2006/main">
            <a:pathLst>
              <a:path w="9525" h="497776">
                <a:moveTo>
                  <a:pt x="0" y="497776"/>
                </a:moveTo>
                <a:lnTo>
                  <a:pt x="0" y="0"/>
                </a:lnTo>
              </a:path>
            </a:pathLst>
          </a:custGeom>
          <a:noFill xmlns:a="http://schemas.openxmlformats.org/drawingml/2006/main"/>
          <a:ln xmlns:a="http://schemas.openxmlformats.org/drawingml/2006/main" w="14040">
            <a:solidFill>
              <a:srgbClr val="1572C3"/>
            </a:solidFill>
          </a:ln>
        </p:spPr>
      </p:sp>
      <p:sp>
        <p:nvSpPr>
          <p:cNvPr id="51" name="wire-649">
            <a:extLst xmlns:a="http://schemas.openxmlformats.org/drawingml/2006/main">
              <a:ext uri="{FF2B5EF4-FFF2-40B4-BE49-F238E27FC236}">
                <a16:creationId xmlns:a16="http://schemas.microsoft.com/office/drawing/2014/main" id="{25D26116-FAE2-44CC-B172-FA9540D0F59D}"/>
              </a:ext>
            </a:extLst>
          </p:cNvPr>
          <p:cNvSpPr>
            <a:spLocks xmlns:a="http://schemas.openxmlformats.org/drawingml/2006/main" noGrp="1"/>
          </p:cNvSpPr>
          <p:nvPr/>
        </p:nvSpPr>
        <p:spPr>
          <a:xfrm xmlns:a="http://schemas.openxmlformats.org/drawingml/2006/main">
            <a:off x="3038285" y="2486216"/>
            <a:ext cx="3267456" cy="9525"/>
          </a:xfrm>
          <a:custGeom xmlns:a="http://schemas.openxmlformats.org/drawingml/2006/main">
            <a:pathLst>
              <a:path w="3267456" h="9525">
                <a:moveTo>
                  <a:pt x="0" y="0"/>
                </a:moveTo>
                <a:lnTo>
                  <a:pt x="3267456" y="0"/>
                </a:lnTo>
              </a:path>
            </a:pathLst>
          </a:custGeom>
          <a:noFill xmlns:a="http://schemas.openxmlformats.org/drawingml/2006/main"/>
          <a:ln xmlns:a="http://schemas.openxmlformats.org/drawingml/2006/main" w="14040">
            <a:solidFill>
              <a:srgbClr val="1572C3"/>
            </a:solidFill>
          </a:ln>
        </p:spPr>
      </p:sp>
      <p:sp>
        <p:nvSpPr>
          <p:cNvPr id="52" name="wire-650">
            <a:extLst xmlns:a="http://schemas.openxmlformats.org/drawingml/2006/main">
              <a:ext uri="{FF2B5EF4-FFF2-40B4-BE49-F238E27FC236}">
                <a16:creationId xmlns:a16="http://schemas.microsoft.com/office/drawing/2014/main" id="{0B819D2B-5824-4F14-AE8F-F9D144818B89}"/>
              </a:ext>
            </a:extLst>
          </p:cNvPr>
          <p:cNvSpPr>
            <a:spLocks xmlns:a="http://schemas.openxmlformats.org/drawingml/2006/main" noGrp="1"/>
          </p:cNvSpPr>
          <p:nvPr/>
        </p:nvSpPr>
        <p:spPr>
          <a:xfrm xmlns:a="http://schemas.openxmlformats.org/drawingml/2006/main">
            <a:off x="6305741" y="2486216"/>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14040">
            <a:solidFill>
              <a:srgbClr val="1572C3"/>
            </a:solidFill>
          </a:ln>
        </p:spPr>
      </p:sp>
      <p:sp>
        <p:nvSpPr>
          <p:cNvPr id="53" name="circuit-651">
            <a:extLst xmlns:a="http://schemas.openxmlformats.org/drawingml/2006/main">
              <a:ext uri="{FF2B5EF4-FFF2-40B4-BE49-F238E27FC236}">
                <a16:creationId xmlns:a16="http://schemas.microsoft.com/office/drawing/2014/main" id="{900FE547-F076-4342-A2F6-BD4AFBDC2E73}"/>
              </a:ext>
            </a:extLst>
          </p:cNvPr>
          <p:cNvSpPr>
            <a:spLocks xmlns:a="http://schemas.openxmlformats.org/drawingml/2006/main" noGrp="1"/>
          </p:cNvSpPr>
          <p:nvPr/>
        </p:nvSpPr>
        <p:spPr>
          <a:xfrm xmlns:a="http://schemas.openxmlformats.org/drawingml/2006/main">
            <a:off x="6375940" y="2472814"/>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54" name="wire-652">
            <a:extLst xmlns:a="http://schemas.openxmlformats.org/drawingml/2006/main">
              <a:ext uri="{FF2B5EF4-FFF2-40B4-BE49-F238E27FC236}">
                <a16:creationId xmlns:a16="http://schemas.microsoft.com/office/drawing/2014/main" id="{7B8815A7-3777-4A97-B586-B0F6FC6AF06F}"/>
              </a:ext>
            </a:extLst>
          </p:cNvPr>
          <p:cNvSpPr>
            <a:spLocks xmlns:a="http://schemas.openxmlformats.org/drawingml/2006/main" noGrp="1"/>
          </p:cNvSpPr>
          <p:nvPr/>
        </p:nvSpPr>
        <p:spPr>
          <a:xfrm xmlns:a="http://schemas.openxmlformats.org/drawingml/2006/main">
            <a:off x="2814923" y="2983992"/>
            <a:ext cx="223361" cy="9525"/>
          </a:xfrm>
          <a:custGeom xmlns:a="http://schemas.openxmlformats.org/drawingml/2006/main">
            <a:pathLst>
              <a:path w="223361" h="9525">
                <a:moveTo>
                  <a:pt x="223361" y="0"/>
                </a:moveTo>
                <a:lnTo>
                  <a:pt x="0" y="0"/>
                </a:lnTo>
              </a:path>
            </a:pathLst>
          </a:custGeom>
          <a:noFill xmlns:a="http://schemas.openxmlformats.org/drawingml/2006/main"/>
          <a:ln xmlns:a="http://schemas.openxmlformats.org/drawingml/2006/main" w="14040">
            <a:solidFill>
              <a:srgbClr val="1572C3"/>
            </a:solidFill>
          </a:ln>
        </p:spPr>
      </p:sp>
      <p:sp>
        <p:nvSpPr>
          <p:cNvPr id="55" name="circuit-653">
            <a:extLst xmlns:a="http://schemas.openxmlformats.org/drawingml/2006/main">
              <a:ext uri="{FF2B5EF4-FFF2-40B4-BE49-F238E27FC236}">
                <a16:creationId xmlns:a16="http://schemas.microsoft.com/office/drawing/2014/main" id="{56C7ED49-7E2A-4B69-BEB4-35ED7095F457}"/>
              </a:ext>
            </a:extLst>
          </p:cNvPr>
          <p:cNvSpPr>
            <a:spLocks xmlns:a="http://schemas.openxmlformats.org/drawingml/2006/main" noGrp="1"/>
          </p:cNvSpPr>
          <p:nvPr/>
        </p:nvSpPr>
        <p:spPr>
          <a:xfrm xmlns:a="http://schemas.openxmlformats.org/drawingml/2006/main">
            <a:off x="2814923" y="2970590"/>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56" name="block-654">
            <a:extLst xmlns:a="http://schemas.openxmlformats.org/drawingml/2006/main">
              <a:ext uri="{FF2B5EF4-FFF2-40B4-BE49-F238E27FC236}">
                <a16:creationId xmlns:a16="http://schemas.microsoft.com/office/drawing/2014/main" id="{82AFBBAA-5A1C-43E1-827F-CB27FEC064A0}"/>
              </a:ext>
            </a:extLst>
          </p:cNvPr>
          <p:cNvSpPr>
            <a:spLocks xmlns:a="http://schemas.openxmlformats.org/drawingml/2006/main" noGrp="1"/>
          </p:cNvSpPr>
          <p:nvPr/>
        </p:nvSpPr>
        <p:spPr>
          <a:xfrm xmlns:a="http://schemas.openxmlformats.org/drawingml/2006/main">
            <a:off x="6407849" y="2377726"/>
            <a:ext cx="1155097" cy="216980"/>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57" name="text-655">
            <a:extLst xmlns:a="http://schemas.openxmlformats.org/drawingml/2006/main">
              <a:ext uri="{FF2B5EF4-FFF2-40B4-BE49-F238E27FC236}">
                <a16:creationId xmlns:a16="http://schemas.microsoft.com/office/drawing/2014/main" id="{2D88B10D-E01B-4D16-9446-3B1B5FC995F5}"/>
              </a:ext>
            </a:extLst>
          </p:cNvPr>
          <p:cNvSpPr>
            <a:spLocks xmlns:a="http://schemas.openxmlformats.org/drawingml/2006/main" noGrp="1"/>
          </p:cNvSpPr>
          <p:nvPr/>
        </p:nvSpPr>
        <p:spPr>
          <a:xfrm xmlns:a="http://schemas.openxmlformats.org/drawingml/2006/main">
            <a:off x="6426994" y="2384108"/>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04" b="1">
                <a:solidFill>
                  <a:srgbClr val="231F20"/>
                </a:solidFill>
                <a:latin typeface="Arial"/>
                <a:ea typeface="Arial"/>
                <a:cs typeface="Arial"/>
              </a:defRPr>
            </a:defPPr>
            <a:lvl1pPr algn="ctr">
              <a:defRPr sz="804" b="1">
                <a:solidFill>
                  <a:srgbClr val="231F20"/>
                </a:solidFill>
                <a:latin typeface="Arial"/>
                <a:ea typeface="Arial"/>
                <a:cs typeface="Arial"/>
              </a:defRPr>
            </a:lvl1pPr>
            <a:lvl2pPr algn="ctr">
              <a:defRPr sz="804" b="1">
                <a:solidFill>
                  <a:srgbClr val="231F20"/>
                </a:solidFill>
                <a:latin typeface="Arial"/>
                <a:ea typeface="Arial"/>
                <a:cs typeface="Arial"/>
              </a:defRPr>
            </a:lvl2pPr>
            <a:lvl3pPr algn="ctr">
              <a:defRPr sz="804" b="1">
                <a:solidFill>
                  <a:srgbClr val="231F20"/>
                </a:solidFill>
                <a:latin typeface="Arial"/>
                <a:ea typeface="Arial"/>
                <a:cs typeface="Arial"/>
              </a:defRPr>
            </a:lvl3pPr>
            <a:lvl4pPr algn="ctr">
              <a:defRPr sz="804" b="1">
                <a:solidFill>
                  <a:srgbClr val="231F20"/>
                </a:solidFill>
                <a:latin typeface="Arial"/>
                <a:ea typeface="Arial"/>
                <a:cs typeface="Arial"/>
              </a:defRPr>
            </a:lvl4pPr>
            <a:lvl5pPr algn="ctr">
              <a:defRPr sz="804" b="1">
                <a:solidFill>
                  <a:srgbClr val="231F20"/>
                </a:solidFill>
                <a:latin typeface="Arial"/>
                <a:ea typeface="Arial"/>
                <a:cs typeface="Arial"/>
              </a:defRPr>
            </a:lvl5pPr>
            <a:lvl6pPr algn="ctr">
              <a:defRPr sz="804" b="1">
                <a:solidFill>
                  <a:srgbClr val="231F20"/>
                </a:solidFill>
                <a:latin typeface="Arial"/>
                <a:ea typeface="Arial"/>
                <a:cs typeface="Arial"/>
              </a:defRPr>
            </a:lvl6pPr>
            <a:lvl7pPr algn="ctr">
              <a:defRPr sz="804" b="1">
                <a:solidFill>
                  <a:srgbClr val="231F20"/>
                </a:solidFill>
                <a:latin typeface="Arial"/>
                <a:ea typeface="Arial"/>
                <a:cs typeface="Arial"/>
              </a:defRPr>
            </a:lvl7pPr>
            <a:lvl8pPr algn="ctr">
              <a:defRPr sz="804" b="1">
                <a:solidFill>
                  <a:srgbClr val="231F20"/>
                </a:solidFill>
                <a:latin typeface="Arial"/>
                <a:ea typeface="Arial"/>
                <a:cs typeface="Arial"/>
              </a:defRPr>
            </a:lvl8pPr>
            <a:lvl9pPr algn="ctr">
              <a:defRPr sz="804" b="1">
                <a:solidFill>
                  <a:srgbClr val="231F20"/>
                </a:solidFill>
                <a:latin typeface="Arial"/>
                <a:ea typeface="Arial"/>
                <a:cs typeface="Arial"/>
              </a:defRPr>
            </a:lvl9pPr>
          </a:lstStyle>
          <a:p xmlns:a="http://schemas.openxmlformats.org/drawingml/2006/main">
            <a:pPr algn="ctr">
              <a:defRPr sz="804" b="1">
                <a:solidFill>
                  <a:srgbClr val="231F20"/>
                </a:solidFill>
                <a:latin typeface="Arial"/>
                <a:ea typeface="Arial"/>
                <a:cs typeface="Arial"/>
              </a:defRPr>
            </a:pPr>
            <a:r>
              <a:rPr sz="804" b="1">
                <a:solidFill>
                  <a:srgbClr val="231F20"/>
                </a:solidFill>
                <a:latin typeface="Arial"/>
                <a:ea typeface="Arial"/>
                <a:cs typeface="Arial"/>
              </a:rPr>
              <a:t>ahbaxibridge</a:t>
            </a:r>
          </a:p>
        </p:txBody>
      </p:sp>
      <p:sp>
        <p:nvSpPr>
          <p:cNvPr id="58" name="block-656">
            <a:extLst xmlns:a="http://schemas.openxmlformats.org/drawingml/2006/main">
              <a:ext uri="{FF2B5EF4-FFF2-40B4-BE49-F238E27FC236}">
                <a16:creationId xmlns:a16="http://schemas.microsoft.com/office/drawing/2014/main" id="{DFAE535B-FC26-49ED-AFAB-CEC4CCBA66F4}"/>
              </a:ext>
            </a:extLst>
          </p:cNvPr>
          <p:cNvSpPr>
            <a:spLocks xmlns:a="http://schemas.openxmlformats.org/drawingml/2006/main" noGrp="1"/>
          </p:cNvSpPr>
          <p:nvPr/>
        </p:nvSpPr>
        <p:spPr>
          <a:xfrm xmlns:a="http://schemas.openxmlformats.org/drawingml/2006/main">
            <a:off x="6407849" y="2690432"/>
            <a:ext cx="1155097" cy="216980"/>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59" name="text-657">
            <a:extLst xmlns:a="http://schemas.openxmlformats.org/drawingml/2006/main">
              <a:ext uri="{FF2B5EF4-FFF2-40B4-BE49-F238E27FC236}">
                <a16:creationId xmlns:a16="http://schemas.microsoft.com/office/drawing/2014/main" id="{3590693C-D956-4D4E-874E-56094D3534D8}"/>
              </a:ext>
            </a:extLst>
          </p:cNvPr>
          <p:cNvSpPr>
            <a:spLocks xmlns:a="http://schemas.openxmlformats.org/drawingml/2006/main" noGrp="1"/>
          </p:cNvSpPr>
          <p:nvPr/>
        </p:nvSpPr>
        <p:spPr>
          <a:xfrm xmlns:a="http://schemas.openxmlformats.org/drawingml/2006/main">
            <a:off x="6426994" y="2696813"/>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04" b="1">
                <a:solidFill>
                  <a:srgbClr val="231F20"/>
                </a:solidFill>
                <a:latin typeface="Arial"/>
                <a:ea typeface="Arial"/>
                <a:cs typeface="Arial"/>
              </a:defRPr>
            </a:defPPr>
            <a:lvl1pPr algn="ctr">
              <a:defRPr sz="804" b="1">
                <a:solidFill>
                  <a:srgbClr val="231F20"/>
                </a:solidFill>
                <a:latin typeface="Arial"/>
                <a:ea typeface="Arial"/>
                <a:cs typeface="Arial"/>
              </a:defRPr>
            </a:lvl1pPr>
            <a:lvl2pPr algn="ctr">
              <a:defRPr sz="804" b="1">
                <a:solidFill>
                  <a:srgbClr val="231F20"/>
                </a:solidFill>
                <a:latin typeface="Arial"/>
                <a:ea typeface="Arial"/>
                <a:cs typeface="Arial"/>
              </a:defRPr>
            </a:lvl2pPr>
            <a:lvl3pPr algn="ctr">
              <a:defRPr sz="804" b="1">
                <a:solidFill>
                  <a:srgbClr val="231F20"/>
                </a:solidFill>
                <a:latin typeface="Arial"/>
                <a:ea typeface="Arial"/>
                <a:cs typeface="Arial"/>
              </a:defRPr>
            </a:lvl3pPr>
            <a:lvl4pPr algn="ctr">
              <a:defRPr sz="804" b="1">
                <a:solidFill>
                  <a:srgbClr val="231F20"/>
                </a:solidFill>
                <a:latin typeface="Arial"/>
                <a:ea typeface="Arial"/>
                <a:cs typeface="Arial"/>
              </a:defRPr>
            </a:lvl4pPr>
            <a:lvl5pPr algn="ctr">
              <a:defRPr sz="804" b="1">
                <a:solidFill>
                  <a:srgbClr val="231F20"/>
                </a:solidFill>
                <a:latin typeface="Arial"/>
                <a:ea typeface="Arial"/>
                <a:cs typeface="Arial"/>
              </a:defRPr>
            </a:lvl5pPr>
            <a:lvl6pPr algn="ctr">
              <a:defRPr sz="804" b="1">
                <a:solidFill>
                  <a:srgbClr val="231F20"/>
                </a:solidFill>
                <a:latin typeface="Arial"/>
                <a:ea typeface="Arial"/>
                <a:cs typeface="Arial"/>
              </a:defRPr>
            </a:lvl6pPr>
            <a:lvl7pPr algn="ctr">
              <a:defRPr sz="804" b="1">
                <a:solidFill>
                  <a:srgbClr val="231F20"/>
                </a:solidFill>
                <a:latin typeface="Arial"/>
                <a:ea typeface="Arial"/>
                <a:cs typeface="Arial"/>
              </a:defRPr>
            </a:lvl7pPr>
            <a:lvl8pPr algn="ctr">
              <a:defRPr sz="804" b="1">
                <a:solidFill>
                  <a:srgbClr val="231F20"/>
                </a:solidFill>
                <a:latin typeface="Arial"/>
                <a:ea typeface="Arial"/>
                <a:cs typeface="Arial"/>
              </a:defRPr>
            </a:lvl8pPr>
            <a:lvl9pPr algn="ctr">
              <a:defRPr sz="804" b="1">
                <a:solidFill>
                  <a:srgbClr val="231F20"/>
                </a:solidFill>
                <a:latin typeface="Arial"/>
                <a:ea typeface="Arial"/>
                <a:cs typeface="Arial"/>
              </a:defRPr>
            </a:lvl9pPr>
          </a:lstStyle>
          <a:p xmlns:a="http://schemas.openxmlformats.org/drawingml/2006/main">
            <a:pPr algn="ctr">
              <a:defRPr sz="804" b="1">
                <a:solidFill>
                  <a:srgbClr val="231F20"/>
                </a:solidFill>
                <a:latin typeface="Arial"/>
                <a:ea typeface="Arial"/>
                <a:cs typeface="Arial"/>
              </a:defRPr>
            </a:pPr>
            <a:r>
              <a:rPr sz="804" b="1">
                <a:solidFill>
                  <a:srgbClr val="231F20"/>
                </a:solidFill>
                <a:latin typeface="Arial"/>
                <a:ea typeface="Arial"/>
                <a:cs typeface="Arial"/>
              </a:rPr>
              <a:t>clkconverter</a:t>
            </a:r>
          </a:p>
        </p:txBody>
      </p:sp>
      <p:sp>
        <p:nvSpPr>
          <p:cNvPr id="60" name="block-658">
            <a:extLst xmlns:a="http://schemas.openxmlformats.org/drawingml/2006/main">
              <a:ext uri="{FF2B5EF4-FFF2-40B4-BE49-F238E27FC236}">
                <a16:creationId xmlns:a16="http://schemas.microsoft.com/office/drawing/2014/main" id="{C054195B-E3E4-4824-8D59-084FE0AB85CC}"/>
              </a:ext>
            </a:extLst>
          </p:cNvPr>
          <p:cNvSpPr>
            <a:spLocks xmlns:a="http://schemas.openxmlformats.org/drawingml/2006/main" noGrp="1"/>
          </p:cNvSpPr>
          <p:nvPr/>
        </p:nvSpPr>
        <p:spPr>
          <a:xfrm xmlns:a="http://schemas.openxmlformats.org/drawingml/2006/main">
            <a:off x="6407849" y="3009519"/>
            <a:ext cx="1155097" cy="216980"/>
          </a:xfrm>
          <a:prstGeom xmlns:a="http://schemas.openxmlformats.org/drawingml/2006/main" prst="rect">
            <a:avLst/>
          </a:prstGeom>
          <a:solidFill xmlns:a="http://schemas.openxmlformats.org/drawingml/2006/main">
            <a:srgbClr val="E5EBF8"/>
          </a:solidFill>
          <a:ln xmlns:a="http://schemas.openxmlformats.org/drawingml/2006/main" w="9573">
            <a:solidFill>
              <a:srgbClr val="231F20"/>
            </a:solidFill>
          </a:ln>
        </p:spPr>
      </p:sp>
      <p:sp>
        <p:nvSpPr>
          <p:cNvPr id="61" name="text-659">
            <a:extLst xmlns:a="http://schemas.openxmlformats.org/drawingml/2006/main">
              <a:ext uri="{FF2B5EF4-FFF2-40B4-BE49-F238E27FC236}">
                <a16:creationId xmlns:a16="http://schemas.microsoft.com/office/drawing/2014/main" id="{48AD95DF-098D-41EB-B38B-67FE848BC0B2}"/>
              </a:ext>
            </a:extLst>
          </p:cNvPr>
          <p:cNvSpPr>
            <a:spLocks xmlns:a="http://schemas.openxmlformats.org/drawingml/2006/main" noGrp="1"/>
          </p:cNvSpPr>
          <p:nvPr/>
        </p:nvSpPr>
        <p:spPr>
          <a:xfrm xmlns:a="http://schemas.openxmlformats.org/drawingml/2006/main">
            <a:off x="6426994" y="3015901"/>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54" b="1">
                <a:solidFill>
                  <a:srgbClr val="231F20"/>
                </a:solidFill>
                <a:latin typeface="Arial"/>
                <a:ea typeface="Arial"/>
                <a:cs typeface="Arial"/>
              </a:defRPr>
            </a:defPPr>
            <a:lvl1pPr algn="ctr">
              <a:defRPr sz="754" b="1">
                <a:solidFill>
                  <a:srgbClr val="231F20"/>
                </a:solidFill>
                <a:latin typeface="Arial"/>
                <a:ea typeface="Arial"/>
                <a:cs typeface="Arial"/>
              </a:defRPr>
            </a:lvl1pPr>
            <a:lvl2pPr algn="ctr">
              <a:defRPr sz="754" b="1">
                <a:solidFill>
                  <a:srgbClr val="231F20"/>
                </a:solidFill>
                <a:latin typeface="Arial"/>
                <a:ea typeface="Arial"/>
                <a:cs typeface="Arial"/>
              </a:defRPr>
            </a:lvl2pPr>
            <a:lvl3pPr algn="ctr">
              <a:defRPr sz="754" b="1">
                <a:solidFill>
                  <a:srgbClr val="231F20"/>
                </a:solidFill>
                <a:latin typeface="Arial"/>
                <a:ea typeface="Arial"/>
                <a:cs typeface="Arial"/>
              </a:defRPr>
            </a:lvl3pPr>
            <a:lvl4pPr algn="ctr">
              <a:defRPr sz="754" b="1">
                <a:solidFill>
                  <a:srgbClr val="231F20"/>
                </a:solidFill>
                <a:latin typeface="Arial"/>
                <a:ea typeface="Arial"/>
                <a:cs typeface="Arial"/>
              </a:defRPr>
            </a:lvl4pPr>
            <a:lvl5pPr algn="ctr">
              <a:defRPr sz="754" b="1">
                <a:solidFill>
                  <a:srgbClr val="231F20"/>
                </a:solidFill>
                <a:latin typeface="Arial"/>
                <a:ea typeface="Arial"/>
                <a:cs typeface="Arial"/>
              </a:defRPr>
            </a:lvl5pPr>
            <a:lvl6pPr algn="ctr">
              <a:defRPr sz="754" b="1">
                <a:solidFill>
                  <a:srgbClr val="231F20"/>
                </a:solidFill>
                <a:latin typeface="Arial"/>
                <a:ea typeface="Arial"/>
                <a:cs typeface="Arial"/>
              </a:defRPr>
            </a:lvl6pPr>
            <a:lvl7pPr algn="ctr">
              <a:defRPr sz="754" b="1">
                <a:solidFill>
                  <a:srgbClr val="231F20"/>
                </a:solidFill>
                <a:latin typeface="Arial"/>
                <a:ea typeface="Arial"/>
                <a:cs typeface="Arial"/>
              </a:defRPr>
            </a:lvl7pPr>
            <a:lvl8pPr algn="ctr">
              <a:defRPr sz="754" b="1">
                <a:solidFill>
                  <a:srgbClr val="231F20"/>
                </a:solidFill>
                <a:latin typeface="Arial"/>
                <a:ea typeface="Arial"/>
                <a:cs typeface="Arial"/>
              </a:defRPr>
            </a:lvl8pPr>
            <a:lvl9pPr algn="ctr">
              <a:defRPr sz="754" b="1">
                <a:solidFill>
                  <a:srgbClr val="231F20"/>
                </a:solidFill>
                <a:latin typeface="Arial"/>
                <a:ea typeface="Arial"/>
                <a:cs typeface="Arial"/>
              </a:defRPr>
            </a:lvl9pPr>
          </a:lstStyle>
          <a:p xmlns:a="http://schemas.openxmlformats.org/drawingml/2006/main">
            <a:pPr algn="ctr">
              <a:defRPr sz="754" b="1">
                <a:solidFill>
                  <a:srgbClr val="231F20"/>
                </a:solidFill>
                <a:latin typeface="Arial"/>
                <a:ea typeface="Arial"/>
                <a:cs typeface="Arial"/>
              </a:defRPr>
            </a:pPr>
            <a:r>
              <a:rPr sz="754" b="1">
                <a:solidFill>
                  <a:srgbClr val="231F20"/>
                </a:solidFill>
                <a:latin typeface="Arial"/>
                <a:ea typeface="Arial"/>
                <a:cs typeface="Arial"/>
              </a:rPr>
              <a:t>AXI shared fabric</a:t>
            </a:r>
          </a:p>
        </p:txBody>
      </p:sp>
      <p:sp>
        <p:nvSpPr>
          <p:cNvPr id="62" name="block-660">
            <a:extLst xmlns:a="http://schemas.openxmlformats.org/drawingml/2006/main">
              <a:ext uri="{FF2B5EF4-FFF2-40B4-BE49-F238E27FC236}">
                <a16:creationId xmlns:a16="http://schemas.microsoft.com/office/drawing/2014/main" id="{0470E58F-6C3B-421E-83CF-EE81A5B07802}"/>
              </a:ext>
            </a:extLst>
          </p:cNvPr>
          <p:cNvSpPr>
            <a:spLocks xmlns:a="http://schemas.openxmlformats.org/drawingml/2006/main" noGrp="1"/>
          </p:cNvSpPr>
          <p:nvPr/>
        </p:nvSpPr>
        <p:spPr>
          <a:xfrm xmlns:a="http://schemas.openxmlformats.org/drawingml/2006/main">
            <a:off x="6407849" y="3328607"/>
            <a:ext cx="1155097" cy="216980"/>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63" name="text-661">
            <a:extLst xmlns:a="http://schemas.openxmlformats.org/drawingml/2006/main">
              <a:ext uri="{FF2B5EF4-FFF2-40B4-BE49-F238E27FC236}">
                <a16:creationId xmlns:a16="http://schemas.microsoft.com/office/drawing/2014/main" id="{F3C135DB-A60A-4CA3-A7EB-65C4A5D15A39}"/>
              </a:ext>
            </a:extLst>
          </p:cNvPr>
          <p:cNvSpPr>
            <a:spLocks xmlns:a="http://schemas.openxmlformats.org/drawingml/2006/main" noGrp="1"/>
          </p:cNvSpPr>
          <p:nvPr/>
        </p:nvSpPr>
        <p:spPr>
          <a:xfrm xmlns:a="http://schemas.openxmlformats.org/drawingml/2006/main">
            <a:off x="6426994" y="3334988"/>
            <a:ext cx="1116806" cy="2042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04" b="1">
                <a:solidFill>
                  <a:srgbClr val="231F20"/>
                </a:solidFill>
                <a:latin typeface="Arial"/>
                <a:ea typeface="Arial"/>
                <a:cs typeface="Arial"/>
              </a:defRPr>
            </a:defPPr>
            <a:lvl1pPr algn="ctr">
              <a:defRPr sz="804" b="1">
                <a:solidFill>
                  <a:srgbClr val="231F20"/>
                </a:solidFill>
                <a:latin typeface="Arial"/>
                <a:ea typeface="Arial"/>
                <a:cs typeface="Arial"/>
              </a:defRPr>
            </a:lvl1pPr>
            <a:lvl2pPr algn="ctr">
              <a:defRPr sz="804" b="1">
                <a:solidFill>
                  <a:srgbClr val="231F20"/>
                </a:solidFill>
                <a:latin typeface="Arial"/>
                <a:ea typeface="Arial"/>
                <a:cs typeface="Arial"/>
              </a:defRPr>
            </a:lvl2pPr>
            <a:lvl3pPr algn="ctr">
              <a:defRPr sz="804" b="1">
                <a:solidFill>
                  <a:srgbClr val="231F20"/>
                </a:solidFill>
                <a:latin typeface="Arial"/>
                <a:ea typeface="Arial"/>
                <a:cs typeface="Arial"/>
              </a:defRPr>
            </a:lvl3pPr>
            <a:lvl4pPr algn="ctr">
              <a:defRPr sz="804" b="1">
                <a:solidFill>
                  <a:srgbClr val="231F20"/>
                </a:solidFill>
                <a:latin typeface="Arial"/>
                <a:ea typeface="Arial"/>
                <a:cs typeface="Arial"/>
              </a:defRPr>
            </a:lvl4pPr>
            <a:lvl5pPr algn="ctr">
              <a:defRPr sz="804" b="1">
                <a:solidFill>
                  <a:srgbClr val="231F20"/>
                </a:solidFill>
                <a:latin typeface="Arial"/>
                <a:ea typeface="Arial"/>
                <a:cs typeface="Arial"/>
              </a:defRPr>
            </a:lvl5pPr>
            <a:lvl6pPr algn="ctr">
              <a:defRPr sz="804" b="1">
                <a:solidFill>
                  <a:srgbClr val="231F20"/>
                </a:solidFill>
                <a:latin typeface="Arial"/>
                <a:ea typeface="Arial"/>
                <a:cs typeface="Arial"/>
              </a:defRPr>
            </a:lvl6pPr>
            <a:lvl7pPr algn="ctr">
              <a:defRPr sz="804" b="1">
                <a:solidFill>
                  <a:srgbClr val="231F20"/>
                </a:solidFill>
                <a:latin typeface="Arial"/>
                <a:ea typeface="Arial"/>
                <a:cs typeface="Arial"/>
              </a:defRPr>
            </a:lvl7pPr>
            <a:lvl8pPr algn="ctr">
              <a:defRPr sz="804" b="1">
                <a:solidFill>
                  <a:srgbClr val="231F20"/>
                </a:solidFill>
                <a:latin typeface="Arial"/>
                <a:ea typeface="Arial"/>
                <a:cs typeface="Arial"/>
              </a:defRPr>
            </a:lvl8pPr>
            <a:lvl9pPr algn="ctr">
              <a:defRPr sz="804" b="1">
                <a:solidFill>
                  <a:srgbClr val="231F20"/>
                </a:solidFill>
                <a:latin typeface="Arial"/>
                <a:ea typeface="Arial"/>
                <a:cs typeface="Arial"/>
              </a:defRPr>
            </a:lvl9pPr>
          </a:lstStyle>
          <a:p xmlns:a="http://schemas.openxmlformats.org/drawingml/2006/main">
            <a:pPr algn="ctr">
              <a:defRPr sz="804" b="1">
                <a:solidFill>
                  <a:srgbClr val="231F20"/>
                </a:solidFill>
                <a:latin typeface="Arial"/>
                <a:ea typeface="Arial"/>
                <a:cs typeface="Arial"/>
              </a:defRPr>
            </a:pPr>
            <a:r>
              <a:rPr sz="804" b="1">
                <a:solidFill>
                  <a:srgbClr val="231F20"/>
                </a:solidFill>
                <a:latin typeface="Arial"/>
                <a:ea typeface="Arial"/>
                <a:cs typeface="Arial"/>
              </a:rPr>
              <a:t>ddr3 / MIG</a:t>
            </a:r>
          </a:p>
        </p:txBody>
      </p:sp>
      <p:sp>
        <p:nvSpPr>
          <p:cNvPr id="64" name="wire-662">
            <a:extLst xmlns:a="http://schemas.openxmlformats.org/drawingml/2006/main">
              <a:ext uri="{FF2B5EF4-FFF2-40B4-BE49-F238E27FC236}">
                <a16:creationId xmlns:a16="http://schemas.microsoft.com/office/drawing/2014/main" id="{69443FC1-81F3-41B6-BB55-B2216C7CFDE9}"/>
              </a:ext>
            </a:extLst>
          </p:cNvPr>
          <p:cNvSpPr>
            <a:spLocks xmlns:a="http://schemas.openxmlformats.org/drawingml/2006/main" noGrp="1"/>
          </p:cNvSpPr>
          <p:nvPr/>
        </p:nvSpPr>
        <p:spPr>
          <a:xfrm xmlns:a="http://schemas.openxmlformats.org/drawingml/2006/main">
            <a:off x="6982206" y="2594705"/>
            <a:ext cx="9525" cy="95726"/>
          </a:xfrm>
          <a:custGeom xmlns:a="http://schemas.openxmlformats.org/drawingml/2006/main">
            <a:pathLst>
              <a:path w="9525" h="95726">
                <a:moveTo>
                  <a:pt x="0" y="0"/>
                </a:moveTo>
                <a:lnTo>
                  <a:pt x="0" y="95726"/>
                </a:lnTo>
              </a:path>
            </a:pathLst>
          </a:custGeom>
          <a:noFill xmlns:a="http://schemas.openxmlformats.org/drawingml/2006/main"/>
          <a:ln xmlns:a="http://schemas.openxmlformats.org/drawingml/2006/main" w="12764">
            <a:solidFill>
              <a:srgbClr val="1572C3"/>
            </a:solidFill>
          </a:ln>
        </p:spPr>
      </p:sp>
      <p:sp>
        <p:nvSpPr>
          <p:cNvPr id="65" name="circuit-663">
            <a:extLst xmlns:a="http://schemas.openxmlformats.org/drawingml/2006/main">
              <a:ext uri="{FF2B5EF4-FFF2-40B4-BE49-F238E27FC236}">
                <a16:creationId xmlns:a16="http://schemas.microsoft.com/office/drawing/2014/main" id="{94EB3D6F-6852-4176-883F-EE9265522597}"/>
              </a:ext>
            </a:extLst>
          </p:cNvPr>
          <p:cNvSpPr>
            <a:spLocks xmlns:a="http://schemas.openxmlformats.org/drawingml/2006/main" noGrp="1"/>
          </p:cNvSpPr>
          <p:nvPr/>
        </p:nvSpPr>
        <p:spPr>
          <a:xfrm xmlns:a="http://schemas.openxmlformats.org/drawingml/2006/main">
            <a:off x="6968804" y="2658523"/>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66" name="wire-664">
            <a:extLst xmlns:a="http://schemas.openxmlformats.org/drawingml/2006/main">
              <a:ext uri="{FF2B5EF4-FFF2-40B4-BE49-F238E27FC236}">
                <a16:creationId xmlns:a16="http://schemas.microsoft.com/office/drawing/2014/main" id="{C6EE4FDD-B339-4F7E-99CC-A5B7930142A9}"/>
              </a:ext>
            </a:extLst>
          </p:cNvPr>
          <p:cNvSpPr>
            <a:spLocks xmlns:a="http://schemas.openxmlformats.org/drawingml/2006/main" noGrp="1"/>
          </p:cNvSpPr>
          <p:nvPr/>
        </p:nvSpPr>
        <p:spPr>
          <a:xfrm xmlns:a="http://schemas.openxmlformats.org/drawingml/2006/main">
            <a:off x="6982206" y="2594705"/>
            <a:ext cx="9525" cy="95726"/>
          </a:xfrm>
          <a:custGeom xmlns:a="http://schemas.openxmlformats.org/drawingml/2006/main">
            <a:pathLst>
              <a:path w="9525" h="95726">
                <a:moveTo>
                  <a:pt x="0" y="95726"/>
                </a:moveTo>
                <a:lnTo>
                  <a:pt x="0" y="0"/>
                </a:lnTo>
              </a:path>
            </a:pathLst>
          </a:custGeom>
          <a:noFill xmlns:a="http://schemas.openxmlformats.org/drawingml/2006/main"/>
          <a:ln xmlns:a="http://schemas.openxmlformats.org/drawingml/2006/main" w="12764">
            <a:solidFill>
              <a:srgbClr val="1572C3"/>
            </a:solidFill>
          </a:ln>
        </p:spPr>
      </p:sp>
      <p:sp>
        <p:nvSpPr>
          <p:cNvPr id="67" name="circuit-665">
            <a:extLst xmlns:a="http://schemas.openxmlformats.org/drawingml/2006/main">
              <a:ext uri="{FF2B5EF4-FFF2-40B4-BE49-F238E27FC236}">
                <a16:creationId xmlns:a16="http://schemas.microsoft.com/office/drawing/2014/main" id="{C79991CA-DAD5-41C0-975A-FFC285714DD0}"/>
              </a:ext>
            </a:extLst>
          </p:cNvPr>
          <p:cNvSpPr>
            <a:spLocks xmlns:a="http://schemas.openxmlformats.org/drawingml/2006/main" noGrp="1"/>
          </p:cNvSpPr>
          <p:nvPr/>
        </p:nvSpPr>
        <p:spPr>
          <a:xfrm xmlns:a="http://schemas.openxmlformats.org/drawingml/2006/main">
            <a:off x="6968804" y="2594705"/>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68" name="wire-666">
            <a:extLst xmlns:a="http://schemas.openxmlformats.org/drawingml/2006/main">
              <a:ext uri="{FF2B5EF4-FFF2-40B4-BE49-F238E27FC236}">
                <a16:creationId xmlns:a16="http://schemas.microsoft.com/office/drawing/2014/main" id="{4BB1D1EC-9E53-4AA6-9E1A-CD5CD68316BD}"/>
              </a:ext>
            </a:extLst>
          </p:cNvPr>
          <p:cNvSpPr>
            <a:spLocks xmlns:a="http://schemas.openxmlformats.org/drawingml/2006/main" noGrp="1"/>
          </p:cNvSpPr>
          <p:nvPr/>
        </p:nvSpPr>
        <p:spPr>
          <a:xfrm xmlns:a="http://schemas.openxmlformats.org/drawingml/2006/main">
            <a:off x="6982206" y="2907411"/>
            <a:ext cx="9525" cy="102108"/>
          </a:xfrm>
          <a:custGeom xmlns:a="http://schemas.openxmlformats.org/drawingml/2006/main">
            <a:pathLst>
              <a:path w="9525" h="102108">
                <a:moveTo>
                  <a:pt x="0" y="0"/>
                </a:moveTo>
                <a:lnTo>
                  <a:pt x="0" y="102108"/>
                </a:lnTo>
              </a:path>
            </a:pathLst>
          </a:custGeom>
          <a:noFill xmlns:a="http://schemas.openxmlformats.org/drawingml/2006/main"/>
          <a:ln xmlns:a="http://schemas.openxmlformats.org/drawingml/2006/main" w="12764">
            <a:solidFill>
              <a:srgbClr val="1572C3"/>
            </a:solidFill>
          </a:ln>
        </p:spPr>
      </p:sp>
      <p:sp>
        <p:nvSpPr>
          <p:cNvPr id="69" name="circuit-667">
            <a:extLst xmlns:a="http://schemas.openxmlformats.org/drawingml/2006/main">
              <a:ext uri="{FF2B5EF4-FFF2-40B4-BE49-F238E27FC236}">
                <a16:creationId xmlns:a16="http://schemas.microsoft.com/office/drawing/2014/main" id="{D2449F1F-5AE1-43D3-8A25-DFE8DE70704C}"/>
              </a:ext>
            </a:extLst>
          </p:cNvPr>
          <p:cNvSpPr>
            <a:spLocks xmlns:a="http://schemas.openxmlformats.org/drawingml/2006/main" noGrp="1"/>
          </p:cNvSpPr>
          <p:nvPr/>
        </p:nvSpPr>
        <p:spPr>
          <a:xfrm xmlns:a="http://schemas.openxmlformats.org/drawingml/2006/main">
            <a:off x="6968804" y="297761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70" name="wire-668">
            <a:extLst xmlns:a="http://schemas.openxmlformats.org/drawingml/2006/main">
              <a:ext uri="{FF2B5EF4-FFF2-40B4-BE49-F238E27FC236}">
                <a16:creationId xmlns:a16="http://schemas.microsoft.com/office/drawing/2014/main" id="{F6D35049-7CD5-4872-985E-DD4C27E7687E}"/>
              </a:ext>
            </a:extLst>
          </p:cNvPr>
          <p:cNvSpPr>
            <a:spLocks xmlns:a="http://schemas.openxmlformats.org/drawingml/2006/main" noGrp="1"/>
          </p:cNvSpPr>
          <p:nvPr/>
        </p:nvSpPr>
        <p:spPr>
          <a:xfrm xmlns:a="http://schemas.openxmlformats.org/drawingml/2006/main">
            <a:off x="6982206" y="2907411"/>
            <a:ext cx="9525" cy="102108"/>
          </a:xfrm>
          <a:custGeom xmlns:a="http://schemas.openxmlformats.org/drawingml/2006/main">
            <a:pathLst>
              <a:path w="9525" h="102108">
                <a:moveTo>
                  <a:pt x="0" y="102108"/>
                </a:moveTo>
                <a:lnTo>
                  <a:pt x="0" y="0"/>
                </a:lnTo>
              </a:path>
            </a:pathLst>
          </a:custGeom>
          <a:noFill xmlns:a="http://schemas.openxmlformats.org/drawingml/2006/main"/>
          <a:ln xmlns:a="http://schemas.openxmlformats.org/drawingml/2006/main" w="12764">
            <a:solidFill>
              <a:srgbClr val="1572C3"/>
            </a:solidFill>
          </a:ln>
        </p:spPr>
      </p:sp>
      <p:sp>
        <p:nvSpPr>
          <p:cNvPr id="71" name="circuit-669">
            <a:extLst xmlns:a="http://schemas.openxmlformats.org/drawingml/2006/main">
              <a:ext uri="{FF2B5EF4-FFF2-40B4-BE49-F238E27FC236}">
                <a16:creationId xmlns:a16="http://schemas.microsoft.com/office/drawing/2014/main" id="{F821474E-4D7E-4BDE-AA1C-AA4231822CEE}"/>
              </a:ext>
            </a:extLst>
          </p:cNvPr>
          <p:cNvSpPr>
            <a:spLocks xmlns:a="http://schemas.openxmlformats.org/drawingml/2006/main" noGrp="1"/>
          </p:cNvSpPr>
          <p:nvPr/>
        </p:nvSpPr>
        <p:spPr>
          <a:xfrm xmlns:a="http://schemas.openxmlformats.org/drawingml/2006/main">
            <a:off x="6968804" y="2907411"/>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72" name="wire-670">
            <a:extLst xmlns:a="http://schemas.openxmlformats.org/drawingml/2006/main">
              <a:ext uri="{FF2B5EF4-FFF2-40B4-BE49-F238E27FC236}">
                <a16:creationId xmlns:a16="http://schemas.microsoft.com/office/drawing/2014/main" id="{64780BF9-7200-4C33-BB66-1CB84185EA5F}"/>
              </a:ext>
            </a:extLst>
          </p:cNvPr>
          <p:cNvSpPr>
            <a:spLocks xmlns:a="http://schemas.openxmlformats.org/drawingml/2006/main" noGrp="1"/>
          </p:cNvSpPr>
          <p:nvPr/>
        </p:nvSpPr>
        <p:spPr>
          <a:xfrm xmlns:a="http://schemas.openxmlformats.org/drawingml/2006/main">
            <a:off x="6982206" y="3226499"/>
            <a:ext cx="9525" cy="102108"/>
          </a:xfrm>
          <a:custGeom xmlns:a="http://schemas.openxmlformats.org/drawingml/2006/main">
            <a:pathLst>
              <a:path w="9525" h="102108">
                <a:moveTo>
                  <a:pt x="0" y="0"/>
                </a:moveTo>
                <a:lnTo>
                  <a:pt x="0" y="102108"/>
                </a:lnTo>
              </a:path>
            </a:pathLst>
          </a:custGeom>
          <a:noFill xmlns:a="http://schemas.openxmlformats.org/drawingml/2006/main"/>
          <a:ln xmlns:a="http://schemas.openxmlformats.org/drawingml/2006/main" w="12764">
            <a:solidFill>
              <a:srgbClr val="1572C3"/>
            </a:solidFill>
          </a:ln>
        </p:spPr>
      </p:sp>
      <p:sp>
        <p:nvSpPr>
          <p:cNvPr id="73" name="circuit-671">
            <a:extLst xmlns:a="http://schemas.openxmlformats.org/drawingml/2006/main">
              <a:ext uri="{FF2B5EF4-FFF2-40B4-BE49-F238E27FC236}">
                <a16:creationId xmlns:a16="http://schemas.microsoft.com/office/drawing/2014/main" id="{41568C71-C246-4E3C-B348-8CF93257B3F2}"/>
              </a:ext>
            </a:extLst>
          </p:cNvPr>
          <p:cNvSpPr>
            <a:spLocks xmlns:a="http://schemas.openxmlformats.org/drawingml/2006/main" noGrp="1"/>
          </p:cNvSpPr>
          <p:nvPr/>
        </p:nvSpPr>
        <p:spPr>
          <a:xfrm xmlns:a="http://schemas.openxmlformats.org/drawingml/2006/main">
            <a:off x="6968804" y="3296698"/>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74" name="wire-672">
            <a:extLst xmlns:a="http://schemas.openxmlformats.org/drawingml/2006/main">
              <a:ext uri="{FF2B5EF4-FFF2-40B4-BE49-F238E27FC236}">
                <a16:creationId xmlns:a16="http://schemas.microsoft.com/office/drawing/2014/main" id="{90F335AD-C48E-4A25-A501-F06DB8EBA8E9}"/>
              </a:ext>
            </a:extLst>
          </p:cNvPr>
          <p:cNvSpPr>
            <a:spLocks xmlns:a="http://schemas.openxmlformats.org/drawingml/2006/main" noGrp="1"/>
          </p:cNvSpPr>
          <p:nvPr/>
        </p:nvSpPr>
        <p:spPr>
          <a:xfrm xmlns:a="http://schemas.openxmlformats.org/drawingml/2006/main">
            <a:off x="6982206" y="3226499"/>
            <a:ext cx="9525" cy="102108"/>
          </a:xfrm>
          <a:custGeom xmlns:a="http://schemas.openxmlformats.org/drawingml/2006/main">
            <a:pathLst>
              <a:path w="9525" h="102108">
                <a:moveTo>
                  <a:pt x="0" y="102108"/>
                </a:moveTo>
                <a:lnTo>
                  <a:pt x="0" y="0"/>
                </a:lnTo>
              </a:path>
            </a:pathLst>
          </a:custGeom>
          <a:noFill xmlns:a="http://schemas.openxmlformats.org/drawingml/2006/main"/>
          <a:ln xmlns:a="http://schemas.openxmlformats.org/drawingml/2006/main" w="12764">
            <a:solidFill>
              <a:srgbClr val="1572C3"/>
            </a:solidFill>
          </a:ln>
        </p:spPr>
      </p:sp>
      <p:sp>
        <p:nvSpPr>
          <p:cNvPr id="75" name="circuit-673">
            <a:extLst xmlns:a="http://schemas.openxmlformats.org/drawingml/2006/main">
              <a:ext uri="{FF2B5EF4-FFF2-40B4-BE49-F238E27FC236}">
                <a16:creationId xmlns:a16="http://schemas.microsoft.com/office/drawing/2014/main" id="{17196049-083E-49F8-946E-2E878635ECD5}"/>
              </a:ext>
            </a:extLst>
          </p:cNvPr>
          <p:cNvSpPr>
            <a:spLocks xmlns:a="http://schemas.openxmlformats.org/drawingml/2006/main" noGrp="1"/>
          </p:cNvSpPr>
          <p:nvPr/>
        </p:nvSpPr>
        <p:spPr>
          <a:xfrm xmlns:a="http://schemas.openxmlformats.org/drawingml/2006/main">
            <a:off x="6968804" y="322649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76" name="wire-674">
            <a:extLst xmlns:a="http://schemas.openxmlformats.org/drawingml/2006/main">
              <a:ext uri="{FF2B5EF4-FFF2-40B4-BE49-F238E27FC236}">
                <a16:creationId xmlns:a16="http://schemas.microsoft.com/office/drawing/2014/main" id="{6445A962-1204-48EC-9F4C-56F03E0B0B3E}"/>
              </a:ext>
            </a:extLst>
          </p:cNvPr>
          <p:cNvSpPr>
            <a:spLocks xmlns:a="http://schemas.openxmlformats.org/drawingml/2006/main" noGrp="1"/>
          </p:cNvSpPr>
          <p:nvPr/>
        </p:nvSpPr>
        <p:spPr>
          <a:xfrm xmlns:a="http://schemas.openxmlformats.org/drawingml/2006/main">
            <a:off x="7562945" y="3437096"/>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12764">
            <a:solidFill>
              <a:srgbClr val="1572C3"/>
            </a:solidFill>
          </a:ln>
        </p:spPr>
      </p:sp>
      <p:sp>
        <p:nvSpPr>
          <p:cNvPr id="77" name="wire-675">
            <a:extLst xmlns:a="http://schemas.openxmlformats.org/drawingml/2006/main">
              <a:ext uri="{FF2B5EF4-FFF2-40B4-BE49-F238E27FC236}">
                <a16:creationId xmlns:a16="http://schemas.microsoft.com/office/drawing/2014/main" id="{B00305F5-186B-48B2-98A4-B65CB5EC3ABC}"/>
              </a:ext>
            </a:extLst>
          </p:cNvPr>
          <p:cNvSpPr>
            <a:spLocks xmlns:a="http://schemas.openxmlformats.org/drawingml/2006/main" noGrp="1"/>
          </p:cNvSpPr>
          <p:nvPr/>
        </p:nvSpPr>
        <p:spPr>
          <a:xfrm xmlns:a="http://schemas.openxmlformats.org/drawingml/2006/main">
            <a:off x="7613999" y="2084165"/>
            <a:ext cx="9525" cy="1352931"/>
          </a:xfrm>
          <a:custGeom xmlns:a="http://schemas.openxmlformats.org/drawingml/2006/main">
            <a:pathLst>
              <a:path w="9525" h="1352931">
                <a:moveTo>
                  <a:pt x="0" y="1352931"/>
                </a:moveTo>
                <a:lnTo>
                  <a:pt x="0" y="0"/>
                </a:lnTo>
              </a:path>
            </a:pathLst>
          </a:custGeom>
          <a:noFill xmlns:a="http://schemas.openxmlformats.org/drawingml/2006/main"/>
          <a:ln xmlns:a="http://schemas.openxmlformats.org/drawingml/2006/main" w="12764">
            <a:solidFill>
              <a:srgbClr val="1572C3"/>
            </a:solidFill>
          </a:ln>
        </p:spPr>
      </p:sp>
      <p:sp>
        <p:nvSpPr>
          <p:cNvPr id="78" name="wire-676">
            <a:extLst xmlns:a="http://schemas.openxmlformats.org/drawingml/2006/main">
              <a:ext uri="{FF2B5EF4-FFF2-40B4-BE49-F238E27FC236}">
                <a16:creationId xmlns:a16="http://schemas.microsoft.com/office/drawing/2014/main" id="{C22C1A74-D79E-4E98-88C0-DD0842845DC2}"/>
              </a:ext>
            </a:extLst>
          </p:cNvPr>
          <p:cNvSpPr>
            <a:spLocks xmlns:a="http://schemas.openxmlformats.org/drawingml/2006/main" noGrp="1"/>
          </p:cNvSpPr>
          <p:nvPr/>
        </p:nvSpPr>
        <p:spPr>
          <a:xfrm xmlns:a="http://schemas.openxmlformats.org/drawingml/2006/main">
            <a:off x="6088761" y="2084165"/>
            <a:ext cx="1525238" cy="9525"/>
          </a:xfrm>
          <a:custGeom xmlns:a="http://schemas.openxmlformats.org/drawingml/2006/main">
            <a:pathLst>
              <a:path w="1525238" h="9525">
                <a:moveTo>
                  <a:pt x="1525238" y="0"/>
                </a:moveTo>
                <a:lnTo>
                  <a:pt x="0" y="0"/>
                </a:lnTo>
              </a:path>
            </a:pathLst>
          </a:custGeom>
          <a:noFill xmlns:a="http://schemas.openxmlformats.org/drawingml/2006/main"/>
          <a:ln xmlns:a="http://schemas.openxmlformats.org/drawingml/2006/main" w="12764">
            <a:solidFill>
              <a:srgbClr val="1572C3"/>
            </a:solidFill>
          </a:ln>
        </p:spPr>
      </p:sp>
      <p:sp>
        <p:nvSpPr>
          <p:cNvPr id="79" name="wire-677">
            <a:extLst xmlns:a="http://schemas.openxmlformats.org/drawingml/2006/main">
              <a:ext uri="{FF2B5EF4-FFF2-40B4-BE49-F238E27FC236}">
                <a16:creationId xmlns:a16="http://schemas.microsoft.com/office/drawing/2014/main" id="{28BB24F6-FF66-4DC2-A25D-BA4613133F05}"/>
              </a:ext>
            </a:extLst>
          </p:cNvPr>
          <p:cNvSpPr>
            <a:spLocks xmlns:a="http://schemas.openxmlformats.org/drawingml/2006/main" noGrp="1"/>
          </p:cNvSpPr>
          <p:nvPr/>
        </p:nvSpPr>
        <p:spPr>
          <a:xfrm xmlns:a="http://schemas.openxmlformats.org/drawingml/2006/main">
            <a:off x="6088761" y="2039493"/>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12764">
            <a:solidFill>
              <a:srgbClr val="1572C3"/>
            </a:solidFill>
          </a:ln>
        </p:spPr>
      </p:sp>
      <p:sp>
        <p:nvSpPr>
          <p:cNvPr id="80" name="circuit-678">
            <a:extLst xmlns:a="http://schemas.openxmlformats.org/drawingml/2006/main">
              <a:ext uri="{FF2B5EF4-FFF2-40B4-BE49-F238E27FC236}">
                <a16:creationId xmlns:a16="http://schemas.microsoft.com/office/drawing/2014/main" id="{3346370E-C773-4BCE-934E-036E28187E18}"/>
              </a:ext>
            </a:extLst>
          </p:cNvPr>
          <p:cNvSpPr>
            <a:spLocks xmlns:a="http://schemas.openxmlformats.org/drawingml/2006/main" noGrp="1"/>
          </p:cNvSpPr>
          <p:nvPr/>
        </p:nvSpPr>
        <p:spPr>
          <a:xfrm xmlns:a="http://schemas.openxmlformats.org/drawingml/2006/main">
            <a:off x="6075359" y="2039493"/>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81" name="wire-679">
            <a:extLst xmlns:a="http://schemas.openxmlformats.org/drawingml/2006/main">
              <a:ext uri="{FF2B5EF4-FFF2-40B4-BE49-F238E27FC236}">
                <a16:creationId xmlns:a16="http://schemas.microsoft.com/office/drawing/2014/main" id="{7943F456-A27A-4733-B809-C0134D89BF53}"/>
              </a:ext>
            </a:extLst>
          </p:cNvPr>
          <p:cNvSpPr>
            <a:spLocks xmlns:a="http://schemas.openxmlformats.org/drawingml/2006/main" noGrp="1"/>
          </p:cNvSpPr>
          <p:nvPr/>
        </p:nvSpPr>
        <p:spPr>
          <a:xfrm xmlns:a="http://schemas.openxmlformats.org/drawingml/2006/main">
            <a:off x="7562945" y="3437096"/>
            <a:ext cx="51054" cy="9525"/>
          </a:xfrm>
          <a:custGeom xmlns:a="http://schemas.openxmlformats.org/drawingml/2006/main">
            <a:pathLst>
              <a:path w="51054" h="9525">
                <a:moveTo>
                  <a:pt x="51054" y="0"/>
                </a:moveTo>
                <a:lnTo>
                  <a:pt x="0" y="0"/>
                </a:lnTo>
              </a:path>
            </a:pathLst>
          </a:custGeom>
          <a:noFill xmlns:a="http://schemas.openxmlformats.org/drawingml/2006/main"/>
          <a:ln xmlns:a="http://schemas.openxmlformats.org/drawingml/2006/main" w="12764">
            <a:solidFill>
              <a:srgbClr val="1572C3"/>
            </a:solidFill>
          </a:ln>
        </p:spPr>
      </p:sp>
      <p:sp>
        <p:nvSpPr>
          <p:cNvPr id="82" name="circuit-680">
            <a:extLst xmlns:a="http://schemas.openxmlformats.org/drawingml/2006/main">
              <a:ext uri="{FF2B5EF4-FFF2-40B4-BE49-F238E27FC236}">
                <a16:creationId xmlns:a16="http://schemas.microsoft.com/office/drawing/2014/main" id="{B2B4BBA7-461C-4C22-83F5-2A6496BB008F}"/>
              </a:ext>
            </a:extLst>
          </p:cNvPr>
          <p:cNvSpPr>
            <a:spLocks xmlns:a="http://schemas.openxmlformats.org/drawingml/2006/main" noGrp="1"/>
          </p:cNvSpPr>
          <p:nvPr/>
        </p:nvSpPr>
        <p:spPr>
          <a:xfrm xmlns:a="http://schemas.openxmlformats.org/drawingml/2006/main">
            <a:off x="7562945" y="3423695"/>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83" name="block-681">
            <a:extLst xmlns:a="http://schemas.openxmlformats.org/drawingml/2006/main">
              <a:ext uri="{FF2B5EF4-FFF2-40B4-BE49-F238E27FC236}">
                <a16:creationId xmlns:a16="http://schemas.microsoft.com/office/drawing/2014/main" id="{E0738265-B611-412D-BCBB-B05952D9879B}"/>
              </a:ext>
            </a:extLst>
          </p:cNvPr>
          <p:cNvSpPr>
            <a:spLocks xmlns:a="http://schemas.openxmlformats.org/drawingml/2006/main" noGrp="1"/>
          </p:cNvSpPr>
          <p:nvPr/>
        </p:nvSpPr>
        <p:spPr>
          <a:xfrm xmlns:a="http://schemas.openxmlformats.org/drawingml/2006/main">
            <a:off x="702564" y="3341370"/>
            <a:ext cx="5405342" cy="2048542"/>
          </a:xfrm>
          <a:prstGeom xmlns:a="http://schemas.openxmlformats.org/drawingml/2006/main" prst="rect">
            <a:avLst/>
          </a:prstGeom>
          <a:solidFill xmlns:a="http://schemas.openxmlformats.org/drawingml/2006/main">
            <a:srgbClr val="FFFFFF"/>
          </a:solidFill>
          <a:ln xmlns:a="http://schemas.openxmlformats.org/drawingml/2006/main" w="10211">
            <a:solidFill>
              <a:srgbClr val="231F20"/>
            </a:solidFill>
          </a:ln>
        </p:spPr>
      </p:sp>
      <p:sp>
        <p:nvSpPr>
          <p:cNvPr id="84" name="text-682">
            <a:extLst xmlns:a="http://schemas.openxmlformats.org/drawingml/2006/main">
              <a:ext uri="{FF2B5EF4-FFF2-40B4-BE49-F238E27FC236}">
                <a16:creationId xmlns:a16="http://schemas.microsoft.com/office/drawing/2014/main" id="{F23308F8-9871-4313-8963-DBAD84FF808A}"/>
              </a:ext>
            </a:extLst>
          </p:cNvPr>
          <p:cNvSpPr>
            <a:spLocks xmlns:a="http://schemas.openxmlformats.org/drawingml/2006/main" noGrp="1"/>
          </p:cNvSpPr>
          <p:nvPr/>
        </p:nvSpPr>
        <p:spPr>
          <a:xfrm xmlns:a="http://schemas.openxmlformats.org/drawingml/2006/main">
            <a:off x="766382" y="3347752"/>
            <a:ext cx="1978343"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05" b="1">
                <a:solidFill>
                  <a:srgbClr val="231F20"/>
                </a:solidFill>
                <a:latin typeface="Arial"/>
                <a:ea typeface="Arial"/>
                <a:cs typeface="Arial"/>
              </a:defRPr>
            </a:defPPr>
            <a:lvl1pPr algn="l">
              <a:defRPr sz="1005" b="1">
                <a:solidFill>
                  <a:srgbClr val="231F20"/>
                </a:solidFill>
                <a:latin typeface="Arial"/>
                <a:ea typeface="Arial"/>
                <a:cs typeface="Arial"/>
              </a:defRPr>
            </a:lvl1pPr>
            <a:lvl2pPr algn="l">
              <a:defRPr sz="1005" b="1">
                <a:solidFill>
                  <a:srgbClr val="231F20"/>
                </a:solidFill>
                <a:latin typeface="Arial"/>
                <a:ea typeface="Arial"/>
                <a:cs typeface="Arial"/>
              </a:defRPr>
            </a:lvl2pPr>
            <a:lvl3pPr algn="l">
              <a:defRPr sz="1005" b="1">
                <a:solidFill>
                  <a:srgbClr val="231F20"/>
                </a:solidFill>
                <a:latin typeface="Arial"/>
                <a:ea typeface="Arial"/>
                <a:cs typeface="Arial"/>
              </a:defRPr>
            </a:lvl3pPr>
            <a:lvl4pPr algn="l">
              <a:defRPr sz="1005" b="1">
                <a:solidFill>
                  <a:srgbClr val="231F20"/>
                </a:solidFill>
                <a:latin typeface="Arial"/>
                <a:ea typeface="Arial"/>
                <a:cs typeface="Arial"/>
              </a:defRPr>
            </a:lvl4pPr>
            <a:lvl5pPr algn="l">
              <a:defRPr sz="1005" b="1">
                <a:solidFill>
                  <a:srgbClr val="231F20"/>
                </a:solidFill>
                <a:latin typeface="Arial"/>
                <a:ea typeface="Arial"/>
                <a:cs typeface="Arial"/>
              </a:defRPr>
            </a:lvl5pPr>
            <a:lvl6pPr algn="l">
              <a:defRPr sz="1005" b="1">
                <a:solidFill>
                  <a:srgbClr val="231F20"/>
                </a:solidFill>
                <a:latin typeface="Arial"/>
                <a:ea typeface="Arial"/>
                <a:cs typeface="Arial"/>
              </a:defRPr>
            </a:lvl6pPr>
            <a:lvl7pPr algn="l">
              <a:defRPr sz="1005" b="1">
                <a:solidFill>
                  <a:srgbClr val="231F20"/>
                </a:solidFill>
                <a:latin typeface="Arial"/>
                <a:ea typeface="Arial"/>
                <a:cs typeface="Arial"/>
              </a:defRPr>
            </a:lvl7pPr>
            <a:lvl8pPr algn="l">
              <a:defRPr sz="1005" b="1">
                <a:solidFill>
                  <a:srgbClr val="231F20"/>
                </a:solidFill>
                <a:latin typeface="Arial"/>
                <a:ea typeface="Arial"/>
                <a:cs typeface="Arial"/>
              </a:defRPr>
            </a:lvl8pPr>
            <a:lvl9pPr algn="l">
              <a:defRPr sz="1005" b="1">
                <a:solidFill>
                  <a:srgbClr val="231F20"/>
                </a:solidFill>
                <a:latin typeface="Arial"/>
                <a:ea typeface="Arial"/>
                <a:cs typeface="Arial"/>
              </a:defRPr>
            </a:lvl9pPr>
          </a:lstStyle>
          <a:p xmlns:a="http://schemas.openxmlformats.org/drawingml/2006/main">
            <a:pPr algn="l">
              <a:defRPr sz="1005" b="1">
                <a:solidFill>
                  <a:srgbClr val="231F20"/>
                </a:solidFill>
                <a:latin typeface="Arial"/>
                <a:ea typeface="Arial"/>
                <a:cs typeface="Arial"/>
              </a:defRPr>
            </a:pPr>
            <a:r>
              <a:rPr sz="1005" b="1">
                <a:solidFill>
                  <a:srgbClr val="231F20"/>
                </a:solidFill>
                <a:latin typeface="Arial"/>
                <a:ea typeface="Arial"/>
                <a:cs typeface="Arial"/>
              </a:rPr>
              <a:t>wallypipelinedcore</a:t>
            </a:r>
          </a:p>
        </p:txBody>
      </p:sp>
      <p:sp>
        <p:nvSpPr>
          <p:cNvPr id="85" name="text-683">
            <a:extLst xmlns:a="http://schemas.openxmlformats.org/drawingml/2006/main">
              <a:ext uri="{FF2B5EF4-FFF2-40B4-BE49-F238E27FC236}">
                <a16:creationId xmlns:a16="http://schemas.microsoft.com/office/drawing/2014/main" id="{DFA59C08-16BC-4DDE-ABE7-678DE3A1B78B}"/>
              </a:ext>
            </a:extLst>
          </p:cNvPr>
          <p:cNvSpPr>
            <a:spLocks xmlns:a="http://schemas.openxmlformats.org/drawingml/2006/main" noGrp="1"/>
          </p:cNvSpPr>
          <p:nvPr/>
        </p:nvSpPr>
        <p:spPr>
          <a:xfrm xmlns:a="http://schemas.openxmlformats.org/drawingml/2006/main">
            <a:off x="2885123" y="3360515"/>
            <a:ext cx="701993" cy="1403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54" b="0">
                <a:solidFill>
                  <a:srgbClr val="231F20"/>
                </a:solidFill>
                <a:latin typeface="Arial"/>
                <a:ea typeface="Arial"/>
                <a:cs typeface="Arial"/>
              </a:defRPr>
            </a:defPPr>
            <a:lvl1pPr algn="l">
              <a:defRPr sz="854" b="0">
                <a:solidFill>
                  <a:srgbClr val="231F20"/>
                </a:solidFill>
                <a:latin typeface="Arial"/>
                <a:ea typeface="Arial"/>
                <a:cs typeface="Arial"/>
              </a:defRPr>
            </a:lvl1pPr>
            <a:lvl2pPr algn="l">
              <a:defRPr sz="854" b="0">
                <a:solidFill>
                  <a:srgbClr val="231F20"/>
                </a:solidFill>
                <a:latin typeface="Arial"/>
                <a:ea typeface="Arial"/>
                <a:cs typeface="Arial"/>
              </a:defRPr>
            </a:lvl2pPr>
            <a:lvl3pPr algn="l">
              <a:defRPr sz="854" b="0">
                <a:solidFill>
                  <a:srgbClr val="231F20"/>
                </a:solidFill>
                <a:latin typeface="Arial"/>
                <a:ea typeface="Arial"/>
                <a:cs typeface="Arial"/>
              </a:defRPr>
            </a:lvl3pPr>
            <a:lvl4pPr algn="l">
              <a:defRPr sz="854" b="0">
                <a:solidFill>
                  <a:srgbClr val="231F20"/>
                </a:solidFill>
                <a:latin typeface="Arial"/>
                <a:ea typeface="Arial"/>
                <a:cs typeface="Arial"/>
              </a:defRPr>
            </a:lvl4pPr>
            <a:lvl5pPr algn="l">
              <a:defRPr sz="854" b="0">
                <a:solidFill>
                  <a:srgbClr val="231F20"/>
                </a:solidFill>
                <a:latin typeface="Arial"/>
                <a:ea typeface="Arial"/>
                <a:cs typeface="Arial"/>
              </a:defRPr>
            </a:lvl5pPr>
            <a:lvl6pPr algn="l">
              <a:defRPr sz="854" b="0">
                <a:solidFill>
                  <a:srgbClr val="231F20"/>
                </a:solidFill>
                <a:latin typeface="Arial"/>
                <a:ea typeface="Arial"/>
                <a:cs typeface="Arial"/>
              </a:defRPr>
            </a:lvl6pPr>
            <a:lvl7pPr algn="l">
              <a:defRPr sz="854" b="0">
                <a:solidFill>
                  <a:srgbClr val="231F20"/>
                </a:solidFill>
                <a:latin typeface="Arial"/>
                <a:ea typeface="Arial"/>
                <a:cs typeface="Arial"/>
              </a:defRPr>
            </a:lvl7pPr>
            <a:lvl8pPr algn="l">
              <a:defRPr sz="854" b="0">
                <a:solidFill>
                  <a:srgbClr val="231F20"/>
                </a:solidFill>
                <a:latin typeface="Arial"/>
                <a:ea typeface="Arial"/>
                <a:cs typeface="Arial"/>
              </a:defRPr>
            </a:lvl8pPr>
            <a:lvl9pPr algn="l">
              <a:defRPr sz="854" b="0">
                <a:solidFill>
                  <a:srgbClr val="231F20"/>
                </a:solidFill>
                <a:latin typeface="Arial"/>
                <a:ea typeface="Arial"/>
                <a:cs typeface="Arial"/>
              </a:defRPr>
            </a:lvl9pPr>
          </a:lstStyle>
          <a:p xmlns:a="http://schemas.openxmlformats.org/drawingml/2006/main">
            <a:pPr algn="l">
              <a:defRPr sz="854" b="0">
                <a:solidFill>
                  <a:srgbClr val="231F20"/>
                </a:solidFill>
                <a:latin typeface="Arial"/>
                <a:ea typeface="Arial"/>
                <a:cs typeface="Arial"/>
              </a:defRPr>
            </a:pPr>
            <a:r>
              <a:rPr sz="854" b="0">
                <a:solidFill>
                  <a:srgbClr val="231F20"/>
                </a:solidFill>
                <a:latin typeface="Arial"/>
                <a:ea typeface="Arial"/>
                <a:cs typeface="Arial"/>
              </a:rPr>
              <a:t>20 MHz</a:t>
            </a:r>
          </a:p>
        </p:txBody>
      </p:sp>
      <p:sp>
        <p:nvSpPr>
          <p:cNvPr id="86" name="block-684">
            <a:extLst xmlns:a="http://schemas.openxmlformats.org/drawingml/2006/main">
              <a:ext uri="{FF2B5EF4-FFF2-40B4-BE49-F238E27FC236}">
                <a16:creationId xmlns:a16="http://schemas.microsoft.com/office/drawing/2014/main" id="{5DE7BB49-3EDD-4556-A8F1-618FA37E8FEC}"/>
              </a:ext>
            </a:extLst>
          </p:cNvPr>
          <p:cNvSpPr>
            <a:spLocks xmlns:a="http://schemas.openxmlformats.org/drawingml/2006/main" noGrp="1"/>
          </p:cNvSpPr>
          <p:nvPr/>
        </p:nvSpPr>
        <p:spPr>
          <a:xfrm xmlns:a="http://schemas.openxmlformats.org/drawingml/2006/main">
            <a:off x="5342096" y="3392424"/>
            <a:ext cx="663702"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87" name="wire-685">
            <a:extLst xmlns:a="http://schemas.openxmlformats.org/drawingml/2006/main">
              <a:ext uri="{FF2B5EF4-FFF2-40B4-BE49-F238E27FC236}">
                <a16:creationId xmlns:a16="http://schemas.microsoft.com/office/drawing/2014/main" id="{31420858-47FD-4001-A437-B66AFC219915}"/>
              </a:ext>
            </a:extLst>
          </p:cNvPr>
          <p:cNvSpPr>
            <a:spLocks xmlns:a="http://schemas.openxmlformats.org/drawingml/2006/main" noGrp="1"/>
          </p:cNvSpPr>
          <p:nvPr/>
        </p:nvSpPr>
        <p:spPr>
          <a:xfrm xmlns:a="http://schemas.openxmlformats.org/drawingml/2006/main">
            <a:off x="5667566" y="3322225"/>
            <a:ext cx="9525" cy="70199"/>
          </a:xfrm>
          <a:custGeom xmlns:a="http://schemas.openxmlformats.org/drawingml/2006/main">
            <a:pathLst>
              <a:path w="9525" h="70199">
                <a:moveTo>
                  <a:pt x="0" y="70199"/>
                </a:moveTo>
                <a:lnTo>
                  <a:pt x="0" y="0"/>
                </a:lnTo>
              </a:path>
            </a:pathLst>
          </a:custGeom>
          <a:noFill xmlns:a="http://schemas.openxmlformats.org/drawingml/2006/main"/>
          <a:ln xmlns:a="http://schemas.openxmlformats.org/drawingml/2006/main" w="13402">
            <a:solidFill>
              <a:srgbClr val="1572C3"/>
            </a:solidFill>
          </a:ln>
        </p:spPr>
      </p:sp>
      <p:sp>
        <p:nvSpPr>
          <p:cNvPr id="88" name="wire-686">
            <a:extLst xmlns:a="http://schemas.openxmlformats.org/drawingml/2006/main">
              <a:ext uri="{FF2B5EF4-FFF2-40B4-BE49-F238E27FC236}">
                <a16:creationId xmlns:a16="http://schemas.microsoft.com/office/drawing/2014/main" id="{73A19575-A4EC-40C4-AC31-C15198790CA5}"/>
              </a:ext>
            </a:extLst>
          </p:cNvPr>
          <p:cNvSpPr>
            <a:spLocks xmlns:a="http://schemas.openxmlformats.org/drawingml/2006/main" noGrp="1"/>
          </p:cNvSpPr>
          <p:nvPr/>
        </p:nvSpPr>
        <p:spPr>
          <a:xfrm xmlns:a="http://schemas.openxmlformats.org/drawingml/2006/main">
            <a:off x="1193959" y="3322225"/>
            <a:ext cx="4473607" cy="9525"/>
          </a:xfrm>
          <a:custGeom xmlns:a="http://schemas.openxmlformats.org/drawingml/2006/main">
            <a:pathLst>
              <a:path w="4473607" h="9525">
                <a:moveTo>
                  <a:pt x="4473607" y="0"/>
                </a:moveTo>
                <a:lnTo>
                  <a:pt x="0" y="0"/>
                </a:lnTo>
              </a:path>
            </a:pathLst>
          </a:custGeom>
          <a:noFill xmlns:a="http://schemas.openxmlformats.org/drawingml/2006/main"/>
          <a:ln xmlns:a="http://schemas.openxmlformats.org/drawingml/2006/main" w="13402">
            <a:solidFill>
              <a:srgbClr val="1572C3"/>
            </a:solidFill>
          </a:ln>
        </p:spPr>
      </p:sp>
      <p:sp>
        <p:nvSpPr>
          <p:cNvPr id="89" name="wire-687">
            <a:extLst xmlns:a="http://schemas.openxmlformats.org/drawingml/2006/main">
              <a:ext uri="{FF2B5EF4-FFF2-40B4-BE49-F238E27FC236}">
                <a16:creationId xmlns:a16="http://schemas.microsoft.com/office/drawing/2014/main" id="{E3B6BDB0-B3D9-4B71-B8A1-2B19010F56C3}"/>
              </a:ext>
            </a:extLst>
          </p:cNvPr>
          <p:cNvSpPr>
            <a:spLocks xmlns:a="http://schemas.openxmlformats.org/drawingml/2006/main" noGrp="1"/>
          </p:cNvSpPr>
          <p:nvPr/>
        </p:nvSpPr>
        <p:spPr>
          <a:xfrm xmlns:a="http://schemas.openxmlformats.org/drawingml/2006/main">
            <a:off x="1193959" y="2983992"/>
            <a:ext cx="9525" cy="338233"/>
          </a:xfrm>
          <a:custGeom xmlns:a="http://schemas.openxmlformats.org/drawingml/2006/main">
            <a:pathLst>
              <a:path w="9525" h="338233">
                <a:moveTo>
                  <a:pt x="0" y="338233"/>
                </a:moveTo>
                <a:lnTo>
                  <a:pt x="0" y="0"/>
                </a:lnTo>
              </a:path>
            </a:pathLst>
          </a:custGeom>
          <a:noFill xmlns:a="http://schemas.openxmlformats.org/drawingml/2006/main"/>
          <a:ln xmlns:a="http://schemas.openxmlformats.org/drawingml/2006/main" w="13402">
            <a:solidFill>
              <a:srgbClr val="1572C3"/>
            </a:solidFill>
          </a:ln>
        </p:spPr>
      </p:sp>
      <p:sp>
        <p:nvSpPr>
          <p:cNvPr id="90" name="circuit-688">
            <a:extLst xmlns:a="http://schemas.openxmlformats.org/drawingml/2006/main">
              <a:ext uri="{FF2B5EF4-FFF2-40B4-BE49-F238E27FC236}">
                <a16:creationId xmlns:a16="http://schemas.microsoft.com/office/drawing/2014/main" id="{77147FA1-A68A-409C-85D6-30352F910BEA}"/>
              </a:ext>
            </a:extLst>
          </p:cNvPr>
          <p:cNvSpPr>
            <a:spLocks xmlns:a="http://schemas.openxmlformats.org/drawingml/2006/main" noGrp="1"/>
          </p:cNvSpPr>
          <p:nvPr/>
        </p:nvSpPr>
        <p:spPr>
          <a:xfrm xmlns:a="http://schemas.openxmlformats.org/drawingml/2006/main">
            <a:off x="1180557" y="2983992"/>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91" name="wire-689">
            <a:extLst xmlns:a="http://schemas.openxmlformats.org/drawingml/2006/main">
              <a:ext uri="{FF2B5EF4-FFF2-40B4-BE49-F238E27FC236}">
                <a16:creationId xmlns:a16="http://schemas.microsoft.com/office/drawing/2014/main" id="{BDBCF7FF-B967-4D26-848F-6495EE732C47}"/>
              </a:ext>
            </a:extLst>
          </p:cNvPr>
          <p:cNvSpPr>
            <a:spLocks xmlns:a="http://schemas.openxmlformats.org/drawingml/2006/main" noGrp="1"/>
          </p:cNvSpPr>
          <p:nvPr/>
        </p:nvSpPr>
        <p:spPr>
          <a:xfrm xmlns:a="http://schemas.openxmlformats.org/drawingml/2006/main">
            <a:off x="5667566" y="3322225"/>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13402">
            <a:solidFill>
              <a:srgbClr val="1572C3"/>
            </a:solidFill>
          </a:ln>
        </p:spPr>
      </p:sp>
      <p:sp>
        <p:nvSpPr>
          <p:cNvPr id="92" name="circuit-690">
            <a:extLst xmlns:a="http://schemas.openxmlformats.org/drawingml/2006/main">
              <a:ext uri="{FF2B5EF4-FFF2-40B4-BE49-F238E27FC236}">
                <a16:creationId xmlns:a16="http://schemas.microsoft.com/office/drawing/2014/main" id="{4502EEA8-AE3C-425B-8F5E-77C7198AC3F8}"/>
              </a:ext>
            </a:extLst>
          </p:cNvPr>
          <p:cNvSpPr>
            <a:spLocks xmlns:a="http://schemas.openxmlformats.org/drawingml/2006/main" noGrp="1"/>
          </p:cNvSpPr>
          <p:nvPr/>
        </p:nvSpPr>
        <p:spPr>
          <a:xfrm xmlns:a="http://schemas.openxmlformats.org/drawingml/2006/main">
            <a:off x="5654164" y="3360515"/>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93" name="text-691">
            <a:extLst xmlns:a="http://schemas.openxmlformats.org/drawingml/2006/main">
              <a:ext uri="{FF2B5EF4-FFF2-40B4-BE49-F238E27FC236}">
                <a16:creationId xmlns:a16="http://schemas.microsoft.com/office/drawing/2014/main" id="{2BB71A1A-535C-4A12-B83D-CD21AD0C7BEC}"/>
              </a:ext>
            </a:extLst>
          </p:cNvPr>
          <p:cNvSpPr>
            <a:spLocks xmlns:a="http://schemas.openxmlformats.org/drawingml/2006/main" noGrp="1"/>
          </p:cNvSpPr>
          <p:nvPr/>
        </p:nvSpPr>
        <p:spPr>
          <a:xfrm xmlns:a="http://schemas.openxmlformats.org/drawingml/2006/main">
            <a:off x="5042154" y="3417951"/>
            <a:ext cx="306324" cy="1276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04" b="0">
                <a:solidFill>
                  <a:srgbClr val="1572C3"/>
                </a:solidFill>
                <a:latin typeface="Arial"/>
                <a:ea typeface="Arial"/>
                <a:cs typeface="Arial"/>
              </a:defRPr>
            </a:defPPr>
            <a:lvl1pPr algn="l">
              <a:defRPr sz="704" b="0">
                <a:solidFill>
                  <a:srgbClr val="1572C3"/>
                </a:solidFill>
                <a:latin typeface="Arial"/>
                <a:ea typeface="Arial"/>
                <a:cs typeface="Arial"/>
              </a:defRPr>
            </a:lvl1pPr>
            <a:lvl2pPr algn="l">
              <a:defRPr sz="704" b="0">
                <a:solidFill>
                  <a:srgbClr val="1572C3"/>
                </a:solidFill>
                <a:latin typeface="Arial"/>
                <a:ea typeface="Arial"/>
                <a:cs typeface="Arial"/>
              </a:defRPr>
            </a:lvl2pPr>
            <a:lvl3pPr algn="l">
              <a:defRPr sz="704" b="0">
                <a:solidFill>
                  <a:srgbClr val="1572C3"/>
                </a:solidFill>
                <a:latin typeface="Arial"/>
                <a:ea typeface="Arial"/>
                <a:cs typeface="Arial"/>
              </a:defRPr>
            </a:lvl3pPr>
            <a:lvl4pPr algn="l">
              <a:defRPr sz="704" b="0">
                <a:solidFill>
                  <a:srgbClr val="1572C3"/>
                </a:solidFill>
                <a:latin typeface="Arial"/>
                <a:ea typeface="Arial"/>
                <a:cs typeface="Arial"/>
              </a:defRPr>
            </a:lvl4pPr>
            <a:lvl5pPr algn="l">
              <a:defRPr sz="704" b="0">
                <a:solidFill>
                  <a:srgbClr val="1572C3"/>
                </a:solidFill>
                <a:latin typeface="Arial"/>
                <a:ea typeface="Arial"/>
                <a:cs typeface="Arial"/>
              </a:defRPr>
            </a:lvl5pPr>
            <a:lvl6pPr algn="l">
              <a:defRPr sz="704" b="0">
                <a:solidFill>
                  <a:srgbClr val="1572C3"/>
                </a:solidFill>
                <a:latin typeface="Arial"/>
                <a:ea typeface="Arial"/>
                <a:cs typeface="Arial"/>
              </a:defRPr>
            </a:lvl6pPr>
            <a:lvl7pPr algn="l">
              <a:defRPr sz="704" b="0">
                <a:solidFill>
                  <a:srgbClr val="1572C3"/>
                </a:solidFill>
                <a:latin typeface="Arial"/>
                <a:ea typeface="Arial"/>
                <a:cs typeface="Arial"/>
              </a:defRPr>
            </a:lvl7pPr>
            <a:lvl8pPr algn="l">
              <a:defRPr sz="704" b="0">
                <a:solidFill>
                  <a:srgbClr val="1572C3"/>
                </a:solidFill>
                <a:latin typeface="Arial"/>
                <a:ea typeface="Arial"/>
                <a:cs typeface="Arial"/>
              </a:defRPr>
            </a:lvl8pPr>
            <a:lvl9pPr algn="l">
              <a:defRPr sz="704" b="0">
                <a:solidFill>
                  <a:srgbClr val="1572C3"/>
                </a:solidFill>
                <a:latin typeface="Arial"/>
                <a:ea typeface="Arial"/>
                <a:cs typeface="Arial"/>
              </a:defRPr>
            </a:lvl9pPr>
          </a:lstStyle>
          <a:p xmlns:a="http://schemas.openxmlformats.org/drawingml/2006/main">
            <a:pPr algn="l">
              <a:defRPr sz="704" b="0">
                <a:solidFill>
                  <a:srgbClr val="1572C3"/>
                </a:solidFill>
                <a:latin typeface="Arial"/>
                <a:ea typeface="Arial"/>
                <a:cs typeface="Arial"/>
              </a:defRPr>
            </a:pPr>
            <a:r>
              <a:rPr sz="704" b="0">
                <a:solidFill>
                  <a:srgbClr val="1572C3"/>
                </a:solidFill>
                <a:latin typeface="Arial"/>
                <a:ea typeface="Arial"/>
                <a:cs typeface="Arial"/>
              </a:rPr>
              <a:t>AHB</a:t>
            </a:r>
          </a:p>
        </p:txBody>
      </p:sp>
      <p:sp>
        <p:nvSpPr>
          <p:cNvPr id="94" name="block-692">
            <a:extLst xmlns:a="http://schemas.openxmlformats.org/drawingml/2006/main">
              <a:ext uri="{FF2B5EF4-FFF2-40B4-BE49-F238E27FC236}">
                <a16:creationId xmlns:a16="http://schemas.microsoft.com/office/drawing/2014/main" id="{9EA31DE7-191A-453C-B3AC-956BE65A9F1D}"/>
              </a:ext>
            </a:extLst>
          </p:cNvPr>
          <p:cNvSpPr>
            <a:spLocks xmlns:a="http://schemas.openxmlformats.org/drawingml/2006/main" noGrp="1"/>
          </p:cNvSpPr>
          <p:nvPr/>
        </p:nvSpPr>
        <p:spPr>
          <a:xfrm xmlns:a="http://schemas.openxmlformats.org/drawingml/2006/main">
            <a:off x="772763" y="3577495"/>
            <a:ext cx="867918"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5" name="block-693">
            <a:extLst xmlns:a="http://schemas.openxmlformats.org/drawingml/2006/main">
              <a:ext uri="{FF2B5EF4-FFF2-40B4-BE49-F238E27FC236}">
                <a16:creationId xmlns:a16="http://schemas.microsoft.com/office/drawing/2014/main" id="{4095F7DF-8441-4DC7-AB8B-BA05325F91E1}"/>
              </a:ext>
            </a:extLst>
          </p:cNvPr>
          <p:cNvSpPr>
            <a:spLocks xmlns:a="http://schemas.openxmlformats.org/drawingml/2006/main" noGrp="1"/>
          </p:cNvSpPr>
          <p:nvPr/>
        </p:nvSpPr>
        <p:spPr>
          <a:xfrm xmlns:a="http://schemas.openxmlformats.org/drawingml/2006/main">
            <a:off x="1698117" y="3577495"/>
            <a:ext cx="2233613"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6" name="block-694">
            <a:extLst xmlns:a="http://schemas.openxmlformats.org/drawingml/2006/main">
              <a:ext uri="{FF2B5EF4-FFF2-40B4-BE49-F238E27FC236}">
                <a16:creationId xmlns:a16="http://schemas.microsoft.com/office/drawing/2014/main" id="{F07EA5B0-DEEE-4B3E-8855-DC9B8EEB5A43}"/>
              </a:ext>
            </a:extLst>
          </p:cNvPr>
          <p:cNvSpPr>
            <a:spLocks xmlns:a="http://schemas.openxmlformats.org/drawingml/2006/main" noGrp="1"/>
          </p:cNvSpPr>
          <p:nvPr/>
        </p:nvSpPr>
        <p:spPr>
          <a:xfrm xmlns:a="http://schemas.openxmlformats.org/drawingml/2006/main">
            <a:off x="4040219" y="3577495"/>
            <a:ext cx="1518857"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7" name="block-695">
            <a:extLst xmlns:a="http://schemas.openxmlformats.org/drawingml/2006/main">
              <a:ext uri="{FF2B5EF4-FFF2-40B4-BE49-F238E27FC236}">
                <a16:creationId xmlns:a16="http://schemas.microsoft.com/office/drawing/2014/main" id="{7B3B03EE-1770-44BE-9169-88A449A86FCB}"/>
              </a:ext>
            </a:extLst>
          </p:cNvPr>
          <p:cNvSpPr>
            <a:spLocks xmlns:a="http://schemas.openxmlformats.org/drawingml/2006/main" noGrp="1"/>
          </p:cNvSpPr>
          <p:nvPr/>
        </p:nvSpPr>
        <p:spPr>
          <a:xfrm xmlns:a="http://schemas.openxmlformats.org/drawingml/2006/main">
            <a:off x="5629275" y="3577495"/>
            <a:ext cx="408432" cy="156991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8" name="text-696">
            <a:extLst xmlns:a="http://schemas.openxmlformats.org/drawingml/2006/main">
              <a:ext uri="{FF2B5EF4-FFF2-40B4-BE49-F238E27FC236}">
                <a16:creationId xmlns:a16="http://schemas.microsoft.com/office/drawing/2014/main" id="{D280B93F-AC56-4E94-886E-C118C8B40E3C}"/>
              </a:ext>
            </a:extLst>
          </p:cNvPr>
          <p:cNvSpPr>
            <a:spLocks xmlns:a="http://schemas.openxmlformats.org/drawingml/2006/main" noGrp="1"/>
          </p:cNvSpPr>
          <p:nvPr/>
        </p:nvSpPr>
        <p:spPr>
          <a:xfrm xmlns:a="http://schemas.openxmlformats.org/drawingml/2006/main">
            <a:off x="804672" y="3596640"/>
            <a:ext cx="574358"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ifu</a:t>
            </a:r>
          </a:p>
        </p:txBody>
      </p:sp>
      <p:sp>
        <p:nvSpPr>
          <p:cNvPr id="99" name="text-697">
            <a:extLst xmlns:a="http://schemas.openxmlformats.org/drawingml/2006/main">
              <a:ext uri="{FF2B5EF4-FFF2-40B4-BE49-F238E27FC236}">
                <a16:creationId xmlns:a16="http://schemas.microsoft.com/office/drawing/2014/main" id="{DEFF558A-0615-4B3A-93FF-8DFCC4561276}"/>
              </a:ext>
            </a:extLst>
          </p:cNvPr>
          <p:cNvSpPr>
            <a:spLocks xmlns:a="http://schemas.openxmlformats.org/drawingml/2006/main" noGrp="1"/>
          </p:cNvSpPr>
          <p:nvPr/>
        </p:nvSpPr>
        <p:spPr>
          <a:xfrm xmlns:a="http://schemas.openxmlformats.org/drawingml/2006/main">
            <a:off x="1736408" y="3596640"/>
            <a:ext cx="1474184"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ieu / datapath</a:t>
            </a:r>
          </a:p>
        </p:txBody>
      </p:sp>
      <p:sp>
        <p:nvSpPr>
          <p:cNvPr id="100" name="text-698">
            <a:extLst xmlns:a="http://schemas.openxmlformats.org/drawingml/2006/main">
              <a:ext uri="{FF2B5EF4-FFF2-40B4-BE49-F238E27FC236}">
                <a16:creationId xmlns:a16="http://schemas.microsoft.com/office/drawing/2014/main" id="{F8368FBB-0F5C-4774-BFB3-B1614FD82EA1}"/>
              </a:ext>
            </a:extLst>
          </p:cNvPr>
          <p:cNvSpPr>
            <a:spLocks xmlns:a="http://schemas.openxmlformats.org/drawingml/2006/main" noGrp="1"/>
          </p:cNvSpPr>
          <p:nvPr/>
        </p:nvSpPr>
        <p:spPr>
          <a:xfrm xmlns:a="http://schemas.openxmlformats.org/drawingml/2006/main">
            <a:off x="4078510" y="3596640"/>
            <a:ext cx="574358" cy="15316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5" b="1">
                <a:solidFill>
                  <a:srgbClr val="231F20"/>
                </a:solidFill>
                <a:latin typeface="Arial"/>
                <a:ea typeface="Arial"/>
                <a:cs typeface="Arial"/>
              </a:defRPr>
            </a:defPPr>
            <a:lvl1pPr algn="l">
              <a:defRPr sz="905" b="1">
                <a:solidFill>
                  <a:srgbClr val="231F20"/>
                </a:solidFill>
                <a:latin typeface="Arial"/>
                <a:ea typeface="Arial"/>
                <a:cs typeface="Arial"/>
              </a:defRPr>
            </a:lvl1pPr>
            <a:lvl2pPr algn="l">
              <a:defRPr sz="905" b="1">
                <a:solidFill>
                  <a:srgbClr val="231F20"/>
                </a:solidFill>
                <a:latin typeface="Arial"/>
                <a:ea typeface="Arial"/>
                <a:cs typeface="Arial"/>
              </a:defRPr>
            </a:lvl2pPr>
            <a:lvl3pPr algn="l">
              <a:defRPr sz="905" b="1">
                <a:solidFill>
                  <a:srgbClr val="231F20"/>
                </a:solidFill>
                <a:latin typeface="Arial"/>
                <a:ea typeface="Arial"/>
                <a:cs typeface="Arial"/>
              </a:defRPr>
            </a:lvl3pPr>
            <a:lvl4pPr algn="l">
              <a:defRPr sz="905" b="1">
                <a:solidFill>
                  <a:srgbClr val="231F20"/>
                </a:solidFill>
                <a:latin typeface="Arial"/>
                <a:ea typeface="Arial"/>
                <a:cs typeface="Arial"/>
              </a:defRPr>
            </a:lvl4pPr>
            <a:lvl5pPr algn="l">
              <a:defRPr sz="905" b="1">
                <a:solidFill>
                  <a:srgbClr val="231F20"/>
                </a:solidFill>
                <a:latin typeface="Arial"/>
                <a:ea typeface="Arial"/>
                <a:cs typeface="Arial"/>
              </a:defRPr>
            </a:lvl5pPr>
            <a:lvl6pPr algn="l">
              <a:defRPr sz="905" b="1">
                <a:solidFill>
                  <a:srgbClr val="231F20"/>
                </a:solidFill>
                <a:latin typeface="Arial"/>
                <a:ea typeface="Arial"/>
                <a:cs typeface="Arial"/>
              </a:defRPr>
            </a:lvl6pPr>
            <a:lvl7pPr algn="l">
              <a:defRPr sz="905" b="1">
                <a:solidFill>
                  <a:srgbClr val="231F20"/>
                </a:solidFill>
                <a:latin typeface="Arial"/>
                <a:ea typeface="Arial"/>
                <a:cs typeface="Arial"/>
              </a:defRPr>
            </a:lvl7pPr>
            <a:lvl8pPr algn="l">
              <a:defRPr sz="905" b="1">
                <a:solidFill>
                  <a:srgbClr val="231F20"/>
                </a:solidFill>
                <a:latin typeface="Arial"/>
                <a:ea typeface="Arial"/>
                <a:cs typeface="Arial"/>
              </a:defRPr>
            </a:lvl8pPr>
            <a:lvl9pPr algn="l">
              <a:defRPr sz="905" b="1">
                <a:solidFill>
                  <a:srgbClr val="231F20"/>
                </a:solidFill>
                <a:latin typeface="Arial"/>
                <a:ea typeface="Arial"/>
                <a:cs typeface="Arial"/>
              </a:defRPr>
            </a:lvl9pPr>
          </a:lstStyle>
          <a:p xmlns:a="http://schemas.openxmlformats.org/drawingml/2006/main">
            <a:pPr algn="l">
              <a:defRPr sz="905" b="1">
                <a:solidFill>
                  <a:srgbClr val="231F20"/>
                </a:solidFill>
                <a:latin typeface="Arial"/>
                <a:ea typeface="Arial"/>
                <a:cs typeface="Arial"/>
              </a:defRPr>
            </a:pPr>
            <a:r>
              <a:rPr sz="905" b="1">
                <a:solidFill>
                  <a:srgbClr val="231F20"/>
                </a:solidFill>
                <a:latin typeface="Arial"/>
                <a:ea typeface="Arial"/>
                <a:cs typeface="Arial"/>
              </a:rPr>
              <a:t>lsu</a:t>
            </a:r>
          </a:p>
        </p:txBody>
      </p:sp>
      <p:sp>
        <p:nvSpPr>
          <p:cNvPr id="101" name="block-699">
            <a:extLst xmlns:a="http://schemas.openxmlformats.org/drawingml/2006/main">
              <a:ext uri="{FF2B5EF4-FFF2-40B4-BE49-F238E27FC236}">
                <a16:creationId xmlns:a16="http://schemas.microsoft.com/office/drawing/2014/main" id="{FEA023E5-25EA-48F8-96E4-DE6D814B898A}"/>
              </a:ext>
            </a:extLst>
          </p:cNvPr>
          <p:cNvSpPr>
            <a:spLocks xmlns:a="http://schemas.openxmlformats.org/drawingml/2006/main" noGrp="1"/>
          </p:cNvSpPr>
          <p:nvPr/>
        </p:nvSpPr>
        <p:spPr>
          <a:xfrm xmlns:a="http://schemas.openxmlformats.org/drawingml/2006/main">
            <a:off x="1015270" y="4139089"/>
            <a:ext cx="76581" cy="274415"/>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02" name="circuit-700">
            <a:extLst xmlns:a="http://schemas.openxmlformats.org/drawingml/2006/main">
              <a:ext uri="{FF2B5EF4-FFF2-40B4-BE49-F238E27FC236}">
                <a16:creationId xmlns:a16="http://schemas.microsoft.com/office/drawing/2014/main" id="{57B10A74-6C20-45B1-AA54-2D44623ABE7D}"/>
              </a:ext>
            </a:extLst>
          </p:cNvPr>
          <p:cNvSpPr>
            <a:spLocks xmlns:a="http://schemas.openxmlformats.org/drawingml/2006/main" noGrp="1"/>
          </p:cNvSpPr>
          <p:nvPr/>
        </p:nvSpPr>
        <p:spPr>
          <a:xfrm xmlns:a="http://schemas.openxmlformats.org/drawingml/2006/main">
            <a:off x="1028033" y="4139089"/>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03" name="wire-701">
            <a:extLst xmlns:a="http://schemas.openxmlformats.org/drawingml/2006/main">
              <a:ext uri="{FF2B5EF4-FFF2-40B4-BE49-F238E27FC236}">
                <a16:creationId xmlns:a16="http://schemas.microsoft.com/office/drawing/2014/main" id="{276928ED-BB1B-4FFA-ABB6-8F9012EB8C93}"/>
              </a:ext>
            </a:extLst>
          </p:cNvPr>
          <p:cNvSpPr>
            <a:spLocks xmlns:a="http://schemas.openxmlformats.org/drawingml/2006/main" noGrp="1"/>
          </p:cNvSpPr>
          <p:nvPr/>
        </p:nvSpPr>
        <p:spPr>
          <a:xfrm xmlns:a="http://schemas.openxmlformats.org/drawingml/2006/main">
            <a:off x="1053560" y="4100798"/>
            <a:ext cx="9525" cy="38291"/>
          </a:xfrm>
          <a:custGeom xmlns:a="http://schemas.openxmlformats.org/drawingml/2006/main">
            <a:pathLst>
              <a:path w="9525" h="38291">
                <a:moveTo>
                  <a:pt x="0" y="0"/>
                </a:moveTo>
                <a:lnTo>
                  <a:pt x="0" y="38291"/>
                </a:lnTo>
              </a:path>
            </a:pathLst>
          </a:custGeom>
          <a:noFill xmlns:a="http://schemas.openxmlformats.org/drawingml/2006/main"/>
          <a:ln xmlns:a="http://schemas.openxmlformats.org/drawingml/2006/main" w="5105">
            <a:solidFill>
              <a:srgbClr val="231F20"/>
            </a:solidFill>
          </a:ln>
        </p:spPr>
      </p:sp>
      <p:sp>
        <p:nvSpPr>
          <p:cNvPr id="104" name="text-702">
            <a:extLst xmlns:a="http://schemas.openxmlformats.org/drawingml/2006/main">
              <a:ext uri="{FF2B5EF4-FFF2-40B4-BE49-F238E27FC236}">
                <a16:creationId xmlns:a16="http://schemas.microsoft.com/office/drawing/2014/main" id="{68085FF8-B1B3-4F0D-8F08-4B779529E745}"/>
              </a:ext>
            </a:extLst>
          </p:cNvPr>
          <p:cNvSpPr>
            <a:spLocks xmlns:a="http://schemas.openxmlformats.org/drawingml/2006/main" noGrp="1"/>
          </p:cNvSpPr>
          <p:nvPr/>
        </p:nvSpPr>
        <p:spPr>
          <a:xfrm xmlns:a="http://schemas.openxmlformats.org/drawingml/2006/main">
            <a:off x="983361" y="4011454"/>
            <a:ext cx="223361" cy="1212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53" b="1">
                <a:solidFill>
                  <a:srgbClr val="231F20"/>
                </a:solidFill>
                <a:latin typeface="Arial"/>
                <a:ea typeface="Arial"/>
                <a:cs typeface="Arial"/>
              </a:defRPr>
            </a:defPPr>
            <a:lvl1pPr algn="l">
              <a:defRPr sz="653" b="1">
                <a:solidFill>
                  <a:srgbClr val="231F20"/>
                </a:solidFill>
                <a:latin typeface="Arial"/>
                <a:ea typeface="Arial"/>
                <a:cs typeface="Arial"/>
              </a:defRPr>
            </a:lvl1pPr>
            <a:lvl2pPr algn="l">
              <a:defRPr sz="653" b="1">
                <a:solidFill>
                  <a:srgbClr val="231F20"/>
                </a:solidFill>
                <a:latin typeface="Arial"/>
                <a:ea typeface="Arial"/>
                <a:cs typeface="Arial"/>
              </a:defRPr>
            </a:lvl2pPr>
            <a:lvl3pPr algn="l">
              <a:defRPr sz="653" b="1">
                <a:solidFill>
                  <a:srgbClr val="231F20"/>
                </a:solidFill>
                <a:latin typeface="Arial"/>
                <a:ea typeface="Arial"/>
                <a:cs typeface="Arial"/>
              </a:defRPr>
            </a:lvl3pPr>
            <a:lvl4pPr algn="l">
              <a:defRPr sz="653" b="1">
                <a:solidFill>
                  <a:srgbClr val="231F20"/>
                </a:solidFill>
                <a:latin typeface="Arial"/>
                <a:ea typeface="Arial"/>
                <a:cs typeface="Arial"/>
              </a:defRPr>
            </a:lvl4pPr>
            <a:lvl5pPr algn="l">
              <a:defRPr sz="653" b="1">
                <a:solidFill>
                  <a:srgbClr val="231F20"/>
                </a:solidFill>
                <a:latin typeface="Arial"/>
                <a:ea typeface="Arial"/>
                <a:cs typeface="Arial"/>
              </a:defRPr>
            </a:lvl5pPr>
            <a:lvl6pPr algn="l">
              <a:defRPr sz="653" b="1">
                <a:solidFill>
                  <a:srgbClr val="231F20"/>
                </a:solidFill>
                <a:latin typeface="Arial"/>
                <a:ea typeface="Arial"/>
                <a:cs typeface="Arial"/>
              </a:defRPr>
            </a:lvl6pPr>
            <a:lvl7pPr algn="l">
              <a:defRPr sz="653" b="1">
                <a:solidFill>
                  <a:srgbClr val="231F20"/>
                </a:solidFill>
                <a:latin typeface="Arial"/>
                <a:ea typeface="Arial"/>
                <a:cs typeface="Arial"/>
              </a:defRPr>
            </a:lvl7pPr>
            <a:lvl8pPr algn="l">
              <a:defRPr sz="653" b="1">
                <a:solidFill>
                  <a:srgbClr val="231F20"/>
                </a:solidFill>
                <a:latin typeface="Arial"/>
                <a:ea typeface="Arial"/>
                <a:cs typeface="Arial"/>
              </a:defRPr>
            </a:lvl8pPr>
            <a:lvl9pPr algn="l">
              <a:defRPr sz="653" b="1">
                <a:solidFill>
                  <a:srgbClr val="231F20"/>
                </a:solidFill>
                <a:latin typeface="Arial"/>
                <a:ea typeface="Arial"/>
                <a:cs typeface="Arial"/>
              </a:defRPr>
            </a:lvl9pPr>
          </a:lstStyle>
          <a:p xmlns:a="http://schemas.openxmlformats.org/drawingml/2006/main">
            <a:pPr algn="l">
              <a:defRPr sz="653" b="1">
                <a:solidFill>
                  <a:srgbClr val="231F20"/>
                </a:solidFill>
                <a:latin typeface="Arial"/>
                <a:ea typeface="Arial"/>
                <a:cs typeface="Arial"/>
              </a:defRPr>
            </a:pPr>
            <a:r>
              <a:rPr sz="653" b="1">
                <a:solidFill>
                  <a:srgbClr val="231F20"/>
                </a:solidFill>
                <a:latin typeface="Arial"/>
                <a:ea typeface="Arial"/>
                <a:cs typeface="Arial"/>
              </a:rPr>
              <a:t>PC</a:t>
            </a:r>
          </a:p>
        </p:txBody>
      </p:sp>
      <p:sp>
        <p:nvSpPr>
          <p:cNvPr id="105" name="block-703">
            <a:extLst xmlns:a="http://schemas.openxmlformats.org/drawingml/2006/main">
              <a:ext uri="{FF2B5EF4-FFF2-40B4-BE49-F238E27FC236}">
                <a16:creationId xmlns:a16="http://schemas.microsoft.com/office/drawing/2014/main" id="{A9E4CCFC-697F-4EED-970B-349FB2CEA9F4}"/>
              </a:ext>
            </a:extLst>
          </p:cNvPr>
          <p:cNvSpPr>
            <a:spLocks xmlns:a="http://schemas.openxmlformats.org/drawingml/2006/main" noGrp="1"/>
          </p:cNvSpPr>
          <p:nvPr/>
        </p:nvSpPr>
        <p:spPr>
          <a:xfrm xmlns:a="http://schemas.openxmlformats.org/drawingml/2006/main">
            <a:off x="1238631" y="3902964"/>
            <a:ext cx="350996" cy="18507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06" name="block-704">
            <a:extLst xmlns:a="http://schemas.openxmlformats.org/drawingml/2006/main">
              <a:ext uri="{FF2B5EF4-FFF2-40B4-BE49-F238E27FC236}">
                <a16:creationId xmlns:a16="http://schemas.microsoft.com/office/drawing/2014/main" id="{ECAC80CF-DFC5-4204-95D3-297767CDC507}"/>
              </a:ext>
            </a:extLst>
          </p:cNvPr>
          <p:cNvSpPr>
            <a:spLocks xmlns:a="http://schemas.openxmlformats.org/drawingml/2006/main" noGrp="1"/>
          </p:cNvSpPr>
          <p:nvPr/>
        </p:nvSpPr>
        <p:spPr>
          <a:xfrm xmlns:a="http://schemas.openxmlformats.org/drawingml/2006/main">
            <a:off x="1232249" y="4202906"/>
            <a:ext cx="363760" cy="255270"/>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07" name="block-705">
            <a:extLst xmlns:a="http://schemas.openxmlformats.org/drawingml/2006/main">
              <a:ext uri="{FF2B5EF4-FFF2-40B4-BE49-F238E27FC236}">
                <a16:creationId xmlns:a16="http://schemas.microsoft.com/office/drawing/2014/main" id="{33191F50-058B-4B19-BA44-D5DD8FC56B93}"/>
              </a:ext>
            </a:extLst>
          </p:cNvPr>
          <p:cNvSpPr>
            <a:spLocks xmlns:a="http://schemas.openxmlformats.org/drawingml/2006/main" noGrp="1"/>
          </p:cNvSpPr>
          <p:nvPr/>
        </p:nvSpPr>
        <p:spPr>
          <a:xfrm xmlns:a="http://schemas.openxmlformats.org/drawingml/2006/main">
            <a:off x="1238631" y="4649629"/>
            <a:ext cx="344615"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08" name="text-706">
            <a:extLst xmlns:a="http://schemas.openxmlformats.org/drawingml/2006/main">
              <a:ext uri="{FF2B5EF4-FFF2-40B4-BE49-F238E27FC236}">
                <a16:creationId xmlns:a16="http://schemas.microsoft.com/office/drawing/2014/main" id="{A874154D-E344-45FD-A560-03AF10879EDB}"/>
              </a:ext>
            </a:extLst>
          </p:cNvPr>
          <p:cNvSpPr>
            <a:spLocks xmlns:a="http://schemas.openxmlformats.org/drawingml/2006/main" noGrp="1"/>
          </p:cNvSpPr>
          <p:nvPr/>
        </p:nvSpPr>
        <p:spPr>
          <a:xfrm xmlns:a="http://schemas.openxmlformats.org/drawingml/2006/main">
            <a:off x="1257776" y="4656011"/>
            <a:ext cx="306324" cy="1595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1">
                <a:solidFill>
                  <a:srgbClr val="231F20"/>
                </a:solidFill>
                <a:latin typeface="Arial"/>
                <a:ea typeface="Arial"/>
                <a:cs typeface="Arial"/>
              </a:defRPr>
            </a:defPPr>
            <a:lvl1pPr algn="ctr">
              <a:defRPr sz="603" b="1">
                <a:solidFill>
                  <a:srgbClr val="231F20"/>
                </a:solidFill>
                <a:latin typeface="Arial"/>
                <a:ea typeface="Arial"/>
                <a:cs typeface="Arial"/>
              </a:defRPr>
            </a:lvl1pPr>
            <a:lvl2pPr algn="ctr">
              <a:defRPr sz="603" b="1">
                <a:solidFill>
                  <a:srgbClr val="231F20"/>
                </a:solidFill>
                <a:latin typeface="Arial"/>
                <a:ea typeface="Arial"/>
                <a:cs typeface="Arial"/>
              </a:defRPr>
            </a:lvl2pPr>
            <a:lvl3pPr algn="ctr">
              <a:defRPr sz="603" b="1">
                <a:solidFill>
                  <a:srgbClr val="231F20"/>
                </a:solidFill>
                <a:latin typeface="Arial"/>
                <a:ea typeface="Arial"/>
                <a:cs typeface="Arial"/>
              </a:defRPr>
            </a:lvl3pPr>
            <a:lvl4pPr algn="ctr">
              <a:defRPr sz="603" b="1">
                <a:solidFill>
                  <a:srgbClr val="231F20"/>
                </a:solidFill>
                <a:latin typeface="Arial"/>
                <a:ea typeface="Arial"/>
                <a:cs typeface="Arial"/>
              </a:defRPr>
            </a:lvl4pPr>
            <a:lvl5pPr algn="ctr">
              <a:defRPr sz="603" b="1">
                <a:solidFill>
                  <a:srgbClr val="231F20"/>
                </a:solidFill>
                <a:latin typeface="Arial"/>
                <a:ea typeface="Arial"/>
                <a:cs typeface="Arial"/>
              </a:defRPr>
            </a:lvl5pPr>
            <a:lvl6pPr algn="ctr">
              <a:defRPr sz="603" b="1">
                <a:solidFill>
                  <a:srgbClr val="231F20"/>
                </a:solidFill>
                <a:latin typeface="Arial"/>
                <a:ea typeface="Arial"/>
                <a:cs typeface="Arial"/>
              </a:defRPr>
            </a:lvl6pPr>
            <a:lvl7pPr algn="ctr">
              <a:defRPr sz="603" b="1">
                <a:solidFill>
                  <a:srgbClr val="231F20"/>
                </a:solidFill>
                <a:latin typeface="Arial"/>
                <a:ea typeface="Arial"/>
                <a:cs typeface="Arial"/>
              </a:defRPr>
            </a:lvl7pPr>
            <a:lvl8pPr algn="ctr">
              <a:defRPr sz="603" b="1">
                <a:solidFill>
                  <a:srgbClr val="231F20"/>
                </a:solidFill>
                <a:latin typeface="Arial"/>
                <a:ea typeface="Arial"/>
                <a:cs typeface="Arial"/>
              </a:defRPr>
            </a:lvl8pPr>
            <a:lvl9pPr algn="ctr">
              <a:defRPr sz="603" b="1">
                <a:solidFill>
                  <a:srgbClr val="231F20"/>
                </a:solidFill>
                <a:latin typeface="Arial"/>
                <a:ea typeface="Arial"/>
                <a:cs typeface="Arial"/>
              </a:defRPr>
            </a:lvl9pPr>
          </a:lstStyle>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bus I/F</a:t>
            </a:r>
          </a:p>
        </p:txBody>
      </p:sp>
      <p:sp>
        <p:nvSpPr>
          <p:cNvPr id="109" name="wire-707">
            <a:extLst xmlns:a="http://schemas.openxmlformats.org/drawingml/2006/main">
              <a:ext uri="{FF2B5EF4-FFF2-40B4-BE49-F238E27FC236}">
                <a16:creationId xmlns:a16="http://schemas.microsoft.com/office/drawing/2014/main" id="{59DA03E2-0F1E-417F-850F-6FDF3ED6609A}"/>
              </a:ext>
            </a:extLst>
          </p:cNvPr>
          <p:cNvSpPr>
            <a:spLocks xmlns:a="http://schemas.openxmlformats.org/drawingml/2006/main" noGrp="1"/>
          </p:cNvSpPr>
          <p:nvPr/>
        </p:nvSpPr>
        <p:spPr>
          <a:xfrm xmlns:a="http://schemas.openxmlformats.org/drawingml/2006/main">
            <a:off x="1091851" y="4273106"/>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11487">
            <a:solidFill>
              <a:srgbClr val="231F20"/>
            </a:solidFill>
          </a:ln>
        </p:spPr>
      </p:sp>
      <p:sp>
        <p:nvSpPr>
          <p:cNvPr id="110" name="wire-708">
            <a:extLst xmlns:a="http://schemas.openxmlformats.org/drawingml/2006/main">
              <a:ext uri="{FF2B5EF4-FFF2-40B4-BE49-F238E27FC236}">
                <a16:creationId xmlns:a16="http://schemas.microsoft.com/office/drawing/2014/main" id="{AC4CBC6F-07A0-483A-AC5F-107F02289D01}"/>
              </a:ext>
            </a:extLst>
          </p:cNvPr>
          <p:cNvSpPr>
            <a:spLocks xmlns:a="http://schemas.openxmlformats.org/drawingml/2006/main" noGrp="1"/>
          </p:cNvSpPr>
          <p:nvPr/>
        </p:nvSpPr>
        <p:spPr>
          <a:xfrm xmlns:a="http://schemas.openxmlformats.org/drawingml/2006/main">
            <a:off x="1162050" y="3998690"/>
            <a:ext cx="9525" cy="274415"/>
          </a:xfrm>
          <a:custGeom xmlns:a="http://schemas.openxmlformats.org/drawingml/2006/main">
            <a:pathLst>
              <a:path w="9525" h="274415">
                <a:moveTo>
                  <a:pt x="0" y="274415"/>
                </a:moveTo>
                <a:lnTo>
                  <a:pt x="0" y="0"/>
                </a:lnTo>
              </a:path>
            </a:pathLst>
          </a:custGeom>
          <a:noFill xmlns:a="http://schemas.openxmlformats.org/drawingml/2006/main"/>
          <a:ln xmlns:a="http://schemas.openxmlformats.org/drawingml/2006/main" w="11487">
            <a:solidFill>
              <a:srgbClr val="231F20"/>
            </a:solidFill>
          </a:ln>
        </p:spPr>
      </p:sp>
      <p:sp>
        <p:nvSpPr>
          <p:cNvPr id="111" name="wire-709">
            <a:extLst xmlns:a="http://schemas.openxmlformats.org/drawingml/2006/main">
              <a:ext uri="{FF2B5EF4-FFF2-40B4-BE49-F238E27FC236}">
                <a16:creationId xmlns:a16="http://schemas.microsoft.com/office/drawing/2014/main" id="{E4AEE56F-5A34-4BED-97E4-9B35E37025CF}"/>
              </a:ext>
            </a:extLst>
          </p:cNvPr>
          <p:cNvSpPr>
            <a:spLocks xmlns:a="http://schemas.openxmlformats.org/drawingml/2006/main" noGrp="1"/>
          </p:cNvSpPr>
          <p:nvPr/>
        </p:nvSpPr>
        <p:spPr>
          <a:xfrm xmlns:a="http://schemas.openxmlformats.org/drawingml/2006/main">
            <a:off x="1162050" y="3998690"/>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11487">
            <a:solidFill>
              <a:srgbClr val="231F20"/>
            </a:solidFill>
          </a:ln>
        </p:spPr>
      </p:sp>
      <p:sp>
        <p:nvSpPr>
          <p:cNvPr id="112" name="circuit-710">
            <a:extLst xmlns:a="http://schemas.openxmlformats.org/drawingml/2006/main">
              <a:ext uri="{FF2B5EF4-FFF2-40B4-BE49-F238E27FC236}">
                <a16:creationId xmlns:a16="http://schemas.microsoft.com/office/drawing/2014/main" id="{FAB0EC72-4F3C-4CFC-A893-A098243C204D}"/>
              </a:ext>
            </a:extLst>
          </p:cNvPr>
          <p:cNvSpPr>
            <a:spLocks xmlns:a="http://schemas.openxmlformats.org/drawingml/2006/main" noGrp="1"/>
          </p:cNvSpPr>
          <p:nvPr/>
        </p:nvSpPr>
        <p:spPr>
          <a:xfrm xmlns:a="http://schemas.openxmlformats.org/drawingml/2006/main">
            <a:off x="1206722" y="398528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13" name="wire-711">
            <a:extLst xmlns:a="http://schemas.openxmlformats.org/drawingml/2006/main">
              <a:ext uri="{FF2B5EF4-FFF2-40B4-BE49-F238E27FC236}">
                <a16:creationId xmlns:a16="http://schemas.microsoft.com/office/drawing/2014/main" id="{78E72CBB-A557-48D2-93E0-43D876711EF6}"/>
              </a:ext>
            </a:extLst>
          </p:cNvPr>
          <p:cNvSpPr>
            <a:spLocks xmlns:a="http://schemas.openxmlformats.org/drawingml/2006/main" noGrp="1"/>
          </p:cNvSpPr>
          <p:nvPr/>
        </p:nvSpPr>
        <p:spPr>
          <a:xfrm xmlns:a="http://schemas.openxmlformats.org/drawingml/2006/main">
            <a:off x="1410938" y="4088035"/>
            <a:ext cx="9525" cy="114871"/>
          </a:xfrm>
          <a:custGeom xmlns:a="http://schemas.openxmlformats.org/drawingml/2006/main">
            <a:pathLst>
              <a:path w="9525" h="114871">
                <a:moveTo>
                  <a:pt x="0" y="0"/>
                </a:moveTo>
                <a:lnTo>
                  <a:pt x="0" y="114871"/>
                </a:lnTo>
              </a:path>
            </a:pathLst>
          </a:custGeom>
          <a:noFill xmlns:a="http://schemas.openxmlformats.org/drawingml/2006/main"/>
          <a:ln xmlns:a="http://schemas.openxmlformats.org/drawingml/2006/main" w="11487">
            <a:solidFill>
              <a:srgbClr val="231F20"/>
            </a:solidFill>
          </a:ln>
        </p:spPr>
      </p:sp>
      <p:sp>
        <p:nvSpPr>
          <p:cNvPr id="114" name="circuit-712">
            <a:extLst xmlns:a="http://schemas.openxmlformats.org/drawingml/2006/main">
              <a:ext uri="{FF2B5EF4-FFF2-40B4-BE49-F238E27FC236}">
                <a16:creationId xmlns:a16="http://schemas.microsoft.com/office/drawing/2014/main" id="{4FDE63F0-F512-454F-BBB1-DD9B09CFEC8C}"/>
              </a:ext>
            </a:extLst>
          </p:cNvPr>
          <p:cNvSpPr>
            <a:spLocks xmlns:a="http://schemas.openxmlformats.org/drawingml/2006/main" noGrp="1"/>
          </p:cNvSpPr>
          <p:nvPr/>
        </p:nvSpPr>
        <p:spPr>
          <a:xfrm xmlns:a="http://schemas.openxmlformats.org/drawingml/2006/main">
            <a:off x="1397537" y="4170998"/>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15" name="wire-713">
            <a:extLst xmlns:a="http://schemas.openxmlformats.org/drawingml/2006/main">
              <a:ext uri="{FF2B5EF4-FFF2-40B4-BE49-F238E27FC236}">
                <a16:creationId xmlns:a16="http://schemas.microsoft.com/office/drawing/2014/main" id="{C528DE8E-C35E-474F-A203-BDFF8095AFD0}"/>
              </a:ext>
            </a:extLst>
          </p:cNvPr>
          <p:cNvSpPr>
            <a:spLocks xmlns:a="http://schemas.openxmlformats.org/drawingml/2006/main" noGrp="1"/>
          </p:cNvSpPr>
          <p:nvPr/>
        </p:nvSpPr>
        <p:spPr>
          <a:xfrm xmlns:a="http://schemas.openxmlformats.org/drawingml/2006/main">
            <a:off x="1410938" y="4458176"/>
            <a:ext cx="9525" cy="191453"/>
          </a:xfrm>
          <a:custGeom xmlns:a="http://schemas.openxmlformats.org/drawingml/2006/main">
            <a:pathLst>
              <a:path w="9525" h="191453">
                <a:moveTo>
                  <a:pt x="0" y="0"/>
                </a:moveTo>
                <a:lnTo>
                  <a:pt x="0" y="191453"/>
                </a:lnTo>
              </a:path>
            </a:pathLst>
          </a:custGeom>
          <a:noFill xmlns:a="http://schemas.openxmlformats.org/drawingml/2006/main"/>
          <a:ln xmlns:a="http://schemas.openxmlformats.org/drawingml/2006/main" w="10211">
            <a:solidFill>
              <a:srgbClr val="231F20"/>
            </a:solidFill>
          </a:ln>
        </p:spPr>
      </p:sp>
      <p:sp>
        <p:nvSpPr>
          <p:cNvPr id="116" name="circuit-714">
            <a:extLst xmlns:a="http://schemas.openxmlformats.org/drawingml/2006/main">
              <a:ext uri="{FF2B5EF4-FFF2-40B4-BE49-F238E27FC236}">
                <a16:creationId xmlns:a16="http://schemas.microsoft.com/office/drawing/2014/main" id="{A7A28E2D-9E57-4D35-B292-97C62A354BBC}"/>
              </a:ext>
            </a:extLst>
          </p:cNvPr>
          <p:cNvSpPr>
            <a:spLocks xmlns:a="http://schemas.openxmlformats.org/drawingml/2006/main" noGrp="1"/>
          </p:cNvSpPr>
          <p:nvPr/>
        </p:nvSpPr>
        <p:spPr>
          <a:xfrm xmlns:a="http://schemas.openxmlformats.org/drawingml/2006/main">
            <a:off x="1397537" y="461772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17" name="wire-715">
            <a:extLst xmlns:a="http://schemas.openxmlformats.org/drawingml/2006/main">
              <a:ext uri="{FF2B5EF4-FFF2-40B4-BE49-F238E27FC236}">
                <a16:creationId xmlns:a16="http://schemas.microsoft.com/office/drawing/2014/main" id="{5FDB207A-5D17-4856-B883-471A4EE34CB3}"/>
              </a:ext>
            </a:extLst>
          </p:cNvPr>
          <p:cNvSpPr>
            <a:spLocks xmlns:a="http://schemas.openxmlformats.org/drawingml/2006/main" noGrp="1"/>
          </p:cNvSpPr>
          <p:nvPr/>
        </p:nvSpPr>
        <p:spPr>
          <a:xfrm xmlns:a="http://schemas.openxmlformats.org/drawingml/2006/main">
            <a:off x="1410938" y="4458176"/>
            <a:ext cx="9525" cy="191453"/>
          </a:xfrm>
          <a:custGeom xmlns:a="http://schemas.openxmlformats.org/drawingml/2006/main">
            <a:pathLst>
              <a:path w="9525" h="191453">
                <a:moveTo>
                  <a:pt x="0" y="191453"/>
                </a:moveTo>
                <a:lnTo>
                  <a:pt x="0" y="0"/>
                </a:lnTo>
              </a:path>
            </a:pathLst>
          </a:custGeom>
          <a:noFill xmlns:a="http://schemas.openxmlformats.org/drawingml/2006/main"/>
          <a:ln xmlns:a="http://schemas.openxmlformats.org/drawingml/2006/main" w="10211">
            <a:solidFill>
              <a:srgbClr val="231F20"/>
            </a:solidFill>
          </a:ln>
        </p:spPr>
      </p:sp>
      <p:sp>
        <p:nvSpPr>
          <p:cNvPr id="118" name="circuit-716">
            <a:extLst xmlns:a="http://schemas.openxmlformats.org/drawingml/2006/main">
              <a:ext uri="{FF2B5EF4-FFF2-40B4-BE49-F238E27FC236}">
                <a16:creationId xmlns:a16="http://schemas.microsoft.com/office/drawing/2014/main" id="{44A25CD2-82C9-4534-B831-F8BC583F502A}"/>
              </a:ext>
            </a:extLst>
          </p:cNvPr>
          <p:cNvSpPr>
            <a:spLocks xmlns:a="http://schemas.openxmlformats.org/drawingml/2006/main" noGrp="1"/>
          </p:cNvSpPr>
          <p:nvPr/>
        </p:nvSpPr>
        <p:spPr>
          <a:xfrm xmlns:a="http://schemas.openxmlformats.org/drawingml/2006/main">
            <a:off x="1397537" y="4458176"/>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119" name="wire-717">
            <a:extLst xmlns:a="http://schemas.openxmlformats.org/drawingml/2006/main">
              <a:ext uri="{FF2B5EF4-FFF2-40B4-BE49-F238E27FC236}">
                <a16:creationId xmlns:a16="http://schemas.microsoft.com/office/drawing/2014/main" id="{25B6AB5B-CB96-4153-9CA8-F94C2C60E821}"/>
              </a:ext>
            </a:extLst>
          </p:cNvPr>
          <p:cNvSpPr>
            <a:spLocks xmlns:a="http://schemas.openxmlformats.org/drawingml/2006/main" noGrp="1"/>
          </p:cNvSpPr>
          <p:nvPr/>
        </p:nvSpPr>
        <p:spPr>
          <a:xfrm xmlns:a="http://schemas.openxmlformats.org/drawingml/2006/main">
            <a:off x="1583246" y="4732592"/>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8296">
            <a:solidFill>
              <a:srgbClr val="231F20"/>
            </a:solidFill>
          </a:ln>
        </p:spPr>
      </p:sp>
      <p:sp>
        <p:nvSpPr>
          <p:cNvPr id="120" name="wire-718">
            <a:extLst xmlns:a="http://schemas.openxmlformats.org/drawingml/2006/main">
              <a:ext uri="{FF2B5EF4-FFF2-40B4-BE49-F238E27FC236}">
                <a16:creationId xmlns:a16="http://schemas.microsoft.com/office/drawing/2014/main" id="{F9B2294B-4C48-4E78-8F00-3673C4CAB20B}"/>
              </a:ext>
            </a:extLst>
          </p:cNvPr>
          <p:cNvSpPr>
            <a:spLocks xmlns:a="http://schemas.openxmlformats.org/drawingml/2006/main" noGrp="1"/>
          </p:cNvSpPr>
          <p:nvPr/>
        </p:nvSpPr>
        <p:spPr>
          <a:xfrm xmlns:a="http://schemas.openxmlformats.org/drawingml/2006/main">
            <a:off x="1615154" y="3526441"/>
            <a:ext cx="9525" cy="1206151"/>
          </a:xfrm>
          <a:custGeom xmlns:a="http://schemas.openxmlformats.org/drawingml/2006/main">
            <a:pathLst>
              <a:path w="9525" h="1206151">
                <a:moveTo>
                  <a:pt x="0" y="1206151"/>
                </a:moveTo>
                <a:lnTo>
                  <a:pt x="0" y="0"/>
                </a:lnTo>
              </a:path>
            </a:pathLst>
          </a:custGeom>
          <a:noFill xmlns:a="http://schemas.openxmlformats.org/drawingml/2006/main"/>
          <a:ln xmlns:a="http://schemas.openxmlformats.org/drawingml/2006/main" w="8296">
            <a:solidFill>
              <a:srgbClr val="231F20"/>
            </a:solidFill>
          </a:ln>
        </p:spPr>
      </p:sp>
      <p:sp>
        <p:nvSpPr>
          <p:cNvPr id="121" name="wire-719">
            <a:extLst xmlns:a="http://schemas.openxmlformats.org/drawingml/2006/main">
              <a:ext uri="{FF2B5EF4-FFF2-40B4-BE49-F238E27FC236}">
                <a16:creationId xmlns:a16="http://schemas.microsoft.com/office/drawing/2014/main" id="{95E6F7B1-28DA-4012-9246-873A574A8D47}"/>
              </a:ext>
            </a:extLst>
          </p:cNvPr>
          <p:cNvSpPr>
            <a:spLocks xmlns:a="http://schemas.openxmlformats.org/drawingml/2006/main" noGrp="1"/>
          </p:cNvSpPr>
          <p:nvPr/>
        </p:nvSpPr>
        <p:spPr>
          <a:xfrm xmlns:a="http://schemas.openxmlformats.org/drawingml/2006/main">
            <a:off x="1615154" y="3526441"/>
            <a:ext cx="3803523" cy="9525"/>
          </a:xfrm>
          <a:custGeom xmlns:a="http://schemas.openxmlformats.org/drawingml/2006/main">
            <a:pathLst>
              <a:path w="3803523" h="9525">
                <a:moveTo>
                  <a:pt x="0" y="0"/>
                </a:moveTo>
                <a:lnTo>
                  <a:pt x="3803523" y="0"/>
                </a:lnTo>
              </a:path>
            </a:pathLst>
          </a:custGeom>
          <a:noFill xmlns:a="http://schemas.openxmlformats.org/drawingml/2006/main"/>
          <a:ln xmlns:a="http://schemas.openxmlformats.org/drawingml/2006/main" w="8296">
            <a:solidFill>
              <a:srgbClr val="231F20"/>
            </a:solidFill>
          </a:ln>
        </p:spPr>
      </p:sp>
      <p:sp>
        <p:nvSpPr>
          <p:cNvPr id="122" name="circuit-720">
            <a:extLst xmlns:a="http://schemas.openxmlformats.org/drawingml/2006/main">
              <a:ext uri="{FF2B5EF4-FFF2-40B4-BE49-F238E27FC236}">
                <a16:creationId xmlns:a16="http://schemas.microsoft.com/office/drawing/2014/main" id="{DA842013-838F-4ECB-9DA5-D29E06A6ACD3}"/>
              </a:ext>
            </a:extLst>
          </p:cNvPr>
          <p:cNvSpPr>
            <a:spLocks xmlns:a="http://schemas.openxmlformats.org/drawingml/2006/main" noGrp="1"/>
          </p:cNvSpPr>
          <p:nvPr/>
        </p:nvSpPr>
        <p:spPr>
          <a:xfrm xmlns:a="http://schemas.openxmlformats.org/drawingml/2006/main">
            <a:off x="5386769" y="351303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23" name="wire-721">
            <a:extLst xmlns:a="http://schemas.openxmlformats.org/drawingml/2006/main">
              <a:ext uri="{FF2B5EF4-FFF2-40B4-BE49-F238E27FC236}">
                <a16:creationId xmlns:a16="http://schemas.microsoft.com/office/drawing/2014/main" id="{60DA88BA-0872-41E5-8715-782EC573094F}"/>
              </a:ext>
            </a:extLst>
          </p:cNvPr>
          <p:cNvSpPr>
            <a:spLocks xmlns:a="http://schemas.openxmlformats.org/drawingml/2006/main" noGrp="1"/>
          </p:cNvSpPr>
          <p:nvPr/>
        </p:nvSpPr>
        <p:spPr>
          <a:xfrm xmlns:a="http://schemas.openxmlformats.org/drawingml/2006/main">
            <a:off x="1583246" y="4732592"/>
            <a:ext cx="31909" cy="9525"/>
          </a:xfrm>
          <a:custGeom xmlns:a="http://schemas.openxmlformats.org/drawingml/2006/main">
            <a:pathLst>
              <a:path w="31909" h="9525">
                <a:moveTo>
                  <a:pt x="31909" y="0"/>
                </a:moveTo>
                <a:lnTo>
                  <a:pt x="0" y="0"/>
                </a:lnTo>
              </a:path>
            </a:pathLst>
          </a:custGeom>
          <a:noFill xmlns:a="http://schemas.openxmlformats.org/drawingml/2006/main"/>
          <a:ln xmlns:a="http://schemas.openxmlformats.org/drawingml/2006/main" w="8296">
            <a:solidFill>
              <a:srgbClr val="231F20"/>
            </a:solidFill>
          </a:ln>
        </p:spPr>
      </p:sp>
      <p:sp>
        <p:nvSpPr>
          <p:cNvPr id="124" name="circuit-722">
            <a:extLst xmlns:a="http://schemas.openxmlformats.org/drawingml/2006/main">
              <a:ext uri="{FF2B5EF4-FFF2-40B4-BE49-F238E27FC236}">
                <a16:creationId xmlns:a16="http://schemas.microsoft.com/office/drawing/2014/main" id="{BA4A486A-F15A-46EB-9238-3E00DE549659}"/>
              </a:ext>
            </a:extLst>
          </p:cNvPr>
          <p:cNvSpPr>
            <a:spLocks xmlns:a="http://schemas.openxmlformats.org/drawingml/2006/main" noGrp="1"/>
          </p:cNvSpPr>
          <p:nvPr/>
        </p:nvSpPr>
        <p:spPr>
          <a:xfrm xmlns:a="http://schemas.openxmlformats.org/drawingml/2006/main">
            <a:off x="1583246" y="4719190"/>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231F20"/>
          </a:solidFill>
          <a:ln xmlns:a="http://schemas.openxmlformats.org/drawingml/2006/main" w="3191">
            <a:solidFill>
              <a:srgbClr val="231F20"/>
            </a:solidFill>
          </a:ln>
        </p:spPr>
      </p:sp>
      <p:sp>
        <p:nvSpPr>
          <p:cNvPr id="125" name="block-723">
            <a:extLst xmlns:a="http://schemas.openxmlformats.org/drawingml/2006/main">
              <a:ext uri="{FF2B5EF4-FFF2-40B4-BE49-F238E27FC236}">
                <a16:creationId xmlns:a16="http://schemas.microsoft.com/office/drawing/2014/main" id="{6A283FE5-B215-43C0-B3DD-2341F643BBE1}"/>
              </a:ext>
            </a:extLst>
          </p:cNvPr>
          <p:cNvSpPr>
            <a:spLocks xmlns:a="http://schemas.openxmlformats.org/drawingml/2006/main" noGrp="1"/>
          </p:cNvSpPr>
          <p:nvPr/>
        </p:nvSpPr>
        <p:spPr>
          <a:xfrm xmlns:a="http://schemas.openxmlformats.org/drawingml/2006/main">
            <a:off x="811054" y="4866608"/>
            <a:ext cx="778574" cy="223361"/>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26" name="text-724">
            <a:extLst xmlns:a="http://schemas.openxmlformats.org/drawingml/2006/main">
              <a:ext uri="{FF2B5EF4-FFF2-40B4-BE49-F238E27FC236}">
                <a16:creationId xmlns:a16="http://schemas.microsoft.com/office/drawing/2014/main" id="{5E07FB78-CAEF-4535-BC44-0EBB361CD829}"/>
              </a:ext>
            </a:extLst>
          </p:cNvPr>
          <p:cNvSpPr>
            <a:spLocks xmlns:a="http://schemas.openxmlformats.org/drawingml/2006/main" noGrp="1"/>
          </p:cNvSpPr>
          <p:nvPr/>
        </p:nvSpPr>
        <p:spPr>
          <a:xfrm xmlns:a="http://schemas.openxmlformats.org/drawingml/2006/main">
            <a:off x="830199" y="4872990"/>
            <a:ext cx="740283" cy="2105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1">
                <a:solidFill>
                  <a:srgbClr val="231F20"/>
                </a:solidFill>
                <a:latin typeface="Arial"/>
                <a:ea typeface="Arial"/>
                <a:cs typeface="Arial"/>
              </a:defRPr>
            </a:defPPr>
            <a:lvl1pPr algn="ctr">
              <a:defRPr sz="603" b="1">
                <a:solidFill>
                  <a:srgbClr val="231F20"/>
                </a:solidFill>
                <a:latin typeface="Arial"/>
                <a:ea typeface="Arial"/>
                <a:cs typeface="Arial"/>
              </a:defRPr>
            </a:lvl1pPr>
            <a:lvl2pPr algn="ctr">
              <a:defRPr sz="603" b="1">
                <a:solidFill>
                  <a:srgbClr val="231F20"/>
                </a:solidFill>
                <a:latin typeface="Arial"/>
                <a:ea typeface="Arial"/>
                <a:cs typeface="Arial"/>
              </a:defRPr>
            </a:lvl2pPr>
            <a:lvl3pPr algn="ctr">
              <a:defRPr sz="603" b="1">
                <a:solidFill>
                  <a:srgbClr val="231F20"/>
                </a:solidFill>
                <a:latin typeface="Arial"/>
                <a:ea typeface="Arial"/>
                <a:cs typeface="Arial"/>
              </a:defRPr>
            </a:lvl3pPr>
            <a:lvl4pPr algn="ctr">
              <a:defRPr sz="603" b="1">
                <a:solidFill>
                  <a:srgbClr val="231F20"/>
                </a:solidFill>
                <a:latin typeface="Arial"/>
                <a:ea typeface="Arial"/>
                <a:cs typeface="Arial"/>
              </a:defRPr>
            </a:lvl4pPr>
            <a:lvl5pPr algn="ctr">
              <a:defRPr sz="603" b="1">
                <a:solidFill>
                  <a:srgbClr val="231F20"/>
                </a:solidFill>
                <a:latin typeface="Arial"/>
                <a:ea typeface="Arial"/>
                <a:cs typeface="Arial"/>
              </a:defRPr>
            </a:lvl5pPr>
            <a:lvl6pPr algn="ctr">
              <a:defRPr sz="603" b="1">
                <a:solidFill>
                  <a:srgbClr val="231F20"/>
                </a:solidFill>
                <a:latin typeface="Arial"/>
                <a:ea typeface="Arial"/>
                <a:cs typeface="Arial"/>
              </a:defRPr>
            </a:lvl6pPr>
            <a:lvl7pPr algn="ctr">
              <a:defRPr sz="603" b="1">
                <a:solidFill>
                  <a:srgbClr val="231F20"/>
                </a:solidFill>
                <a:latin typeface="Arial"/>
                <a:ea typeface="Arial"/>
                <a:cs typeface="Arial"/>
              </a:defRPr>
            </a:lvl7pPr>
            <a:lvl8pPr algn="ctr">
              <a:defRPr sz="603" b="1">
                <a:solidFill>
                  <a:srgbClr val="231F20"/>
                </a:solidFill>
                <a:latin typeface="Arial"/>
                <a:ea typeface="Arial"/>
                <a:cs typeface="Arial"/>
              </a:defRPr>
            </a:lvl8pPr>
            <a:lvl9pPr algn="ctr">
              <a:defRPr sz="603" b="1">
                <a:solidFill>
                  <a:srgbClr val="231F20"/>
                </a:solidFill>
                <a:latin typeface="Arial"/>
                <a:ea typeface="Arial"/>
                <a:cs typeface="Arial"/>
              </a:defRPr>
            </a:lvl9pPr>
          </a:lstStyle>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+2 / +4</a:t>
            </a:r>
          </a:p>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branch / trap</a:t>
            </a:r>
          </a:p>
        </p:txBody>
      </p:sp>
      <p:sp>
        <p:nvSpPr>
          <p:cNvPr id="127" name="wire-725">
            <a:extLst xmlns:a="http://schemas.openxmlformats.org/drawingml/2006/main">
              <a:ext uri="{FF2B5EF4-FFF2-40B4-BE49-F238E27FC236}">
                <a16:creationId xmlns:a16="http://schemas.microsoft.com/office/drawing/2014/main" id="{2B9F41C5-71F0-467D-A9AE-37CD96DDA038}"/>
              </a:ext>
            </a:extLst>
          </p:cNvPr>
          <p:cNvSpPr>
            <a:spLocks xmlns:a="http://schemas.openxmlformats.org/drawingml/2006/main" noGrp="1"/>
          </p:cNvSpPr>
          <p:nvPr/>
        </p:nvSpPr>
        <p:spPr>
          <a:xfrm xmlns:a="http://schemas.openxmlformats.org/drawingml/2006/main">
            <a:off x="1091851" y="4273106"/>
            <a:ext cx="38291" cy="9525"/>
          </a:xfrm>
          <a:custGeom xmlns:a="http://schemas.openxmlformats.org/drawingml/2006/main">
            <a:pathLst>
              <a:path w="38291" h="9525">
                <a:moveTo>
                  <a:pt x="0" y="0"/>
                </a:moveTo>
                <a:lnTo>
                  <a:pt x="38291" y="0"/>
                </a:lnTo>
              </a:path>
            </a:pathLst>
          </a:custGeom>
          <a:noFill xmlns:a="http://schemas.openxmlformats.org/drawingml/2006/main"/>
          <a:ln xmlns:a="http://schemas.openxmlformats.org/drawingml/2006/main" w="7020">
            <a:solidFill>
              <a:srgbClr val="231F20"/>
            </a:solidFill>
          </a:ln>
        </p:spPr>
      </p:sp>
      <p:sp>
        <p:nvSpPr>
          <p:cNvPr id="128" name="wire-726">
            <a:extLst xmlns:a="http://schemas.openxmlformats.org/drawingml/2006/main">
              <a:ext uri="{FF2B5EF4-FFF2-40B4-BE49-F238E27FC236}">
                <a16:creationId xmlns:a16="http://schemas.microsoft.com/office/drawing/2014/main" id="{0E6F82F5-F8E7-4CDB-9C96-E4CAFAA0F633}"/>
              </a:ext>
            </a:extLst>
          </p:cNvPr>
          <p:cNvSpPr>
            <a:spLocks xmlns:a="http://schemas.openxmlformats.org/drawingml/2006/main" noGrp="1"/>
          </p:cNvSpPr>
          <p:nvPr/>
        </p:nvSpPr>
        <p:spPr>
          <a:xfrm xmlns:a="http://schemas.openxmlformats.org/drawingml/2006/main">
            <a:off x="1130141" y="4273106"/>
            <a:ext cx="9525" cy="529685"/>
          </a:xfrm>
          <a:custGeom xmlns:a="http://schemas.openxmlformats.org/drawingml/2006/main">
            <a:pathLst>
              <a:path w="9525" h="529685">
                <a:moveTo>
                  <a:pt x="0" y="0"/>
                </a:moveTo>
                <a:lnTo>
                  <a:pt x="0" y="529685"/>
                </a:lnTo>
              </a:path>
            </a:pathLst>
          </a:custGeom>
          <a:noFill xmlns:a="http://schemas.openxmlformats.org/drawingml/2006/main"/>
          <a:ln xmlns:a="http://schemas.openxmlformats.org/drawingml/2006/main" w="7020">
            <a:solidFill>
              <a:srgbClr val="231F20"/>
            </a:solidFill>
          </a:ln>
        </p:spPr>
      </p:sp>
      <p:sp>
        <p:nvSpPr>
          <p:cNvPr id="129" name="wire-727">
            <a:extLst xmlns:a="http://schemas.openxmlformats.org/drawingml/2006/main">
              <a:ext uri="{FF2B5EF4-FFF2-40B4-BE49-F238E27FC236}">
                <a16:creationId xmlns:a16="http://schemas.microsoft.com/office/drawing/2014/main" id="{EC56CBA9-C9FA-46D5-8D1B-07DB02859296}"/>
              </a:ext>
            </a:extLst>
          </p:cNvPr>
          <p:cNvSpPr>
            <a:spLocks xmlns:a="http://schemas.openxmlformats.org/drawingml/2006/main" noGrp="1"/>
          </p:cNvSpPr>
          <p:nvPr/>
        </p:nvSpPr>
        <p:spPr>
          <a:xfrm xmlns:a="http://schemas.openxmlformats.org/drawingml/2006/main">
            <a:off x="1117378" y="4802791"/>
            <a:ext cx="12764" cy="9525"/>
          </a:xfrm>
          <a:custGeom xmlns:a="http://schemas.openxmlformats.org/drawingml/2006/main">
            <a:pathLst>
              <a:path w="12764" h="9525">
                <a:moveTo>
                  <a:pt x="12764" y="0"/>
                </a:moveTo>
                <a:lnTo>
                  <a:pt x="0" y="0"/>
                </a:lnTo>
              </a:path>
            </a:pathLst>
          </a:custGeom>
          <a:noFill xmlns:a="http://schemas.openxmlformats.org/drawingml/2006/main"/>
          <a:ln xmlns:a="http://schemas.openxmlformats.org/drawingml/2006/main" w="7020">
            <a:solidFill>
              <a:srgbClr val="231F20"/>
            </a:solidFill>
          </a:ln>
        </p:spPr>
      </p:sp>
      <p:sp>
        <p:nvSpPr>
          <p:cNvPr id="130" name="wire-728">
            <a:extLst xmlns:a="http://schemas.openxmlformats.org/drawingml/2006/main">
              <a:ext uri="{FF2B5EF4-FFF2-40B4-BE49-F238E27FC236}">
                <a16:creationId xmlns:a16="http://schemas.microsoft.com/office/drawing/2014/main" id="{12FDA822-4FCD-406C-A948-3E1F2A218427}"/>
              </a:ext>
            </a:extLst>
          </p:cNvPr>
          <p:cNvSpPr>
            <a:spLocks xmlns:a="http://schemas.openxmlformats.org/drawingml/2006/main" noGrp="1"/>
          </p:cNvSpPr>
          <p:nvPr/>
        </p:nvSpPr>
        <p:spPr>
          <a:xfrm xmlns:a="http://schemas.openxmlformats.org/drawingml/2006/main">
            <a:off x="1117378" y="4802791"/>
            <a:ext cx="9525" cy="63817"/>
          </a:xfrm>
          <a:custGeom xmlns:a="http://schemas.openxmlformats.org/drawingml/2006/main">
            <a:pathLst>
              <a:path w="9525" h="63817">
                <a:moveTo>
                  <a:pt x="0" y="0"/>
                </a:moveTo>
                <a:lnTo>
                  <a:pt x="0" y="63817"/>
                </a:lnTo>
              </a:path>
            </a:pathLst>
          </a:custGeom>
          <a:noFill xmlns:a="http://schemas.openxmlformats.org/drawingml/2006/main"/>
          <a:ln xmlns:a="http://schemas.openxmlformats.org/drawingml/2006/main" w="7020">
            <a:solidFill>
              <a:srgbClr val="231F20"/>
            </a:solidFill>
          </a:ln>
        </p:spPr>
      </p:sp>
      <p:sp>
        <p:nvSpPr>
          <p:cNvPr id="131" name="circuit-729">
            <a:extLst xmlns:a="http://schemas.openxmlformats.org/drawingml/2006/main">
              <a:ext uri="{FF2B5EF4-FFF2-40B4-BE49-F238E27FC236}">
                <a16:creationId xmlns:a16="http://schemas.microsoft.com/office/drawing/2014/main" id="{798DB314-914E-4635-A6B2-AA9E4E14A401}"/>
              </a:ext>
            </a:extLst>
          </p:cNvPr>
          <p:cNvSpPr>
            <a:spLocks xmlns:a="http://schemas.openxmlformats.org/drawingml/2006/main" noGrp="1"/>
          </p:cNvSpPr>
          <p:nvPr/>
        </p:nvSpPr>
        <p:spPr>
          <a:xfrm xmlns:a="http://schemas.openxmlformats.org/drawingml/2006/main">
            <a:off x="1103976" y="483470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32" name="wire-730">
            <a:extLst xmlns:a="http://schemas.openxmlformats.org/drawingml/2006/main">
              <a:ext uri="{FF2B5EF4-FFF2-40B4-BE49-F238E27FC236}">
                <a16:creationId xmlns:a16="http://schemas.microsoft.com/office/drawing/2014/main" id="{34FECFDA-DE15-4EE1-BFF3-7BB734C537A8}"/>
              </a:ext>
            </a:extLst>
          </p:cNvPr>
          <p:cNvSpPr>
            <a:spLocks xmlns:a="http://schemas.openxmlformats.org/drawingml/2006/main" noGrp="1"/>
          </p:cNvSpPr>
          <p:nvPr/>
        </p:nvSpPr>
        <p:spPr>
          <a:xfrm xmlns:a="http://schemas.openxmlformats.org/drawingml/2006/main">
            <a:off x="785527" y="4975098"/>
            <a:ext cx="25527" cy="9525"/>
          </a:xfrm>
          <a:custGeom xmlns:a="http://schemas.openxmlformats.org/drawingml/2006/main">
            <a:pathLst>
              <a:path w="25527" h="9525">
                <a:moveTo>
                  <a:pt x="25527" y="0"/>
                </a:moveTo>
                <a:lnTo>
                  <a:pt x="0" y="0"/>
                </a:lnTo>
              </a:path>
            </a:pathLst>
          </a:custGeom>
          <a:noFill xmlns:a="http://schemas.openxmlformats.org/drawingml/2006/main"/>
          <a:ln xmlns:a="http://schemas.openxmlformats.org/drawingml/2006/main" w="7020">
            <a:solidFill>
              <a:srgbClr val="231F20"/>
            </a:solidFill>
          </a:ln>
        </p:spPr>
      </p:sp>
      <p:sp>
        <p:nvSpPr>
          <p:cNvPr id="133" name="wire-731">
            <a:extLst xmlns:a="http://schemas.openxmlformats.org/drawingml/2006/main">
              <a:ext uri="{FF2B5EF4-FFF2-40B4-BE49-F238E27FC236}">
                <a16:creationId xmlns:a16="http://schemas.microsoft.com/office/drawing/2014/main" id="{B73CCCA8-9BF3-4DAD-BEDD-6475D945C8F4}"/>
              </a:ext>
            </a:extLst>
          </p:cNvPr>
          <p:cNvSpPr>
            <a:spLocks xmlns:a="http://schemas.openxmlformats.org/drawingml/2006/main" noGrp="1"/>
          </p:cNvSpPr>
          <p:nvPr/>
        </p:nvSpPr>
        <p:spPr>
          <a:xfrm xmlns:a="http://schemas.openxmlformats.org/drawingml/2006/main">
            <a:off x="785527" y="4273106"/>
            <a:ext cx="9525" cy="701992"/>
          </a:xfrm>
          <a:custGeom xmlns:a="http://schemas.openxmlformats.org/drawingml/2006/main">
            <a:pathLst>
              <a:path w="9525" h="701992">
                <a:moveTo>
                  <a:pt x="0" y="701992"/>
                </a:moveTo>
                <a:lnTo>
                  <a:pt x="0" y="0"/>
                </a:lnTo>
              </a:path>
            </a:pathLst>
          </a:custGeom>
          <a:noFill xmlns:a="http://schemas.openxmlformats.org/drawingml/2006/main"/>
          <a:ln xmlns:a="http://schemas.openxmlformats.org/drawingml/2006/main" w="7020">
            <a:solidFill>
              <a:srgbClr val="231F20"/>
            </a:solidFill>
          </a:ln>
        </p:spPr>
      </p:sp>
      <p:sp>
        <p:nvSpPr>
          <p:cNvPr id="134" name="wire-732">
            <a:extLst xmlns:a="http://schemas.openxmlformats.org/drawingml/2006/main">
              <a:ext uri="{FF2B5EF4-FFF2-40B4-BE49-F238E27FC236}">
                <a16:creationId xmlns:a16="http://schemas.microsoft.com/office/drawing/2014/main" id="{FBC7D10D-830D-4589-B808-B3C7B6DAC7F1}"/>
              </a:ext>
            </a:extLst>
          </p:cNvPr>
          <p:cNvSpPr>
            <a:spLocks xmlns:a="http://schemas.openxmlformats.org/drawingml/2006/main" noGrp="1"/>
          </p:cNvSpPr>
          <p:nvPr/>
        </p:nvSpPr>
        <p:spPr>
          <a:xfrm xmlns:a="http://schemas.openxmlformats.org/drawingml/2006/main">
            <a:off x="785527" y="4273106"/>
            <a:ext cx="229743" cy="9525"/>
          </a:xfrm>
          <a:custGeom xmlns:a="http://schemas.openxmlformats.org/drawingml/2006/main">
            <a:pathLst>
              <a:path w="229743" h="9525">
                <a:moveTo>
                  <a:pt x="0" y="0"/>
                </a:moveTo>
                <a:lnTo>
                  <a:pt x="229743" y="0"/>
                </a:lnTo>
              </a:path>
            </a:pathLst>
          </a:custGeom>
          <a:noFill xmlns:a="http://schemas.openxmlformats.org/drawingml/2006/main"/>
          <a:ln xmlns:a="http://schemas.openxmlformats.org/drawingml/2006/main" w="7020">
            <a:solidFill>
              <a:srgbClr val="231F20"/>
            </a:solidFill>
          </a:ln>
        </p:spPr>
      </p:sp>
      <p:sp>
        <p:nvSpPr>
          <p:cNvPr id="135" name="circuit-733">
            <a:extLst xmlns:a="http://schemas.openxmlformats.org/drawingml/2006/main">
              <a:ext uri="{FF2B5EF4-FFF2-40B4-BE49-F238E27FC236}">
                <a16:creationId xmlns:a16="http://schemas.microsoft.com/office/drawing/2014/main" id="{AF3BE779-35DA-4A80-81BD-43DA6ED559B0}"/>
              </a:ext>
            </a:extLst>
          </p:cNvPr>
          <p:cNvSpPr>
            <a:spLocks xmlns:a="http://schemas.openxmlformats.org/drawingml/2006/main" noGrp="1"/>
          </p:cNvSpPr>
          <p:nvPr/>
        </p:nvSpPr>
        <p:spPr>
          <a:xfrm xmlns:a="http://schemas.openxmlformats.org/drawingml/2006/main">
            <a:off x="983361" y="4259704"/>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36" name="block-734">
            <a:extLst xmlns:a="http://schemas.openxmlformats.org/drawingml/2006/main">
              <a:ext uri="{FF2B5EF4-FFF2-40B4-BE49-F238E27FC236}">
                <a16:creationId xmlns:a16="http://schemas.microsoft.com/office/drawing/2014/main" id="{A16686D7-7E8E-4E03-BABF-006E61B2BC98}"/>
              </a:ext>
            </a:extLst>
          </p:cNvPr>
          <p:cNvSpPr>
            <a:spLocks xmlns:a="http://schemas.openxmlformats.org/drawingml/2006/main" noGrp="1"/>
          </p:cNvSpPr>
          <p:nvPr/>
        </p:nvSpPr>
        <p:spPr>
          <a:xfrm xmlns:a="http://schemas.openxmlformats.org/drawingml/2006/main">
            <a:off x="1653445" y="4158234"/>
            <a:ext cx="76581" cy="893445"/>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37" name="circuit-735">
            <a:extLst xmlns:a="http://schemas.openxmlformats.org/drawingml/2006/main">
              <a:ext uri="{FF2B5EF4-FFF2-40B4-BE49-F238E27FC236}">
                <a16:creationId xmlns:a16="http://schemas.microsoft.com/office/drawing/2014/main" id="{543E4568-19D8-47B9-AB52-08851A8B536F}"/>
              </a:ext>
            </a:extLst>
          </p:cNvPr>
          <p:cNvSpPr>
            <a:spLocks xmlns:a="http://schemas.openxmlformats.org/drawingml/2006/main" noGrp="1"/>
          </p:cNvSpPr>
          <p:nvPr/>
        </p:nvSpPr>
        <p:spPr>
          <a:xfrm xmlns:a="http://schemas.openxmlformats.org/drawingml/2006/main">
            <a:off x="1666208" y="4158234"/>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38" name="wire-736">
            <a:extLst xmlns:a="http://schemas.openxmlformats.org/drawingml/2006/main">
              <a:ext uri="{FF2B5EF4-FFF2-40B4-BE49-F238E27FC236}">
                <a16:creationId xmlns:a16="http://schemas.microsoft.com/office/drawing/2014/main" id="{65B19822-B920-4E27-8030-D767E3D34BA4}"/>
              </a:ext>
            </a:extLst>
          </p:cNvPr>
          <p:cNvSpPr>
            <a:spLocks xmlns:a="http://schemas.openxmlformats.org/drawingml/2006/main" noGrp="1"/>
          </p:cNvSpPr>
          <p:nvPr/>
        </p:nvSpPr>
        <p:spPr>
          <a:xfrm xmlns:a="http://schemas.openxmlformats.org/drawingml/2006/main">
            <a:off x="1691735" y="4119944"/>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39" name="wire-737">
            <a:extLst xmlns:a="http://schemas.openxmlformats.org/drawingml/2006/main">
              <a:ext uri="{FF2B5EF4-FFF2-40B4-BE49-F238E27FC236}">
                <a16:creationId xmlns:a16="http://schemas.microsoft.com/office/drawing/2014/main" id="{D9B8862D-BD5C-4092-8880-63AB50CE6CFE}"/>
              </a:ext>
            </a:extLst>
          </p:cNvPr>
          <p:cNvSpPr>
            <a:spLocks xmlns:a="http://schemas.openxmlformats.org/drawingml/2006/main" noGrp="1"/>
          </p:cNvSpPr>
          <p:nvPr/>
        </p:nvSpPr>
        <p:spPr>
          <a:xfrm xmlns:a="http://schemas.openxmlformats.org/drawingml/2006/main">
            <a:off x="1596009" y="4330541"/>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10211">
            <a:solidFill>
              <a:srgbClr val="231F20"/>
            </a:solidFill>
          </a:ln>
        </p:spPr>
      </p:sp>
      <p:sp>
        <p:nvSpPr>
          <p:cNvPr id="140" name="wire-738">
            <a:extLst xmlns:a="http://schemas.openxmlformats.org/drawingml/2006/main">
              <a:ext uri="{FF2B5EF4-FFF2-40B4-BE49-F238E27FC236}">
                <a16:creationId xmlns:a16="http://schemas.microsoft.com/office/drawing/2014/main" id="{AA718579-62DE-4D28-96FE-37978C3921F2}"/>
              </a:ext>
            </a:extLst>
          </p:cNvPr>
          <p:cNvSpPr>
            <a:spLocks xmlns:a="http://schemas.openxmlformats.org/drawingml/2006/main" noGrp="1"/>
          </p:cNvSpPr>
          <p:nvPr/>
        </p:nvSpPr>
        <p:spPr>
          <a:xfrm xmlns:a="http://schemas.openxmlformats.org/drawingml/2006/main">
            <a:off x="1730026" y="4330541"/>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8934">
            <a:solidFill>
              <a:srgbClr val="231F20"/>
            </a:solidFill>
          </a:ln>
        </p:spPr>
      </p:sp>
      <p:sp>
        <p:nvSpPr>
          <p:cNvPr id="141" name="wire-739">
            <a:extLst xmlns:a="http://schemas.openxmlformats.org/drawingml/2006/main">
              <a:ext uri="{FF2B5EF4-FFF2-40B4-BE49-F238E27FC236}">
                <a16:creationId xmlns:a16="http://schemas.microsoft.com/office/drawing/2014/main" id="{4DAF4EE5-D358-4D83-9D3D-0B2E6905885C}"/>
              </a:ext>
            </a:extLst>
          </p:cNvPr>
          <p:cNvSpPr>
            <a:spLocks xmlns:a="http://schemas.openxmlformats.org/drawingml/2006/main" noGrp="1"/>
          </p:cNvSpPr>
          <p:nvPr/>
        </p:nvSpPr>
        <p:spPr>
          <a:xfrm xmlns:a="http://schemas.openxmlformats.org/drawingml/2006/main">
            <a:off x="1761935" y="4273106"/>
            <a:ext cx="9525" cy="57436"/>
          </a:xfrm>
          <a:custGeom xmlns:a="http://schemas.openxmlformats.org/drawingml/2006/main">
            <a:pathLst>
              <a:path w="9525" h="57436">
                <a:moveTo>
                  <a:pt x="0" y="57436"/>
                </a:moveTo>
                <a:lnTo>
                  <a:pt x="0" y="0"/>
                </a:lnTo>
              </a:path>
            </a:pathLst>
          </a:custGeom>
          <a:noFill xmlns:a="http://schemas.openxmlformats.org/drawingml/2006/main"/>
          <a:ln xmlns:a="http://schemas.openxmlformats.org/drawingml/2006/main" w="8934">
            <a:solidFill>
              <a:srgbClr val="231F20"/>
            </a:solidFill>
          </a:ln>
        </p:spPr>
      </p:sp>
      <p:sp>
        <p:nvSpPr>
          <p:cNvPr id="142" name="wire-740">
            <a:extLst xmlns:a="http://schemas.openxmlformats.org/drawingml/2006/main">
              <a:ext uri="{FF2B5EF4-FFF2-40B4-BE49-F238E27FC236}">
                <a16:creationId xmlns:a16="http://schemas.microsoft.com/office/drawing/2014/main" id="{F8F0B66C-A2CF-453F-B205-149CE123C0D2}"/>
              </a:ext>
            </a:extLst>
          </p:cNvPr>
          <p:cNvSpPr>
            <a:spLocks xmlns:a="http://schemas.openxmlformats.org/drawingml/2006/main" noGrp="1"/>
          </p:cNvSpPr>
          <p:nvPr/>
        </p:nvSpPr>
        <p:spPr>
          <a:xfrm xmlns:a="http://schemas.openxmlformats.org/drawingml/2006/main">
            <a:off x="1761935" y="4273106"/>
            <a:ext cx="63817" cy="9525"/>
          </a:xfrm>
          <a:custGeom xmlns:a="http://schemas.openxmlformats.org/drawingml/2006/main">
            <a:pathLst>
              <a:path w="63817" h="9525">
                <a:moveTo>
                  <a:pt x="0" y="0"/>
                </a:moveTo>
                <a:lnTo>
                  <a:pt x="63817" y="0"/>
                </a:lnTo>
              </a:path>
            </a:pathLst>
          </a:custGeom>
          <a:noFill xmlns:a="http://schemas.openxmlformats.org/drawingml/2006/main"/>
          <a:ln xmlns:a="http://schemas.openxmlformats.org/drawingml/2006/main" w="8934">
            <a:solidFill>
              <a:srgbClr val="231F20"/>
            </a:solidFill>
          </a:ln>
        </p:spPr>
      </p:sp>
      <p:sp>
        <p:nvSpPr>
          <p:cNvPr id="143" name="circuit-741">
            <a:extLst xmlns:a="http://schemas.openxmlformats.org/drawingml/2006/main">
              <a:ext uri="{FF2B5EF4-FFF2-40B4-BE49-F238E27FC236}">
                <a16:creationId xmlns:a16="http://schemas.microsoft.com/office/drawing/2014/main" id="{DA07C75A-2979-4F63-B98C-64A42C8AD891}"/>
              </a:ext>
            </a:extLst>
          </p:cNvPr>
          <p:cNvSpPr>
            <a:spLocks xmlns:a="http://schemas.openxmlformats.org/drawingml/2006/main" noGrp="1"/>
          </p:cNvSpPr>
          <p:nvPr/>
        </p:nvSpPr>
        <p:spPr>
          <a:xfrm xmlns:a="http://schemas.openxmlformats.org/drawingml/2006/main">
            <a:off x="1793843" y="4259704"/>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44" name="wire-742">
            <a:extLst xmlns:a="http://schemas.openxmlformats.org/drawingml/2006/main">
              <a:ext uri="{FF2B5EF4-FFF2-40B4-BE49-F238E27FC236}">
                <a16:creationId xmlns:a16="http://schemas.microsoft.com/office/drawing/2014/main" id="{F58B3EB8-E582-47B3-A91E-478CBEAF9924}"/>
              </a:ext>
            </a:extLst>
          </p:cNvPr>
          <p:cNvSpPr>
            <a:spLocks xmlns:a="http://schemas.openxmlformats.org/drawingml/2006/main" noGrp="1"/>
          </p:cNvSpPr>
          <p:nvPr/>
        </p:nvSpPr>
        <p:spPr>
          <a:xfrm xmlns:a="http://schemas.openxmlformats.org/drawingml/2006/main">
            <a:off x="1761935" y="4330541"/>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8934">
            <a:solidFill>
              <a:srgbClr val="231F20"/>
            </a:solidFill>
          </a:ln>
        </p:spPr>
      </p:sp>
      <p:sp>
        <p:nvSpPr>
          <p:cNvPr id="145" name="wire-743">
            <a:extLst xmlns:a="http://schemas.openxmlformats.org/drawingml/2006/main">
              <a:ext uri="{FF2B5EF4-FFF2-40B4-BE49-F238E27FC236}">
                <a16:creationId xmlns:a16="http://schemas.microsoft.com/office/drawing/2014/main" id="{33DAB8AE-21F1-40DA-98B1-DEB165D9DB95}"/>
              </a:ext>
            </a:extLst>
          </p:cNvPr>
          <p:cNvSpPr>
            <a:spLocks xmlns:a="http://schemas.openxmlformats.org/drawingml/2006/main" noGrp="1"/>
          </p:cNvSpPr>
          <p:nvPr/>
        </p:nvSpPr>
        <p:spPr>
          <a:xfrm xmlns:a="http://schemas.openxmlformats.org/drawingml/2006/main">
            <a:off x="1761935" y="4400741"/>
            <a:ext cx="63817" cy="9525"/>
          </a:xfrm>
          <a:custGeom xmlns:a="http://schemas.openxmlformats.org/drawingml/2006/main">
            <a:pathLst>
              <a:path w="63817" h="9525">
                <a:moveTo>
                  <a:pt x="0" y="0"/>
                </a:moveTo>
                <a:lnTo>
                  <a:pt x="63817" y="0"/>
                </a:lnTo>
              </a:path>
            </a:pathLst>
          </a:custGeom>
          <a:noFill xmlns:a="http://schemas.openxmlformats.org/drawingml/2006/main"/>
          <a:ln xmlns:a="http://schemas.openxmlformats.org/drawingml/2006/main" w="8934">
            <a:solidFill>
              <a:srgbClr val="231F20"/>
            </a:solidFill>
          </a:ln>
        </p:spPr>
      </p:sp>
      <p:sp>
        <p:nvSpPr>
          <p:cNvPr id="146" name="circuit-744">
            <a:extLst xmlns:a="http://schemas.openxmlformats.org/drawingml/2006/main">
              <a:ext uri="{FF2B5EF4-FFF2-40B4-BE49-F238E27FC236}">
                <a16:creationId xmlns:a16="http://schemas.microsoft.com/office/drawing/2014/main" id="{672794D4-BA54-488E-B72D-6388359A83BA}"/>
              </a:ext>
            </a:extLst>
          </p:cNvPr>
          <p:cNvSpPr>
            <a:spLocks xmlns:a="http://schemas.openxmlformats.org/drawingml/2006/main" noGrp="1"/>
          </p:cNvSpPr>
          <p:nvPr/>
        </p:nvSpPr>
        <p:spPr>
          <a:xfrm xmlns:a="http://schemas.openxmlformats.org/drawingml/2006/main">
            <a:off x="1793843" y="438733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47" name="">
            <a:extLst xmlns:a="http://schemas.openxmlformats.org/drawingml/2006/main">
              <a:ext uri="{FF2B5EF4-FFF2-40B4-BE49-F238E27FC236}">
                <a16:creationId xmlns:a16="http://schemas.microsoft.com/office/drawing/2014/main" id="{A5FBC6AE-BA91-4866-AF65-8F58F7DB70AD}"/>
              </a:ext>
            </a:extLst>
          </p:cNvPr>
          <p:cNvSpPr>
            <a:spLocks xmlns:a="http://schemas.openxmlformats.org/drawingml/2006/main" noGrp="1"/>
          </p:cNvSpPr>
          <p:nvPr/>
        </p:nvSpPr>
        <p:spPr>
          <a:xfrm xmlns:a="http://schemas.openxmlformats.org/drawingml/2006/main">
            <a:off x="1752362" y="4320969"/>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48" name="wire-745">
            <a:extLst xmlns:a="http://schemas.openxmlformats.org/drawingml/2006/main">
              <a:ext uri="{FF2B5EF4-FFF2-40B4-BE49-F238E27FC236}">
                <a16:creationId xmlns:a16="http://schemas.microsoft.com/office/drawing/2014/main" id="{810AD4D4-0010-4616-ADFC-BEADAA36BDE0}"/>
              </a:ext>
            </a:extLst>
          </p:cNvPr>
          <p:cNvSpPr>
            <a:spLocks xmlns:a="http://schemas.openxmlformats.org/drawingml/2006/main" noGrp="1"/>
          </p:cNvSpPr>
          <p:nvPr/>
        </p:nvSpPr>
        <p:spPr>
          <a:xfrm xmlns:a="http://schemas.openxmlformats.org/drawingml/2006/main">
            <a:off x="1761935" y="4400741"/>
            <a:ext cx="9525" cy="536067"/>
          </a:xfrm>
          <a:custGeom xmlns:a="http://schemas.openxmlformats.org/drawingml/2006/main">
            <a:pathLst>
              <a:path w="9525" h="536067">
                <a:moveTo>
                  <a:pt x="0" y="0"/>
                </a:moveTo>
                <a:lnTo>
                  <a:pt x="0" y="536067"/>
                </a:lnTo>
              </a:path>
            </a:pathLst>
          </a:custGeom>
          <a:noFill xmlns:a="http://schemas.openxmlformats.org/drawingml/2006/main"/>
          <a:ln xmlns:a="http://schemas.openxmlformats.org/drawingml/2006/main" w="8934">
            <a:solidFill>
              <a:srgbClr val="231F20"/>
            </a:solidFill>
          </a:ln>
        </p:spPr>
      </p:sp>
      <p:sp>
        <p:nvSpPr>
          <p:cNvPr id="149" name="wire-746">
            <a:extLst xmlns:a="http://schemas.openxmlformats.org/drawingml/2006/main">
              <a:ext uri="{FF2B5EF4-FFF2-40B4-BE49-F238E27FC236}">
                <a16:creationId xmlns:a16="http://schemas.microsoft.com/office/drawing/2014/main" id="{B88BA065-6AFA-4E14-98DD-5AB7E7F4BB56}"/>
              </a:ext>
            </a:extLst>
          </p:cNvPr>
          <p:cNvSpPr>
            <a:spLocks xmlns:a="http://schemas.openxmlformats.org/drawingml/2006/main" noGrp="1"/>
          </p:cNvSpPr>
          <p:nvPr/>
        </p:nvSpPr>
        <p:spPr>
          <a:xfrm xmlns:a="http://schemas.openxmlformats.org/drawingml/2006/main">
            <a:off x="1761935" y="4936808"/>
            <a:ext cx="63817" cy="9525"/>
          </a:xfrm>
          <a:custGeom xmlns:a="http://schemas.openxmlformats.org/drawingml/2006/main">
            <a:pathLst>
              <a:path w="63817" h="9525">
                <a:moveTo>
                  <a:pt x="0" y="0"/>
                </a:moveTo>
                <a:lnTo>
                  <a:pt x="63817" y="0"/>
                </a:lnTo>
              </a:path>
            </a:pathLst>
          </a:custGeom>
          <a:noFill xmlns:a="http://schemas.openxmlformats.org/drawingml/2006/main"/>
          <a:ln xmlns:a="http://schemas.openxmlformats.org/drawingml/2006/main" w="8934">
            <a:solidFill>
              <a:srgbClr val="231F20"/>
            </a:solidFill>
          </a:ln>
        </p:spPr>
      </p:sp>
      <p:sp>
        <p:nvSpPr>
          <p:cNvPr id="150" name="circuit-747">
            <a:extLst xmlns:a="http://schemas.openxmlformats.org/drawingml/2006/main">
              <a:ext uri="{FF2B5EF4-FFF2-40B4-BE49-F238E27FC236}">
                <a16:creationId xmlns:a16="http://schemas.microsoft.com/office/drawing/2014/main" id="{1E6C48A9-5F22-4F04-95FE-620F162A6010}"/>
              </a:ext>
            </a:extLst>
          </p:cNvPr>
          <p:cNvSpPr>
            <a:spLocks xmlns:a="http://schemas.openxmlformats.org/drawingml/2006/main" noGrp="1"/>
          </p:cNvSpPr>
          <p:nvPr/>
        </p:nvSpPr>
        <p:spPr>
          <a:xfrm xmlns:a="http://schemas.openxmlformats.org/drawingml/2006/main">
            <a:off x="1793843" y="4923406"/>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51" name="">
            <a:extLst xmlns:a="http://schemas.openxmlformats.org/drawingml/2006/main">
              <a:ext uri="{FF2B5EF4-FFF2-40B4-BE49-F238E27FC236}">
                <a16:creationId xmlns:a16="http://schemas.microsoft.com/office/drawing/2014/main" id="{AA9826F7-10BC-4AA8-AA9E-1C395C6659E7}"/>
              </a:ext>
            </a:extLst>
          </p:cNvPr>
          <p:cNvSpPr>
            <a:spLocks xmlns:a="http://schemas.openxmlformats.org/drawingml/2006/main" noGrp="1"/>
          </p:cNvSpPr>
          <p:nvPr/>
        </p:nvSpPr>
        <p:spPr>
          <a:xfrm xmlns:a="http://schemas.openxmlformats.org/drawingml/2006/main">
            <a:off x="1752362" y="4391168"/>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52" name="wire-748">
            <a:extLst xmlns:a="http://schemas.openxmlformats.org/drawingml/2006/main">
              <a:ext uri="{FF2B5EF4-FFF2-40B4-BE49-F238E27FC236}">
                <a16:creationId xmlns:a16="http://schemas.microsoft.com/office/drawing/2014/main" id="{74F42594-0028-429C-B427-C74FD8E6EDF0}"/>
              </a:ext>
            </a:extLst>
          </p:cNvPr>
          <p:cNvSpPr>
            <a:spLocks xmlns:a="http://schemas.openxmlformats.org/drawingml/2006/main" noGrp="1"/>
          </p:cNvSpPr>
          <p:nvPr/>
        </p:nvSpPr>
        <p:spPr>
          <a:xfrm xmlns:a="http://schemas.openxmlformats.org/drawingml/2006/main">
            <a:off x="1761935" y="3883819"/>
            <a:ext cx="9525" cy="389287"/>
          </a:xfrm>
          <a:custGeom xmlns:a="http://schemas.openxmlformats.org/drawingml/2006/main">
            <a:pathLst>
              <a:path w="9525" h="389287">
                <a:moveTo>
                  <a:pt x="0" y="389287"/>
                </a:moveTo>
                <a:lnTo>
                  <a:pt x="0" y="0"/>
                </a:lnTo>
              </a:path>
            </a:pathLst>
          </a:custGeom>
          <a:noFill xmlns:a="http://schemas.openxmlformats.org/drawingml/2006/main"/>
          <a:ln xmlns:a="http://schemas.openxmlformats.org/drawingml/2006/main" w="7020">
            <a:solidFill>
              <a:srgbClr val="231F20"/>
            </a:solidFill>
          </a:ln>
        </p:spPr>
      </p:sp>
      <p:sp>
        <p:nvSpPr>
          <p:cNvPr id="153" name="wire-749">
            <a:extLst xmlns:a="http://schemas.openxmlformats.org/drawingml/2006/main">
              <a:ext uri="{FF2B5EF4-FFF2-40B4-BE49-F238E27FC236}">
                <a16:creationId xmlns:a16="http://schemas.microsoft.com/office/drawing/2014/main" id="{1DACF450-A28E-4DF0-A94F-E561A3ED2E73}"/>
              </a:ext>
            </a:extLst>
          </p:cNvPr>
          <p:cNvSpPr>
            <a:spLocks xmlns:a="http://schemas.openxmlformats.org/drawingml/2006/main" noGrp="1"/>
          </p:cNvSpPr>
          <p:nvPr/>
        </p:nvSpPr>
        <p:spPr>
          <a:xfrm xmlns:a="http://schemas.openxmlformats.org/drawingml/2006/main">
            <a:off x="1761935" y="3883819"/>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7020">
            <a:solidFill>
              <a:srgbClr val="231F20"/>
            </a:solidFill>
          </a:ln>
        </p:spPr>
      </p:sp>
      <p:sp>
        <p:nvSpPr>
          <p:cNvPr id="154" name="circuit-750">
            <a:extLst xmlns:a="http://schemas.openxmlformats.org/drawingml/2006/main">
              <a:ext uri="{FF2B5EF4-FFF2-40B4-BE49-F238E27FC236}">
                <a16:creationId xmlns:a16="http://schemas.microsoft.com/office/drawing/2014/main" id="{E443DE97-45BB-4E18-96EB-8B7B4F785DFB}"/>
              </a:ext>
            </a:extLst>
          </p:cNvPr>
          <p:cNvSpPr>
            <a:spLocks xmlns:a="http://schemas.openxmlformats.org/drawingml/2006/main" noGrp="1"/>
          </p:cNvSpPr>
          <p:nvPr/>
        </p:nvSpPr>
        <p:spPr>
          <a:xfrm xmlns:a="http://schemas.openxmlformats.org/drawingml/2006/main">
            <a:off x="1800225" y="3870417"/>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155" name="">
            <a:extLst xmlns:a="http://schemas.openxmlformats.org/drawingml/2006/main">
              <a:ext uri="{FF2B5EF4-FFF2-40B4-BE49-F238E27FC236}">
                <a16:creationId xmlns:a16="http://schemas.microsoft.com/office/drawing/2014/main" id="{D003CD02-6546-45E6-BF49-349A6F67DDF5}"/>
              </a:ext>
            </a:extLst>
          </p:cNvPr>
          <p:cNvSpPr>
            <a:spLocks xmlns:a="http://schemas.openxmlformats.org/drawingml/2006/main" noGrp="1"/>
          </p:cNvSpPr>
          <p:nvPr/>
        </p:nvSpPr>
        <p:spPr>
          <a:xfrm xmlns:a="http://schemas.openxmlformats.org/drawingml/2006/main">
            <a:off x="1752362" y="4263533"/>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56" name="block-751">
            <a:extLst xmlns:a="http://schemas.openxmlformats.org/drawingml/2006/main">
              <a:ext uri="{FF2B5EF4-FFF2-40B4-BE49-F238E27FC236}">
                <a16:creationId xmlns:a16="http://schemas.microsoft.com/office/drawing/2014/main" id="{7A2F64AB-701B-4609-A752-E08D0D3BBDD6}"/>
              </a:ext>
            </a:extLst>
          </p:cNvPr>
          <p:cNvSpPr>
            <a:spLocks xmlns:a="http://schemas.openxmlformats.org/drawingml/2006/main" noGrp="1"/>
          </p:cNvSpPr>
          <p:nvPr/>
        </p:nvSpPr>
        <p:spPr>
          <a:xfrm xmlns:a="http://schemas.openxmlformats.org/drawingml/2006/main">
            <a:off x="1832134" y="3788093"/>
            <a:ext cx="644557" cy="216980"/>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57" name="text-752">
            <a:extLst xmlns:a="http://schemas.openxmlformats.org/drawingml/2006/main">
              <a:ext uri="{FF2B5EF4-FFF2-40B4-BE49-F238E27FC236}">
                <a16:creationId xmlns:a16="http://schemas.microsoft.com/office/drawing/2014/main" id="{791D348A-9041-46D5-9964-E24C14186A1A}"/>
              </a:ext>
            </a:extLst>
          </p:cNvPr>
          <p:cNvSpPr>
            <a:spLocks xmlns:a="http://schemas.openxmlformats.org/drawingml/2006/main" noGrp="1"/>
          </p:cNvSpPr>
          <p:nvPr/>
        </p:nvSpPr>
        <p:spPr>
          <a:xfrm xmlns:a="http://schemas.openxmlformats.org/drawingml/2006/main">
            <a:off x="4761357" y="3641312"/>
            <a:ext cx="753047"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ResultSrcW</a:t>
            </a:r>
          </a:p>
        </p:txBody>
      </p:sp>
      <p:sp>
        <p:nvSpPr>
          <p:cNvPr id="158" name="wire-753">
            <a:extLst xmlns:a="http://schemas.openxmlformats.org/drawingml/2006/main">
              <a:ext uri="{FF2B5EF4-FFF2-40B4-BE49-F238E27FC236}">
                <a16:creationId xmlns:a16="http://schemas.microsoft.com/office/drawing/2014/main" id="{CBB05C19-1F57-45EA-AF4E-FA20F77A5257}"/>
              </a:ext>
            </a:extLst>
          </p:cNvPr>
          <p:cNvSpPr>
            <a:spLocks xmlns:a="http://schemas.openxmlformats.org/drawingml/2006/main" noGrp="1"/>
          </p:cNvSpPr>
          <p:nvPr/>
        </p:nvSpPr>
        <p:spPr>
          <a:xfrm xmlns:a="http://schemas.openxmlformats.org/drawingml/2006/main">
            <a:off x="2476691" y="3839147"/>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5105">
            <a:solidFill>
              <a:srgbClr val="231F20"/>
            </a:solidFill>
          </a:ln>
        </p:spPr>
      </p:sp>
      <p:sp>
        <p:nvSpPr>
          <p:cNvPr id="159" name="wire-754">
            <a:extLst xmlns:a="http://schemas.openxmlformats.org/drawingml/2006/main">
              <a:ext uri="{FF2B5EF4-FFF2-40B4-BE49-F238E27FC236}">
                <a16:creationId xmlns:a16="http://schemas.microsoft.com/office/drawing/2014/main" id="{4186183D-3D1C-4300-85E7-6CB09336F031}"/>
              </a:ext>
            </a:extLst>
          </p:cNvPr>
          <p:cNvSpPr>
            <a:spLocks xmlns:a="http://schemas.openxmlformats.org/drawingml/2006/main" noGrp="1"/>
          </p:cNvSpPr>
          <p:nvPr/>
        </p:nvSpPr>
        <p:spPr>
          <a:xfrm xmlns:a="http://schemas.openxmlformats.org/drawingml/2006/main">
            <a:off x="2546890" y="3768947"/>
            <a:ext cx="9525" cy="70199"/>
          </a:xfrm>
          <a:custGeom xmlns:a="http://schemas.openxmlformats.org/drawingml/2006/main">
            <a:pathLst>
              <a:path w="9525" h="70199">
                <a:moveTo>
                  <a:pt x="0" y="70199"/>
                </a:moveTo>
                <a:lnTo>
                  <a:pt x="0" y="0"/>
                </a:lnTo>
              </a:path>
            </a:pathLst>
          </a:custGeom>
          <a:noFill xmlns:a="http://schemas.openxmlformats.org/drawingml/2006/main"/>
          <a:ln xmlns:a="http://schemas.openxmlformats.org/drawingml/2006/main" w="5105">
            <a:solidFill>
              <a:srgbClr val="231F20"/>
            </a:solidFill>
          </a:ln>
        </p:spPr>
      </p:sp>
      <p:sp>
        <p:nvSpPr>
          <p:cNvPr id="160" name="wire-755">
            <a:extLst xmlns:a="http://schemas.openxmlformats.org/drawingml/2006/main">
              <a:ext uri="{FF2B5EF4-FFF2-40B4-BE49-F238E27FC236}">
                <a16:creationId xmlns:a16="http://schemas.microsoft.com/office/drawing/2014/main" id="{EDF51099-29DD-49E1-B624-4E29DEB1FBA6}"/>
              </a:ext>
            </a:extLst>
          </p:cNvPr>
          <p:cNvSpPr>
            <a:spLocks xmlns:a="http://schemas.openxmlformats.org/drawingml/2006/main" noGrp="1"/>
          </p:cNvSpPr>
          <p:nvPr/>
        </p:nvSpPr>
        <p:spPr>
          <a:xfrm xmlns:a="http://schemas.openxmlformats.org/drawingml/2006/main">
            <a:off x="2546890" y="3768947"/>
            <a:ext cx="3261074" cy="9525"/>
          </a:xfrm>
          <a:custGeom xmlns:a="http://schemas.openxmlformats.org/drawingml/2006/main">
            <a:pathLst>
              <a:path w="3261074" h="9525">
                <a:moveTo>
                  <a:pt x="0" y="0"/>
                </a:moveTo>
                <a:lnTo>
                  <a:pt x="3261074" y="0"/>
                </a:lnTo>
              </a:path>
            </a:pathLst>
          </a:custGeom>
          <a:noFill xmlns:a="http://schemas.openxmlformats.org/drawingml/2006/main"/>
          <a:ln xmlns:a="http://schemas.openxmlformats.org/drawingml/2006/main" w="5105">
            <a:solidFill>
              <a:srgbClr val="231F20"/>
            </a:solidFill>
          </a:ln>
        </p:spPr>
      </p:sp>
      <p:sp>
        <p:nvSpPr>
          <p:cNvPr id="161" name="wire-756">
            <a:extLst xmlns:a="http://schemas.openxmlformats.org/drawingml/2006/main">
              <a:ext uri="{FF2B5EF4-FFF2-40B4-BE49-F238E27FC236}">
                <a16:creationId xmlns:a16="http://schemas.microsoft.com/office/drawing/2014/main" id="{30ABA21D-3A84-4B3F-A25D-2D81E7DD953D}"/>
              </a:ext>
            </a:extLst>
          </p:cNvPr>
          <p:cNvSpPr>
            <a:spLocks xmlns:a="http://schemas.openxmlformats.org/drawingml/2006/main" noGrp="1"/>
          </p:cNvSpPr>
          <p:nvPr/>
        </p:nvSpPr>
        <p:spPr>
          <a:xfrm xmlns:a="http://schemas.openxmlformats.org/drawingml/2006/main">
            <a:off x="5807964" y="3768947"/>
            <a:ext cx="9525" cy="268033"/>
          </a:xfrm>
          <a:custGeom xmlns:a="http://schemas.openxmlformats.org/drawingml/2006/main">
            <a:pathLst>
              <a:path w="9525" h="268033">
                <a:moveTo>
                  <a:pt x="0" y="0"/>
                </a:moveTo>
                <a:lnTo>
                  <a:pt x="0" y="268033"/>
                </a:lnTo>
              </a:path>
            </a:pathLst>
          </a:custGeom>
          <a:noFill xmlns:a="http://schemas.openxmlformats.org/drawingml/2006/main"/>
          <a:ln xmlns:a="http://schemas.openxmlformats.org/drawingml/2006/main" w="5105">
            <a:solidFill>
              <a:srgbClr val="231F20"/>
            </a:solidFill>
          </a:ln>
        </p:spPr>
      </p:sp>
      <p:sp>
        <p:nvSpPr>
          <p:cNvPr id="162" name="circuit-757">
            <a:extLst xmlns:a="http://schemas.openxmlformats.org/drawingml/2006/main">
              <a:ext uri="{FF2B5EF4-FFF2-40B4-BE49-F238E27FC236}">
                <a16:creationId xmlns:a16="http://schemas.microsoft.com/office/drawing/2014/main" id="{4C1583D7-5507-4817-921C-1D268A44DE4F}"/>
              </a:ext>
            </a:extLst>
          </p:cNvPr>
          <p:cNvSpPr>
            <a:spLocks xmlns:a="http://schemas.openxmlformats.org/drawingml/2006/main" noGrp="1"/>
          </p:cNvSpPr>
          <p:nvPr/>
        </p:nvSpPr>
        <p:spPr>
          <a:xfrm xmlns:a="http://schemas.openxmlformats.org/drawingml/2006/main">
            <a:off x="5794562" y="4005072"/>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63" name="wire-758">
            <a:extLst xmlns:a="http://schemas.openxmlformats.org/drawingml/2006/main">
              <a:ext uri="{FF2B5EF4-FFF2-40B4-BE49-F238E27FC236}">
                <a16:creationId xmlns:a16="http://schemas.microsoft.com/office/drawing/2014/main" id="{8883324A-CE67-41E6-B550-AA356FF186A8}"/>
              </a:ext>
            </a:extLst>
          </p:cNvPr>
          <p:cNvSpPr>
            <a:spLocks xmlns:a="http://schemas.openxmlformats.org/drawingml/2006/main" noGrp="1"/>
          </p:cNvSpPr>
          <p:nvPr/>
        </p:nvSpPr>
        <p:spPr>
          <a:xfrm xmlns:a="http://schemas.openxmlformats.org/drawingml/2006/main">
            <a:off x="2476691" y="3909346"/>
            <a:ext cx="548831" cy="9525"/>
          </a:xfrm>
          <a:custGeom xmlns:a="http://schemas.openxmlformats.org/drawingml/2006/main">
            <a:pathLst>
              <a:path w="548831" h="9525">
                <a:moveTo>
                  <a:pt x="0" y="0"/>
                </a:moveTo>
                <a:lnTo>
                  <a:pt x="548831" y="0"/>
                </a:lnTo>
              </a:path>
            </a:pathLst>
          </a:custGeom>
          <a:noFill xmlns:a="http://schemas.openxmlformats.org/drawingml/2006/main"/>
          <a:ln xmlns:a="http://schemas.openxmlformats.org/drawingml/2006/main" w="5105">
            <a:solidFill>
              <a:srgbClr val="231F20"/>
            </a:solidFill>
          </a:ln>
        </p:spPr>
      </p:sp>
      <p:sp>
        <p:nvSpPr>
          <p:cNvPr id="164" name="wire-759">
            <a:extLst xmlns:a="http://schemas.openxmlformats.org/drawingml/2006/main">
              <a:ext uri="{FF2B5EF4-FFF2-40B4-BE49-F238E27FC236}">
                <a16:creationId xmlns:a16="http://schemas.microsoft.com/office/drawing/2014/main" id="{25C33906-98FE-43AA-987B-F306CA44EE05}"/>
              </a:ext>
            </a:extLst>
          </p:cNvPr>
          <p:cNvSpPr>
            <a:spLocks xmlns:a="http://schemas.openxmlformats.org/drawingml/2006/main" noGrp="1"/>
          </p:cNvSpPr>
          <p:nvPr/>
        </p:nvSpPr>
        <p:spPr>
          <a:xfrm xmlns:a="http://schemas.openxmlformats.org/drawingml/2006/main">
            <a:off x="3025521" y="3909346"/>
            <a:ext cx="9525" cy="140399"/>
          </a:xfrm>
          <a:custGeom xmlns:a="http://schemas.openxmlformats.org/drawingml/2006/main">
            <a:pathLst>
              <a:path w="9525" h="140399">
                <a:moveTo>
                  <a:pt x="0" y="0"/>
                </a:moveTo>
                <a:lnTo>
                  <a:pt x="0" y="140399"/>
                </a:lnTo>
              </a:path>
            </a:pathLst>
          </a:custGeom>
          <a:noFill xmlns:a="http://schemas.openxmlformats.org/drawingml/2006/main"/>
          <a:ln xmlns:a="http://schemas.openxmlformats.org/drawingml/2006/main" w="5105">
            <a:solidFill>
              <a:srgbClr val="231F20"/>
            </a:solidFill>
          </a:ln>
        </p:spPr>
      </p:sp>
      <p:sp>
        <p:nvSpPr>
          <p:cNvPr id="165" name="wire-760">
            <a:extLst xmlns:a="http://schemas.openxmlformats.org/drawingml/2006/main">
              <a:ext uri="{FF2B5EF4-FFF2-40B4-BE49-F238E27FC236}">
                <a16:creationId xmlns:a16="http://schemas.microsoft.com/office/drawing/2014/main" id="{9DF37AFE-D9E6-4EDD-A013-E886FAB3783F}"/>
              </a:ext>
            </a:extLst>
          </p:cNvPr>
          <p:cNvSpPr>
            <a:spLocks xmlns:a="http://schemas.openxmlformats.org/drawingml/2006/main" noGrp="1"/>
          </p:cNvSpPr>
          <p:nvPr/>
        </p:nvSpPr>
        <p:spPr>
          <a:xfrm xmlns:a="http://schemas.openxmlformats.org/drawingml/2006/main">
            <a:off x="3025521" y="4049744"/>
            <a:ext cx="140398" cy="9525"/>
          </a:xfrm>
          <a:custGeom xmlns:a="http://schemas.openxmlformats.org/drawingml/2006/main">
            <a:pathLst>
              <a:path w="140398" h="9525">
                <a:moveTo>
                  <a:pt x="0" y="0"/>
                </a:moveTo>
                <a:lnTo>
                  <a:pt x="140398" y="0"/>
                </a:lnTo>
              </a:path>
            </a:pathLst>
          </a:custGeom>
          <a:noFill xmlns:a="http://schemas.openxmlformats.org/drawingml/2006/main"/>
          <a:ln xmlns:a="http://schemas.openxmlformats.org/drawingml/2006/main" w="5105">
            <a:solidFill>
              <a:srgbClr val="231F20"/>
            </a:solidFill>
          </a:ln>
        </p:spPr>
      </p:sp>
      <p:sp>
        <p:nvSpPr>
          <p:cNvPr id="166" name="wire-761">
            <a:extLst xmlns:a="http://schemas.openxmlformats.org/drawingml/2006/main">
              <a:ext uri="{FF2B5EF4-FFF2-40B4-BE49-F238E27FC236}">
                <a16:creationId xmlns:a16="http://schemas.microsoft.com/office/drawing/2014/main" id="{EE2E617E-F18D-4621-AF1F-B6700327FDA7}"/>
              </a:ext>
            </a:extLst>
          </p:cNvPr>
          <p:cNvSpPr>
            <a:spLocks xmlns:a="http://schemas.openxmlformats.org/drawingml/2006/main" noGrp="1"/>
          </p:cNvSpPr>
          <p:nvPr/>
        </p:nvSpPr>
        <p:spPr>
          <a:xfrm xmlns:a="http://schemas.openxmlformats.org/drawingml/2006/main">
            <a:off x="3165920" y="4049744"/>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5105">
            <a:solidFill>
              <a:srgbClr val="231F20"/>
            </a:solidFill>
          </a:ln>
        </p:spPr>
      </p:sp>
      <p:sp>
        <p:nvSpPr>
          <p:cNvPr id="167" name="circuit-762">
            <a:extLst xmlns:a="http://schemas.openxmlformats.org/drawingml/2006/main">
              <a:ext uri="{FF2B5EF4-FFF2-40B4-BE49-F238E27FC236}">
                <a16:creationId xmlns:a16="http://schemas.microsoft.com/office/drawing/2014/main" id="{AD090BEA-9A69-4CA0-B97E-AEB6FEC71D09}"/>
              </a:ext>
            </a:extLst>
          </p:cNvPr>
          <p:cNvSpPr>
            <a:spLocks xmlns:a="http://schemas.openxmlformats.org/drawingml/2006/main" noGrp="1"/>
          </p:cNvSpPr>
          <p:nvPr/>
        </p:nvSpPr>
        <p:spPr>
          <a:xfrm xmlns:a="http://schemas.openxmlformats.org/drawingml/2006/main">
            <a:off x="3152518" y="4068890"/>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168" name="wire-763">
            <a:extLst xmlns:a="http://schemas.openxmlformats.org/drawingml/2006/main">
              <a:ext uri="{FF2B5EF4-FFF2-40B4-BE49-F238E27FC236}">
                <a16:creationId xmlns:a16="http://schemas.microsoft.com/office/drawing/2014/main" id="{24079C15-6E9B-4C80-A8BD-087FF055F062}"/>
              </a:ext>
            </a:extLst>
          </p:cNvPr>
          <p:cNvSpPr>
            <a:spLocks xmlns:a="http://schemas.openxmlformats.org/drawingml/2006/main" noGrp="1"/>
          </p:cNvSpPr>
          <p:nvPr/>
        </p:nvSpPr>
        <p:spPr>
          <a:xfrm xmlns:a="http://schemas.openxmlformats.org/drawingml/2006/main">
            <a:off x="2476691" y="3973163"/>
            <a:ext cx="63818" cy="9525"/>
          </a:xfrm>
          <a:custGeom xmlns:a="http://schemas.openxmlformats.org/drawingml/2006/main">
            <a:pathLst>
              <a:path w="63818" h="9525">
                <a:moveTo>
                  <a:pt x="0" y="0"/>
                </a:moveTo>
                <a:lnTo>
                  <a:pt x="63818" y="0"/>
                </a:lnTo>
              </a:path>
            </a:pathLst>
          </a:custGeom>
          <a:noFill xmlns:a="http://schemas.openxmlformats.org/drawingml/2006/main"/>
          <a:ln xmlns:a="http://schemas.openxmlformats.org/drawingml/2006/main" w="5105">
            <a:solidFill>
              <a:srgbClr val="231F20"/>
            </a:solidFill>
          </a:ln>
        </p:spPr>
      </p:sp>
      <p:sp>
        <p:nvSpPr>
          <p:cNvPr id="169" name="wire-764">
            <a:extLst xmlns:a="http://schemas.openxmlformats.org/drawingml/2006/main">
              <a:ext uri="{FF2B5EF4-FFF2-40B4-BE49-F238E27FC236}">
                <a16:creationId xmlns:a16="http://schemas.microsoft.com/office/drawing/2014/main" id="{C3241E7A-C98F-4DCD-B910-D5E5810645D6}"/>
              </a:ext>
            </a:extLst>
          </p:cNvPr>
          <p:cNvSpPr>
            <a:spLocks xmlns:a="http://schemas.openxmlformats.org/drawingml/2006/main" noGrp="1"/>
          </p:cNvSpPr>
          <p:nvPr/>
        </p:nvSpPr>
        <p:spPr>
          <a:xfrm xmlns:a="http://schemas.openxmlformats.org/drawingml/2006/main">
            <a:off x="2540508" y="3973163"/>
            <a:ext cx="9525" cy="861536"/>
          </a:xfrm>
          <a:custGeom xmlns:a="http://schemas.openxmlformats.org/drawingml/2006/main">
            <a:pathLst>
              <a:path w="9525" h="861536">
                <a:moveTo>
                  <a:pt x="0" y="0"/>
                </a:moveTo>
                <a:lnTo>
                  <a:pt x="0" y="861536"/>
                </a:lnTo>
              </a:path>
            </a:pathLst>
          </a:custGeom>
          <a:noFill xmlns:a="http://schemas.openxmlformats.org/drawingml/2006/main"/>
          <a:ln xmlns:a="http://schemas.openxmlformats.org/drawingml/2006/main" w="5105">
            <a:solidFill>
              <a:srgbClr val="231F20"/>
            </a:solidFill>
          </a:ln>
        </p:spPr>
      </p:sp>
      <p:sp>
        <p:nvSpPr>
          <p:cNvPr id="170" name="wire-765">
            <a:extLst xmlns:a="http://schemas.openxmlformats.org/drawingml/2006/main">
              <a:ext uri="{FF2B5EF4-FFF2-40B4-BE49-F238E27FC236}">
                <a16:creationId xmlns:a16="http://schemas.microsoft.com/office/drawing/2014/main" id="{9042B00D-395D-4B41-AA3C-744D1A9704F0}"/>
              </a:ext>
            </a:extLst>
          </p:cNvPr>
          <p:cNvSpPr>
            <a:spLocks xmlns:a="http://schemas.openxmlformats.org/drawingml/2006/main" noGrp="1"/>
          </p:cNvSpPr>
          <p:nvPr/>
        </p:nvSpPr>
        <p:spPr>
          <a:xfrm xmlns:a="http://schemas.openxmlformats.org/drawingml/2006/main">
            <a:off x="2540508" y="4834700"/>
            <a:ext cx="625411" cy="9525"/>
          </a:xfrm>
          <a:custGeom xmlns:a="http://schemas.openxmlformats.org/drawingml/2006/main">
            <a:pathLst>
              <a:path w="625411" h="9525">
                <a:moveTo>
                  <a:pt x="0" y="0"/>
                </a:moveTo>
                <a:lnTo>
                  <a:pt x="625411" y="0"/>
                </a:lnTo>
              </a:path>
            </a:pathLst>
          </a:custGeom>
          <a:noFill xmlns:a="http://schemas.openxmlformats.org/drawingml/2006/main"/>
          <a:ln xmlns:a="http://schemas.openxmlformats.org/drawingml/2006/main" w="5105">
            <a:solidFill>
              <a:srgbClr val="231F20"/>
            </a:solidFill>
          </a:ln>
        </p:spPr>
      </p:sp>
      <p:sp>
        <p:nvSpPr>
          <p:cNvPr id="171" name="wire-766">
            <a:extLst xmlns:a="http://schemas.openxmlformats.org/drawingml/2006/main">
              <a:ext uri="{FF2B5EF4-FFF2-40B4-BE49-F238E27FC236}">
                <a16:creationId xmlns:a16="http://schemas.microsoft.com/office/drawing/2014/main" id="{483A9935-939C-4784-B3C9-A9ED34EF2728}"/>
              </a:ext>
            </a:extLst>
          </p:cNvPr>
          <p:cNvSpPr>
            <a:spLocks xmlns:a="http://schemas.openxmlformats.org/drawingml/2006/main" noGrp="1"/>
          </p:cNvSpPr>
          <p:nvPr/>
        </p:nvSpPr>
        <p:spPr>
          <a:xfrm xmlns:a="http://schemas.openxmlformats.org/drawingml/2006/main">
            <a:off x="3165920" y="4796409"/>
            <a:ext cx="9525" cy="38291"/>
          </a:xfrm>
          <a:custGeom xmlns:a="http://schemas.openxmlformats.org/drawingml/2006/main">
            <a:pathLst>
              <a:path w="9525" h="38291">
                <a:moveTo>
                  <a:pt x="0" y="38291"/>
                </a:moveTo>
                <a:lnTo>
                  <a:pt x="0" y="0"/>
                </a:lnTo>
              </a:path>
            </a:pathLst>
          </a:custGeom>
          <a:noFill xmlns:a="http://schemas.openxmlformats.org/drawingml/2006/main"/>
          <a:ln xmlns:a="http://schemas.openxmlformats.org/drawingml/2006/main" w="5105">
            <a:solidFill>
              <a:srgbClr val="231F20"/>
            </a:solidFill>
          </a:ln>
        </p:spPr>
      </p:sp>
      <p:sp>
        <p:nvSpPr>
          <p:cNvPr id="172" name="circuit-767">
            <a:extLst xmlns:a="http://schemas.openxmlformats.org/drawingml/2006/main">
              <a:ext uri="{FF2B5EF4-FFF2-40B4-BE49-F238E27FC236}">
                <a16:creationId xmlns:a16="http://schemas.microsoft.com/office/drawing/2014/main" id="{42EBD982-C6B0-4D7E-ADA0-7FE4362A3A96}"/>
              </a:ext>
            </a:extLst>
          </p:cNvPr>
          <p:cNvSpPr>
            <a:spLocks xmlns:a="http://schemas.openxmlformats.org/drawingml/2006/main" noGrp="1"/>
          </p:cNvSpPr>
          <p:nvPr/>
        </p:nvSpPr>
        <p:spPr>
          <a:xfrm xmlns:a="http://schemas.openxmlformats.org/drawingml/2006/main">
            <a:off x="3152518" y="479640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173" name="block-768">
            <a:extLst xmlns:a="http://schemas.openxmlformats.org/drawingml/2006/main">
              <a:ext uri="{FF2B5EF4-FFF2-40B4-BE49-F238E27FC236}">
                <a16:creationId xmlns:a16="http://schemas.microsoft.com/office/drawing/2014/main" id="{6BECB9A9-926D-4D97-AE6D-E1B6FCE89286}"/>
              </a:ext>
            </a:extLst>
          </p:cNvPr>
          <p:cNvSpPr>
            <a:spLocks xmlns:a="http://schemas.openxmlformats.org/drawingml/2006/main" noGrp="1"/>
          </p:cNvSpPr>
          <p:nvPr/>
        </p:nvSpPr>
        <p:spPr>
          <a:xfrm xmlns:a="http://schemas.openxmlformats.org/drawingml/2006/main">
            <a:off x="1825752" y="4139089"/>
            <a:ext cx="650939" cy="599885"/>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174" name="circuit-769">
            <a:extLst xmlns:a="http://schemas.openxmlformats.org/drawingml/2006/main">
              <a:ext uri="{FF2B5EF4-FFF2-40B4-BE49-F238E27FC236}">
                <a16:creationId xmlns:a16="http://schemas.microsoft.com/office/drawing/2014/main" id="{BE196D11-CB5C-413D-830F-55A9C8100ADA}"/>
              </a:ext>
            </a:extLst>
          </p:cNvPr>
          <p:cNvSpPr>
            <a:spLocks xmlns:a="http://schemas.openxmlformats.org/drawingml/2006/main" noGrp="1"/>
          </p:cNvSpPr>
          <p:nvPr/>
        </p:nvSpPr>
        <p:spPr>
          <a:xfrm xmlns:a="http://schemas.openxmlformats.org/drawingml/2006/main">
            <a:off x="2189512" y="4139089"/>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75" name="circuit-770">
            <a:extLst xmlns:a="http://schemas.openxmlformats.org/drawingml/2006/main">
              <a:ext uri="{FF2B5EF4-FFF2-40B4-BE49-F238E27FC236}">
                <a16:creationId xmlns:a16="http://schemas.microsoft.com/office/drawing/2014/main" id="{7EBB429E-D5A2-42FD-8F19-DDA6CBE560E7}"/>
              </a:ext>
            </a:extLst>
          </p:cNvPr>
          <p:cNvSpPr>
            <a:spLocks xmlns:a="http://schemas.openxmlformats.org/drawingml/2006/main" noGrp="1"/>
          </p:cNvSpPr>
          <p:nvPr/>
        </p:nvSpPr>
        <p:spPr>
          <a:xfrm xmlns:a="http://schemas.openxmlformats.org/drawingml/2006/main">
            <a:off x="1825752" y="4853845"/>
            <a:ext cx="650938" cy="185071"/>
          </a:xfrm>
          <a:custGeom xmlns:a="http://schemas.openxmlformats.org/drawingml/2006/main">
            <a:pathLst>
              <a:path w="650938" h="185071">
                <a:moveTo>
                  <a:pt x="0" y="70199"/>
                </a:moveTo>
                <a:lnTo>
                  <a:pt x="650938" y="0"/>
                </a:lnTo>
                <a:lnTo>
                  <a:pt x="650938" y="185071"/>
                </a:lnTo>
                <a:lnTo>
                  <a:pt x="0" y="185071"/>
                </a:lnTo>
                <a:close/>
              </a:path>
            </a:pathLst>
          </a:custGeom>
          <a:solidFill xmlns:a="http://schemas.openxmlformats.org/drawingml/2006/main">
            <a:srgbClr val="77A3DC"/>
          </a:solidFill>
          <a:ln xmlns:a="http://schemas.openxmlformats.org/drawingml/2006/main" w="9573">
            <a:solidFill>
              <a:srgbClr val="231F20"/>
            </a:solidFill>
          </a:ln>
        </p:spPr>
      </p:sp>
      <p:sp>
        <p:nvSpPr>
          <p:cNvPr id="176" name="text-771">
            <a:extLst xmlns:a="http://schemas.openxmlformats.org/drawingml/2006/main">
              <a:ext uri="{FF2B5EF4-FFF2-40B4-BE49-F238E27FC236}">
                <a16:creationId xmlns:a16="http://schemas.microsoft.com/office/drawing/2014/main" id="{A10131E5-AD6E-4AE4-BE88-F2DDD410CB53}"/>
              </a:ext>
            </a:extLst>
          </p:cNvPr>
          <p:cNvSpPr>
            <a:spLocks xmlns:a="http://schemas.openxmlformats.org/drawingml/2006/main" noGrp="1"/>
          </p:cNvSpPr>
          <p:nvPr/>
        </p:nvSpPr>
        <p:spPr>
          <a:xfrm xmlns:a="http://schemas.openxmlformats.org/drawingml/2006/main">
            <a:off x="2004441" y="4898517"/>
            <a:ext cx="459486" cy="1212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04" b="1">
                <a:solidFill>
                  <a:srgbClr val="231F20"/>
                </a:solidFill>
                <a:latin typeface="Arial"/>
                <a:ea typeface="Arial"/>
                <a:cs typeface="Arial"/>
              </a:defRPr>
            </a:defPPr>
            <a:lvl1pPr algn="l">
              <a:defRPr sz="704" b="1">
                <a:solidFill>
                  <a:srgbClr val="231F20"/>
                </a:solidFill>
                <a:latin typeface="Arial"/>
                <a:ea typeface="Arial"/>
                <a:cs typeface="Arial"/>
              </a:defRPr>
            </a:lvl1pPr>
            <a:lvl2pPr algn="l">
              <a:defRPr sz="704" b="1">
                <a:solidFill>
                  <a:srgbClr val="231F20"/>
                </a:solidFill>
                <a:latin typeface="Arial"/>
                <a:ea typeface="Arial"/>
                <a:cs typeface="Arial"/>
              </a:defRPr>
            </a:lvl2pPr>
            <a:lvl3pPr algn="l">
              <a:defRPr sz="704" b="1">
                <a:solidFill>
                  <a:srgbClr val="231F20"/>
                </a:solidFill>
                <a:latin typeface="Arial"/>
                <a:ea typeface="Arial"/>
                <a:cs typeface="Arial"/>
              </a:defRPr>
            </a:lvl3pPr>
            <a:lvl4pPr algn="l">
              <a:defRPr sz="704" b="1">
                <a:solidFill>
                  <a:srgbClr val="231F20"/>
                </a:solidFill>
                <a:latin typeface="Arial"/>
                <a:ea typeface="Arial"/>
                <a:cs typeface="Arial"/>
              </a:defRPr>
            </a:lvl4pPr>
            <a:lvl5pPr algn="l">
              <a:defRPr sz="704" b="1">
                <a:solidFill>
                  <a:srgbClr val="231F20"/>
                </a:solidFill>
                <a:latin typeface="Arial"/>
                <a:ea typeface="Arial"/>
                <a:cs typeface="Arial"/>
              </a:defRPr>
            </a:lvl5pPr>
            <a:lvl6pPr algn="l">
              <a:defRPr sz="704" b="1">
                <a:solidFill>
                  <a:srgbClr val="231F20"/>
                </a:solidFill>
                <a:latin typeface="Arial"/>
                <a:ea typeface="Arial"/>
                <a:cs typeface="Arial"/>
              </a:defRPr>
            </a:lvl6pPr>
            <a:lvl7pPr algn="l">
              <a:defRPr sz="704" b="1">
                <a:solidFill>
                  <a:srgbClr val="231F20"/>
                </a:solidFill>
                <a:latin typeface="Arial"/>
                <a:ea typeface="Arial"/>
                <a:cs typeface="Arial"/>
              </a:defRPr>
            </a:lvl7pPr>
            <a:lvl8pPr algn="l">
              <a:defRPr sz="704" b="1">
                <a:solidFill>
                  <a:srgbClr val="231F20"/>
                </a:solidFill>
                <a:latin typeface="Arial"/>
                <a:ea typeface="Arial"/>
                <a:cs typeface="Arial"/>
              </a:defRPr>
            </a:lvl8pPr>
            <a:lvl9pPr algn="l">
              <a:defRPr sz="704" b="1">
                <a:solidFill>
                  <a:srgbClr val="231F20"/>
                </a:solidFill>
                <a:latin typeface="Arial"/>
                <a:ea typeface="Arial"/>
                <a:cs typeface="Arial"/>
              </a:defRPr>
            </a:lvl9pPr>
          </a:lstStyle>
          <a:p xmlns:a="http://schemas.openxmlformats.org/drawingml/2006/main">
            <a:pPr algn="l">
              <a:defRPr sz="704" b="1">
                <a:solidFill>
                  <a:srgbClr val="231F20"/>
                </a:solidFill>
                <a:latin typeface="Arial"/>
                <a:ea typeface="Arial"/>
                <a:cs typeface="Arial"/>
              </a:defRPr>
            </a:pPr>
            <a:r>
              <a:rPr sz="704" b="1">
                <a:solidFill>
                  <a:srgbClr val="231F20"/>
                </a:solidFill>
                <a:latin typeface="Arial"/>
                <a:ea typeface="Arial"/>
                <a:cs typeface="Arial"/>
              </a:rPr>
              <a:t>extend</a:t>
            </a:r>
          </a:p>
        </p:txBody>
      </p:sp>
      <p:sp>
        <p:nvSpPr>
          <p:cNvPr id="177" name="block-772">
            <a:extLst xmlns:a="http://schemas.openxmlformats.org/drawingml/2006/main">
              <a:ext uri="{FF2B5EF4-FFF2-40B4-BE49-F238E27FC236}">
                <a16:creationId xmlns:a16="http://schemas.microsoft.com/office/drawing/2014/main" id="{5DBE6EFD-24BC-44A4-BED9-5E40C728A4E0}"/>
              </a:ext>
            </a:extLst>
          </p:cNvPr>
          <p:cNvSpPr>
            <a:spLocks xmlns:a="http://schemas.openxmlformats.org/drawingml/2006/main" noGrp="1"/>
          </p:cNvSpPr>
          <p:nvPr/>
        </p:nvSpPr>
        <p:spPr>
          <a:xfrm xmlns:a="http://schemas.openxmlformats.org/drawingml/2006/main">
            <a:off x="2597944" y="4170998"/>
            <a:ext cx="76581"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78" name="circuit-773">
            <a:extLst xmlns:a="http://schemas.openxmlformats.org/drawingml/2006/main">
              <a:ext uri="{FF2B5EF4-FFF2-40B4-BE49-F238E27FC236}">
                <a16:creationId xmlns:a16="http://schemas.microsoft.com/office/drawing/2014/main" id="{7D257F86-4927-44D1-B2EF-75D95C4BCC6D}"/>
              </a:ext>
            </a:extLst>
          </p:cNvPr>
          <p:cNvSpPr>
            <a:spLocks xmlns:a="http://schemas.openxmlformats.org/drawingml/2006/main" noGrp="1"/>
          </p:cNvSpPr>
          <p:nvPr/>
        </p:nvSpPr>
        <p:spPr>
          <a:xfrm xmlns:a="http://schemas.openxmlformats.org/drawingml/2006/main">
            <a:off x="2610707" y="4170998"/>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79" name="wire-774">
            <a:extLst xmlns:a="http://schemas.openxmlformats.org/drawingml/2006/main">
              <a:ext uri="{FF2B5EF4-FFF2-40B4-BE49-F238E27FC236}">
                <a16:creationId xmlns:a16="http://schemas.microsoft.com/office/drawing/2014/main" id="{14108FEC-919D-4501-B521-8012218A0B38}"/>
              </a:ext>
            </a:extLst>
          </p:cNvPr>
          <p:cNvSpPr>
            <a:spLocks xmlns:a="http://schemas.openxmlformats.org/drawingml/2006/main" noGrp="1"/>
          </p:cNvSpPr>
          <p:nvPr/>
        </p:nvSpPr>
        <p:spPr>
          <a:xfrm xmlns:a="http://schemas.openxmlformats.org/drawingml/2006/main">
            <a:off x="2636234" y="4132707"/>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80" name="block-775">
            <a:extLst xmlns:a="http://schemas.openxmlformats.org/drawingml/2006/main">
              <a:ext uri="{FF2B5EF4-FFF2-40B4-BE49-F238E27FC236}">
                <a16:creationId xmlns:a16="http://schemas.microsoft.com/office/drawing/2014/main" id="{82E402F0-9EF2-4C6B-B7B3-872EF9AB3426}"/>
              </a:ext>
            </a:extLst>
          </p:cNvPr>
          <p:cNvSpPr>
            <a:spLocks xmlns:a="http://schemas.openxmlformats.org/drawingml/2006/main" noGrp="1"/>
          </p:cNvSpPr>
          <p:nvPr/>
        </p:nvSpPr>
        <p:spPr>
          <a:xfrm xmlns:a="http://schemas.openxmlformats.org/drawingml/2006/main">
            <a:off x="2597944" y="4394359"/>
            <a:ext cx="76581"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81" name="circuit-776">
            <a:extLst xmlns:a="http://schemas.openxmlformats.org/drawingml/2006/main">
              <a:ext uri="{FF2B5EF4-FFF2-40B4-BE49-F238E27FC236}">
                <a16:creationId xmlns:a16="http://schemas.microsoft.com/office/drawing/2014/main" id="{BA67676C-B758-46F7-BF66-1B3334E09F18}"/>
              </a:ext>
            </a:extLst>
          </p:cNvPr>
          <p:cNvSpPr>
            <a:spLocks xmlns:a="http://schemas.openxmlformats.org/drawingml/2006/main" noGrp="1"/>
          </p:cNvSpPr>
          <p:nvPr/>
        </p:nvSpPr>
        <p:spPr>
          <a:xfrm xmlns:a="http://schemas.openxmlformats.org/drawingml/2006/main">
            <a:off x="2610707" y="4394359"/>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82" name="wire-777">
            <a:extLst xmlns:a="http://schemas.openxmlformats.org/drawingml/2006/main">
              <a:ext uri="{FF2B5EF4-FFF2-40B4-BE49-F238E27FC236}">
                <a16:creationId xmlns:a16="http://schemas.microsoft.com/office/drawing/2014/main" id="{F4D804F2-5E87-4B14-98A7-C14073BF3BED}"/>
              </a:ext>
            </a:extLst>
          </p:cNvPr>
          <p:cNvSpPr>
            <a:spLocks xmlns:a="http://schemas.openxmlformats.org/drawingml/2006/main" noGrp="1"/>
          </p:cNvSpPr>
          <p:nvPr/>
        </p:nvSpPr>
        <p:spPr>
          <a:xfrm xmlns:a="http://schemas.openxmlformats.org/drawingml/2006/main">
            <a:off x="2636234" y="4356068"/>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83" name="block-778">
            <a:extLst xmlns:a="http://schemas.openxmlformats.org/drawingml/2006/main">
              <a:ext uri="{FF2B5EF4-FFF2-40B4-BE49-F238E27FC236}">
                <a16:creationId xmlns:a16="http://schemas.microsoft.com/office/drawing/2014/main" id="{E41F53D4-4B5C-44A1-B5CA-601FA29F2B9D}"/>
              </a:ext>
            </a:extLst>
          </p:cNvPr>
          <p:cNvSpPr>
            <a:spLocks xmlns:a="http://schemas.openxmlformats.org/drawingml/2006/main" noGrp="1"/>
          </p:cNvSpPr>
          <p:nvPr/>
        </p:nvSpPr>
        <p:spPr>
          <a:xfrm xmlns:a="http://schemas.openxmlformats.org/drawingml/2006/main">
            <a:off x="2597944" y="4879372"/>
            <a:ext cx="76581"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184" name="circuit-779">
            <a:extLst xmlns:a="http://schemas.openxmlformats.org/drawingml/2006/main">
              <a:ext uri="{FF2B5EF4-FFF2-40B4-BE49-F238E27FC236}">
                <a16:creationId xmlns:a16="http://schemas.microsoft.com/office/drawing/2014/main" id="{B4915EDA-B3B7-49EC-A299-2893ABDB7B3C}"/>
              </a:ext>
            </a:extLst>
          </p:cNvPr>
          <p:cNvSpPr>
            <a:spLocks xmlns:a="http://schemas.openxmlformats.org/drawingml/2006/main" noGrp="1"/>
          </p:cNvSpPr>
          <p:nvPr/>
        </p:nvSpPr>
        <p:spPr>
          <a:xfrm xmlns:a="http://schemas.openxmlformats.org/drawingml/2006/main">
            <a:off x="2610707" y="4879372"/>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185" name="wire-780">
            <a:extLst xmlns:a="http://schemas.openxmlformats.org/drawingml/2006/main">
              <a:ext uri="{FF2B5EF4-FFF2-40B4-BE49-F238E27FC236}">
                <a16:creationId xmlns:a16="http://schemas.microsoft.com/office/drawing/2014/main" id="{FADA6F57-5841-4B63-8CAD-586C0F8843C6}"/>
              </a:ext>
            </a:extLst>
          </p:cNvPr>
          <p:cNvSpPr>
            <a:spLocks xmlns:a="http://schemas.openxmlformats.org/drawingml/2006/main" noGrp="1"/>
          </p:cNvSpPr>
          <p:nvPr/>
        </p:nvSpPr>
        <p:spPr>
          <a:xfrm xmlns:a="http://schemas.openxmlformats.org/drawingml/2006/main">
            <a:off x="2636234" y="4841081"/>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186" name="wire-781">
            <a:extLst xmlns:a="http://schemas.openxmlformats.org/drawingml/2006/main">
              <a:ext uri="{FF2B5EF4-FFF2-40B4-BE49-F238E27FC236}">
                <a16:creationId xmlns:a16="http://schemas.microsoft.com/office/drawing/2014/main" id="{1CA7BD06-F0B2-44BE-BCC8-FA354A1055B4}"/>
              </a:ext>
            </a:extLst>
          </p:cNvPr>
          <p:cNvSpPr>
            <a:spLocks xmlns:a="http://schemas.openxmlformats.org/drawingml/2006/main" noGrp="1"/>
          </p:cNvSpPr>
          <p:nvPr/>
        </p:nvSpPr>
        <p:spPr>
          <a:xfrm xmlns:a="http://schemas.openxmlformats.org/drawingml/2006/main">
            <a:off x="2476691" y="4260342"/>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187" name="wire-782">
            <a:extLst xmlns:a="http://schemas.openxmlformats.org/drawingml/2006/main">
              <a:ext uri="{FF2B5EF4-FFF2-40B4-BE49-F238E27FC236}">
                <a16:creationId xmlns:a16="http://schemas.microsoft.com/office/drawing/2014/main" id="{DDB23390-37A4-4DC2-B553-8E4F5A527122}"/>
              </a:ext>
            </a:extLst>
          </p:cNvPr>
          <p:cNvSpPr>
            <a:spLocks xmlns:a="http://schemas.openxmlformats.org/drawingml/2006/main" noGrp="1"/>
          </p:cNvSpPr>
          <p:nvPr/>
        </p:nvSpPr>
        <p:spPr>
          <a:xfrm xmlns:a="http://schemas.openxmlformats.org/drawingml/2006/main">
            <a:off x="2476691" y="4483703"/>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188" name="wire-783">
            <a:extLst xmlns:a="http://schemas.openxmlformats.org/drawingml/2006/main">
              <a:ext uri="{FF2B5EF4-FFF2-40B4-BE49-F238E27FC236}">
                <a16:creationId xmlns:a16="http://schemas.microsoft.com/office/drawing/2014/main" id="{A848E033-164A-4D81-B2CF-FF59A7174B82}"/>
              </a:ext>
            </a:extLst>
          </p:cNvPr>
          <p:cNvSpPr>
            <a:spLocks xmlns:a="http://schemas.openxmlformats.org/drawingml/2006/main" noGrp="1"/>
          </p:cNvSpPr>
          <p:nvPr/>
        </p:nvSpPr>
        <p:spPr>
          <a:xfrm xmlns:a="http://schemas.openxmlformats.org/drawingml/2006/main">
            <a:off x="2476691" y="4968716"/>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189" name="circuit-784">
            <a:extLst xmlns:a="http://schemas.openxmlformats.org/drawingml/2006/main">
              <a:ext uri="{FF2B5EF4-FFF2-40B4-BE49-F238E27FC236}">
                <a16:creationId xmlns:a16="http://schemas.microsoft.com/office/drawing/2014/main" id="{396BABA0-1198-4E95-BF8C-2D4768AF23CB}"/>
              </a:ext>
            </a:extLst>
          </p:cNvPr>
          <p:cNvSpPr>
            <a:spLocks xmlns:a="http://schemas.openxmlformats.org/drawingml/2006/main" noGrp="1"/>
          </p:cNvSpPr>
          <p:nvPr/>
        </p:nvSpPr>
        <p:spPr>
          <a:xfrm xmlns:a="http://schemas.openxmlformats.org/drawingml/2006/main">
            <a:off x="2821305" y="4145471"/>
            <a:ext cx="108490" cy="242506"/>
          </a:xfrm>
          <a:custGeom xmlns:a="http://schemas.openxmlformats.org/drawingml/2006/main">
            <a:pathLst>
              <a:path w="108490" h="242506">
                <a:moveTo>
                  <a:pt x="0" y="0"/>
                </a:moveTo>
                <a:lnTo>
                  <a:pt x="108490" y="38290"/>
                </a:lnTo>
                <a:lnTo>
                  <a:pt x="108490" y="204216"/>
                </a:lnTo>
                <a:lnTo>
                  <a:pt x="0" y="242506"/>
                </a:lnTo>
                <a:close/>
              </a:path>
            </a:pathLst>
          </a:custGeom>
          <a:solidFill xmlns:a="http://schemas.openxmlformats.org/drawingml/2006/main">
            <a:srgbClr val="FFFFFF"/>
          </a:solidFill>
          <a:ln xmlns:a="http://schemas.openxmlformats.org/drawingml/2006/main" w="9573">
            <a:solidFill>
              <a:srgbClr val="231F20"/>
            </a:solidFill>
          </a:ln>
        </p:spPr>
      </p:sp>
      <p:sp>
        <p:nvSpPr>
          <p:cNvPr id="190" name="text-785">
            <a:extLst xmlns:a="http://schemas.openxmlformats.org/drawingml/2006/main">
              <a:ext uri="{FF2B5EF4-FFF2-40B4-BE49-F238E27FC236}">
                <a16:creationId xmlns:a16="http://schemas.microsoft.com/office/drawing/2014/main" id="{01A73584-9126-4271-A4AC-6B954BC777A5}"/>
              </a:ext>
            </a:extLst>
          </p:cNvPr>
          <p:cNvSpPr>
            <a:spLocks xmlns:a="http://schemas.openxmlformats.org/drawingml/2006/main" noGrp="1"/>
          </p:cNvSpPr>
          <p:nvPr/>
        </p:nvSpPr>
        <p:spPr>
          <a:xfrm xmlns:a="http://schemas.openxmlformats.org/drawingml/2006/main">
            <a:off x="2827687" y="4164616"/>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191" name="text-786">
            <a:extLst xmlns:a="http://schemas.openxmlformats.org/drawingml/2006/main">
              <a:ext uri="{FF2B5EF4-FFF2-40B4-BE49-F238E27FC236}">
                <a16:creationId xmlns:a16="http://schemas.microsoft.com/office/drawing/2014/main" id="{4ED1E5FF-A62E-4E20-8A31-27933269CFFF}"/>
              </a:ext>
            </a:extLst>
          </p:cNvPr>
          <p:cNvSpPr>
            <a:spLocks xmlns:a="http://schemas.openxmlformats.org/drawingml/2006/main" noGrp="1"/>
          </p:cNvSpPr>
          <p:nvPr/>
        </p:nvSpPr>
        <p:spPr>
          <a:xfrm xmlns:a="http://schemas.openxmlformats.org/drawingml/2006/main">
            <a:off x="2827687" y="4273106"/>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192" name="circuit-787">
            <a:extLst xmlns:a="http://schemas.openxmlformats.org/drawingml/2006/main">
              <a:ext uri="{FF2B5EF4-FFF2-40B4-BE49-F238E27FC236}">
                <a16:creationId xmlns:a16="http://schemas.microsoft.com/office/drawing/2014/main" id="{767DD59F-FD43-43F0-8AD7-66A709F408B1}"/>
              </a:ext>
            </a:extLst>
          </p:cNvPr>
          <p:cNvSpPr>
            <a:spLocks xmlns:a="http://schemas.openxmlformats.org/drawingml/2006/main" noGrp="1"/>
          </p:cNvSpPr>
          <p:nvPr/>
        </p:nvSpPr>
        <p:spPr>
          <a:xfrm xmlns:a="http://schemas.openxmlformats.org/drawingml/2006/main">
            <a:off x="2821305" y="4407122"/>
            <a:ext cx="108490" cy="287179"/>
          </a:xfrm>
          <a:custGeom xmlns:a="http://schemas.openxmlformats.org/drawingml/2006/main">
            <a:pathLst>
              <a:path w="108490" h="287179">
                <a:moveTo>
                  <a:pt x="0" y="0"/>
                </a:moveTo>
                <a:lnTo>
                  <a:pt x="108490" y="38291"/>
                </a:lnTo>
                <a:lnTo>
                  <a:pt x="108490" y="248888"/>
                </a:lnTo>
                <a:lnTo>
                  <a:pt x="0" y="287179"/>
                </a:lnTo>
                <a:close/>
              </a:path>
            </a:pathLst>
          </a:custGeom>
          <a:solidFill xmlns:a="http://schemas.openxmlformats.org/drawingml/2006/main">
            <a:srgbClr val="FFFFFF"/>
          </a:solidFill>
          <a:ln xmlns:a="http://schemas.openxmlformats.org/drawingml/2006/main" w="9573">
            <a:solidFill>
              <a:srgbClr val="231F20"/>
            </a:solidFill>
          </a:ln>
        </p:spPr>
      </p:sp>
      <p:sp>
        <p:nvSpPr>
          <p:cNvPr id="193" name="text-788">
            <a:extLst xmlns:a="http://schemas.openxmlformats.org/drawingml/2006/main">
              <a:ext uri="{FF2B5EF4-FFF2-40B4-BE49-F238E27FC236}">
                <a16:creationId xmlns:a16="http://schemas.microsoft.com/office/drawing/2014/main" id="{A928B39A-4E07-4DD4-AAA7-D231E204CC1B}"/>
              </a:ext>
            </a:extLst>
          </p:cNvPr>
          <p:cNvSpPr>
            <a:spLocks xmlns:a="http://schemas.openxmlformats.org/drawingml/2006/main" noGrp="1"/>
          </p:cNvSpPr>
          <p:nvPr/>
        </p:nvSpPr>
        <p:spPr>
          <a:xfrm xmlns:a="http://schemas.openxmlformats.org/drawingml/2006/main">
            <a:off x="2827687" y="4426268"/>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194" name="text-789">
            <a:extLst xmlns:a="http://schemas.openxmlformats.org/drawingml/2006/main">
              <a:ext uri="{FF2B5EF4-FFF2-40B4-BE49-F238E27FC236}">
                <a16:creationId xmlns:a16="http://schemas.microsoft.com/office/drawing/2014/main" id="{1790F52D-100E-4B21-98C0-A24BE332810D}"/>
              </a:ext>
            </a:extLst>
          </p:cNvPr>
          <p:cNvSpPr>
            <a:spLocks xmlns:a="http://schemas.openxmlformats.org/drawingml/2006/main" noGrp="1"/>
          </p:cNvSpPr>
          <p:nvPr/>
        </p:nvSpPr>
        <p:spPr>
          <a:xfrm xmlns:a="http://schemas.openxmlformats.org/drawingml/2006/main">
            <a:off x="2827687" y="4579430"/>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195" name="circuit-790">
            <a:extLst xmlns:a="http://schemas.openxmlformats.org/drawingml/2006/main">
              <a:ext uri="{FF2B5EF4-FFF2-40B4-BE49-F238E27FC236}">
                <a16:creationId xmlns:a16="http://schemas.microsoft.com/office/drawing/2014/main" id="{30331F3C-5A9B-4710-9033-B230138B312B}"/>
              </a:ext>
            </a:extLst>
          </p:cNvPr>
          <p:cNvSpPr>
            <a:spLocks xmlns:a="http://schemas.openxmlformats.org/drawingml/2006/main" noGrp="1"/>
          </p:cNvSpPr>
          <p:nvPr/>
        </p:nvSpPr>
        <p:spPr>
          <a:xfrm xmlns:a="http://schemas.openxmlformats.org/drawingml/2006/main">
            <a:off x="3108484" y="4100798"/>
            <a:ext cx="108490" cy="306324"/>
          </a:xfrm>
          <a:custGeom xmlns:a="http://schemas.openxmlformats.org/drawingml/2006/main">
            <a:pathLst>
              <a:path w="108490" h="306324">
                <a:moveTo>
                  <a:pt x="0" y="0"/>
                </a:moveTo>
                <a:lnTo>
                  <a:pt x="108490" y="38291"/>
                </a:lnTo>
                <a:lnTo>
                  <a:pt x="108490" y="268034"/>
                </a:lnTo>
                <a:lnTo>
                  <a:pt x="0" y="306324"/>
                </a:lnTo>
                <a:close/>
              </a:path>
            </a:pathLst>
          </a:custGeom>
          <a:solidFill xmlns:a="http://schemas.openxmlformats.org/drawingml/2006/main">
            <a:srgbClr val="FFFFFF"/>
          </a:solidFill>
          <a:ln xmlns:a="http://schemas.openxmlformats.org/drawingml/2006/main" w="9573">
            <a:solidFill>
              <a:srgbClr val="231F20"/>
            </a:solidFill>
          </a:ln>
        </p:spPr>
      </p:sp>
      <p:sp>
        <p:nvSpPr>
          <p:cNvPr id="196" name="text-791">
            <a:extLst xmlns:a="http://schemas.openxmlformats.org/drawingml/2006/main">
              <a:ext uri="{FF2B5EF4-FFF2-40B4-BE49-F238E27FC236}">
                <a16:creationId xmlns:a16="http://schemas.microsoft.com/office/drawing/2014/main" id="{2F96070E-CBFF-4972-A216-F37BB4E75D81}"/>
              </a:ext>
            </a:extLst>
          </p:cNvPr>
          <p:cNvSpPr>
            <a:spLocks xmlns:a="http://schemas.openxmlformats.org/drawingml/2006/main" noGrp="1"/>
          </p:cNvSpPr>
          <p:nvPr/>
        </p:nvSpPr>
        <p:spPr>
          <a:xfrm xmlns:a="http://schemas.openxmlformats.org/drawingml/2006/main">
            <a:off x="3114866" y="4119944"/>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197" name="text-792">
            <a:extLst xmlns:a="http://schemas.openxmlformats.org/drawingml/2006/main">
              <a:ext uri="{FF2B5EF4-FFF2-40B4-BE49-F238E27FC236}">
                <a16:creationId xmlns:a16="http://schemas.microsoft.com/office/drawing/2014/main" id="{3A5FAE2F-818B-4796-8055-699DC110803D}"/>
              </a:ext>
            </a:extLst>
          </p:cNvPr>
          <p:cNvSpPr>
            <a:spLocks xmlns:a="http://schemas.openxmlformats.org/drawingml/2006/main" noGrp="1"/>
          </p:cNvSpPr>
          <p:nvPr/>
        </p:nvSpPr>
        <p:spPr>
          <a:xfrm xmlns:a="http://schemas.openxmlformats.org/drawingml/2006/main">
            <a:off x="3114866" y="4292251"/>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198" name="circuit-793">
            <a:extLst xmlns:a="http://schemas.openxmlformats.org/drawingml/2006/main">
              <a:ext uri="{FF2B5EF4-FFF2-40B4-BE49-F238E27FC236}">
                <a16:creationId xmlns:a16="http://schemas.microsoft.com/office/drawing/2014/main" id="{96B4F5AF-80DE-4FD6-80CC-4B4C3C330EBB}"/>
              </a:ext>
            </a:extLst>
          </p:cNvPr>
          <p:cNvSpPr>
            <a:spLocks xmlns:a="http://schemas.openxmlformats.org/drawingml/2006/main" noGrp="1"/>
          </p:cNvSpPr>
          <p:nvPr/>
        </p:nvSpPr>
        <p:spPr>
          <a:xfrm xmlns:a="http://schemas.openxmlformats.org/drawingml/2006/main">
            <a:off x="3108484" y="4496467"/>
            <a:ext cx="108490" cy="299942"/>
          </a:xfrm>
          <a:custGeom xmlns:a="http://schemas.openxmlformats.org/drawingml/2006/main">
            <a:pathLst>
              <a:path w="108490" h="299942">
                <a:moveTo>
                  <a:pt x="0" y="0"/>
                </a:moveTo>
                <a:lnTo>
                  <a:pt x="108490" y="38291"/>
                </a:lnTo>
                <a:lnTo>
                  <a:pt x="108490" y="261652"/>
                </a:lnTo>
                <a:lnTo>
                  <a:pt x="0" y="299942"/>
                </a:lnTo>
                <a:close/>
              </a:path>
            </a:pathLst>
          </a:custGeom>
          <a:solidFill xmlns:a="http://schemas.openxmlformats.org/drawingml/2006/main">
            <a:srgbClr val="FFFFFF"/>
          </a:solidFill>
          <a:ln xmlns:a="http://schemas.openxmlformats.org/drawingml/2006/main" w="9573">
            <a:solidFill>
              <a:srgbClr val="231F20"/>
            </a:solidFill>
          </a:ln>
        </p:spPr>
      </p:sp>
      <p:sp>
        <p:nvSpPr>
          <p:cNvPr id="199" name="text-794">
            <a:extLst xmlns:a="http://schemas.openxmlformats.org/drawingml/2006/main">
              <a:ext uri="{FF2B5EF4-FFF2-40B4-BE49-F238E27FC236}">
                <a16:creationId xmlns:a16="http://schemas.microsoft.com/office/drawing/2014/main" id="{85CEA24E-1DC5-4941-82E1-5054A08EAFC1}"/>
              </a:ext>
            </a:extLst>
          </p:cNvPr>
          <p:cNvSpPr>
            <a:spLocks xmlns:a="http://schemas.openxmlformats.org/drawingml/2006/main" noGrp="1"/>
          </p:cNvSpPr>
          <p:nvPr/>
        </p:nvSpPr>
        <p:spPr>
          <a:xfrm xmlns:a="http://schemas.openxmlformats.org/drawingml/2006/main">
            <a:off x="3114866" y="4515612"/>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200" name="text-795">
            <a:extLst xmlns:a="http://schemas.openxmlformats.org/drawingml/2006/main">
              <a:ext uri="{FF2B5EF4-FFF2-40B4-BE49-F238E27FC236}">
                <a16:creationId xmlns:a16="http://schemas.microsoft.com/office/drawing/2014/main" id="{A2E08014-7202-41A2-960A-E0196D44AE42}"/>
              </a:ext>
            </a:extLst>
          </p:cNvPr>
          <p:cNvSpPr>
            <a:spLocks xmlns:a="http://schemas.openxmlformats.org/drawingml/2006/main" noGrp="1"/>
          </p:cNvSpPr>
          <p:nvPr/>
        </p:nvSpPr>
        <p:spPr>
          <a:xfrm xmlns:a="http://schemas.openxmlformats.org/drawingml/2006/main">
            <a:off x="3114866" y="4681538"/>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201" name="text-796">
            <a:extLst xmlns:a="http://schemas.openxmlformats.org/drawingml/2006/main">
              <a:ext uri="{FF2B5EF4-FFF2-40B4-BE49-F238E27FC236}">
                <a16:creationId xmlns:a16="http://schemas.microsoft.com/office/drawing/2014/main" id="{0A0031EE-7F68-43A8-A2B2-A92AB5ADB6B8}"/>
              </a:ext>
            </a:extLst>
          </p:cNvPr>
          <p:cNvSpPr>
            <a:spLocks xmlns:a="http://schemas.openxmlformats.org/drawingml/2006/main" noGrp="1"/>
          </p:cNvSpPr>
          <p:nvPr/>
        </p:nvSpPr>
        <p:spPr>
          <a:xfrm xmlns:a="http://schemas.openxmlformats.org/drawingml/2006/main">
            <a:off x="2674525" y="3985927"/>
            <a:ext cx="41481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452" b="0">
                <a:solidFill>
                  <a:srgbClr val="231F20"/>
                </a:solidFill>
                <a:latin typeface="Arial"/>
                <a:ea typeface="Arial"/>
                <a:cs typeface="Arial"/>
              </a:defRPr>
            </a:defPPr>
            <a:lvl1pPr algn="l">
              <a:defRPr sz="452" b="0">
                <a:solidFill>
                  <a:srgbClr val="231F20"/>
                </a:solidFill>
                <a:latin typeface="Arial"/>
                <a:ea typeface="Arial"/>
                <a:cs typeface="Arial"/>
              </a:defRPr>
            </a:lvl1pPr>
            <a:lvl2pPr algn="l">
              <a:defRPr sz="452" b="0">
                <a:solidFill>
                  <a:srgbClr val="231F20"/>
                </a:solidFill>
                <a:latin typeface="Arial"/>
                <a:ea typeface="Arial"/>
                <a:cs typeface="Arial"/>
              </a:defRPr>
            </a:lvl2pPr>
            <a:lvl3pPr algn="l">
              <a:defRPr sz="452" b="0">
                <a:solidFill>
                  <a:srgbClr val="231F20"/>
                </a:solidFill>
                <a:latin typeface="Arial"/>
                <a:ea typeface="Arial"/>
                <a:cs typeface="Arial"/>
              </a:defRPr>
            </a:lvl3pPr>
            <a:lvl4pPr algn="l">
              <a:defRPr sz="452" b="0">
                <a:solidFill>
                  <a:srgbClr val="231F20"/>
                </a:solidFill>
                <a:latin typeface="Arial"/>
                <a:ea typeface="Arial"/>
                <a:cs typeface="Arial"/>
              </a:defRPr>
            </a:lvl4pPr>
            <a:lvl5pPr algn="l">
              <a:defRPr sz="452" b="0">
                <a:solidFill>
                  <a:srgbClr val="231F20"/>
                </a:solidFill>
                <a:latin typeface="Arial"/>
                <a:ea typeface="Arial"/>
                <a:cs typeface="Arial"/>
              </a:defRPr>
            </a:lvl5pPr>
            <a:lvl6pPr algn="l">
              <a:defRPr sz="452" b="0">
                <a:solidFill>
                  <a:srgbClr val="231F20"/>
                </a:solidFill>
                <a:latin typeface="Arial"/>
                <a:ea typeface="Arial"/>
                <a:cs typeface="Arial"/>
              </a:defRPr>
            </a:lvl6pPr>
            <a:lvl7pPr algn="l">
              <a:defRPr sz="452" b="0">
                <a:solidFill>
                  <a:srgbClr val="231F20"/>
                </a:solidFill>
                <a:latin typeface="Arial"/>
                <a:ea typeface="Arial"/>
                <a:cs typeface="Arial"/>
              </a:defRPr>
            </a:lvl7pPr>
            <a:lvl8pPr algn="l">
              <a:defRPr sz="452" b="0">
                <a:solidFill>
                  <a:srgbClr val="231F20"/>
                </a:solidFill>
                <a:latin typeface="Arial"/>
                <a:ea typeface="Arial"/>
                <a:cs typeface="Arial"/>
              </a:defRPr>
            </a:lvl8pPr>
            <a:lvl9pPr algn="l">
              <a:defRPr sz="452" b="0">
                <a:solidFill>
                  <a:srgbClr val="231F20"/>
                </a:solidFill>
                <a:latin typeface="Arial"/>
                <a:ea typeface="Arial"/>
                <a:cs typeface="Arial"/>
              </a:defRPr>
            </a:lvl9pPr>
          </a:lstStyle>
          <a:p xmlns:a="http://schemas.openxmlformats.org/drawingml/2006/main">
            <a:pPr algn="l">
              <a:defRPr sz="452" b="0">
                <a:solidFill>
                  <a:srgbClr val="231F20"/>
                </a:solidFill>
                <a:latin typeface="Arial"/>
                <a:ea typeface="Arial"/>
                <a:cs typeface="Arial"/>
              </a:defRPr>
            </a:pPr>
            <a:r>
              <a:rPr sz="452" b="0">
                <a:solidFill>
                  <a:srgbClr val="231F20"/>
                </a:solidFill>
                <a:latin typeface="Arial"/>
                <a:ea typeface="Arial"/>
                <a:cs typeface="Arial"/>
              </a:rPr>
              <a:t>ForwardAE</a:t>
            </a:r>
          </a:p>
        </p:txBody>
      </p:sp>
      <p:sp>
        <p:nvSpPr>
          <p:cNvPr id="202" name="text-797">
            <a:extLst xmlns:a="http://schemas.openxmlformats.org/drawingml/2006/main">
              <a:ext uri="{FF2B5EF4-FFF2-40B4-BE49-F238E27FC236}">
                <a16:creationId xmlns:a16="http://schemas.microsoft.com/office/drawing/2014/main" id="{3348E6EE-E7F5-4BFF-A3E0-E96F4E66DE2E}"/>
              </a:ext>
            </a:extLst>
          </p:cNvPr>
          <p:cNvSpPr>
            <a:spLocks xmlns:a="http://schemas.openxmlformats.org/drawingml/2006/main" noGrp="1"/>
          </p:cNvSpPr>
          <p:nvPr/>
        </p:nvSpPr>
        <p:spPr>
          <a:xfrm xmlns:a="http://schemas.openxmlformats.org/drawingml/2006/main">
            <a:off x="2674525" y="4745355"/>
            <a:ext cx="41481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452" b="0">
                <a:solidFill>
                  <a:srgbClr val="231F20"/>
                </a:solidFill>
                <a:latin typeface="Arial"/>
                <a:ea typeface="Arial"/>
                <a:cs typeface="Arial"/>
              </a:defRPr>
            </a:defPPr>
            <a:lvl1pPr algn="l">
              <a:defRPr sz="452" b="0">
                <a:solidFill>
                  <a:srgbClr val="231F20"/>
                </a:solidFill>
                <a:latin typeface="Arial"/>
                <a:ea typeface="Arial"/>
                <a:cs typeface="Arial"/>
              </a:defRPr>
            </a:lvl1pPr>
            <a:lvl2pPr algn="l">
              <a:defRPr sz="452" b="0">
                <a:solidFill>
                  <a:srgbClr val="231F20"/>
                </a:solidFill>
                <a:latin typeface="Arial"/>
                <a:ea typeface="Arial"/>
                <a:cs typeface="Arial"/>
              </a:defRPr>
            </a:lvl2pPr>
            <a:lvl3pPr algn="l">
              <a:defRPr sz="452" b="0">
                <a:solidFill>
                  <a:srgbClr val="231F20"/>
                </a:solidFill>
                <a:latin typeface="Arial"/>
                <a:ea typeface="Arial"/>
                <a:cs typeface="Arial"/>
              </a:defRPr>
            </a:lvl3pPr>
            <a:lvl4pPr algn="l">
              <a:defRPr sz="452" b="0">
                <a:solidFill>
                  <a:srgbClr val="231F20"/>
                </a:solidFill>
                <a:latin typeface="Arial"/>
                <a:ea typeface="Arial"/>
                <a:cs typeface="Arial"/>
              </a:defRPr>
            </a:lvl4pPr>
            <a:lvl5pPr algn="l">
              <a:defRPr sz="452" b="0">
                <a:solidFill>
                  <a:srgbClr val="231F20"/>
                </a:solidFill>
                <a:latin typeface="Arial"/>
                <a:ea typeface="Arial"/>
                <a:cs typeface="Arial"/>
              </a:defRPr>
            </a:lvl5pPr>
            <a:lvl6pPr algn="l">
              <a:defRPr sz="452" b="0">
                <a:solidFill>
                  <a:srgbClr val="231F20"/>
                </a:solidFill>
                <a:latin typeface="Arial"/>
                <a:ea typeface="Arial"/>
                <a:cs typeface="Arial"/>
              </a:defRPr>
            </a:lvl6pPr>
            <a:lvl7pPr algn="l">
              <a:defRPr sz="452" b="0">
                <a:solidFill>
                  <a:srgbClr val="231F20"/>
                </a:solidFill>
                <a:latin typeface="Arial"/>
                <a:ea typeface="Arial"/>
                <a:cs typeface="Arial"/>
              </a:defRPr>
            </a:lvl7pPr>
            <a:lvl8pPr algn="l">
              <a:defRPr sz="452" b="0">
                <a:solidFill>
                  <a:srgbClr val="231F20"/>
                </a:solidFill>
                <a:latin typeface="Arial"/>
                <a:ea typeface="Arial"/>
                <a:cs typeface="Arial"/>
              </a:defRPr>
            </a:lvl8pPr>
            <a:lvl9pPr algn="l">
              <a:defRPr sz="452" b="0">
                <a:solidFill>
                  <a:srgbClr val="231F20"/>
                </a:solidFill>
                <a:latin typeface="Arial"/>
                <a:ea typeface="Arial"/>
                <a:cs typeface="Arial"/>
              </a:defRPr>
            </a:lvl9pPr>
          </a:lstStyle>
          <a:p xmlns:a="http://schemas.openxmlformats.org/drawingml/2006/main">
            <a:pPr algn="l">
              <a:defRPr sz="452" b="0">
                <a:solidFill>
                  <a:srgbClr val="231F20"/>
                </a:solidFill>
                <a:latin typeface="Arial"/>
                <a:ea typeface="Arial"/>
                <a:cs typeface="Arial"/>
              </a:defRPr>
            </a:pPr>
            <a:r>
              <a:rPr sz="452" b="0">
                <a:solidFill>
                  <a:srgbClr val="231F20"/>
                </a:solidFill>
                <a:latin typeface="Arial"/>
                <a:ea typeface="Arial"/>
                <a:cs typeface="Arial"/>
              </a:rPr>
              <a:t>ForwardBE</a:t>
            </a:r>
          </a:p>
        </p:txBody>
      </p:sp>
      <p:sp>
        <p:nvSpPr>
          <p:cNvPr id="203" name="wire-798">
            <a:extLst xmlns:a="http://schemas.openxmlformats.org/drawingml/2006/main">
              <a:ext uri="{FF2B5EF4-FFF2-40B4-BE49-F238E27FC236}">
                <a16:creationId xmlns:a16="http://schemas.microsoft.com/office/drawing/2014/main" id="{3A6BD076-DD01-4EE4-A059-FB21CCA0961F}"/>
              </a:ext>
            </a:extLst>
          </p:cNvPr>
          <p:cNvSpPr>
            <a:spLocks xmlns:a="http://schemas.openxmlformats.org/drawingml/2006/main" noGrp="1"/>
          </p:cNvSpPr>
          <p:nvPr/>
        </p:nvSpPr>
        <p:spPr>
          <a:xfrm xmlns:a="http://schemas.openxmlformats.org/drawingml/2006/main">
            <a:off x="2674525" y="4260342"/>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1487">
            <a:solidFill>
              <a:srgbClr val="1572C3"/>
            </a:solidFill>
          </a:ln>
        </p:spPr>
      </p:sp>
      <p:sp>
        <p:nvSpPr>
          <p:cNvPr id="204" name="wire-799">
            <a:extLst xmlns:a="http://schemas.openxmlformats.org/drawingml/2006/main">
              <a:ext uri="{FF2B5EF4-FFF2-40B4-BE49-F238E27FC236}">
                <a16:creationId xmlns:a16="http://schemas.microsoft.com/office/drawing/2014/main" id="{A4BAD8D2-9319-46AD-99C6-52889623C661}"/>
              </a:ext>
            </a:extLst>
          </p:cNvPr>
          <p:cNvSpPr>
            <a:spLocks xmlns:a="http://schemas.openxmlformats.org/drawingml/2006/main" noGrp="1"/>
          </p:cNvSpPr>
          <p:nvPr/>
        </p:nvSpPr>
        <p:spPr>
          <a:xfrm xmlns:a="http://schemas.openxmlformats.org/drawingml/2006/main">
            <a:off x="2757488" y="4222052"/>
            <a:ext cx="9525" cy="38291"/>
          </a:xfrm>
          <a:custGeom xmlns:a="http://schemas.openxmlformats.org/drawingml/2006/main">
            <a:pathLst>
              <a:path w="9525" h="38291">
                <a:moveTo>
                  <a:pt x="0" y="38291"/>
                </a:moveTo>
                <a:lnTo>
                  <a:pt x="0" y="0"/>
                </a:lnTo>
              </a:path>
            </a:pathLst>
          </a:custGeom>
          <a:noFill xmlns:a="http://schemas.openxmlformats.org/drawingml/2006/main"/>
          <a:ln xmlns:a="http://schemas.openxmlformats.org/drawingml/2006/main" w="11487">
            <a:solidFill>
              <a:srgbClr val="1572C3"/>
            </a:solidFill>
          </a:ln>
        </p:spPr>
      </p:sp>
      <p:sp>
        <p:nvSpPr>
          <p:cNvPr id="205" name="wire-800">
            <a:extLst xmlns:a="http://schemas.openxmlformats.org/drawingml/2006/main">
              <a:ext uri="{FF2B5EF4-FFF2-40B4-BE49-F238E27FC236}">
                <a16:creationId xmlns:a16="http://schemas.microsoft.com/office/drawing/2014/main" id="{D348E24D-5B77-42B1-B311-0D860205C011}"/>
              </a:ext>
            </a:extLst>
          </p:cNvPr>
          <p:cNvSpPr>
            <a:spLocks xmlns:a="http://schemas.openxmlformats.org/drawingml/2006/main" noGrp="1"/>
          </p:cNvSpPr>
          <p:nvPr/>
        </p:nvSpPr>
        <p:spPr>
          <a:xfrm xmlns:a="http://schemas.openxmlformats.org/drawingml/2006/main">
            <a:off x="2757488" y="4222052"/>
            <a:ext cx="63818" cy="9525"/>
          </a:xfrm>
          <a:custGeom xmlns:a="http://schemas.openxmlformats.org/drawingml/2006/main">
            <a:pathLst>
              <a:path w="63818" h="9525">
                <a:moveTo>
                  <a:pt x="0" y="0"/>
                </a:moveTo>
                <a:lnTo>
                  <a:pt x="63818" y="0"/>
                </a:lnTo>
              </a:path>
            </a:pathLst>
          </a:custGeom>
          <a:noFill xmlns:a="http://schemas.openxmlformats.org/drawingml/2006/main"/>
          <a:ln xmlns:a="http://schemas.openxmlformats.org/drawingml/2006/main" w="11487">
            <a:solidFill>
              <a:srgbClr val="1572C3"/>
            </a:solidFill>
          </a:ln>
        </p:spPr>
      </p:sp>
      <p:sp>
        <p:nvSpPr>
          <p:cNvPr id="206" name="circuit-801">
            <a:extLst xmlns:a="http://schemas.openxmlformats.org/drawingml/2006/main">
              <a:ext uri="{FF2B5EF4-FFF2-40B4-BE49-F238E27FC236}">
                <a16:creationId xmlns:a16="http://schemas.microsoft.com/office/drawing/2014/main" id="{5EA5EC50-5984-4980-9A1A-2DEEBFC12883}"/>
              </a:ext>
            </a:extLst>
          </p:cNvPr>
          <p:cNvSpPr>
            <a:spLocks xmlns:a="http://schemas.openxmlformats.org/drawingml/2006/main" noGrp="1"/>
          </p:cNvSpPr>
          <p:nvPr/>
        </p:nvSpPr>
        <p:spPr>
          <a:xfrm xmlns:a="http://schemas.openxmlformats.org/drawingml/2006/main">
            <a:off x="2789396" y="4208650"/>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07" name="wire-802">
            <a:extLst xmlns:a="http://schemas.openxmlformats.org/drawingml/2006/main">
              <a:ext uri="{FF2B5EF4-FFF2-40B4-BE49-F238E27FC236}">
                <a16:creationId xmlns:a16="http://schemas.microsoft.com/office/drawing/2014/main" id="{EA2BDC37-3A95-4661-B41C-347318654495}"/>
              </a:ext>
            </a:extLst>
          </p:cNvPr>
          <p:cNvSpPr>
            <a:spLocks xmlns:a="http://schemas.openxmlformats.org/drawingml/2006/main" noGrp="1"/>
          </p:cNvSpPr>
          <p:nvPr/>
        </p:nvSpPr>
        <p:spPr>
          <a:xfrm xmlns:a="http://schemas.openxmlformats.org/drawingml/2006/main">
            <a:off x="2674525" y="4483703"/>
            <a:ext cx="146780" cy="9525"/>
          </a:xfrm>
          <a:custGeom xmlns:a="http://schemas.openxmlformats.org/drawingml/2006/main">
            <a:pathLst>
              <a:path w="146780" h="9525">
                <a:moveTo>
                  <a:pt x="0" y="0"/>
                </a:moveTo>
                <a:lnTo>
                  <a:pt x="146780" y="0"/>
                </a:lnTo>
              </a:path>
            </a:pathLst>
          </a:custGeom>
          <a:noFill xmlns:a="http://schemas.openxmlformats.org/drawingml/2006/main"/>
          <a:ln xmlns:a="http://schemas.openxmlformats.org/drawingml/2006/main" w="11487">
            <a:solidFill>
              <a:srgbClr val="1572C3"/>
            </a:solidFill>
          </a:ln>
        </p:spPr>
      </p:sp>
      <p:sp>
        <p:nvSpPr>
          <p:cNvPr id="208" name="circuit-803">
            <a:extLst xmlns:a="http://schemas.openxmlformats.org/drawingml/2006/main">
              <a:ext uri="{FF2B5EF4-FFF2-40B4-BE49-F238E27FC236}">
                <a16:creationId xmlns:a16="http://schemas.microsoft.com/office/drawing/2014/main" id="{55C524F9-9524-446C-88EA-2556B01D662F}"/>
              </a:ext>
            </a:extLst>
          </p:cNvPr>
          <p:cNvSpPr>
            <a:spLocks xmlns:a="http://schemas.openxmlformats.org/drawingml/2006/main" noGrp="1"/>
          </p:cNvSpPr>
          <p:nvPr/>
        </p:nvSpPr>
        <p:spPr>
          <a:xfrm xmlns:a="http://schemas.openxmlformats.org/drawingml/2006/main">
            <a:off x="2789396" y="4470302"/>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09" name="wire-804">
            <a:extLst xmlns:a="http://schemas.openxmlformats.org/drawingml/2006/main">
              <a:ext uri="{FF2B5EF4-FFF2-40B4-BE49-F238E27FC236}">
                <a16:creationId xmlns:a16="http://schemas.microsoft.com/office/drawing/2014/main" id="{0C746D4D-7FAC-45F3-BF3B-129F48C5E136}"/>
              </a:ext>
            </a:extLst>
          </p:cNvPr>
          <p:cNvSpPr>
            <a:spLocks xmlns:a="http://schemas.openxmlformats.org/drawingml/2006/main" noGrp="1"/>
          </p:cNvSpPr>
          <p:nvPr/>
        </p:nvSpPr>
        <p:spPr>
          <a:xfrm xmlns:a="http://schemas.openxmlformats.org/drawingml/2006/main">
            <a:off x="2929795" y="4266724"/>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11487">
            <a:solidFill>
              <a:srgbClr val="1572C3"/>
            </a:solidFill>
          </a:ln>
        </p:spPr>
      </p:sp>
      <p:sp>
        <p:nvSpPr>
          <p:cNvPr id="210" name="wire-805">
            <a:extLst xmlns:a="http://schemas.openxmlformats.org/drawingml/2006/main">
              <a:ext uri="{FF2B5EF4-FFF2-40B4-BE49-F238E27FC236}">
                <a16:creationId xmlns:a16="http://schemas.microsoft.com/office/drawing/2014/main" id="{C0A5EFE7-887F-48C5-A034-5526064631A4}"/>
              </a:ext>
            </a:extLst>
          </p:cNvPr>
          <p:cNvSpPr>
            <a:spLocks xmlns:a="http://schemas.openxmlformats.org/drawingml/2006/main" noGrp="1"/>
          </p:cNvSpPr>
          <p:nvPr/>
        </p:nvSpPr>
        <p:spPr>
          <a:xfrm xmlns:a="http://schemas.openxmlformats.org/drawingml/2006/main">
            <a:off x="3031903" y="4183761"/>
            <a:ext cx="9525" cy="82963"/>
          </a:xfrm>
          <a:custGeom xmlns:a="http://schemas.openxmlformats.org/drawingml/2006/main">
            <a:pathLst>
              <a:path w="9525" h="82963">
                <a:moveTo>
                  <a:pt x="0" y="82963"/>
                </a:moveTo>
                <a:lnTo>
                  <a:pt x="0" y="0"/>
                </a:lnTo>
              </a:path>
            </a:pathLst>
          </a:custGeom>
          <a:noFill xmlns:a="http://schemas.openxmlformats.org/drawingml/2006/main"/>
          <a:ln xmlns:a="http://schemas.openxmlformats.org/drawingml/2006/main" w="11487">
            <a:solidFill>
              <a:srgbClr val="1572C3"/>
            </a:solidFill>
          </a:ln>
        </p:spPr>
      </p:sp>
      <p:sp>
        <p:nvSpPr>
          <p:cNvPr id="211" name="wire-806">
            <a:extLst xmlns:a="http://schemas.openxmlformats.org/drawingml/2006/main">
              <a:ext uri="{FF2B5EF4-FFF2-40B4-BE49-F238E27FC236}">
                <a16:creationId xmlns:a16="http://schemas.microsoft.com/office/drawing/2014/main" id="{8F0BDB3B-CC01-4696-90A6-FF227E32FEBE}"/>
              </a:ext>
            </a:extLst>
          </p:cNvPr>
          <p:cNvSpPr>
            <a:spLocks xmlns:a="http://schemas.openxmlformats.org/drawingml/2006/main" noGrp="1"/>
          </p:cNvSpPr>
          <p:nvPr/>
        </p:nvSpPr>
        <p:spPr>
          <a:xfrm xmlns:a="http://schemas.openxmlformats.org/drawingml/2006/main">
            <a:off x="3031903" y="4183761"/>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11487">
            <a:solidFill>
              <a:srgbClr val="1572C3"/>
            </a:solidFill>
          </a:ln>
        </p:spPr>
      </p:sp>
      <p:sp>
        <p:nvSpPr>
          <p:cNvPr id="212" name="circuit-807">
            <a:extLst xmlns:a="http://schemas.openxmlformats.org/drawingml/2006/main">
              <a:ext uri="{FF2B5EF4-FFF2-40B4-BE49-F238E27FC236}">
                <a16:creationId xmlns:a16="http://schemas.microsoft.com/office/drawing/2014/main" id="{AC80C8BE-0C85-4009-BBBB-53804F64C029}"/>
              </a:ext>
            </a:extLst>
          </p:cNvPr>
          <p:cNvSpPr>
            <a:spLocks xmlns:a="http://schemas.openxmlformats.org/drawingml/2006/main" noGrp="1"/>
          </p:cNvSpPr>
          <p:nvPr/>
        </p:nvSpPr>
        <p:spPr>
          <a:xfrm xmlns:a="http://schemas.openxmlformats.org/drawingml/2006/main">
            <a:off x="3076575" y="417035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13" name="wire-808">
            <a:extLst xmlns:a="http://schemas.openxmlformats.org/drawingml/2006/main">
              <a:ext uri="{FF2B5EF4-FFF2-40B4-BE49-F238E27FC236}">
                <a16:creationId xmlns:a16="http://schemas.microsoft.com/office/drawing/2014/main" id="{E429826E-0B07-4142-A857-F8889CD8FC6D}"/>
              </a:ext>
            </a:extLst>
          </p:cNvPr>
          <p:cNvSpPr>
            <a:spLocks xmlns:a="http://schemas.openxmlformats.org/drawingml/2006/main" noGrp="1"/>
          </p:cNvSpPr>
          <p:nvPr/>
        </p:nvSpPr>
        <p:spPr>
          <a:xfrm xmlns:a="http://schemas.openxmlformats.org/drawingml/2006/main">
            <a:off x="2929795" y="4553903"/>
            <a:ext cx="178689" cy="9525"/>
          </a:xfrm>
          <a:custGeom xmlns:a="http://schemas.openxmlformats.org/drawingml/2006/main">
            <a:pathLst>
              <a:path w="178689" h="9525">
                <a:moveTo>
                  <a:pt x="0" y="0"/>
                </a:moveTo>
                <a:lnTo>
                  <a:pt x="178689" y="0"/>
                </a:lnTo>
              </a:path>
            </a:pathLst>
          </a:custGeom>
          <a:noFill xmlns:a="http://schemas.openxmlformats.org/drawingml/2006/main"/>
          <a:ln xmlns:a="http://schemas.openxmlformats.org/drawingml/2006/main" w="11487">
            <a:solidFill>
              <a:srgbClr val="1572C3"/>
            </a:solidFill>
          </a:ln>
        </p:spPr>
      </p:sp>
      <p:sp>
        <p:nvSpPr>
          <p:cNvPr id="214" name="circuit-809">
            <a:extLst xmlns:a="http://schemas.openxmlformats.org/drawingml/2006/main">
              <a:ext uri="{FF2B5EF4-FFF2-40B4-BE49-F238E27FC236}">
                <a16:creationId xmlns:a16="http://schemas.microsoft.com/office/drawing/2014/main" id="{486A59E0-12CD-417E-815F-E675486ABFAA}"/>
              </a:ext>
            </a:extLst>
          </p:cNvPr>
          <p:cNvSpPr>
            <a:spLocks xmlns:a="http://schemas.openxmlformats.org/drawingml/2006/main" noGrp="1"/>
          </p:cNvSpPr>
          <p:nvPr/>
        </p:nvSpPr>
        <p:spPr>
          <a:xfrm xmlns:a="http://schemas.openxmlformats.org/drawingml/2006/main">
            <a:off x="3076575" y="4540501"/>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15" name="wire-810">
            <a:extLst xmlns:a="http://schemas.openxmlformats.org/drawingml/2006/main">
              <a:ext uri="{FF2B5EF4-FFF2-40B4-BE49-F238E27FC236}">
                <a16:creationId xmlns:a16="http://schemas.microsoft.com/office/drawing/2014/main" id="{7AF893EF-0724-4061-8912-49D657899B27}"/>
              </a:ext>
            </a:extLst>
          </p:cNvPr>
          <p:cNvSpPr>
            <a:spLocks xmlns:a="http://schemas.openxmlformats.org/drawingml/2006/main" noGrp="1"/>
          </p:cNvSpPr>
          <p:nvPr/>
        </p:nvSpPr>
        <p:spPr>
          <a:xfrm xmlns:a="http://schemas.openxmlformats.org/drawingml/2006/main">
            <a:off x="2674525" y="4968716"/>
            <a:ext cx="344615" cy="9525"/>
          </a:xfrm>
          <a:custGeom xmlns:a="http://schemas.openxmlformats.org/drawingml/2006/main">
            <a:pathLst>
              <a:path w="344615" h="9525">
                <a:moveTo>
                  <a:pt x="0" y="0"/>
                </a:moveTo>
                <a:lnTo>
                  <a:pt x="344615" y="0"/>
                </a:lnTo>
              </a:path>
            </a:pathLst>
          </a:custGeom>
          <a:noFill xmlns:a="http://schemas.openxmlformats.org/drawingml/2006/main"/>
          <a:ln xmlns:a="http://schemas.openxmlformats.org/drawingml/2006/main" w="11487">
            <a:solidFill>
              <a:srgbClr val="1572C3"/>
            </a:solidFill>
          </a:ln>
        </p:spPr>
      </p:sp>
      <p:sp>
        <p:nvSpPr>
          <p:cNvPr id="216" name="wire-811">
            <a:extLst xmlns:a="http://schemas.openxmlformats.org/drawingml/2006/main">
              <a:ext uri="{FF2B5EF4-FFF2-40B4-BE49-F238E27FC236}">
                <a16:creationId xmlns:a16="http://schemas.microsoft.com/office/drawing/2014/main" id="{71C0DFEA-63AD-47B8-A98F-A0BD5C8E1C4E}"/>
              </a:ext>
            </a:extLst>
          </p:cNvPr>
          <p:cNvSpPr>
            <a:spLocks xmlns:a="http://schemas.openxmlformats.org/drawingml/2006/main" noGrp="1"/>
          </p:cNvSpPr>
          <p:nvPr/>
        </p:nvSpPr>
        <p:spPr>
          <a:xfrm xmlns:a="http://schemas.openxmlformats.org/drawingml/2006/main">
            <a:off x="3019139" y="4707065"/>
            <a:ext cx="9525" cy="261652"/>
          </a:xfrm>
          <a:custGeom xmlns:a="http://schemas.openxmlformats.org/drawingml/2006/main">
            <a:pathLst>
              <a:path w="9525" h="261652">
                <a:moveTo>
                  <a:pt x="0" y="261652"/>
                </a:moveTo>
                <a:lnTo>
                  <a:pt x="0" y="0"/>
                </a:lnTo>
              </a:path>
            </a:pathLst>
          </a:custGeom>
          <a:noFill xmlns:a="http://schemas.openxmlformats.org/drawingml/2006/main"/>
          <a:ln xmlns:a="http://schemas.openxmlformats.org/drawingml/2006/main" w="11487">
            <a:solidFill>
              <a:srgbClr val="1572C3"/>
            </a:solidFill>
          </a:ln>
        </p:spPr>
      </p:sp>
      <p:sp>
        <p:nvSpPr>
          <p:cNvPr id="217" name="wire-812">
            <a:extLst xmlns:a="http://schemas.openxmlformats.org/drawingml/2006/main">
              <a:ext uri="{FF2B5EF4-FFF2-40B4-BE49-F238E27FC236}">
                <a16:creationId xmlns:a16="http://schemas.microsoft.com/office/drawing/2014/main" id="{5F56DB8C-ABF3-4306-B92D-38E2DB1F05AE}"/>
              </a:ext>
            </a:extLst>
          </p:cNvPr>
          <p:cNvSpPr>
            <a:spLocks xmlns:a="http://schemas.openxmlformats.org/drawingml/2006/main" noGrp="1"/>
          </p:cNvSpPr>
          <p:nvPr/>
        </p:nvSpPr>
        <p:spPr>
          <a:xfrm xmlns:a="http://schemas.openxmlformats.org/drawingml/2006/main">
            <a:off x="3019139" y="4707065"/>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11487">
            <a:solidFill>
              <a:srgbClr val="1572C3"/>
            </a:solidFill>
          </a:ln>
        </p:spPr>
      </p:sp>
      <p:sp>
        <p:nvSpPr>
          <p:cNvPr id="218" name="circuit-813">
            <a:extLst xmlns:a="http://schemas.openxmlformats.org/drawingml/2006/main">
              <a:ext uri="{FF2B5EF4-FFF2-40B4-BE49-F238E27FC236}">
                <a16:creationId xmlns:a16="http://schemas.microsoft.com/office/drawing/2014/main" id="{744E31DB-4E49-4CB1-A8C6-94A70C60B234}"/>
              </a:ext>
            </a:extLst>
          </p:cNvPr>
          <p:cNvSpPr>
            <a:spLocks xmlns:a="http://schemas.openxmlformats.org/drawingml/2006/main" noGrp="1"/>
          </p:cNvSpPr>
          <p:nvPr/>
        </p:nvSpPr>
        <p:spPr>
          <a:xfrm xmlns:a="http://schemas.openxmlformats.org/drawingml/2006/main">
            <a:off x="3076575" y="469366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19" name="wire-814">
            <a:extLst xmlns:a="http://schemas.openxmlformats.org/drawingml/2006/main">
              <a:ext uri="{FF2B5EF4-FFF2-40B4-BE49-F238E27FC236}">
                <a16:creationId xmlns:a16="http://schemas.microsoft.com/office/drawing/2014/main" id="{B28229CE-3C9E-46AE-8AFB-0575C527F448}"/>
              </a:ext>
            </a:extLst>
          </p:cNvPr>
          <p:cNvSpPr>
            <a:spLocks xmlns:a="http://schemas.openxmlformats.org/drawingml/2006/main" noGrp="1"/>
          </p:cNvSpPr>
          <p:nvPr/>
        </p:nvSpPr>
        <p:spPr>
          <a:xfrm xmlns:a="http://schemas.openxmlformats.org/drawingml/2006/main">
            <a:off x="2974467" y="4330541"/>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7658">
            <a:solidFill>
              <a:srgbClr val="231F20"/>
            </a:solidFill>
          </a:ln>
        </p:spPr>
      </p:sp>
      <p:sp>
        <p:nvSpPr>
          <p:cNvPr id="220" name="circuit-815">
            <a:extLst xmlns:a="http://schemas.openxmlformats.org/drawingml/2006/main">
              <a:ext uri="{FF2B5EF4-FFF2-40B4-BE49-F238E27FC236}">
                <a16:creationId xmlns:a16="http://schemas.microsoft.com/office/drawing/2014/main" id="{341FF3B5-0EAF-415B-9C01-C62BBDD9432B}"/>
              </a:ext>
            </a:extLst>
          </p:cNvPr>
          <p:cNvSpPr>
            <a:spLocks xmlns:a="http://schemas.openxmlformats.org/drawingml/2006/main" noGrp="1"/>
          </p:cNvSpPr>
          <p:nvPr/>
        </p:nvSpPr>
        <p:spPr>
          <a:xfrm xmlns:a="http://schemas.openxmlformats.org/drawingml/2006/main">
            <a:off x="3076575" y="4317140"/>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21" name="text-816">
            <a:extLst xmlns:a="http://schemas.openxmlformats.org/drawingml/2006/main">
              <a:ext uri="{FF2B5EF4-FFF2-40B4-BE49-F238E27FC236}">
                <a16:creationId xmlns:a16="http://schemas.microsoft.com/office/drawing/2014/main" id="{6151EDAB-F376-430A-9538-1E141C612E38}"/>
              </a:ext>
            </a:extLst>
          </p:cNvPr>
          <p:cNvSpPr>
            <a:spLocks xmlns:a="http://schemas.openxmlformats.org/drawingml/2006/main" noGrp="1"/>
          </p:cNvSpPr>
          <p:nvPr/>
        </p:nvSpPr>
        <p:spPr>
          <a:xfrm xmlns:a="http://schemas.openxmlformats.org/drawingml/2006/main">
            <a:off x="2904268" y="4349687"/>
            <a:ext cx="197834"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PCE</a:t>
            </a:r>
          </a:p>
        </p:txBody>
      </p:sp>
      <p:sp>
        <p:nvSpPr>
          <p:cNvPr id="222" name="block-817">
            <a:extLst xmlns:a="http://schemas.openxmlformats.org/drawingml/2006/main">
              <a:ext uri="{FF2B5EF4-FFF2-40B4-BE49-F238E27FC236}">
                <a16:creationId xmlns:a16="http://schemas.microsoft.com/office/drawing/2014/main" id="{3F174845-D6E7-40A9-AFF6-DFA013F94DBD}"/>
              </a:ext>
            </a:extLst>
          </p:cNvPr>
          <p:cNvSpPr>
            <a:spLocks xmlns:a="http://schemas.openxmlformats.org/drawingml/2006/main" noGrp="1"/>
          </p:cNvSpPr>
          <p:nvPr/>
        </p:nvSpPr>
        <p:spPr>
          <a:xfrm xmlns:a="http://schemas.openxmlformats.org/drawingml/2006/main">
            <a:off x="3382899" y="3890201"/>
            <a:ext cx="421196" cy="172307"/>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23" name="wire-818">
            <a:extLst xmlns:a="http://schemas.openxmlformats.org/drawingml/2006/main">
              <a:ext uri="{FF2B5EF4-FFF2-40B4-BE49-F238E27FC236}">
                <a16:creationId xmlns:a16="http://schemas.microsoft.com/office/drawing/2014/main" id="{D05447C1-4D8F-429D-A5A4-C58B951C6A61}"/>
              </a:ext>
            </a:extLst>
          </p:cNvPr>
          <p:cNvSpPr>
            <a:spLocks xmlns:a="http://schemas.openxmlformats.org/drawingml/2006/main" noGrp="1"/>
          </p:cNvSpPr>
          <p:nvPr/>
        </p:nvSpPr>
        <p:spPr>
          <a:xfrm xmlns:a="http://schemas.openxmlformats.org/drawingml/2006/main">
            <a:off x="2993612" y="3960400"/>
            <a:ext cx="9525" cy="306324"/>
          </a:xfrm>
          <a:custGeom xmlns:a="http://schemas.openxmlformats.org/drawingml/2006/main">
            <a:pathLst>
              <a:path w="9525" h="306324">
                <a:moveTo>
                  <a:pt x="0" y="306324"/>
                </a:moveTo>
                <a:lnTo>
                  <a:pt x="0" y="0"/>
                </a:lnTo>
              </a:path>
            </a:pathLst>
          </a:custGeom>
          <a:noFill xmlns:a="http://schemas.openxmlformats.org/drawingml/2006/main"/>
          <a:ln xmlns:a="http://schemas.openxmlformats.org/drawingml/2006/main" w="6382">
            <a:solidFill>
              <a:srgbClr val="231F20"/>
            </a:solidFill>
          </a:ln>
        </p:spPr>
      </p:sp>
      <p:sp>
        <p:nvSpPr>
          <p:cNvPr id="224" name="wire-819">
            <a:extLst xmlns:a="http://schemas.openxmlformats.org/drawingml/2006/main">
              <a:ext uri="{FF2B5EF4-FFF2-40B4-BE49-F238E27FC236}">
                <a16:creationId xmlns:a16="http://schemas.microsoft.com/office/drawing/2014/main" id="{15042599-55EC-4745-9368-A33AD6D1860C}"/>
              </a:ext>
            </a:extLst>
          </p:cNvPr>
          <p:cNvSpPr>
            <a:spLocks xmlns:a="http://schemas.openxmlformats.org/drawingml/2006/main" noGrp="1"/>
          </p:cNvSpPr>
          <p:nvPr/>
        </p:nvSpPr>
        <p:spPr>
          <a:xfrm xmlns:a="http://schemas.openxmlformats.org/drawingml/2006/main">
            <a:off x="2993612" y="3960400"/>
            <a:ext cx="389287" cy="9525"/>
          </a:xfrm>
          <a:custGeom xmlns:a="http://schemas.openxmlformats.org/drawingml/2006/main">
            <a:pathLst>
              <a:path w="389287" h="9525">
                <a:moveTo>
                  <a:pt x="0" y="0"/>
                </a:moveTo>
                <a:lnTo>
                  <a:pt x="389287" y="0"/>
                </a:lnTo>
              </a:path>
            </a:pathLst>
          </a:custGeom>
          <a:noFill xmlns:a="http://schemas.openxmlformats.org/drawingml/2006/main"/>
          <a:ln xmlns:a="http://schemas.openxmlformats.org/drawingml/2006/main" w="6382">
            <a:solidFill>
              <a:srgbClr val="231F20"/>
            </a:solidFill>
          </a:ln>
        </p:spPr>
      </p:sp>
      <p:sp>
        <p:nvSpPr>
          <p:cNvPr id="225" name="circuit-820">
            <a:extLst xmlns:a="http://schemas.openxmlformats.org/drawingml/2006/main">
              <a:ext uri="{FF2B5EF4-FFF2-40B4-BE49-F238E27FC236}">
                <a16:creationId xmlns:a16="http://schemas.microsoft.com/office/drawing/2014/main" id="{BDBDE02B-02B6-4A95-BDFF-7400279BE6F0}"/>
              </a:ext>
            </a:extLst>
          </p:cNvPr>
          <p:cNvSpPr>
            <a:spLocks xmlns:a="http://schemas.openxmlformats.org/drawingml/2006/main" noGrp="1"/>
          </p:cNvSpPr>
          <p:nvPr/>
        </p:nvSpPr>
        <p:spPr>
          <a:xfrm xmlns:a="http://schemas.openxmlformats.org/drawingml/2006/main">
            <a:off x="3350990" y="394699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26" name="wire-821">
            <a:extLst xmlns:a="http://schemas.openxmlformats.org/drawingml/2006/main">
              <a:ext uri="{FF2B5EF4-FFF2-40B4-BE49-F238E27FC236}">
                <a16:creationId xmlns:a16="http://schemas.microsoft.com/office/drawing/2014/main" id="{FB67C870-4393-464E-B3DE-CEE9E47FA3DD}"/>
              </a:ext>
            </a:extLst>
          </p:cNvPr>
          <p:cNvSpPr>
            <a:spLocks xmlns:a="http://schemas.openxmlformats.org/drawingml/2006/main" noGrp="1"/>
          </p:cNvSpPr>
          <p:nvPr/>
        </p:nvSpPr>
        <p:spPr>
          <a:xfrm xmlns:a="http://schemas.openxmlformats.org/drawingml/2006/main">
            <a:off x="2987231" y="4030599"/>
            <a:ext cx="9525" cy="523304"/>
          </a:xfrm>
          <a:custGeom xmlns:a="http://schemas.openxmlformats.org/drawingml/2006/main">
            <a:pathLst>
              <a:path w="9525" h="523304">
                <a:moveTo>
                  <a:pt x="0" y="523304"/>
                </a:moveTo>
                <a:lnTo>
                  <a:pt x="0" y="0"/>
                </a:lnTo>
              </a:path>
            </a:pathLst>
          </a:custGeom>
          <a:noFill xmlns:a="http://schemas.openxmlformats.org/drawingml/2006/main"/>
          <a:ln xmlns:a="http://schemas.openxmlformats.org/drawingml/2006/main" w="6382">
            <a:solidFill>
              <a:srgbClr val="231F20"/>
            </a:solidFill>
          </a:ln>
        </p:spPr>
      </p:sp>
      <p:sp>
        <p:nvSpPr>
          <p:cNvPr id="227" name="wire-822">
            <a:extLst xmlns:a="http://schemas.openxmlformats.org/drawingml/2006/main">
              <a:ext uri="{FF2B5EF4-FFF2-40B4-BE49-F238E27FC236}">
                <a16:creationId xmlns:a16="http://schemas.microsoft.com/office/drawing/2014/main" id="{982D5AAE-9F8E-4586-874C-74B2508125E3}"/>
              </a:ext>
            </a:extLst>
          </p:cNvPr>
          <p:cNvSpPr>
            <a:spLocks xmlns:a="http://schemas.openxmlformats.org/drawingml/2006/main" noGrp="1"/>
          </p:cNvSpPr>
          <p:nvPr/>
        </p:nvSpPr>
        <p:spPr>
          <a:xfrm xmlns:a="http://schemas.openxmlformats.org/drawingml/2006/main">
            <a:off x="2987231" y="4030599"/>
            <a:ext cx="395669" cy="9525"/>
          </a:xfrm>
          <a:custGeom xmlns:a="http://schemas.openxmlformats.org/drawingml/2006/main">
            <a:pathLst>
              <a:path w="395669" h="9525">
                <a:moveTo>
                  <a:pt x="0" y="0"/>
                </a:moveTo>
                <a:lnTo>
                  <a:pt x="395669" y="0"/>
                </a:lnTo>
              </a:path>
            </a:pathLst>
          </a:custGeom>
          <a:noFill xmlns:a="http://schemas.openxmlformats.org/drawingml/2006/main"/>
          <a:ln xmlns:a="http://schemas.openxmlformats.org/drawingml/2006/main" w="6382">
            <a:solidFill>
              <a:srgbClr val="231F20"/>
            </a:solidFill>
          </a:ln>
        </p:spPr>
      </p:sp>
      <p:sp>
        <p:nvSpPr>
          <p:cNvPr id="228" name="circuit-823">
            <a:extLst xmlns:a="http://schemas.openxmlformats.org/drawingml/2006/main">
              <a:ext uri="{FF2B5EF4-FFF2-40B4-BE49-F238E27FC236}">
                <a16:creationId xmlns:a16="http://schemas.microsoft.com/office/drawing/2014/main" id="{6381CDCB-99A5-4007-AD5F-1A102402A5DA}"/>
              </a:ext>
            </a:extLst>
          </p:cNvPr>
          <p:cNvSpPr>
            <a:spLocks xmlns:a="http://schemas.openxmlformats.org/drawingml/2006/main" noGrp="1"/>
          </p:cNvSpPr>
          <p:nvPr/>
        </p:nvSpPr>
        <p:spPr>
          <a:xfrm xmlns:a="http://schemas.openxmlformats.org/drawingml/2006/main">
            <a:off x="3350990" y="4017197"/>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29" name="text-824">
            <a:extLst xmlns:a="http://schemas.openxmlformats.org/drawingml/2006/main">
              <a:ext uri="{FF2B5EF4-FFF2-40B4-BE49-F238E27FC236}">
                <a16:creationId xmlns:a16="http://schemas.microsoft.com/office/drawing/2014/main" id="{19B32028-F55C-409B-B7F3-7218E1CAB7BE}"/>
              </a:ext>
            </a:extLst>
          </p:cNvPr>
          <p:cNvSpPr>
            <a:spLocks xmlns:a="http://schemas.openxmlformats.org/drawingml/2006/main" noGrp="1"/>
          </p:cNvSpPr>
          <p:nvPr/>
        </p:nvSpPr>
        <p:spPr>
          <a:xfrm xmlns:a="http://schemas.openxmlformats.org/drawingml/2006/main">
            <a:off x="3536061" y="3775329"/>
            <a:ext cx="427577" cy="957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FlagsE</a:t>
            </a:r>
          </a:p>
        </p:txBody>
      </p:sp>
      <p:sp>
        <p:nvSpPr>
          <p:cNvPr id="230" name="wire-825">
            <a:extLst xmlns:a="http://schemas.openxmlformats.org/drawingml/2006/main">
              <a:ext uri="{FF2B5EF4-FFF2-40B4-BE49-F238E27FC236}">
                <a16:creationId xmlns:a16="http://schemas.microsoft.com/office/drawing/2014/main" id="{780CD13C-8F63-47EF-A3E8-AABAB626E9DE}"/>
              </a:ext>
            </a:extLst>
          </p:cNvPr>
          <p:cNvSpPr>
            <a:spLocks xmlns:a="http://schemas.openxmlformats.org/drawingml/2006/main" noGrp="1"/>
          </p:cNvSpPr>
          <p:nvPr/>
        </p:nvSpPr>
        <p:spPr>
          <a:xfrm xmlns:a="http://schemas.openxmlformats.org/drawingml/2006/main">
            <a:off x="3593497" y="3864674"/>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105">
            <a:solidFill>
              <a:srgbClr val="231F20"/>
            </a:solidFill>
          </a:ln>
        </p:spPr>
      </p:sp>
      <p:sp>
        <p:nvSpPr>
          <p:cNvPr id="231" name="circuit-826">
            <a:extLst xmlns:a="http://schemas.openxmlformats.org/drawingml/2006/main">
              <a:ext uri="{FF2B5EF4-FFF2-40B4-BE49-F238E27FC236}">
                <a16:creationId xmlns:a16="http://schemas.microsoft.com/office/drawing/2014/main" id="{0AF183D2-F835-4397-A138-DE8D6C9165BE}"/>
              </a:ext>
            </a:extLst>
          </p:cNvPr>
          <p:cNvSpPr>
            <a:spLocks xmlns:a="http://schemas.openxmlformats.org/drawingml/2006/main" noGrp="1"/>
          </p:cNvSpPr>
          <p:nvPr/>
        </p:nvSpPr>
        <p:spPr>
          <a:xfrm xmlns:a="http://schemas.openxmlformats.org/drawingml/2006/main">
            <a:off x="3580095" y="3864674"/>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232" name="circuit-827">
            <a:extLst xmlns:a="http://schemas.openxmlformats.org/drawingml/2006/main">
              <a:ext uri="{FF2B5EF4-FFF2-40B4-BE49-F238E27FC236}">
                <a16:creationId xmlns:a16="http://schemas.microsoft.com/office/drawing/2014/main" id="{3423F2A3-8806-4991-8FD8-FDAB88A71E25}"/>
              </a:ext>
            </a:extLst>
          </p:cNvPr>
          <p:cNvSpPr>
            <a:spLocks xmlns:a="http://schemas.openxmlformats.org/drawingml/2006/main" noGrp="1"/>
          </p:cNvSpPr>
          <p:nvPr/>
        </p:nvSpPr>
        <p:spPr>
          <a:xfrm xmlns:a="http://schemas.openxmlformats.org/drawingml/2006/main">
            <a:off x="3389281" y="4202906"/>
            <a:ext cx="395668" cy="516922"/>
          </a:xfrm>
          <a:custGeom xmlns:a="http://schemas.openxmlformats.org/drawingml/2006/main">
            <a:pathLst>
              <a:path w="395668" h="516922">
                <a:moveTo>
                  <a:pt x="0" y="0"/>
                </a:moveTo>
                <a:lnTo>
                  <a:pt x="395668" y="102108"/>
                </a:lnTo>
                <a:lnTo>
                  <a:pt x="395668" y="421196"/>
                </a:lnTo>
                <a:lnTo>
                  <a:pt x="0" y="516922"/>
                </a:lnTo>
                <a:lnTo>
                  <a:pt x="0" y="344615"/>
                </a:lnTo>
                <a:lnTo>
                  <a:pt x="108490" y="261652"/>
                </a:lnTo>
                <a:lnTo>
                  <a:pt x="0" y="178689"/>
                </a:lnTo>
                <a:close/>
              </a:path>
            </a:pathLst>
          </a:custGeom>
          <a:solidFill xmlns:a="http://schemas.openxmlformats.org/drawingml/2006/main">
            <a:srgbClr val="77A3DC"/>
          </a:solidFill>
          <a:ln xmlns:a="http://schemas.openxmlformats.org/drawingml/2006/main" w="9573">
            <a:solidFill>
              <a:srgbClr val="231F20"/>
            </a:solidFill>
          </a:ln>
        </p:spPr>
      </p:sp>
      <p:sp>
        <p:nvSpPr>
          <p:cNvPr id="233" name="wire-828">
            <a:extLst xmlns:a="http://schemas.openxmlformats.org/drawingml/2006/main">
              <a:ext uri="{FF2B5EF4-FFF2-40B4-BE49-F238E27FC236}">
                <a16:creationId xmlns:a16="http://schemas.microsoft.com/office/drawing/2014/main" id="{72751AA0-D506-4191-AC08-87BE46849483}"/>
              </a:ext>
            </a:extLst>
          </p:cNvPr>
          <p:cNvSpPr>
            <a:spLocks xmlns:a="http://schemas.openxmlformats.org/drawingml/2006/main" noGrp="1"/>
          </p:cNvSpPr>
          <p:nvPr/>
        </p:nvSpPr>
        <p:spPr>
          <a:xfrm xmlns:a="http://schemas.openxmlformats.org/drawingml/2006/main">
            <a:off x="3216974" y="4253960"/>
            <a:ext cx="172307" cy="44672"/>
          </a:xfrm>
          <a:custGeom xmlns:a="http://schemas.openxmlformats.org/drawingml/2006/main">
            <a:pathLst>
              <a:path w="172307" h="44672">
                <a:moveTo>
                  <a:pt x="0" y="0"/>
                </a:moveTo>
                <a:lnTo>
                  <a:pt x="172307" y="44672"/>
                </a:lnTo>
              </a:path>
            </a:pathLst>
          </a:custGeom>
          <a:noFill xmlns:a="http://schemas.openxmlformats.org/drawingml/2006/main"/>
          <a:ln xmlns:a="http://schemas.openxmlformats.org/drawingml/2006/main" w="11487">
            <a:solidFill>
              <a:srgbClr val="1572C3"/>
            </a:solidFill>
          </a:ln>
        </p:spPr>
      </p:sp>
      <p:sp>
        <p:nvSpPr>
          <p:cNvPr id="234" name="circuit-829">
            <a:extLst xmlns:a="http://schemas.openxmlformats.org/drawingml/2006/main">
              <a:ext uri="{FF2B5EF4-FFF2-40B4-BE49-F238E27FC236}">
                <a16:creationId xmlns:a16="http://schemas.microsoft.com/office/drawing/2014/main" id="{B3D08D0E-3688-488D-AB18-7A388FFE564F}"/>
              </a:ext>
            </a:extLst>
          </p:cNvPr>
          <p:cNvSpPr>
            <a:spLocks xmlns:a="http://schemas.openxmlformats.org/drawingml/2006/main" noGrp="1"/>
          </p:cNvSpPr>
          <p:nvPr/>
        </p:nvSpPr>
        <p:spPr>
          <a:xfrm xmlns:a="http://schemas.openxmlformats.org/drawingml/2006/main">
            <a:off x="3355030" y="4277652"/>
            <a:ext cx="34251" cy="25946"/>
          </a:xfrm>
          <a:custGeom xmlns:a="http://schemas.openxmlformats.org/drawingml/2006/main">
            <a:pathLst>
              <a:path w="34251" h="25946">
                <a:moveTo>
                  <a:pt x="34251" y="20981"/>
                </a:moveTo>
                <a:lnTo>
                  <a:pt x="6727" y="0"/>
                </a:lnTo>
                <a:lnTo>
                  <a:pt x="0" y="25946"/>
                </a:lnTo>
                <a:close/>
              </a:path>
            </a:pathLst>
          </a:custGeom>
          <a:solidFill xmlns:a="http://schemas.openxmlformats.org/drawingml/2006/main">
            <a:srgbClr val="1572C3"/>
          </a:solidFill>
          <a:ln xmlns:a="http://schemas.openxmlformats.org/drawingml/2006/main" w="3191">
            <a:solidFill>
              <a:srgbClr val="1572C3"/>
            </a:solidFill>
          </a:ln>
        </p:spPr>
      </p:sp>
      <p:sp>
        <p:nvSpPr>
          <p:cNvPr id="235" name="wire-830">
            <a:extLst xmlns:a="http://schemas.openxmlformats.org/drawingml/2006/main">
              <a:ext uri="{FF2B5EF4-FFF2-40B4-BE49-F238E27FC236}">
                <a16:creationId xmlns:a16="http://schemas.microsoft.com/office/drawing/2014/main" id="{5863DCF4-70F0-4F61-A55F-BBB4FE674C96}"/>
              </a:ext>
            </a:extLst>
          </p:cNvPr>
          <p:cNvSpPr>
            <a:spLocks xmlns:a="http://schemas.openxmlformats.org/drawingml/2006/main" noGrp="1"/>
          </p:cNvSpPr>
          <p:nvPr/>
        </p:nvSpPr>
        <p:spPr>
          <a:xfrm xmlns:a="http://schemas.openxmlformats.org/drawingml/2006/main">
            <a:off x="3216974" y="4643247"/>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1487">
            <a:solidFill>
              <a:srgbClr val="1572C3"/>
            </a:solidFill>
          </a:ln>
        </p:spPr>
      </p:sp>
      <p:sp>
        <p:nvSpPr>
          <p:cNvPr id="236" name="wire-831">
            <a:extLst xmlns:a="http://schemas.openxmlformats.org/drawingml/2006/main">
              <a:ext uri="{FF2B5EF4-FFF2-40B4-BE49-F238E27FC236}">
                <a16:creationId xmlns:a16="http://schemas.microsoft.com/office/drawing/2014/main" id="{69746428-F65B-4958-84E2-E667B11DB66F}"/>
              </a:ext>
            </a:extLst>
          </p:cNvPr>
          <p:cNvSpPr>
            <a:spLocks xmlns:a="http://schemas.openxmlformats.org/drawingml/2006/main" noGrp="1"/>
          </p:cNvSpPr>
          <p:nvPr/>
        </p:nvSpPr>
        <p:spPr>
          <a:xfrm xmlns:a="http://schemas.openxmlformats.org/drawingml/2006/main">
            <a:off x="3299936" y="4617720"/>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11487">
            <a:solidFill>
              <a:srgbClr val="1572C3"/>
            </a:solidFill>
          </a:ln>
        </p:spPr>
      </p:sp>
      <p:sp>
        <p:nvSpPr>
          <p:cNvPr id="237" name="wire-832">
            <a:extLst xmlns:a="http://schemas.openxmlformats.org/drawingml/2006/main">
              <a:ext uri="{FF2B5EF4-FFF2-40B4-BE49-F238E27FC236}">
                <a16:creationId xmlns:a16="http://schemas.microsoft.com/office/drawing/2014/main" id="{81D18F47-FE23-499C-9C4F-71E0DFA8A9E6}"/>
              </a:ext>
            </a:extLst>
          </p:cNvPr>
          <p:cNvSpPr>
            <a:spLocks xmlns:a="http://schemas.openxmlformats.org/drawingml/2006/main" noGrp="1"/>
          </p:cNvSpPr>
          <p:nvPr/>
        </p:nvSpPr>
        <p:spPr>
          <a:xfrm xmlns:a="http://schemas.openxmlformats.org/drawingml/2006/main">
            <a:off x="3299936" y="4617720"/>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11487">
            <a:solidFill>
              <a:srgbClr val="1572C3"/>
            </a:solidFill>
          </a:ln>
        </p:spPr>
      </p:sp>
      <p:sp>
        <p:nvSpPr>
          <p:cNvPr id="238" name="circuit-833">
            <a:extLst xmlns:a="http://schemas.openxmlformats.org/drawingml/2006/main">
              <a:ext uri="{FF2B5EF4-FFF2-40B4-BE49-F238E27FC236}">
                <a16:creationId xmlns:a16="http://schemas.microsoft.com/office/drawing/2014/main" id="{273303AF-D6AC-4169-A818-F8A1E92BB896}"/>
              </a:ext>
            </a:extLst>
          </p:cNvPr>
          <p:cNvSpPr>
            <a:spLocks xmlns:a="http://schemas.openxmlformats.org/drawingml/2006/main" noGrp="1"/>
          </p:cNvSpPr>
          <p:nvPr/>
        </p:nvSpPr>
        <p:spPr>
          <a:xfrm xmlns:a="http://schemas.openxmlformats.org/drawingml/2006/main">
            <a:off x="3357372" y="460431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39" name="text-834">
            <a:extLst xmlns:a="http://schemas.openxmlformats.org/drawingml/2006/main">
              <a:ext uri="{FF2B5EF4-FFF2-40B4-BE49-F238E27FC236}">
                <a16:creationId xmlns:a16="http://schemas.microsoft.com/office/drawing/2014/main" id="{F669B075-F7C9-4D7B-8992-3B5349410F74}"/>
              </a:ext>
            </a:extLst>
          </p:cNvPr>
          <p:cNvSpPr>
            <a:spLocks xmlns:a="http://schemas.openxmlformats.org/drawingml/2006/main" noGrp="1"/>
          </p:cNvSpPr>
          <p:nvPr/>
        </p:nvSpPr>
        <p:spPr>
          <a:xfrm xmlns:a="http://schemas.openxmlformats.org/drawingml/2006/main">
            <a:off x="3236119" y="4145471"/>
            <a:ext cx="382905"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SrcAE</a:t>
            </a:r>
          </a:p>
        </p:txBody>
      </p:sp>
      <p:sp>
        <p:nvSpPr>
          <p:cNvPr id="240" name="text-835">
            <a:extLst xmlns:a="http://schemas.openxmlformats.org/drawingml/2006/main">
              <a:ext uri="{FF2B5EF4-FFF2-40B4-BE49-F238E27FC236}">
                <a16:creationId xmlns:a16="http://schemas.microsoft.com/office/drawing/2014/main" id="{55EB3CCB-9EF9-4985-9116-67DB72CD1F15}"/>
              </a:ext>
            </a:extLst>
          </p:cNvPr>
          <p:cNvSpPr>
            <a:spLocks xmlns:a="http://schemas.openxmlformats.org/drawingml/2006/main" noGrp="1"/>
          </p:cNvSpPr>
          <p:nvPr/>
        </p:nvSpPr>
        <p:spPr>
          <a:xfrm xmlns:a="http://schemas.openxmlformats.org/drawingml/2006/main">
            <a:off x="3236119" y="4719828"/>
            <a:ext cx="395669"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SrcBE</a:t>
            </a:r>
          </a:p>
        </p:txBody>
      </p:sp>
      <p:sp>
        <p:nvSpPr>
          <p:cNvPr id="241" name="block-836">
            <a:extLst xmlns:a="http://schemas.openxmlformats.org/drawingml/2006/main">
              <a:ext uri="{FF2B5EF4-FFF2-40B4-BE49-F238E27FC236}">
                <a16:creationId xmlns:a16="http://schemas.microsoft.com/office/drawing/2014/main" id="{197E0B2E-1A9B-4395-8C1F-F8FD0A42076A}"/>
              </a:ext>
            </a:extLst>
          </p:cNvPr>
          <p:cNvSpPr>
            <a:spLocks xmlns:a="http://schemas.openxmlformats.org/drawingml/2006/main" noGrp="1"/>
          </p:cNvSpPr>
          <p:nvPr/>
        </p:nvSpPr>
        <p:spPr>
          <a:xfrm xmlns:a="http://schemas.openxmlformats.org/drawingml/2006/main">
            <a:off x="4021074" y="3947636"/>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42" name="circuit-837">
            <a:extLst xmlns:a="http://schemas.openxmlformats.org/drawingml/2006/main">
              <a:ext uri="{FF2B5EF4-FFF2-40B4-BE49-F238E27FC236}">
                <a16:creationId xmlns:a16="http://schemas.microsoft.com/office/drawing/2014/main" id="{37B33F7C-63B8-42CD-B9DD-0324D0696515}"/>
              </a:ext>
            </a:extLst>
          </p:cNvPr>
          <p:cNvSpPr>
            <a:spLocks xmlns:a="http://schemas.openxmlformats.org/drawingml/2006/main" noGrp="1"/>
          </p:cNvSpPr>
          <p:nvPr/>
        </p:nvSpPr>
        <p:spPr>
          <a:xfrm xmlns:a="http://schemas.openxmlformats.org/drawingml/2006/main">
            <a:off x="4033838" y="3947636"/>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43" name="wire-838">
            <a:extLst xmlns:a="http://schemas.openxmlformats.org/drawingml/2006/main">
              <a:ext uri="{FF2B5EF4-FFF2-40B4-BE49-F238E27FC236}">
                <a16:creationId xmlns:a16="http://schemas.microsoft.com/office/drawing/2014/main" id="{BA8312B1-0F35-485C-B7F6-B23E9BAAE6E2}"/>
              </a:ext>
            </a:extLst>
          </p:cNvPr>
          <p:cNvSpPr>
            <a:spLocks xmlns:a="http://schemas.openxmlformats.org/drawingml/2006/main" noGrp="1"/>
          </p:cNvSpPr>
          <p:nvPr/>
        </p:nvSpPr>
        <p:spPr>
          <a:xfrm xmlns:a="http://schemas.openxmlformats.org/drawingml/2006/main">
            <a:off x="4059365" y="3909346"/>
            <a:ext cx="9525" cy="38291"/>
          </a:xfrm>
          <a:custGeom xmlns:a="http://schemas.openxmlformats.org/drawingml/2006/main">
            <a:pathLst>
              <a:path w="9525" h="38291">
                <a:moveTo>
                  <a:pt x="0" y="0"/>
                </a:moveTo>
                <a:lnTo>
                  <a:pt x="0" y="38291"/>
                </a:lnTo>
              </a:path>
            </a:pathLst>
          </a:custGeom>
          <a:noFill xmlns:a="http://schemas.openxmlformats.org/drawingml/2006/main"/>
          <a:ln xmlns:a="http://schemas.openxmlformats.org/drawingml/2006/main" w="5105">
            <a:solidFill>
              <a:srgbClr val="231F20"/>
            </a:solidFill>
          </a:ln>
        </p:spPr>
      </p:sp>
      <p:sp>
        <p:nvSpPr>
          <p:cNvPr id="244" name="block-839">
            <a:extLst xmlns:a="http://schemas.openxmlformats.org/drawingml/2006/main">
              <a:ext uri="{FF2B5EF4-FFF2-40B4-BE49-F238E27FC236}">
                <a16:creationId xmlns:a16="http://schemas.microsoft.com/office/drawing/2014/main" id="{F97753E3-2AB3-4F63-A658-1BC06D5F5A11}"/>
              </a:ext>
            </a:extLst>
          </p:cNvPr>
          <p:cNvSpPr>
            <a:spLocks xmlns:a="http://schemas.openxmlformats.org/drawingml/2006/main" noGrp="1"/>
          </p:cNvSpPr>
          <p:nvPr/>
        </p:nvSpPr>
        <p:spPr>
          <a:xfrm xmlns:a="http://schemas.openxmlformats.org/drawingml/2006/main">
            <a:off x="4021074" y="4464558"/>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45" name="circuit-840">
            <a:extLst xmlns:a="http://schemas.openxmlformats.org/drawingml/2006/main">
              <a:ext uri="{FF2B5EF4-FFF2-40B4-BE49-F238E27FC236}">
                <a16:creationId xmlns:a16="http://schemas.microsoft.com/office/drawing/2014/main" id="{FB98CA96-ABE2-4440-99E2-A0FDD7531F8B}"/>
              </a:ext>
            </a:extLst>
          </p:cNvPr>
          <p:cNvSpPr>
            <a:spLocks xmlns:a="http://schemas.openxmlformats.org/drawingml/2006/main" noGrp="1"/>
          </p:cNvSpPr>
          <p:nvPr/>
        </p:nvSpPr>
        <p:spPr>
          <a:xfrm xmlns:a="http://schemas.openxmlformats.org/drawingml/2006/main">
            <a:off x="4033838" y="4464558"/>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46" name="wire-841">
            <a:extLst xmlns:a="http://schemas.openxmlformats.org/drawingml/2006/main">
              <a:ext uri="{FF2B5EF4-FFF2-40B4-BE49-F238E27FC236}">
                <a16:creationId xmlns:a16="http://schemas.microsoft.com/office/drawing/2014/main" id="{2000C110-37EC-4D1C-81FC-178D935BD090}"/>
              </a:ext>
            </a:extLst>
          </p:cNvPr>
          <p:cNvSpPr>
            <a:spLocks xmlns:a="http://schemas.openxmlformats.org/drawingml/2006/main" noGrp="1"/>
          </p:cNvSpPr>
          <p:nvPr/>
        </p:nvSpPr>
        <p:spPr>
          <a:xfrm xmlns:a="http://schemas.openxmlformats.org/drawingml/2006/main">
            <a:off x="4059365" y="4426268"/>
            <a:ext cx="9525" cy="38291"/>
          </a:xfrm>
          <a:custGeom xmlns:a="http://schemas.openxmlformats.org/drawingml/2006/main">
            <a:pathLst>
              <a:path w="9525" h="38291">
                <a:moveTo>
                  <a:pt x="0" y="0"/>
                </a:moveTo>
                <a:lnTo>
                  <a:pt x="0" y="38291"/>
                </a:lnTo>
              </a:path>
            </a:pathLst>
          </a:custGeom>
          <a:noFill xmlns:a="http://schemas.openxmlformats.org/drawingml/2006/main"/>
          <a:ln xmlns:a="http://schemas.openxmlformats.org/drawingml/2006/main" w="5105">
            <a:solidFill>
              <a:srgbClr val="231F20"/>
            </a:solidFill>
          </a:ln>
        </p:spPr>
      </p:sp>
      <p:sp>
        <p:nvSpPr>
          <p:cNvPr id="247" name="block-842">
            <a:extLst xmlns:a="http://schemas.openxmlformats.org/drawingml/2006/main">
              <a:ext uri="{FF2B5EF4-FFF2-40B4-BE49-F238E27FC236}">
                <a16:creationId xmlns:a16="http://schemas.microsoft.com/office/drawing/2014/main" id="{29F5CB5E-89DC-4534-9B3E-ABC49CC7A8C2}"/>
              </a:ext>
            </a:extLst>
          </p:cNvPr>
          <p:cNvSpPr>
            <a:spLocks xmlns:a="http://schemas.openxmlformats.org/drawingml/2006/main" noGrp="1"/>
          </p:cNvSpPr>
          <p:nvPr/>
        </p:nvSpPr>
        <p:spPr>
          <a:xfrm xmlns:a="http://schemas.openxmlformats.org/drawingml/2006/main">
            <a:off x="4021074" y="4930426"/>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48" name="circuit-843">
            <a:extLst xmlns:a="http://schemas.openxmlformats.org/drawingml/2006/main">
              <a:ext uri="{FF2B5EF4-FFF2-40B4-BE49-F238E27FC236}">
                <a16:creationId xmlns:a16="http://schemas.microsoft.com/office/drawing/2014/main" id="{FB0071E9-3F96-496E-B25F-F97D5A4FC6BD}"/>
              </a:ext>
            </a:extLst>
          </p:cNvPr>
          <p:cNvSpPr>
            <a:spLocks xmlns:a="http://schemas.openxmlformats.org/drawingml/2006/main" noGrp="1"/>
          </p:cNvSpPr>
          <p:nvPr/>
        </p:nvSpPr>
        <p:spPr>
          <a:xfrm xmlns:a="http://schemas.openxmlformats.org/drawingml/2006/main">
            <a:off x="4033838" y="4930426"/>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49" name="wire-844">
            <a:extLst xmlns:a="http://schemas.openxmlformats.org/drawingml/2006/main">
              <a:ext uri="{FF2B5EF4-FFF2-40B4-BE49-F238E27FC236}">
                <a16:creationId xmlns:a16="http://schemas.microsoft.com/office/drawing/2014/main" id="{5665F329-E87E-49C3-9950-4790B54256BB}"/>
              </a:ext>
            </a:extLst>
          </p:cNvPr>
          <p:cNvSpPr>
            <a:spLocks xmlns:a="http://schemas.openxmlformats.org/drawingml/2006/main" noGrp="1"/>
          </p:cNvSpPr>
          <p:nvPr/>
        </p:nvSpPr>
        <p:spPr>
          <a:xfrm xmlns:a="http://schemas.openxmlformats.org/drawingml/2006/main">
            <a:off x="4059365" y="4892135"/>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250" name="wire-845">
            <a:extLst xmlns:a="http://schemas.openxmlformats.org/drawingml/2006/main">
              <a:ext uri="{FF2B5EF4-FFF2-40B4-BE49-F238E27FC236}">
                <a16:creationId xmlns:a16="http://schemas.microsoft.com/office/drawing/2014/main" id="{230AE02B-FE2D-4BD2-893B-EB62A894D4E4}"/>
              </a:ext>
            </a:extLst>
          </p:cNvPr>
          <p:cNvSpPr>
            <a:spLocks xmlns:a="http://schemas.openxmlformats.org/drawingml/2006/main" noGrp="1"/>
          </p:cNvSpPr>
          <p:nvPr/>
        </p:nvSpPr>
        <p:spPr>
          <a:xfrm xmlns:a="http://schemas.openxmlformats.org/drawingml/2006/main">
            <a:off x="3784949" y="4349687"/>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1487">
            <a:solidFill>
              <a:srgbClr val="1572C3"/>
            </a:solidFill>
          </a:ln>
        </p:spPr>
      </p:sp>
      <p:sp>
        <p:nvSpPr>
          <p:cNvPr id="251" name="wire-846">
            <a:extLst xmlns:a="http://schemas.openxmlformats.org/drawingml/2006/main">
              <a:ext uri="{FF2B5EF4-FFF2-40B4-BE49-F238E27FC236}">
                <a16:creationId xmlns:a16="http://schemas.microsoft.com/office/drawing/2014/main" id="{6134CA92-ACB0-4564-9750-714DA474156B}"/>
              </a:ext>
            </a:extLst>
          </p:cNvPr>
          <p:cNvSpPr>
            <a:spLocks xmlns:a="http://schemas.openxmlformats.org/drawingml/2006/main" noGrp="1"/>
          </p:cNvSpPr>
          <p:nvPr/>
        </p:nvSpPr>
        <p:spPr>
          <a:xfrm xmlns:a="http://schemas.openxmlformats.org/drawingml/2006/main">
            <a:off x="3906203" y="4036981"/>
            <a:ext cx="9525" cy="312706"/>
          </a:xfrm>
          <a:custGeom xmlns:a="http://schemas.openxmlformats.org/drawingml/2006/main">
            <a:pathLst>
              <a:path w="9525" h="312706">
                <a:moveTo>
                  <a:pt x="0" y="312706"/>
                </a:moveTo>
                <a:lnTo>
                  <a:pt x="0" y="0"/>
                </a:lnTo>
              </a:path>
            </a:pathLst>
          </a:custGeom>
          <a:noFill xmlns:a="http://schemas.openxmlformats.org/drawingml/2006/main"/>
          <a:ln xmlns:a="http://schemas.openxmlformats.org/drawingml/2006/main" w="11487">
            <a:solidFill>
              <a:srgbClr val="1572C3"/>
            </a:solidFill>
          </a:ln>
        </p:spPr>
      </p:sp>
      <p:sp>
        <p:nvSpPr>
          <p:cNvPr id="252" name="wire-847">
            <a:extLst xmlns:a="http://schemas.openxmlformats.org/drawingml/2006/main">
              <a:ext uri="{FF2B5EF4-FFF2-40B4-BE49-F238E27FC236}">
                <a16:creationId xmlns:a16="http://schemas.microsoft.com/office/drawing/2014/main" id="{BBD08329-7279-4541-ADB1-E288F06819D2}"/>
              </a:ext>
            </a:extLst>
          </p:cNvPr>
          <p:cNvSpPr>
            <a:spLocks xmlns:a="http://schemas.openxmlformats.org/drawingml/2006/main" noGrp="1"/>
          </p:cNvSpPr>
          <p:nvPr/>
        </p:nvSpPr>
        <p:spPr>
          <a:xfrm xmlns:a="http://schemas.openxmlformats.org/drawingml/2006/main">
            <a:off x="3906203" y="4036981"/>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11487">
            <a:solidFill>
              <a:srgbClr val="1572C3"/>
            </a:solidFill>
          </a:ln>
        </p:spPr>
      </p:sp>
      <p:sp>
        <p:nvSpPr>
          <p:cNvPr id="253" name="circuit-848">
            <a:extLst xmlns:a="http://schemas.openxmlformats.org/drawingml/2006/main">
              <a:ext uri="{FF2B5EF4-FFF2-40B4-BE49-F238E27FC236}">
                <a16:creationId xmlns:a16="http://schemas.microsoft.com/office/drawing/2014/main" id="{5881A197-25EA-441F-8E2E-8ADE17D422C3}"/>
              </a:ext>
            </a:extLst>
          </p:cNvPr>
          <p:cNvSpPr>
            <a:spLocks xmlns:a="http://schemas.openxmlformats.org/drawingml/2006/main" noGrp="1"/>
          </p:cNvSpPr>
          <p:nvPr/>
        </p:nvSpPr>
        <p:spPr>
          <a:xfrm xmlns:a="http://schemas.openxmlformats.org/drawingml/2006/main">
            <a:off x="3989165" y="402357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54" name="text-849">
            <a:extLst xmlns:a="http://schemas.openxmlformats.org/drawingml/2006/main">
              <a:ext uri="{FF2B5EF4-FFF2-40B4-BE49-F238E27FC236}">
                <a16:creationId xmlns:a16="http://schemas.microsoft.com/office/drawing/2014/main" id="{484DCD22-949F-4574-BEA0-C51156A58167}"/>
              </a:ext>
            </a:extLst>
          </p:cNvPr>
          <p:cNvSpPr>
            <a:spLocks xmlns:a="http://schemas.openxmlformats.org/drawingml/2006/main" noGrp="1"/>
          </p:cNvSpPr>
          <p:nvPr/>
        </p:nvSpPr>
        <p:spPr>
          <a:xfrm xmlns:a="http://schemas.openxmlformats.org/drawingml/2006/main">
            <a:off x="3593497" y="4075271"/>
            <a:ext cx="402050"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1572C3"/>
                </a:solidFill>
                <a:latin typeface="Arial"/>
                <a:ea typeface="Arial"/>
                <a:cs typeface="Arial"/>
              </a:defRPr>
            </a:defPPr>
            <a:lvl1pPr algn="l">
              <a:defRPr sz="553" b="0">
                <a:solidFill>
                  <a:srgbClr val="1572C3"/>
                </a:solidFill>
                <a:latin typeface="Arial"/>
                <a:ea typeface="Arial"/>
                <a:cs typeface="Arial"/>
              </a:defRPr>
            </a:lvl1pPr>
            <a:lvl2pPr algn="l">
              <a:defRPr sz="553" b="0">
                <a:solidFill>
                  <a:srgbClr val="1572C3"/>
                </a:solidFill>
                <a:latin typeface="Arial"/>
                <a:ea typeface="Arial"/>
                <a:cs typeface="Arial"/>
              </a:defRPr>
            </a:lvl2pPr>
            <a:lvl3pPr algn="l">
              <a:defRPr sz="553" b="0">
                <a:solidFill>
                  <a:srgbClr val="1572C3"/>
                </a:solidFill>
                <a:latin typeface="Arial"/>
                <a:ea typeface="Arial"/>
                <a:cs typeface="Arial"/>
              </a:defRPr>
            </a:lvl3pPr>
            <a:lvl4pPr algn="l">
              <a:defRPr sz="553" b="0">
                <a:solidFill>
                  <a:srgbClr val="1572C3"/>
                </a:solidFill>
                <a:latin typeface="Arial"/>
                <a:ea typeface="Arial"/>
                <a:cs typeface="Arial"/>
              </a:defRPr>
            </a:lvl4pPr>
            <a:lvl5pPr algn="l">
              <a:defRPr sz="553" b="0">
                <a:solidFill>
                  <a:srgbClr val="1572C3"/>
                </a:solidFill>
                <a:latin typeface="Arial"/>
                <a:ea typeface="Arial"/>
                <a:cs typeface="Arial"/>
              </a:defRPr>
            </a:lvl5pPr>
            <a:lvl6pPr algn="l">
              <a:defRPr sz="553" b="0">
                <a:solidFill>
                  <a:srgbClr val="1572C3"/>
                </a:solidFill>
                <a:latin typeface="Arial"/>
                <a:ea typeface="Arial"/>
                <a:cs typeface="Arial"/>
              </a:defRPr>
            </a:lvl6pPr>
            <a:lvl7pPr algn="l">
              <a:defRPr sz="553" b="0">
                <a:solidFill>
                  <a:srgbClr val="1572C3"/>
                </a:solidFill>
                <a:latin typeface="Arial"/>
                <a:ea typeface="Arial"/>
                <a:cs typeface="Arial"/>
              </a:defRPr>
            </a:lvl7pPr>
            <a:lvl8pPr algn="l">
              <a:defRPr sz="553" b="0">
                <a:solidFill>
                  <a:srgbClr val="1572C3"/>
                </a:solidFill>
                <a:latin typeface="Arial"/>
                <a:ea typeface="Arial"/>
                <a:cs typeface="Arial"/>
              </a:defRPr>
            </a:lvl8pPr>
            <a:lvl9pPr algn="l">
              <a:defRPr sz="553" b="0">
                <a:solidFill>
                  <a:srgbClr val="1572C3"/>
                </a:solidFill>
                <a:latin typeface="Arial"/>
                <a:ea typeface="Arial"/>
                <a:cs typeface="Arial"/>
              </a:defRPr>
            </a:lvl9pPr>
          </a:lstStyle>
          <a:p xmlns:a="http://schemas.openxmlformats.org/drawingml/2006/main">
            <a:pPr algn="l">
              <a:defRPr sz="553" b="0">
                <a:solidFill>
                  <a:srgbClr val="1572C3"/>
                </a:solidFill>
                <a:latin typeface="Arial"/>
                <a:ea typeface="Arial"/>
                <a:cs typeface="Arial"/>
              </a:defRPr>
            </a:pPr>
            <a:r>
              <a:rPr sz="553" b="0">
                <a:solidFill>
                  <a:srgbClr val="1572C3"/>
                </a:solidFill>
                <a:latin typeface="Arial"/>
                <a:ea typeface="Arial"/>
                <a:cs typeface="Arial"/>
              </a:rPr>
              <a:t>IEUAdrE</a:t>
            </a:r>
          </a:p>
        </p:txBody>
      </p:sp>
      <p:sp>
        <p:nvSpPr>
          <p:cNvPr id="255" name="wire-850">
            <a:extLst xmlns:a="http://schemas.openxmlformats.org/drawingml/2006/main">
              <a:ext uri="{FF2B5EF4-FFF2-40B4-BE49-F238E27FC236}">
                <a16:creationId xmlns:a16="http://schemas.microsoft.com/office/drawing/2014/main" id="{E4991960-3A72-4BDD-914F-A53E1C6B4915}"/>
              </a:ext>
            </a:extLst>
          </p:cNvPr>
          <p:cNvSpPr>
            <a:spLocks xmlns:a="http://schemas.openxmlformats.org/drawingml/2006/main" noGrp="1"/>
          </p:cNvSpPr>
          <p:nvPr/>
        </p:nvSpPr>
        <p:spPr>
          <a:xfrm xmlns:a="http://schemas.openxmlformats.org/drawingml/2006/main">
            <a:off x="4097655" y="4036981"/>
            <a:ext cx="127635" cy="9525"/>
          </a:xfrm>
          <a:custGeom xmlns:a="http://schemas.openxmlformats.org/drawingml/2006/main">
            <a:pathLst>
              <a:path w="127635" h="9525">
                <a:moveTo>
                  <a:pt x="0" y="0"/>
                </a:moveTo>
                <a:lnTo>
                  <a:pt x="127635" y="0"/>
                </a:lnTo>
              </a:path>
            </a:pathLst>
          </a:custGeom>
          <a:noFill xmlns:a="http://schemas.openxmlformats.org/drawingml/2006/main"/>
          <a:ln xmlns:a="http://schemas.openxmlformats.org/drawingml/2006/main" w="11487">
            <a:solidFill>
              <a:srgbClr val="1572C3"/>
            </a:solidFill>
          </a:ln>
        </p:spPr>
      </p:sp>
      <p:sp>
        <p:nvSpPr>
          <p:cNvPr id="256" name="circuit-851">
            <a:extLst xmlns:a="http://schemas.openxmlformats.org/drawingml/2006/main">
              <a:ext uri="{FF2B5EF4-FFF2-40B4-BE49-F238E27FC236}">
                <a16:creationId xmlns:a16="http://schemas.microsoft.com/office/drawing/2014/main" id="{5726AD70-860A-4DD1-93F3-4CA37B12A0A0}"/>
              </a:ext>
            </a:extLst>
          </p:cNvPr>
          <p:cNvSpPr>
            <a:spLocks xmlns:a="http://schemas.openxmlformats.org/drawingml/2006/main" noGrp="1"/>
          </p:cNvSpPr>
          <p:nvPr/>
        </p:nvSpPr>
        <p:spPr>
          <a:xfrm xmlns:a="http://schemas.openxmlformats.org/drawingml/2006/main">
            <a:off x="4193381" y="402357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57" name="block-852">
            <a:extLst xmlns:a="http://schemas.openxmlformats.org/drawingml/2006/main">
              <a:ext uri="{FF2B5EF4-FFF2-40B4-BE49-F238E27FC236}">
                <a16:creationId xmlns:a16="http://schemas.microsoft.com/office/drawing/2014/main" id="{4A60B847-E350-4A6B-BB0B-5599F63BF216}"/>
              </a:ext>
            </a:extLst>
          </p:cNvPr>
          <p:cNvSpPr>
            <a:spLocks xmlns:a="http://schemas.openxmlformats.org/drawingml/2006/main" noGrp="1"/>
          </p:cNvSpPr>
          <p:nvPr/>
        </p:nvSpPr>
        <p:spPr>
          <a:xfrm xmlns:a="http://schemas.openxmlformats.org/drawingml/2006/main">
            <a:off x="4225290" y="3934873"/>
            <a:ext cx="1021080" cy="19145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58" name="text-853">
            <a:extLst xmlns:a="http://schemas.openxmlformats.org/drawingml/2006/main">
              <a:ext uri="{FF2B5EF4-FFF2-40B4-BE49-F238E27FC236}">
                <a16:creationId xmlns:a16="http://schemas.microsoft.com/office/drawing/2014/main" id="{7D1AE3CD-7D32-479D-82A3-0190C9EF3078}"/>
              </a:ext>
            </a:extLst>
          </p:cNvPr>
          <p:cNvSpPr>
            <a:spLocks xmlns:a="http://schemas.openxmlformats.org/drawingml/2006/main" noGrp="1"/>
          </p:cNvSpPr>
          <p:nvPr/>
        </p:nvSpPr>
        <p:spPr>
          <a:xfrm xmlns:a="http://schemas.openxmlformats.org/drawingml/2006/main">
            <a:off x="4914519" y="4222052"/>
            <a:ext cx="446723"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PAdrM</a:t>
            </a:r>
          </a:p>
        </p:txBody>
      </p:sp>
      <p:sp>
        <p:nvSpPr>
          <p:cNvPr id="259" name="wire-854">
            <a:extLst xmlns:a="http://schemas.openxmlformats.org/drawingml/2006/main">
              <a:ext uri="{FF2B5EF4-FFF2-40B4-BE49-F238E27FC236}">
                <a16:creationId xmlns:a16="http://schemas.microsoft.com/office/drawing/2014/main" id="{6C343B24-AB12-426D-A53F-BC7A751C70CC}"/>
              </a:ext>
            </a:extLst>
          </p:cNvPr>
          <p:cNvSpPr>
            <a:spLocks xmlns:a="http://schemas.openxmlformats.org/drawingml/2006/main" noGrp="1"/>
          </p:cNvSpPr>
          <p:nvPr/>
        </p:nvSpPr>
        <p:spPr>
          <a:xfrm xmlns:a="http://schemas.openxmlformats.org/drawingml/2006/main">
            <a:off x="3784949" y="4560284"/>
            <a:ext cx="236125" cy="9525"/>
          </a:xfrm>
          <a:custGeom xmlns:a="http://schemas.openxmlformats.org/drawingml/2006/main">
            <a:pathLst>
              <a:path w="236125" h="9525">
                <a:moveTo>
                  <a:pt x="0" y="0"/>
                </a:moveTo>
                <a:lnTo>
                  <a:pt x="236125" y="0"/>
                </a:lnTo>
              </a:path>
            </a:pathLst>
          </a:custGeom>
          <a:noFill xmlns:a="http://schemas.openxmlformats.org/drawingml/2006/main"/>
          <a:ln xmlns:a="http://schemas.openxmlformats.org/drawingml/2006/main" w="9573">
            <a:solidFill>
              <a:srgbClr val="231F20"/>
            </a:solidFill>
          </a:ln>
        </p:spPr>
      </p:sp>
      <p:sp>
        <p:nvSpPr>
          <p:cNvPr id="260" name="wire-855">
            <a:extLst xmlns:a="http://schemas.openxmlformats.org/drawingml/2006/main">
              <a:ext uri="{FF2B5EF4-FFF2-40B4-BE49-F238E27FC236}">
                <a16:creationId xmlns:a16="http://schemas.microsoft.com/office/drawing/2014/main" id="{48A652F9-8AD3-4765-92FA-CA31182ADE07}"/>
              </a:ext>
            </a:extLst>
          </p:cNvPr>
          <p:cNvSpPr>
            <a:spLocks xmlns:a="http://schemas.openxmlformats.org/drawingml/2006/main" noGrp="1"/>
          </p:cNvSpPr>
          <p:nvPr/>
        </p:nvSpPr>
        <p:spPr>
          <a:xfrm xmlns:a="http://schemas.openxmlformats.org/drawingml/2006/main">
            <a:off x="4097655" y="4560284"/>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8296">
            <a:solidFill>
              <a:srgbClr val="231F20"/>
            </a:solidFill>
          </a:ln>
        </p:spPr>
      </p:sp>
      <p:sp>
        <p:nvSpPr>
          <p:cNvPr id="261" name="wire-856">
            <a:extLst xmlns:a="http://schemas.openxmlformats.org/drawingml/2006/main">
              <a:ext uri="{FF2B5EF4-FFF2-40B4-BE49-F238E27FC236}">
                <a16:creationId xmlns:a16="http://schemas.microsoft.com/office/drawing/2014/main" id="{9AC2EAD7-39B6-4D57-8A97-4DF62275B496}"/>
              </a:ext>
            </a:extLst>
          </p:cNvPr>
          <p:cNvSpPr>
            <a:spLocks xmlns:a="http://schemas.openxmlformats.org/drawingml/2006/main" noGrp="1"/>
          </p:cNvSpPr>
          <p:nvPr/>
        </p:nvSpPr>
        <p:spPr>
          <a:xfrm xmlns:a="http://schemas.openxmlformats.org/drawingml/2006/main">
            <a:off x="4142327" y="3839147"/>
            <a:ext cx="9525" cy="721138"/>
          </a:xfrm>
          <a:custGeom xmlns:a="http://schemas.openxmlformats.org/drawingml/2006/main">
            <a:pathLst>
              <a:path w="9525" h="721138">
                <a:moveTo>
                  <a:pt x="0" y="721138"/>
                </a:moveTo>
                <a:lnTo>
                  <a:pt x="0" y="0"/>
                </a:lnTo>
              </a:path>
            </a:pathLst>
          </a:custGeom>
          <a:noFill xmlns:a="http://schemas.openxmlformats.org/drawingml/2006/main"/>
          <a:ln xmlns:a="http://schemas.openxmlformats.org/drawingml/2006/main" w="8296">
            <a:solidFill>
              <a:srgbClr val="231F20"/>
            </a:solidFill>
          </a:ln>
        </p:spPr>
      </p:sp>
      <p:sp>
        <p:nvSpPr>
          <p:cNvPr id="262" name="wire-857">
            <a:extLst xmlns:a="http://schemas.openxmlformats.org/drawingml/2006/main">
              <a:ext uri="{FF2B5EF4-FFF2-40B4-BE49-F238E27FC236}">
                <a16:creationId xmlns:a16="http://schemas.microsoft.com/office/drawing/2014/main" id="{BCD60B62-4467-49DD-A113-E390FD1D728A}"/>
              </a:ext>
            </a:extLst>
          </p:cNvPr>
          <p:cNvSpPr>
            <a:spLocks xmlns:a="http://schemas.openxmlformats.org/drawingml/2006/main" noGrp="1"/>
          </p:cNvSpPr>
          <p:nvPr/>
        </p:nvSpPr>
        <p:spPr>
          <a:xfrm xmlns:a="http://schemas.openxmlformats.org/drawingml/2006/main">
            <a:off x="4142327" y="3839147"/>
            <a:ext cx="1352931" cy="9525"/>
          </a:xfrm>
          <a:custGeom xmlns:a="http://schemas.openxmlformats.org/drawingml/2006/main">
            <a:pathLst>
              <a:path w="1352931" h="9525">
                <a:moveTo>
                  <a:pt x="0" y="0"/>
                </a:moveTo>
                <a:lnTo>
                  <a:pt x="1352931" y="0"/>
                </a:lnTo>
              </a:path>
            </a:pathLst>
          </a:custGeom>
          <a:noFill xmlns:a="http://schemas.openxmlformats.org/drawingml/2006/main"/>
          <a:ln xmlns:a="http://schemas.openxmlformats.org/drawingml/2006/main" w="8296">
            <a:solidFill>
              <a:srgbClr val="231F20"/>
            </a:solidFill>
          </a:ln>
        </p:spPr>
      </p:sp>
      <p:sp>
        <p:nvSpPr>
          <p:cNvPr id="263" name="block-858">
            <a:extLst xmlns:a="http://schemas.openxmlformats.org/drawingml/2006/main">
              <a:ext uri="{FF2B5EF4-FFF2-40B4-BE49-F238E27FC236}">
                <a16:creationId xmlns:a16="http://schemas.microsoft.com/office/drawing/2014/main" id="{CE34C99F-F5C1-4A29-A678-C657CF22FBF5}"/>
              </a:ext>
            </a:extLst>
          </p:cNvPr>
          <p:cNvSpPr>
            <a:spLocks xmlns:a="http://schemas.openxmlformats.org/drawingml/2006/main" noGrp="1"/>
          </p:cNvSpPr>
          <p:nvPr/>
        </p:nvSpPr>
        <p:spPr>
          <a:xfrm xmlns:a="http://schemas.openxmlformats.org/drawingml/2006/main">
            <a:off x="5495258" y="3749802"/>
            <a:ext cx="76581" cy="17868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64" name="circuit-859">
            <a:extLst xmlns:a="http://schemas.openxmlformats.org/drawingml/2006/main">
              <a:ext uri="{FF2B5EF4-FFF2-40B4-BE49-F238E27FC236}">
                <a16:creationId xmlns:a16="http://schemas.microsoft.com/office/drawing/2014/main" id="{D3CE2FE5-604D-4D7F-A9D2-8FDAEDD0B252}"/>
              </a:ext>
            </a:extLst>
          </p:cNvPr>
          <p:cNvSpPr>
            <a:spLocks xmlns:a="http://schemas.openxmlformats.org/drawingml/2006/main" noGrp="1"/>
          </p:cNvSpPr>
          <p:nvPr/>
        </p:nvSpPr>
        <p:spPr>
          <a:xfrm xmlns:a="http://schemas.openxmlformats.org/drawingml/2006/main">
            <a:off x="5508022" y="3749802"/>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265" name="wire-860">
            <a:extLst xmlns:a="http://schemas.openxmlformats.org/drawingml/2006/main">
              <a:ext uri="{FF2B5EF4-FFF2-40B4-BE49-F238E27FC236}">
                <a16:creationId xmlns:a16="http://schemas.microsoft.com/office/drawing/2014/main" id="{F52D9CC6-2878-483C-B71B-15AB9C49A843}"/>
              </a:ext>
            </a:extLst>
          </p:cNvPr>
          <p:cNvSpPr>
            <a:spLocks xmlns:a="http://schemas.openxmlformats.org/drawingml/2006/main" noGrp="1"/>
          </p:cNvSpPr>
          <p:nvPr/>
        </p:nvSpPr>
        <p:spPr>
          <a:xfrm xmlns:a="http://schemas.openxmlformats.org/drawingml/2006/main">
            <a:off x="5533549" y="3711512"/>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266" name="wire-861">
            <a:extLst xmlns:a="http://schemas.openxmlformats.org/drawingml/2006/main">
              <a:ext uri="{FF2B5EF4-FFF2-40B4-BE49-F238E27FC236}">
                <a16:creationId xmlns:a16="http://schemas.microsoft.com/office/drawing/2014/main" id="{EBAE858B-0102-43DE-BAB2-38E7152B65C5}"/>
              </a:ext>
            </a:extLst>
          </p:cNvPr>
          <p:cNvSpPr>
            <a:spLocks xmlns:a="http://schemas.openxmlformats.org/drawingml/2006/main" noGrp="1"/>
          </p:cNvSpPr>
          <p:nvPr/>
        </p:nvSpPr>
        <p:spPr>
          <a:xfrm xmlns:a="http://schemas.openxmlformats.org/drawingml/2006/main">
            <a:off x="5571839" y="3839147"/>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8296">
            <a:solidFill>
              <a:srgbClr val="231F20"/>
            </a:solidFill>
          </a:ln>
        </p:spPr>
      </p:sp>
      <p:sp>
        <p:nvSpPr>
          <p:cNvPr id="267" name="wire-862">
            <a:extLst xmlns:a="http://schemas.openxmlformats.org/drawingml/2006/main">
              <a:ext uri="{FF2B5EF4-FFF2-40B4-BE49-F238E27FC236}">
                <a16:creationId xmlns:a16="http://schemas.microsoft.com/office/drawing/2014/main" id="{0A746E4B-2CD8-4D21-81E1-1D6CD3ED36D3}"/>
              </a:ext>
            </a:extLst>
          </p:cNvPr>
          <p:cNvSpPr>
            <a:spLocks xmlns:a="http://schemas.openxmlformats.org/drawingml/2006/main" noGrp="1"/>
          </p:cNvSpPr>
          <p:nvPr/>
        </p:nvSpPr>
        <p:spPr>
          <a:xfrm xmlns:a="http://schemas.openxmlformats.org/drawingml/2006/main">
            <a:off x="5597366" y="3839147"/>
            <a:ext cx="9525" cy="268034"/>
          </a:xfrm>
          <a:custGeom xmlns:a="http://schemas.openxmlformats.org/drawingml/2006/main">
            <a:pathLst>
              <a:path w="9525" h="268034">
                <a:moveTo>
                  <a:pt x="0" y="0"/>
                </a:moveTo>
                <a:lnTo>
                  <a:pt x="0" y="268034"/>
                </a:lnTo>
              </a:path>
            </a:pathLst>
          </a:custGeom>
          <a:noFill xmlns:a="http://schemas.openxmlformats.org/drawingml/2006/main"/>
          <a:ln xmlns:a="http://schemas.openxmlformats.org/drawingml/2006/main" w="8296">
            <a:solidFill>
              <a:srgbClr val="231F20"/>
            </a:solidFill>
          </a:ln>
        </p:spPr>
      </p:sp>
      <p:sp>
        <p:nvSpPr>
          <p:cNvPr id="268" name="wire-863">
            <a:extLst xmlns:a="http://schemas.openxmlformats.org/drawingml/2006/main">
              <a:ext uri="{FF2B5EF4-FFF2-40B4-BE49-F238E27FC236}">
                <a16:creationId xmlns:a16="http://schemas.microsoft.com/office/drawing/2014/main" id="{1459FAE0-C955-4B99-93D3-9E175921AA89}"/>
              </a:ext>
            </a:extLst>
          </p:cNvPr>
          <p:cNvSpPr>
            <a:spLocks xmlns:a="http://schemas.openxmlformats.org/drawingml/2006/main" noGrp="1"/>
          </p:cNvSpPr>
          <p:nvPr/>
        </p:nvSpPr>
        <p:spPr>
          <a:xfrm xmlns:a="http://schemas.openxmlformats.org/drawingml/2006/main">
            <a:off x="5597366" y="4107180"/>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8296">
            <a:solidFill>
              <a:srgbClr val="231F20"/>
            </a:solidFill>
          </a:ln>
        </p:spPr>
      </p:sp>
      <p:sp>
        <p:nvSpPr>
          <p:cNvPr id="269" name="circuit-864">
            <a:extLst xmlns:a="http://schemas.openxmlformats.org/drawingml/2006/main">
              <a:ext uri="{FF2B5EF4-FFF2-40B4-BE49-F238E27FC236}">
                <a16:creationId xmlns:a16="http://schemas.microsoft.com/office/drawing/2014/main" id="{465ADA26-496C-4540-BD36-5A14E7DFE692}"/>
              </a:ext>
            </a:extLst>
          </p:cNvPr>
          <p:cNvSpPr>
            <a:spLocks xmlns:a="http://schemas.openxmlformats.org/drawingml/2006/main" noGrp="1"/>
          </p:cNvSpPr>
          <p:nvPr/>
        </p:nvSpPr>
        <p:spPr>
          <a:xfrm xmlns:a="http://schemas.openxmlformats.org/drawingml/2006/main">
            <a:off x="5699474" y="409377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270" name="text-865">
            <a:extLst xmlns:a="http://schemas.openxmlformats.org/drawingml/2006/main">
              <a:ext uri="{FF2B5EF4-FFF2-40B4-BE49-F238E27FC236}">
                <a16:creationId xmlns:a16="http://schemas.microsoft.com/office/drawing/2014/main" id="{F0EBA395-0C30-4144-812C-07981EE0D297}"/>
              </a:ext>
            </a:extLst>
          </p:cNvPr>
          <p:cNvSpPr>
            <a:spLocks xmlns:a="http://schemas.openxmlformats.org/drawingml/2006/main" noGrp="1"/>
          </p:cNvSpPr>
          <p:nvPr/>
        </p:nvSpPr>
        <p:spPr>
          <a:xfrm xmlns:a="http://schemas.openxmlformats.org/drawingml/2006/main">
            <a:off x="4257199" y="3845528"/>
            <a:ext cx="1155097"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IEUResultM / IFResultW</a:t>
            </a:r>
          </a:p>
        </p:txBody>
      </p:sp>
      <p:sp>
        <p:nvSpPr>
          <p:cNvPr id="271" name="wire-866">
            <a:extLst xmlns:a="http://schemas.openxmlformats.org/drawingml/2006/main">
              <a:ext uri="{FF2B5EF4-FFF2-40B4-BE49-F238E27FC236}">
                <a16:creationId xmlns:a16="http://schemas.microsoft.com/office/drawing/2014/main" id="{48265F90-FCB3-4E03-A77D-76B8B68888E8}"/>
              </a:ext>
            </a:extLst>
          </p:cNvPr>
          <p:cNvSpPr>
            <a:spLocks xmlns:a="http://schemas.openxmlformats.org/drawingml/2006/main" noGrp="1"/>
          </p:cNvSpPr>
          <p:nvPr/>
        </p:nvSpPr>
        <p:spPr>
          <a:xfrm xmlns:a="http://schemas.openxmlformats.org/drawingml/2006/main">
            <a:off x="2987231" y="4553903"/>
            <a:ext cx="9525" cy="555212"/>
          </a:xfrm>
          <a:custGeom xmlns:a="http://schemas.openxmlformats.org/drawingml/2006/main">
            <a:pathLst>
              <a:path w="9525" h="555212">
                <a:moveTo>
                  <a:pt x="0" y="0"/>
                </a:moveTo>
                <a:lnTo>
                  <a:pt x="0" y="555212"/>
                </a:lnTo>
              </a:path>
            </a:pathLst>
          </a:custGeom>
          <a:noFill xmlns:a="http://schemas.openxmlformats.org/drawingml/2006/main"/>
          <a:ln xmlns:a="http://schemas.openxmlformats.org/drawingml/2006/main" w="13402">
            <a:solidFill>
              <a:srgbClr val="1572C3"/>
            </a:solidFill>
          </a:ln>
        </p:spPr>
      </p:sp>
      <p:sp>
        <p:nvSpPr>
          <p:cNvPr id="272" name="wire-867">
            <a:extLst xmlns:a="http://schemas.openxmlformats.org/drawingml/2006/main">
              <a:ext uri="{FF2B5EF4-FFF2-40B4-BE49-F238E27FC236}">
                <a16:creationId xmlns:a16="http://schemas.microsoft.com/office/drawing/2014/main" id="{14F8E581-3893-4787-AA47-0D5A90A06505}"/>
              </a:ext>
            </a:extLst>
          </p:cNvPr>
          <p:cNvSpPr>
            <a:spLocks xmlns:a="http://schemas.openxmlformats.org/drawingml/2006/main" noGrp="1"/>
          </p:cNvSpPr>
          <p:nvPr/>
        </p:nvSpPr>
        <p:spPr>
          <a:xfrm xmlns:a="http://schemas.openxmlformats.org/drawingml/2006/main">
            <a:off x="2987231" y="5109115"/>
            <a:ext cx="912590" cy="9525"/>
          </a:xfrm>
          <a:custGeom xmlns:a="http://schemas.openxmlformats.org/drawingml/2006/main">
            <a:pathLst>
              <a:path w="912590" h="9525">
                <a:moveTo>
                  <a:pt x="0" y="0"/>
                </a:moveTo>
                <a:lnTo>
                  <a:pt x="912590" y="0"/>
                </a:lnTo>
              </a:path>
            </a:pathLst>
          </a:custGeom>
          <a:noFill xmlns:a="http://schemas.openxmlformats.org/drawingml/2006/main"/>
          <a:ln xmlns:a="http://schemas.openxmlformats.org/drawingml/2006/main" w="13402">
            <a:solidFill>
              <a:srgbClr val="1572C3"/>
            </a:solidFill>
          </a:ln>
        </p:spPr>
      </p:sp>
      <p:sp>
        <p:nvSpPr>
          <p:cNvPr id="273" name="wire-868">
            <a:extLst xmlns:a="http://schemas.openxmlformats.org/drawingml/2006/main">
              <a:ext uri="{FF2B5EF4-FFF2-40B4-BE49-F238E27FC236}">
                <a16:creationId xmlns:a16="http://schemas.microsoft.com/office/drawing/2014/main" id="{6FE87408-F83B-4866-B579-5B363CB2512C}"/>
              </a:ext>
            </a:extLst>
          </p:cNvPr>
          <p:cNvSpPr>
            <a:spLocks xmlns:a="http://schemas.openxmlformats.org/drawingml/2006/main" noGrp="1"/>
          </p:cNvSpPr>
          <p:nvPr/>
        </p:nvSpPr>
        <p:spPr>
          <a:xfrm xmlns:a="http://schemas.openxmlformats.org/drawingml/2006/main">
            <a:off x="3899821" y="5019770"/>
            <a:ext cx="9525" cy="89345"/>
          </a:xfrm>
          <a:custGeom xmlns:a="http://schemas.openxmlformats.org/drawingml/2006/main">
            <a:pathLst>
              <a:path w="9525" h="89345">
                <a:moveTo>
                  <a:pt x="0" y="89345"/>
                </a:moveTo>
                <a:lnTo>
                  <a:pt x="0" y="0"/>
                </a:lnTo>
              </a:path>
            </a:pathLst>
          </a:custGeom>
          <a:noFill xmlns:a="http://schemas.openxmlformats.org/drawingml/2006/main"/>
          <a:ln xmlns:a="http://schemas.openxmlformats.org/drawingml/2006/main" w="13402">
            <a:solidFill>
              <a:srgbClr val="1572C3"/>
            </a:solidFill>
          </a:ln>
        </p:spPr>
      </p:sp>
      <p:sp>
        <p:nvSpPr>
          <p:cNvPr id="274" name="wire-869">
            <a:extLst xmlns:a="http://schemas.openxmlformats.org/drawingml/2006/main">
              <a:ext uri="{FF2B5EF4-FFF2-40B4-BE49-F238E27FC236}">
                <a16:creationId xmlns:a16="http://schemas.microsoft.com/office/drawing/2014/main" id="{4EE9923A-8A50-4046-915B-B8E5E9E59151}"/>
              </a:ext>
            </a:extLst>
          </p:cNvPr>
          <p:cNvSpPr>
            <a:spLocks xmlns:a="http://schemas.openxmlformats.org/drawingml/2006/main" noGrp="1"/>
          </p:cNvSpPr>
          <p:nvPr/>
        </p:nvSpPr>
        <p:spPr>
          <a:xfrm xmlns:a="http://schemas.openxmlformats.org/drawingml/2006/main">
            <a:off x="3899821" y="5019770"/>
            <a:ext cx="121253" cy="9525"/>
          </a:xfrm>
          <a:custGeom xmlns:a="http://schemas.openxmlformats.org/drawingml/2006/main">
            <a:pathLst>
              <a:path w="121253" h="9525">
                <a:moveTo>
                  <a:pt x="0" y="0"/>
                </a:moveTo>
                <a:lnTo>
                  <a:pt x="121253" y="0"/>
                </a:lnTo>
              </a:path>
            </a:pathLst>
          </a:custGeom>
          <a:noFill xmlns:a="http://schemas.openxmlformats.org/drawingml/2006/main"/>
          <a:ln xmlns:a="http://schemas.openxmlformats.org/drawingml/2006/main" w="13402">
            <a:solidFill>
              <a:srgbClr val="1572C3"/>
            </a:solidFill>
          </a:ln>
        </p:spPr>
      </p:sp>
      <p:sp>
        <p:nvSpPr>
          <p:cNvPr id="275" name="wire-870">
            <a:extLst xmlns:a="http://schemas.openxmlformats.org/drawingml/2006/main">
              <a:ext uri="{FF2B5EF4-FFF2-40B4-BE49-F238E27FC236}">
                <a16:creationId xmlns:a16="http://schemas.microsoft.com/office/drawing/2014/main" id="{DE60A807-EA52-47D6-B2B5-7A74488CB7DF}"/>
              </a:ext>
            </a:extLst>
          </p:cNvPr>
          <p:cNvSpPr>
            <a:spLocks xmlns:a="http://schemas.openxmlformats.org/drawingml/2006/main" noGrp="1"/>
          </p:cNvSpPr>
          <p:nvPr/>
        </p:nvSpPr>
        <p:spPr>
          <a:xfrm xmlns:a="http://schemas.openxmlformats.org/drawingml/2006/main">
            <a:off x="4097655" y="5019770"/>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3402">
            <a:solidFill>
              <a:srgbClr val="1572C3"/>
            </a:solidFill>
          </a:ln>
        </p:spPr>
      </p:sp>
      <p:sp>
        <p:nvSpPr>
          <p:cNvPr id="276" name="wire-871">
            <a:extLst xmlns:a="http://schemas.openxmlformats.org/drawingml/2006/main">
              <a:ext uri="{FF2B5EF4-FFF2-40B4-BE49-F238E27FC236}">
                <a16:creationId xmlns:a16="http://schemas.microsoft.com/office/drawing/2014/main" id="{CCFAFED2-1979-472E-B7B4-135D07E12ABB}"/>
              </a:ext>
            </a:extLst>
          </p:cNvPr>
          <p:cNvSpPr>
            <a:spLocks xmlns:a="http://schemas.openxmlformats.org/drawingml/2006/main" noGrp="1"/>
          </p:cNvSpPr>
          <p:nvPr/>
        </p:nvSpPr>
        <p:spPr>
          <a:xfrm xmlns:a="http://schemas.openxmlformats.org/drawingml/2006/main">
            <a:off x="4180618" y="4911281"/>
            <a:ext cx="9525" cy="108490"/>
          </a:xfrm>
          <a:custGeom xmlns:a="http://schemas.openxmlformats.org/drawingml/2006/main">
            <a:pathLst>
              <a:path w="9525" h="108490">
                <a:moveTo>
                  <a:pt x="0" y="108490"/>
                </a:moveTo>
                <a:lnTo>
                  <a:pt x="0" y="0"/>
                </a:lnTo>
              </a:path>
            </a:pathLst>
          </a:custGeom>
          <a:noFill xmlns:a="http://schemas.openxmlformats.org/drawingml/2006/main"/>
          <a:ln xmlns:a="http://schemas.openxmlformats.org/drawingml/2006/main" w="13402">
            <a:solidFill>
              <a:srgbClr val="1572C3"/>
            </a:solidFill>
          </a:ln>
        </p:spPr>
      </p:sp>
      <p:sp>
        <p:nvSpPr>
          <p:cNvPr id="277" name="wire-872">
            <a:extLst xmlns:a="http://schemas.openxmlformats.org/drawingml/2006/main">
              <a:ext uri="{FF2B5EF4-FFF2-40B4-BE49-F238E27FC236}">
                <a16:creationId xmlns:a16="http://schemas.microsoft.com/office/drawing/2014/main" id="{C7120C8C-59F0-4B37-B9F0-997B4D95388C}"/>
              </a:ext>
            </a:extLst>
          </p:cNvPr>
          <p:cNvSpPr>
            <a:spLocks xmlns:a="http://schemas.openxmlformats.org/drawingml/2006/main" noGrp="1"/>
          </p:cNvSpPr>
          <p:nvPr/>
        </p:nvSpPr>
        <p:spPr>
          <a:xfrm xmlns:a="http://schemas.openxmlformats.org/drawingml/2006/main">
            <a:off x="4180618" y="4911281"/>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13402">
            <a:solidFill>
              <a:srgbClr val="1572C3"/>
            </a:solidFill>
          </a:ln>
        </p:spPr>
      </p:sp>
      <p:sp>
        <p:nvSpPr>
          <p:cNvPr id="278" name="circuit-873">
            <a:extLst xmlns:a="http://schemas.openxmlformats.org/drawingml/2006/main">
              <a:ext uri="{FF2B5EF4-FFF2-40B4-BE49-F238E27FC236}">
                <a16:creationId xmlns:a16="http://schemas.microsoft.com/office/drawing/2014/main" id="{8D889892-6E66-446A-A0C4-8434F74384CC}"/>
              </a:ext>
            </a:extLst>
          </p:cNvPr>
          <p:cNvSpPr>
            <a:spLocks xmlns:a="http://schemas.openxmlformats.org/drawingml/2006/main" noGrp="1"/>
          </p:cNvSpPr>
          <p:nvPr/>
        </p:nvSpPr>
        <p:spPr>
          <a:xfrm xmlns:a="http://schemas.openxmlformats.org/drawingml/2006/main">
            <a:off x="4193381" y="4897879"/>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279" name="text-874">
            <a:extLst xmlns:a="http://schemas.openxmlformats.org/drawingml/2006/main">
              <a:ext uri="{FF2B5EF4-FFF2-40B4-BE49-F238E27FC236}">
                <a16:creationId xmlns:a16="http://schemas.microsoft.com/office/drawing/2014/main" id="{EB318624-6F88-4822-A02C-270CF3218ED0}"/>
              </a:ext>
            </a:extLst>
          </p:cNvPr>
          <p:cNvSpPr>
            <a:spLocks xmlns:a="http://schemas.openxmlformats.org/drawingml/2006/main" noGrp="1"/>
          </p:cNvSpPr>
          <p:nvPr/>
        </p:nvSpPr>
        <p:spPr>
          <a:xfrm xmlns:a="http://schemas.openxmlformats.org/drawingml/2006/main">
            <a:off x="3331845" y="4981480"/>
            <a:ext cx="593503"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1572C3"/>
                </a:solidFill>
                <a:latin typeface="Arial"/>
                <a:ea typeface="Arial"/>
                <a:cs typeface="Arial"/>
              </a:defRPr>
            </a:defPPr>
            <a:lvl1pPr algn="l">
              <a:defRPr sz="553" b="0">
                <a:solidFill>
                  <a:srgbClr val="1572C3"/>
                </a:solidFill>
                <a:latin typeface="Arial"/>
                <a:ea typeface="Arial"/>
                <a:cs typeface="Arial"/>
              </a:defRPr>
            </a:lvl1pPr>
            <a:lvl2pPr algn="l">
              <a:defRPr sz="553" b="0">
                <a:solidFill>
                  <a:srgbClr val="1572C3"/>
                </a:solidFill>
                <a:latin typeface="Arial"/>
                <a:ea typeface="Arial"/>
                <a:cs typeface="Arial"/>
              </a:defRPr>
            </a:lvl2pPr>
            <a:lvl3pPr algn="l">
              <a:defRPr sz="553" b="0">
                <a:solidFill>
                  <a:srgbClr val="1572C3"/>
                </a:solidFill>
                <a:latin typeface="Arial"/>
                <a:ea typeface="Arial"/>
                <a:cs typeface="Arial"/>
              </a:defRPr>
            </a:lvl3pPr>
            <a:lvl4pPr algn="l">
              <a:defRPr sz="553" b="0">
                <a:solidFill>
                  <a:srgbClr val="1572C3"/>
                </a:solidFill>
                <a:latin typeface="Arial"/>
                <a:ea typeface="Arial"/>
                <a:cs typeface="Arial"/>
              </a:defRPr>
            </a:lvl4pPr>
            <a:lvl5pPr algn="l">
              <a:defRPr sz="553" b="0">
                <a:solidFill>
                  <a:srgbClr val="1572C3"/>
                </a:solidFill>
                <a:latin typeface="Arial"/>
                <a:ea typeface="Arial"/>
                <a:cs typeface="Arial"/>
              </a:defRPr>
            </a:lvl5pPr>
            <a:lvl6pPr algn="l">
              <a:defRPr sz="553" b="0">
                <a:solidFill>
                  <a:srgbClr val="1572C3"/>
                </a:solidFill>
                <a:latin typeface="Arial"/>
                <a:ea typeface="Arial"/>
                <a:cs typeface="Arial"/>
              </a:defRPr>
            </a:lvl6pPr>
            <a:lvl7pPr algn="l">
              <a:defRPr sz="553" b="0">
                <a:solidFill>
                  <a:srgbClr val="1572C3"/>
                </a:solidFill>
                <a:latin typeface="Arial"/>
                <a:ea typeface="Arial"/>
                <a:cs typeface="Arial"/>
              </a:defRPr>
            </a:lvl7pPr>
            <a:lvl8pPr algn="l">
              <a:defRPr sz="553" b="0">
                <a:solidFill>
                  <a:srgbClr val="1572C3"/>
                </a:solidFill>
                <a:latin typeface="Arial"/>
                <a:ea typeface="Arial"/>
                <a:cs typeface="Arial"/>
              </a:defRPr>
            </a:lvl8pPr>
            <a:lvl9pPr algn="l">
              <a:defRPr sz="553" b="0">
                <a:solidFill>
                  <a:srgbClr val="1572C3"/>
                </a:solidFill>
                <a:latin typeface="Arial"/>
                <a:ea typeface="Arial"/>
                <a:cs typeface="Arial"/>
              </a:defRPr>
            </a:lvl9pPr>
          </a:lstStyle>
          <a:p xmlns:a="http://schemas.openxmlformats.org/drawingml/2006/main">
            <a:pPr algn="l">
              <a:defRPr sz="553" b="0">
                <a:solidFill>
                  <a:srgbClr val="1572C3"/>
                </a:solidFill>
                <a:latin typeface="Arial"/>
                <a:ea typeface="Arial"/>
                <a:cs typeface="Arial"/>
              </a:defRPr>
            </a:pPr>
            <a:r>
              <a:rPr sz="553" b="0">
                <a:solidFill>
                  <a:srgbClr val="1572C3"/>
                </a:solidFill>
                <a:latin typeface="Arial"/>
                <a:ea typeface="Arial"/>
                <a:cs typeface="Arial"/>
              </a:rPr>
              <a:t>WriteDataM</a:t>
            </a:r>
          </a:p>
        </p:txBody>
      </p:sp>
      <p:sp>
        <p:nvSpPr>
          <p:cNvPr id="280" name="block-875">
            <a:extLst xmlns:a="http://schemas.openxmlformats.org/drawingml/2006/main">
              <a:ext uri="{FF2B5EF4-FFF2-40B4-BE49-F238E27FC236}">
                <a16:creationId xmlns:a16="http://schemas.microsoft.com/office/drawing/2014/main" id="{13B14CC8-A72A-41C4-9EF5-D782F967CFAD}"/>
              </a:ext>
            </a:extLst>
          </p:cNvPr>
          <p:cNvSpPr>
            <a:spLocks xmlns:a="http://schemas.openxmlformats.org/drawingml/2006/main" noGrp="1"/>
          </p:cNvSpPr>
          <p:nvPr/>
        </p:nvSpPr>
        <p:spPr>
          <a:xfrm xmlns:a="http://schemas.openxmlformats.org/drawingml/2006/main">
            <a:off x="4225290" y="4330541"/>
            <a:ext cx="529685" cy="325469"/>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281" name="block-876">
            <a:extLst xmlns:a="http://schemas.openxmlformats.org/drawingml/2006/main">
              <a:ext uri="{FF2B5EF4-FFF2-40B4-BE49-F238E27FC236}">
                <a16:creationId xmlns:a16="http://schemas.microsoft.com/office/drawing/2014/main" id="{9007ECC3-E6E3-41F7-9046-8644ED39D39F}"/>
              </a:ext>
            </a:extLst>
          </p:cNvPr>
          <p:cNvSpPr>
            <a:spLocks xmlns:a="http://schemas.openxmlformats.org/drawingml/2006/main" noGrp="1"/>
          </p:cNvSpPr>
          <p:nvPr/>
        </p:nvSpPr>
        <p:spPr>
          <a:xfrm xmlns:a="http://schemas.openxmlformats.org/drawingml/2006/main">
            <a:off x="4225290" y="4841081"/>
            <a:ext cx="1021080" cy="210598"/>
          </a:xfrm>
          <a:prstGeom xmlns:a="http://schemas.openxmlformats.org/drawingml/2006/main" prst="rect">
            <a:avLst/>
          </a:prstGeom>
          <a:solidFill xmlns:a="http://schemas.openxmlformats.org/drawingml/2006/main">
            <a:srgbClr val="77A3DC"/>
          </a:solidFill>
          <a:ln xmlns:a="http://schemas.openxmlformats.org/drawingml/2006/main" w="9573">
            <a:solidFill>
              <a:srgbClr val="231F20"/>
            </a:solidFill>
          </a:ln>
        </p:spPr>
      </p:sp>
      <p:sp>
        <p:nvSpPr>
          <p:cNvPr id="282" name="text-877">
            <a:extLst xmlns:a="http://schemas.openxmlformats.org/drawingml/2006/main">
              <a:ext uri="{FF2B5EF4-FFF2-40B4-BE49-F238E27FC236}">
                <a16:creationId xmlns:a16="http://schemas.microsoft.com/office/drawing/2014/main" id="{2CB5FB8E-B1DD-4CBE-B0A6-B63ACAD0EF61}"/>
              </a:ext>
            </a:extLst>
          </p:cNvPr>
          <p:cNvSpPr>
            <a:spLocks xmlns:a="http://schemas.openxmlformats.org/drawingml/2006/main" noGrp="1"/>
          </p:cNvSpPr>
          <p:nvPr/>
        </p:nvSpPr>
        <p:spPr>
          <a:xfrm xmlns:a="http://schemas.openxmlformats.org/drawingml/2006/main">
            <a:off x="4244435" y="4847463"/>
            <a:ext cx="982790" cy="1978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3" b="1">
                <a:solidFill>
                  <a:srgbClr val="231F20"/>
                </a:solidFill>
                <a:latin typeface="Arial"/>
                <a:ea typeface="Arial"/>
                <a:cs typeface="Arial"/>
              </a:defRPr>
            </a:defPPr>
            <a:lvl1pPr algn="ctr">
              <a:defRPr sz="603" b="1">
                <a:solidFill>
                  <a:srgbClr val="231F20"/>
                </a:solidFill>
                <a:latin typeface="Arial"/>
                <a:ea typeface="Arial"/>
                <a:cs typeface="Arial"/>
              </a:defRPr>
            </a:lvl1pPr>
            <a:lvl2pPr algn="ctr">
              <a:defRPr sz="603" b="1">
                <a:solidFill>
                  <a:srgbClr val="231F20"/>
                </a:solidFill>
                <a:latin typeface="Arial"/>
                <a:ea typeface="Arial"/>
                <a:cs typeface="Arial"/>
              </a:defRPr>
            </a:lvl2pPr>
            <a:lvl3pPr algn="ctr">
              <a:defRPr sz="603" b="1">
                <a:solidFill>
                  <a:srgbClr val="231F20"/>
                </a:solidFill>
                <a:latin typeface="Arial"/>
                <a:ea typeface="Arial"/>
                <a:cs typeface="Arial"/>
              </a:defRPr>
            </a:lvl3pPr>
            <a:lvl4pPr algn="ctr">
              <a:defRPr sz="603" b="1">
                <a:solidFill>
                  <a:srgbClr val="231F20"/>
                </a:solidFill>
                <a:latin typeface="Arial"/>
                <a:ea typeface="Arial"/>
                <a:cs typeface="Arial"/>
              </a:defRPr>
            </a:lvl4pPr>
            <a:lvl5pPr algn="ctr">
              <a:defRPr sz="603" b="1">
                <a:solidFill>
                  <a:srgbClr val="231F20"/>
                </a:solidFill>
                <a:latin typeface="Arial"/>
                <a:ea typeface="Arial"/>
                <a:cs typeface="Arial"/>
              </a:defRPr>
            </a:lvl5pPr>
            <a:lvl6pPr algn="ctr">
              <a:defRPr sz="603" b="1">
                <a:solidFill>
                  <a:srgbClr val="231F20"/>
                </a:solidFill>
                <a:latin typeface="Arial"/>
                <a:ea typeface="Arial"/>
                <a:cs typeface="Arial"/>
              </a:defRPr>
            </a:lvl6pPr>
            <a:lvl7pPr algn="ctr">
              <a:defRPr sz="603" b="1">
                <a:solidFill>
                  <a:srgbClr val="231F20"/>
                </a:solidFill>
                <a:latin typeface="Arial"/>
                <a:ea typeface="Arial"/>
                <a:cs typeface="Arial"/>
              </a:defRPr>
            </a:lvl7pPr>
            <a:lvl8pPr algn="ctr">
              <a:defRPr sz="603" b="1">
                <a:solidFill>
                  <a:srgbClr val="231F20"/>
                </a:solidFill>
                <a:latin typeface="Arial"/>
                <a:ea typeface="Arial"/>
                <a:cs typeface="Arial"/>
              </a:defRPr>
            </a:lvl8pPr>
            <a:lvl9pPr algn="ctr">
              <a:defRPr sz="603" b="1">
                <a:solidFill>
                  <a:srgbClr val="231F20"/>
                </a:solidFill>
                <a:latin typeface="Arial"/>
                <a:ea typeface="Arial"/>
                <a:cs typeface="Arial"/>
              </a:defRPr>
            </a:lvl9pPr>
          </a:lstStyle>
          <a:p xmlns:a="http://schemas.openxmlformats.org/drawingml/2006/main">
            <a:pPr algn="ctr">
              <a:defRPr sz="603" b="1">
                <a:solidFill>
                  <a:srgbClr val="231F20"/>
                </a:solidFill>
                <a:latin typeface="Arial"/>
                <a:ea typeface="Arial"/>
                <a:cs typeface="Arial"/>
              </a:defRPr>
            </a:pPr>
            <a:r>
              <a:rPr sz="603" b="1">
                <a:solidFill>
                  <a:srgbClr val="231F20"/>
                </a:solidFill>
                <a:latin typeface="Arial"/>
                <a:ea typeface="Arial"/>
                <a:cs typeface="Arial"/>
              </a:rPr>
              <a:t>ahbcacheinterface</a:t>
            </a:r>
          </a:p>
        </p:txBody>
      </p:sp>
      <p:sp>
        <p:nvSpPr>
          <p:cNvPr id="283" name="wire-878">
            <a:extLst xmlns:a="http://schemas.openxmlformats.org/drawingml/2006/main">
              <a:ext uri="{FF2B5EF4-FFF2-40B4-BE49-F238E27FC236}">
                <a16:creationId xmlns:a16="http://schemas.microsoft.com/office/drawing/2014/main" id="{271E3685-A708-41F0-8C0F-DA0E0BECAC30}"/>
              </a:ext>
            </a:extLst>
          </p:cNvPr>
          <p:cNvSpPr>
            <a:spLocks xmlns:a="http://schemas.openxmlformats.org/drawingml/2006/main" noGrp="1"/>
          </p:cNvSpPr>
          <p:nvPr/>
        </p:nvSpPr>
        <p:spPr>
          <a:xfrm xmlns:a="http://schemas.openxmlformats.org/drawingml/2006/main">
            <a:off x="4735830" y="4126325"/>
            <a:ext cx="9525" cy="76581"/>
          </a:xfrm>
          <a:custGeom xmlns:a="http://schemas.openxmlformats.org/drawingml/2006/main">
            <a:pathLst>
              <a:path w="9525" h="76581">
                <a:moveTo>
                  <a:pt x="0" y="0"/>
                </a:moveTo>
                <a:lnTo>
                  <a:pt x="0" y="76581"/>
                </a:lnTo>
              </a:path>
            </a:pathLst>
          </a:custGeom>
          <a:noFill xmlns:a="http://schemas.openxmlformats.org/drawingml/2006/main"/>
          <a:ln xmlns:a="http://schemas.openxmlformats.org/drawingml/2006/main" w="8934">
            <a:solidFill>
              <a:srgbClr val="231F20"/>
            </a:solidFill>
          </a:ln>
        </p:spPr>
      </p:sp>
      <p:sp>
        <p:nvSpPr>
          <p:cNvPr id="284" name="wire-879">
            <a:extLst xmlns:a="http://schemas.openxmlformats.org/drawingml/2006/main">
              <a:ext uri="{FF2B5EF4-FFF2-40B4-BE49-F238E27FC236}">
                <a16:creationId xmlns:a16="http://schemas.microsoft.com/office/drawing/2014/main" id="{107728EB-FEFB-4DDA-BDB4-DE8CFA8EF976}"/>
              </a:ext>
            </a:extLst>
          </p:cNvPr>
          <p:cNvSpPr>
            <a:spLocks xmlns:a="http://schemas.openxmlformats.org/drawingml/2006/main" noGrp="1"/>
          </p:cNvSpPr>
          <p:nvPr/>
        </p:nvSpPr>
        <p:spPr>
          <a:xfrm xmlns:a="http://schemas.openxmlformats.org/drawingml/2006/main">
            <a:off x="4467797" y="4202906"/>
            <a:ext cx="268034" cy="9525"/>
          </a:xfrm>
          <a:custGeom xmlns:a="http://schemas.openxmlformats.org/drawingml/2006/main">
            <a:pathLst>
              <a:path w="268034" h="9525">
                <a:moveTo>
                  <a:pt x="268034" y="0"/>
                </a:moveTo>
                <a:lnTo>
                  <a:pt x="0" y="0"/>
                </a:lnTo>
              </a:path>
            </a:pathLst>
          </a:custGeom>
          <a:noFill xmlns:a="http://schemas.openxmlformats.org/drawingml/2006/main"/>
          <a:ln xmlns:a="http://schemas.openxmlformats.org/drawingml/2006/main" w="8934">
            <a:solidFill>
              <a:srgbClr val="231F20"/>
            </a:solidFill>
          </a:ln>
        </p:spPr>
      </p:sp>
      <p:sp>
        <p:nvSpPr>
          <p:cNvPr id="285" name="wire-880">
            <a:extLst xmlns:a="http://schemas.openxmlformats.org/drawingml/2006/main">
              <a:ext uri="{FF2B5EF4-FFF2-40B4-BE49-F238E27FC236}">
                <a16:creationId xmlns:a16="http://schemas.microsoft.com/office/drawing/2014/main" id="{CE1D758A-896A-4474-869D-4E0B13127926}"/>
              </a:ext>
            </a:extLst>
          </p:cNvPr>
          <p:cNvSpPr>
            <a:spLocks xmlns:a="http://schemas.openxmlformats.org/drawingml/2006/main" noGrp="1"/>
          </p:cNvSpPr>
          <p:nvPr/>
        </p:nvSpPr>
        <p:spPr>
          <a:xfrm xmlns:a="http://schemas.openxmlformats.org/drawingml/2006/main">
            <a:off x="4467797" y="4202906"/>
            <a:ext cx="9525" cy="127635"/>
          </a:xfrm>
          <a:custGeom xmlns:a="http://schemas.openxmlformats.org/drawingml/2006/main">
            <a:pathLst>
              <a:path w="9525" h="127635">
                <a:moveTo>
                  <a:pt x="0" y="0"/>
                </a:moveTo>
                <a:lnTo>
                  <a:pt x="0" y="127635"/>
                </a:lnTo>
              </a:path>
            </a:pathLst>
          </a:custGeom>
          <a:noFill xmlns:a="http://schemas.openxmlformats.org/drawingml/2006/main"/>
          <a:ln xmlns:a="http://schemas.openxmlformats.org/drawingml/2006/main" w="8934">
            <a:solidFill>
              <a:srgbClr val="231F20"/>
            </a:solidFill>
          </a:ln>
        </p:spPr>
      </p:sp>
      <p:sp>
        <p:nvSpPr>
          <p:cNvPr id="286" name="circuit-881">
            <a:extLst xmlns:a="http://schemas.openxmlformats.org/drawingml/2006/main">
              <a:ext uri="{FF2B5EF4-FFF2-40B4-BE49-F238E27FC236}">
                <a16:creationId xmlns:a16="http://schemas.microsoft.com/office/drawing/2014/main" id="{D6493E1D-E65B-4D50-8D48-C52170B0C4CC}"/>
              </a:ext>
            </a:extLst>
          </p:cNvPr>
          <p:cNvSpPr>
            <a:spLocks xmlns:a="http://schemas.openxmlformats.org/drawingml/2006/main" noGrp="1"/>
          </p:cNvSpPr>
          <p:nvPr/>
        </p:nvSpPr>
        <p:spPr>
          <a:xfrm xmlns:a="http://schemas.openxmlformats.org/drawingml/2006/main">
            <a:off x="4454395" y="4298633"/>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287" name="wire-882">
            <a:extLst xmlns:a="http://schemas.openxmlformats.org/drawingml/2006/main">
              <a:ext uri="{FF2B5EF4-FFF2-40B4-BE49-F238E27FC236}">
                <a16:creationId xmlns:a16="http://schemas.microsoft.com/office/drawing/2014/main" id="{28CDAF88-9257-458F-AD69-9E88B1443024}"/>
              </a:ext>
            </a:extLst>
          </p:cNvPr>
          <p:cNvSpPr>
            <a:spLocks xmlns:a="http://schemas.openxmlformats.org/drawingml/2006/main" noGrp="1"/>
          </p:cNvSpPr>
          <p:nvPr/>
        </p:nvSpPr>
        <p:spPr>
          <a:xfrm xmlns:a="http://schemas.openxmlformats.org/drawingml/2006/main">
            <a:off x="4735830" y="4202906"/>
            <a:ext cx="580739" cy="9525"/>
          </a:xfrm>
          <a:custGeom xmlns:a="http://schemas.openxmlformats.org/drawingml/2006/main">
            <a:pathLst>
              <a:path w="580739" h="9525">
                <a:moveTo>
                  <a:pt x="0" y="0"/>
                </a:moveTo>
                <a:lnTo>
                  <a:pt x="580739" y="0"/>
                </a:lnTo>
              </a:path>
            </a:pathLst>
          </a:custGeom>
          <a:noFill xmlns:a="http://schemas.openxmlformats.org/drawingml/2006/main"/>
          <a:ln xmlns:a="http://schemas.openxmlformats.org/drawingml/2006/main" w="10849">
            <a:solidFill>
              <a:srgbClr val="1572C3"/>
            </a:solidFill>
          </a:ln>
        </p:spPr>
      </p:sp>
      <p:sp>
        <p:nvSpPr>
          <p:cNvPr id="288" name="wire-883">
            <a:extLst xmlns:a="http://schemas.openxmlformats.org/drawingml/2006/main">
              <a:ext uri="{FF2B5EF4-FFF2-40B4-BE49-F238E27FC236}">
                <a16:creationId xmlns:a16="http://schemas.microsoft.com/office/drawing/2014/main" id="{D558738B-33BA-4DA6-A3F3-DD7EA5CAC9AB}"/>
              </a:ext>
            </a:extLst>
          </p:cNvPr>
          <p:cNvSpPr>
            <a:spLocks xmlns:a="http://schemas.openxmlformats.org/drawingml/2006/main" noGrp="1"/>
          </p:cNvSpPr>
          <p:nvPr/>
        </p:nvSpPr>
        <p:spPr>
          <a:xfrm xmlns:a="http://schemas.openxmlformats.org/drawingml/2006/main">
            <a:off x="5316569" y="4202906"/>
            <a:ext cx="9525" cy="695611"/>
          </a:xfrm>
          <a:custGeom xmlns:a="http://schemas.openxmlformats.org/drawingml/2006/main">
            <a:pathLst>
              <a:path w="9525" h="695611">
                <a:moveTo>
                  <a:pt x="0" y="0"/>
                </a:moveTo>
                <a:lnTo>
                  <a:pt x="0" y="695611"/>
                </a:lnTo>
              </a:path>
            </a:pathLst>
          </a:custGeom>
          <a:noFill xmlns:a="http://schemas.openxmlformats.org/drawingml/2006/main"/>
          <a:ln xmlns:a="http://schemas.openxmlformats.org/drawingml/2006/main" w="10849">
            <a:solidFill>
              <a:srgbClr val="1572C3"/>
            </a:solidFill>
          </a:ln>
        </p:spPr>
      </p:sp>
      <p:sp>
        <p:nvSpPr>
          <p:cNvPr id="289" name="wire-884">
            <a:extLst xmlns:a="http://schemas.openxmlformats.org/drawingml/2006/main">
              <a:ext uri="{FF2B5EF4-FFF2-40B4-BE49-F238E27FC236}">
                <a16:creationId xmlns:a16="http://schemas.microsoft.com/office/drawing/2014/main" id="{DB14A8F1-C5FD-4D3F-B0CA-3A21039D253C}"/>
              </a:ext>
            </a:extLst>
          </p:cNvPr>
          <p:cNvSpPr>
            <a:spLocks xmlns:a="http://schemas.openxmlformats.org/drawingml/2006/main" noGrp="1"/>
          </p:cNvSpPr>
          <p:nvPr/>
        </p:nvSpPr>
        <p:spPr>
          <a:xfrm xmlns:a="http://schemas.openxmlformats.org/drawingml/2006/main">
            <a:off x="5246370" y="4898517"/>
            <a:ext cx="70199" cy="9525"/>
          </a:xfrm>
          <a:custGeom xmlns:a="http://schemas.openxmlformats.org/drawingml/2006/main">
            <a:pathLst>
              <a:path w="70199" h="9525">
                <a:moveTo>
                  <a:pt x="70199" y="0"/>
                </a:moveTo>
                <a:lnTo>
                  <a:pt x="0" y="0"/>
                </a:lnTo>
              </a:path>
            </a:pathLst>
          </a:custGeom>
          <a:noFill xmlns:a="http://schemas.openxmlformats.org/drawingml/2006/main"/>
          <a:ln xmlns:a="http://schemas.openxmlformats.org/drawingml/2006/main" w="10849">
            <a:solidFill>
              <a:srgbClr val="1572C3"/>
            </a:solidFill>
          </a:ln>
        </p:spPr>
      </p:sp>
      <p:sp>
        <p:nvSpPr>
          <p:cNvPr id="290" name="circuit-885">
            <a:extLst xmlns:a="http://schemas.openxmlformats.org/drawingml/2006/main">
              <a:ext uri="{FF2B5EF4-FFF2-40B4-BE49-F238E27FC236}">
                <a16:creationId xmlns:a16="http://schemas.microsoft.com/office/drawing/2014/main" id="{D223E7ED-9A71-4F7F-9149-AC384518A447}"/>
              </a:ext>
            </a:extLst>
          </p:cNvPr>
          <p:cNvSpPr>
            <a:spLocks xmlns:a="http://schemas.openxmlformats.org/drawingml/2006/main" noGrp="1"/>
          </p:cNvSpPr>
          <p:nvPr/>
        </p:nvSpPr>
        <p:spPr>
          <a:xfrm xmlns:a="http://schemas.openxmlformats.org/drawingml/2006/main">
            <a:off x="5246370" y="4885115"/>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291" name="">
            <a:extLst xmlns:a="http://schemas.openxmlformats.org/drawingml/2006/main">
              <a:ext uri="{FF2B5EF4-FFF2-40B4-BE49-F238E27FC236}">
                <a16:creationId xmlns:a16="http://schemas.microsoft.com/office/drawing/2014/main" id="{227947AB-5C27-45AA-B062-A28AB9DB3CEA}"/>
              </a:ext>
            </a:extLst>
          </p:cNvPr>
          <p:cNvSpPr>
            <a:spLocks xmlns:a="http://schemas.openxmlformats.org/drawingml/2006/main" noGrp="1"/>
          </p:cNvSpPr>
          <p:nvPr/>
        </p:nvSpPr>
        <p:spPr>
          <a:xfrm xmlns:a="http://schemas.openxmlformats.org/drawingml/2006/main">
            <a:off x="4726257" y="4193334"/>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292" name="text-886">
            <a:extLst xmlns:a="http://schemas.openxmlformats.org/drawingml/2006/main">
              <a:ext uri="{FF2B5EF4-FFF2-40B4-BE49-F238E27FC236}">
                <a16:creationId xmlns:a16="http://schemas.microsoft.com/office/drawing/2014/main" id="{23DAC89E-3731-44D3-9171-88FFDDA826DE}"/>
              </a:ext>
            </a:extLst>
          </p:cNvPr>
          <p:cNvSpPr>
            <a:spLocks xmlns:a="http://schemas.openxmlformats.org/drawingml/2006/main" noGrp="1"/>
          </p:cNvSpPr>
          <p:nvPr/>
        </p:nvSpPr>
        <p:spPr>
          <a:xfrm xmlns:a="http://schemas.openxmlformats.org/drawingml/2006/main">
            <a:off x="4933664" y="4336923"/>
            <a:ext cx="395669"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1572C3"/>
                </a:solidFill>
                <a:latin typeface="Arial"/>
                <a:ea typeface="Arial"/>
                <a:cs typeface="Arial"/>
              </a:defRPr>
            </a:defPPr>
            <a:lvl1pPr algn="l">
              <a:defRPr sz="553" b="0">
                <a:solidFill>
                  <a:srgbClr val="1572C3"/>
                </a:solidFill>
                <a:latin typeface="Arial"/>
                <a:ea typeface="Arial"/>
                <a:cs typeface="Arial"/>
              </a:defRPr>
            </a:lvl1pPr>
            <a:lvl2pPr algn="l">
              <a:defRPr sz="553" b="0">
                <a:solidFill>
                  <a:srgbClr val="1572C3"/>
                </a:solidFill>
                <a:latin typeface="Arial"/>
                <a:ea typeface="Arial"/>
                <a:cs typeface="Arial"/>
              </a:defRPr>
            </a:lvl2pPr>
            <a:lvl3pPr algn="l">
              <a:defRPr sz="553" b="0">
                <a:solidFill>
                  <a:srgbClr val="1572C3"/>
                </a:solidFill>
                <a:latin typeface="Arial"/>
                <a:ea typeface="Arial"/>
                <a:cs typeface="Arial"/>
              </a:defRPr>
            </a:lvl3pPr>
            <a:lvl4pPr algn="l">
              <a:defRPr sz="553" b="0">
                <a:solidFill>
                  <a:srgbClr val="1572C3"/>
                </a:solidFill>
                <a:latin typeface="Arial"/>
                <a:ea typeface="Arial"/>
                <a:cs typeface="Arial"/>
              </a:defRPr>
            </a:lvl4pPr>
            <a:lvl5pPr algn="l">
              <a:defRPr sz="553" b="0">
                <a:solidFill>
                  <a:srgbClr val="1572C3"/>
                </a:solidFill>
                <a:latin typeface="Arial"/>
                <a:ea typeface="Arial"/>
                <a:cs typeface="Arial"/>
              </a:defRPr>
            </a:lvl5pPr>
            <a:lvl6pPr algn="l">
              <a:defRPr sz="553" b="0">
                <a:solidFill>
                  <a:srgbClr val="1572C3"/>
                </a:solidFill>
                <a:latin typeface="Arial"/>
                <a:ea typeface="Arial"/>
                <a:cs typeface="Arial"/>
              </a:defRPr>
            </a:lvl6pPr>
            <a:lvl7pPr algn="l">
              <a:defRPr sz="553" b="0">
                <a:solidFill>
                  <a:srgbClr val="1572C3"/>
                </a:solidFill>
                <a:latin typeface="Arial"/>
                <a:ea typeface="Arial"/>
                <a:cs typeface="Arial"/>
              </a:defRPr>
            </a:lvl7pPr>
            <a:lvl8pPr algn="l">
              <a:defRPr sz="553" b="0">
                <a:solidFill>
                  <a:srgbClr val="1572C3"/>
                </a:solidFill>
                <a:latin typeface="Arial"/>
                <a:ea typeface="Arial"/>
                <a:cs typeface="Arial"/>
              </a:defRPr>
            </a:lvl8pPr>
            <a:lvl9pPr algn="l">
              <a:defRPr sz="553" b="0">
                <a:solidFill>
                  <a:srgbClr val="1572C3"/>
                </a:solidFill>
                <a:latin typeface="Arial"/>
                <a:ea typeface="Arial"/>
                <a:cs typeface="Arial"/>
              </a:defRPr>
            </a:lvl9pPr>
          </a:lstStyle>
          <a:p xmlns:a="http://schemas.openxmlformats.org/drawingml/2006/main">
            <a:pPr algn="l">
              <a:defRPr sz="553" b="0">
                <a:solidFill>
                  <a:srgbClr val="1572C3"/>
                </a:solidFill>
                <a:latin typeface="Arial"/>
                <a:ea typeface="Arial"/>
                <a:cs typeface="Arial"/>
              </a:defRPr>
            </a:pPr>
            <a:r>
              <a:rPr sz="553" b="0">
                <a:solidFill>
                  <a:srgbClr val="1572C3"/>
                </a:solidFill>
                <a:latin typeface="Arial"/>
                <a:ea typeface="Arial"/>
                <a:cs typeface="Arial"/>
              </a:rPr>
              <a:t>MMIO</a:t>
            </a:r>
          </a:p>
        </p:txBody>
      </p:sp>
      <p:sp>
        <p:nvSpPr>
          <p:cNvPr id="293" name="wire-887">
            <a:extLst xmlns:a="http://schemas.openxmlformats.org/drawingml/2006/main">
              <a:ext uri="{FF2B5EF4-FFF2-40B4-BE49-F238E27FC236}">
                <a16:creationId xmlns:a16="http://schemas.microsoft.com/office/drawing/2014/main" id="{1D3037E5-071D-4C0F-A98E-92D8C3FC4893}"/>
              </a:ext>
            </a:extLst>
          </p:cNvPr>
          <p:cNvSpPr>
            <a:spLocks xmlns:a="http://schemas.openxmlformats.org/drawingml/2006/main" noGrp="1"/>
          </p:cNvSpPr>
          <p:nvPr/>
        </p:nvSpPr>
        <p:spPr>
          <a:xfrm xmlns:a="http://schemas.openxmlformats.org/drawingml/2006/main">
            <a:off x="4493324" y="4656011"/>
            <a:ext cx="9525" cy="185071"/>
          </a:xfrm>
          <a:custGeom xmlns:a="http://schemas.openxmlformats.org/drawingml/2006/main">
            <a:pathLst>
              <a:path w="9525" h="185071">
                <a:moveTo>
                  <a:pt x="0" y="0"/>
                </a:moveTo>
                <a:lnTo>
                  <a:pt x="0" y="185071"/>
                </a:lnTo>
              </a:path>
            </a:pathLst>
          </a:custGeom>
          <a:noFill xmlns:a="http://schemas.openxmlformats.org/drawingml/2006/main"/>
          <a:ln xmlns:a="http://schemas.openxmlformats.org/drawingml/2006/main" w="9573">
            <a:solidFill>
              <a:srgbClr val="231F20"/>
            </a:solidFill>
          </a:ln>
        </p:spPr>
      </p:sp>
      <p:sp>
        <p:nvSpPr>
          <p:cNvPr id="294" name="circuit-888">
            <a:extLst xmlns:a="http://schemas.openxmlformats.org/drawingml/2006/main">
              <a:ext uri="{FF2B5EF4-FFF2-40B4-BE49-F238E27FC236}">
                <a16:creationId xmlns:a16="http://schemas.microsoft.com/office/drawing/2014/main" id="{442980EF-BD9C-4957-B0BA-1D31ACD05B8F}"/>
              </a:ext>
            </a:extLst>
          </p:cNvPr>
          <p:cNvSpPr>
            <a:spLocks xmlns:a="http://schemas.openxmlformats.org/drawingml/2006/main" noGrp="1"/>
          </p:cNvSpPr>
          <p:nvPr/>
        </p:nvSpPr>
        <p:spPr>
          <a:xfrm xmlns:a="http://schemas.openxmlformats.org/drawingml/2006/main">
            <a:off x="4479922" y="4809173"/>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231F20"/>
          </a:solidFill>
          <a:ln xmlns:a="http://schemas.openxmlformats.org/drawingml/2006/main" w="3191">
            <a:solidFill>
              <a:srgbClr val="231F20"/>
            </a:solidFill>
          </a:ln>
        </p:spPr>
      </p:sp>
      <p:sp>
        <p:nvSpPr>
          <p:cNvPr id="295" name="wire-889">
            <a:extLst xmlns:a="http://schemas.openxmlformats.org/drawingml/2006/main">
              <a:ext uri="{FF2B5EF4-FFF2-40B4-BE49-F238E27FC236}">
                <a16:creationId xmlns:a16="http://schemas.microsoft.com/office/drawing/2014/main" id="{91A5190B-DE21-41EA-8A3C-01224927CE96}"/>
              </a:ext>
            </a:extLst>
          </p:cNvPr>
          <p:cNvSpPr>
            <a:spLocks xmlns:a="http://schemas.openxmlformats.org/drawingml/2006/main" noGrp="1"/>
          </p:cNvSpPr>
          <p:nvPr/>
        </p:nvSpPr>
        <p:spPr>
          <a:xfrm xmlns:a="http://schemas.openxmlformats.org/drawingml/2006/main">
            <a:off x="4493324" y="4656011"/>
            <a:ext cx="9525" cy="185071"/>
          </a:xfrm>
          <a:custGeom xmlns:a="http://schemas.openxmlformats.org/drawingml/2006/main">
            <a:pathLst>
              <a:path w="9525" h="185071">
                <a:moveTo>
                  <a:pt x="0" y="185071"/>
                </a:moveTo>
                <a:lnTo>
                  <a:pt x="0" y="0"/>
                </a:lnTo>
              </a:path>
            </a:pathLst>
          </a:custGeom>
          <a:noFill xmlns:a="http://schemas.openxmlformats.org/drawingml/2006/main"/>
          <a:ln xmlns:a="http://schemas.openxmlformats.org/drawingml/2006/main" w="9573">
            <a:solidFill>
              <a:srgbClr val="231F20"/>
            </a:solidFill>
          </a:ln>
        </p:spPr>
      </p:sp>
      <p:sp>
        <p:nvSpPr>
          <p:cNvPr id="296" name="circuit-890">
            <a:extLst xmlns:a="http://schemas.openxmlformats.org/drawingml/2006/main">
              <a:ext uri="{FF2B5EF4-FFF2-40B4-BE49-F238E27FC236}">
                <a16:creationId xmlns:a16="http://schemas.microsoft.com/office/drawing/2014/main" id="{6AC6076D-D21A-46FB-AC6E-8775E1A109FA}"/>
              </a:ext>
            </a:extLst>
          </p:cNvPr>
          <p:cNvSpPr>
            <a:spLocks xmlns:a="http://schemas.openxmlformats.org/drawingml/2006/main" noGrp="1"/>
          </p:cNvSpPr>
          <p:nvPr/>
        </p:nvSpPr>
        <p:spPr>
          <a:xfrm xmlns:a="http://schemas.openxmlformats.org/drawingml/2006/main">
            <a:off x="4479922" y="4656011"/>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297" name="circuit-891">
            <a:extLst xmlns:a="http://schemas.openxmlformats.org/drawingml/2006/main">
              <a:ext uri="{FF2B5EF4-FFF2-40B4-BE49-F238E27FC236}">
                <a16:creationId xmlns:a16="http://schemas.microsoft.com/office/drawing/2014/main" id="{58727C0B-7A2C-4161-9050-8F4E22C18D6B}"/>
              </a:ext>
            </a:extLst>
          </p:cNvPr>
          <p:cNvSpPr>
            <a:spLocks xmlns:a="http://schemas.openxmlformats.org/drawingml/2006/main" noGrp="1"/>
          </p:cNvSpPr>
          <p:nvPr/>
        </p:nvSpPr>
        <p:spPr>
          <a:xfrm xmlns:a="http://schemas.openxmlformats.org/drawingml/2006/main">
            <a:off x="5335715" y="4445413"/>
            <a:ext cx="108490" cy="299942"/>
          </a:xfrm>
          <a:custGeom xmlns:a="http://schemas.openxmlformats.org/drawingml/2006/main">
            <a:pathLst>
              <a:path w="108490" h="299942">
                <a:moveTo>
                  <a:pt x="0" y="0"/>
                </a:moveTo>
                <a:lnTo>
                  <a:pt x="108490" y="38290"/>
                </a:lnTo>
                <a:lnTo>
                  <a:pt x="108490" y="261652"/>
                </a:lnTo>
                <a:lnTo>
                  <a:pt x="0" y="299942"/>
                </a:lnTo>
                <a:close/>
              </a:path>
            </a:pathLst>
          </a:custGeom>
          <a:solidFill xmlns:a="http://schemas.openxmlformats.org/drawingml/2006/main">
            <a:srgbClr val="FFFFFF"/>
          </a:solidFill>
          <a:ln xmlns:a="http://schemas.openxmlformats.org/drawingml/2006/main" w="9573">
            <a:solidFill>
              <a:srgbClr val="231F20"/>
            </a:solidFill>
          </a:ln>
        </p:spPr>
      </p:sp>
      <p:sp>
        <p:nvSpPr>
          <p:cNvPr id="298" name="text-892">
            <a:extLst xmlns:a="http://schemas.openxmlformats.org/drawingml/2006/main">
              <a:ext uri="{FF2B5EF4-FFF2-40B4-BE49-F238E27FC236}">
                <a16:creationId xmlns:a16="http://schemas.microsoft.com/office/drawing/2014/main" id="{41B58083-E7C3-4BD1-AEBC-A5FCA904D223}"/>
              </a:ext>
            </a:extLst>
          </p:cNvPr>
          <p:cNvSpPr>
            <a:spLocks xmlns:a="http://schemas.openxmlformats.org/drawingml/2006/main" noGrp="1"/>
          </p:cNvSpPr>
          <p:nvPr/>
        </p:nvSpPr>
        <p:spPr>
          <a:xfrm xmlns:a="http://schemas.openxmlformats.org/drawingml/2006/main">
            <a:off x="5342096" y="4464558"/>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299" name="text-893">
            <a:extLst xmlns:a="http://schemas.openxmlformats.org/drawingml/2006/main">
              <a:ext uri="{FF2B5EF4-FFF2-40B4-BE49-F238E27FC236}">
                <a16:creationId xmlns:a16="http://schemas.microsoft.com/office/drawing/2014/main" id="{F809CC14-E654-40DA-9247-AD378117B4B8}"/>
              </a:ext>
            </a:extLst>
          </p:cNvPr>
          <p:cNvSpPr>
            <a:spLocks xmlns:a="http://schemas.openxmlformats.org/drawingml/2006/main" noGrp="1"/>
          </p:cNvSpPr>
          <p:nvPr/>
        </p:nvSpPr>
        <p:spPr>
          <a:xfrm xmlns:a="http://schemas.openxmlformats.org/drawingml/2006/main">
            <a:off x="5342096" y="4630484"/>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300" name="wire-894">
            <a:extLst xmlns:a="http://schemas.openxmlformats.org/drawingml/2006/main">
              <a:ext uri="{FF2B5EF4-FFF2-40B4-BE49-F238E27FC236}">
                <a16:creationId xmlns:a16="http://schemas.microsoft.com/office/drawing/2014/main" id="{0A3626C7-EE15-4319-8264-EAD5D3F2F842}"/>
              </a:ext>
            </a:extLst>
          </p:cNvPr>
          <p:cNvSpPr>
            <a:spLocks xmlns:a="http://schemas.openxmlformats.org/drawingml/2006/main" noGrp="1"/>
          </p:cNvSpPr>
          <p:nvPr/>
        </p:nvSpPr>
        <p:spPr>
          <a:xfrm xmlns:a="http://schemas.openxmlformats.org/drawingml/2006/main">
            <a:off x="4754975" y="4490085"/>
            <a:ext cx="580739" cy="25527"/>
          </a:xfrm>
          <a:custGeom xmlns:a="http://schemas.openxmlformats.org/drawingml/2006/main">
            <a:pathLst>
              <a:path w="580739" h="25527">
                <a:moveTo>
                  <a:pt x="0" y="0"/>
                </a:moveTo>
                <a:lnTo>
                  <a:pt x="580739" y="25527"/>
                </a:lnTo>
              </a:path>
            </a:pathLst>
          </a:custGeom>
          <a:noFill xmlns:a="http://schemas.openxmlformats.org/drawingml/2006/main"/>
          <a:ln xmlns:a="http://schemas.openxmlformats.org/drawingml/2006/main" w="9573">
            <a:solidFill>
              <a:srgbClr val="231F20"/>
            </a:solidFill>
          </a:ln>
        </p:spPr>
      </p:sp>
      <p:sp>
        <p:nvSpPr>
          <p:cNvPr id="301" name="circuit-895">
            <a:extLst xmlns:a="http://schemas.openxmlformats.org/drawingml/2006/main">
              <a:ext uri="{FF2B5EF4-FFF2-40B4-BE49-F238E27FC236}">
                <a16:creationId xmlns:a16="http://schemas.microsoft.com/office/drawing/2014/main" id="{BD26C44A-C048-4F74-BA0D-9068058F80BE}"/>
              </a:ext>
            </a:extLst>
          </p:cNvPr>
          <p:cNvSpPr>
            <a:spLocks xmlns:a="http://schemas.openxmlformats.org/drawingml/2006/main" noGrp="1"/>
          </p:cNvSpPr>
          <p:nvPr/>
        </p:nvSpPr>
        <p:spPr>
          <a:xfrm xmlns:a="http://schemas.openxmlformats.org/drawingml/2006/main">
            <a:off x="5303248" y="4500822"/>
            <a:ext cx="32466" cy="26777"/>
          </a:xfrm>
          <a:custGeom xmlns:a="http://schemas.openxmlformats.org/drawingml/2006/main">
            <a:pathLst>
              <a:path w="32466" h="26777">
                <a:moveTo>
                  <a:pt x="32466" y="14790"/>
                </a:moveTo>
                <a:lnTo>
                  <a:pt x="1177" y="0"/>
                </a:lnTo>
                <a:lnTo>
                  <a:pt x="0" y="26777"/>
                </a:lnTo>
                <a:close/>
              </a:path>
            </a:pathLst>
          </a:custGeom>
          <a:solidFill xmlns:a="http://schemas.openxmlformats.org/drawingml/2006/main">
            <a:srgbClr val="231F20"/>
          </a:solidFill>
          <a:ln xmlns:a="http://schemas.openxmlformats.org/drawingml/2006/main" w="3191">
            <a:solidFill>
              <a:srgbClr val="231F20"/>
            </a:solidFill>
          </a:ln>
        </p:spPr>
      </p:sp>
      <p:sp>
        <p:nvSpPr>
          <p:cNvPr id="302" name="wire-896">
            <a:extLst xmlns:a="http://schemas.openxmlformats.org/drawingml/2006/main">
              <a:ext uri="{FF2B5EF4-FFF2-40B4-BE49-F238E27FC236}">
                <a16:creationId xmlns:a16="http://schemas.microsoft.com/office/drawing/2014/main" id="{D6330EFA-FD71-4691-9309-6286945C62D7}"/>
              </a:ext>
            </a:extLst>
          </p:cNvPr>
          <p:cNvSpPr>
            <a:spLocks xmlns:a="http://schemas.openxmlformats.org/drawingml/2006/main" noGrp="1"/>
          </p:cNvSpPr>
          <p:nvPr/>
        </p:nvSpPr>
        <p:spPr>
          <a:xfrm xmlns:a="http://schemas.openxmlformats.org/drawingml/2006/main">
            <a:off x="4984718" y="4668774"/>
            <a:ext cx="9525" cy="172307"/>
          </a:xfrm>
          <a:custGeom xmlns:a="http://schemas.openxmlformats.org/drawingml/2006/main">
            <a:pathLst>
              <a:path w="9525" h="172307">
                <a:moveTo>
                  <a:pt x="0" y="172307"/>
                </a:moveTo>
                <a:lnTo>
                  <a:pt x="0" y="0"/>
                </a:lnTo>
              </a:path>
            </a:pathLst>
          </a:custGeom>
          <a:noFill xmlns:a="http://schemas.openxmlformats.org/drawingml/2006/main"/>
          <a:ln xmlns:a="http://schemas.openxmlformats.org/drawingml/2006/main" w="9573">
            <a:solidFill>
              <a:srgbClr val="231F20"/>
            </a:solidFill>
          </a:ln>
        </p:spPr>
      </p:sp>
      <p:sp>
        <p:nvSpPr>
          <p:cNvPr id="303" name="wire-897">
            <a:extLst xmlns:a="http://schemas.openxmlformats.org/drawingml/2006/main">
              <a:ext uri="{FF2B5EF4-FFF2-40B4-BE49-F238E27FC236}">
                <a16:creationId xmlns:a16="http://schemas.microsoft.com/office/drawing/2014/main" id="{D0E25EC4-9732-4264-810B-623D355CEE94}"/>
              </a:ext>
            </a:extLst>
          </p:cNvPr>
          <p:cNvSpPr>
            <a:spLocks xmlns:a="http://schemas.openxmlformats.org/drawingml/2006/main" noGrp="1"/>
          </p:cNvSpPr>
          <p:nvPr/>
        </p:nvSpPr>
        <p:spPr>
          <a:xfrm xmlns:a="http://schemas.openxmlformats.org/drawingml/2006/main">
            <a:off x="4984718" y="4668774"/>
            <a:ext cx="350996" cy="9525"/>
          </a:xfrm>
          <a:custGeom xmlns:a="http://schemas.openxmlformats.org/drawingml/2006/main">
            <a:pathLst>
              <a:path w="350996" h="9525">
                <a:moveTo>
                  <a:pt x="0" y="0"/>
                </a:moveTo>
                <a:lnTo>
                  <a:pt x="350996" y="0"/>
                </a:lnTo>
              </a:path>
            </a:pathLst>
          </a:custGeom>
          <a:noFill xmlns:a="http://schemas.openxmlformats.org/drawingml/2006/main"/>
          <a:ln xmlns:a="http://schemas.openxmlformats.org/drawingml/2006/main" w="9573">
            <a:solidFill>
              <a:srgbClr val="231F20"/>
            </a:solidFill>
          </a:ln>
        </p:spPr>
      </p:sp>
      <p:sp>
        <p:nvSpPr>
          <p:cNvPr id="304" name="circuit-898">
            <a:extLst xmlns:a="http://schemas.openxmlformats.org/drawingml/2006/main">
              <a:ext uri="{FF2B5EF4-FFF2-40B4-BE49-F238E27FC236}">
                <a16:creationId xmlns:a16="http://schemas.microsoft.com/office/drawing/2014/main" id="{3206836A-674D-47FB-8F4C-54F30013513E}"/>
              </a:ext>
            </a:extLst>
          </p:cNvPr>
          <p:cNvSpPr>
            <a:spLocks xmlns:a="http://schemas.openxmlformats.org/drawingml/2006/main" noGrp="1"/>
          </p:cNvSpPr>
          <p:nvPr/>
        </p:nvSpPr>
        <p:spPr>
          <a:xfrm xmlns:a="http://schemas.openxmlformats.org/drawingml/2006/main">
            <a:off x="5303806" y="4655372"/>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05" name="block-899">
            <a:extLst xmlns:a="http://schemas.openxmlformats.org/drawingml/2006/main">
              <a:ext uri="{FF2B5EF4-FFF2-40B4-BE49-F238E27FC236}">
                <a16:creationId xmlns:a16="http://schemas.microsoft.com/office/drawing/2014/main" id="{E2ABBE94-4A4F-4029-B580-B2DE4D280C24}"/>
              </a:ext>
            </a:extLst>
          </p:cNvPr>
          <p:cNvSpPr>
            <a:spLocks xmlns:a="http://schemas.openxmlformats.org/drawingml/2006/main" noGrp="1"/>
          </p:cNvSpPr>
          <p:nvPr/>
        </p:nvSpPr>
        <p:spPr>
          <a:xfrm xmlns:a="http://schemas.openxmlformats.org/drawingml/2006/main">
            <a:off x="5571839" y="4483703"/>
            <a:ext cx="76581" cy="229743"/>
          </a:xfrm>
          <a:prstGeom xmlns:a="http://schemas.openxmlformats.org/drawingml/2006/main" prst="rect">
            <a:avLst/>
          </a:prstGeom>
          <a:solidFill xmlns:a="http://schemas.openxmlformats.org/drawingml/2006/main">
            <a:srgbClr val="FFFFFF"/>
          </a:solidFill>
          <a:ln xmlns:a="http://schemas.openxmlformats.org/drawingml/2006/main" w="9573">
            <a:solidFill>
              <a:srgbClr val="231F20"/>
            </a:solidFill>
          </a:ln>
        </p:spPr>
      </p:sp>
      <p:sp>
        <p:nvSpPr>
          <p:cNvPr id="306" name="circuit-900">
            <a:extLst xmlns:a="http://schemas.openxmlformats.org/drawingml/2006/main">
              <a:ext uri="{FF2B5EF4-FFF2-40B4-BE49-F238E27FC236}">
                <a16:creationId xmlns:a16="http://schemas.microsoft.com/office/drawing/2014/main" id="{BC2E52EA-DFDF-472B-AFB6-0F44A2C8C3F4}"/>
              </a:ext>
            </a:extLst>
          </p:cNvPr>
          <p:cNvSpPr>
            <a:spLocks xmlns:a="http://schemas.openxmlformats.org/drawingml/2006/main" noGrp="1"/>
          </p:cNvSpPr>
          <p:nvPr/>
        </p:nvSpPr>
        <p:spPr>
          <a:xfrm xmlns:a="http://schemas.openxmlformats.org/drawingml/2006/main">
            <a:off x="5584603" y="4483703"/>
            <a:ext cx="51054" cy="31909"/>
          </a:xfrm>
          <a:custGeom xmlns:a="http://schemas.openxmlformats.org/drawingml/2006/main">
            <a:pathLst>
              <a:path w="51054" h="31909">
                <a:moveTo>
                  <a:pt x="0" y="0"/>
                </a:moveTo>
                <a:lnTo>
                  <a:pt x="25527" y="31909"/>
                </a:lnTo>
                <a:lnTo>
                  <a:pt x="51054" y="0"/>
                </a:lnTo>
                <a:close/>
              </a:path>
            </a:pathLst>
          </a:custGeom>
          <a:noFill xmlns:a="http://schemas.openxmlformats.org/drawingml/2006/main"/>
          <a:ln xmlns:a="http://schemas.openxmlformats.org/drawingml/2006/main" w="9573">
            <a:solidFill>
              <a:srgbClr val="231F20"/>
            </a:solidFill>
          </a:ln>
        </p:spPr>
      </p:sp>
      <p:sp>
        <p:nvSpPr>
          <p:cNvPr id="307" name="wire-901">
            <a:extLst xmlns:a="http://schemas.openxmlformats.org/drawingml/2006/main">
              <a:ext uri="{FF2B5EF4-FFF2-40B4-BE49-F238E27FC236}">
                <a16:creationId xmlns:a16="http://schemas.microsoft.com/office/drawing/2014/main" id="{C9DA945C-A309-443A-B243-D305B42D4202}"/>
              </a:ext>
            </a:extLst>
          </p:cNvPr>
          <p:cNvSpPr>
            <a:spLocks xmlns:a="http://schemas.openxmlformats.org/drawingml/2006/main" noGrp="1"/>
          </p:cNvSpPr>
          <p:nvPr/>
        </p:nvSpPr>
        <p:spPr>
          <a:xfrm xmlns:a="http://schemas.openxmlformats.org/drawingml/2006/main">
            <a:off x="5610130" y="4445413"/>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105">
            <a:solidFill>
              <a:srgbClr val="231F20"/>
            </a:solidFill>
          </a:ln>
        </p:spPr>
      </p:sp>
      <p:sp>
        <p:nvSpPr>
          <p:cNvPr id="308" name="wire-902">
            <a:extLst xmlns:a="http://schemas.openxmlformats.org/drawingml/2006/main">
              <a:ext uri="{FF2B5EF4-FFF2-40B4-BE49-F238E27FC236}">
                <a16:creationId xmlns:a16="http://schemas.microsoft.com/office/drawing/2014/main" id="{A8F2CA11-71ED-41FF-B2DE-997B73DDAF90}"/>
              </a:ext>
            </a:extLst>
          </p:cNvPr>
          <p:cNvSpPr>
            <a:spLocks xmlns:a="http://schemas.openxmlformats.org/drawingml/2006/main" noGrp="1"/>
          </p:cNvSpPr>
          <p:nvPr/>
        </p:nvSpPr>
        <p:spPr>
          <a:xfrm xmlns:a="http://schemas.openxmlformats.org/drawingml/2006/main">
            <a:off x="5444204" y="4598575"/>
            <a:ext cx="127635" cy="9525"/>
          </a:xfrm>
          <a:custGeom xmlns:a="http://schemas.openxmlformats.org/drawingml/2006/main">
            <a:pathLst>
              <a:path w="127635" h="9525">
                <a:moveTo>
                  <a:pt x="0" y="0"/>
                </a:moveTo>
                <a:lnTo>
                  <a:pt x="127635" y="0"/>
                </a:lnTo>
              </a:path>
            </a:pathLst>
          </a:custGeom>
          <a:noFill xmlns:a="http://schemas.openxmlformats.org/drawingml/2006/main"/>
          <a:ln xmlns:a="http://schemas.openxmlformats.org/drawingml/2006/main" w="10211">
            <a:solidFill>
              <a:srgbClr val="231F20"/>
            </a:solidFill>
          </a:ln>
        </p:spPr>
      </p:sp>
      <p:sp>
        <p:nvSpPr>
          <p:cNvPr id="309" name="wire-903">
            <a:extLst xmlns:a="http://schemas.openxmlformats.org/drawingml/2006/main">
              <a:ext uri="{FF2B5EF4-FFF2-40B4-BE49-F238E27FC236}">
                <a16:creationId xmlns:a16="http://schemas.microsoft.com/office/drawing/2014/main" id="{B970FBFA-D3E9-423F-9521-1B2154782C65}"/>
              </a:ext>
            </a:extLst>
          </p:cNvPr>
          <p:cNvSpPr>
            <a:spLocks xmlns:a="http://schemas.openxmlformats.org/drawingml/2006/main" noGrp="1"/>
          </p:cNvSpPr>
          <p:nvPr/>
        </p:nvSpPr>
        <p:spPr>
          <a:xfrm xmlns:a="http://schemas.openxmlformats.org/drawingml/2006/main">
            <a:off x="5648420" y="4598575"/>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10211">
            <a:solidFill>
              <a:srgbClr val="231F20"/>
            </a:solidFill>
          </a:ln>
        </p:spPr>
      </p:sp>
      <p:sp>
        <p:nvSpPr>
          <p:cNvPr id="310" name="circuit-904">
            <a:extLst xmlns:a="http://schemas.openxmlformats.org/drawingml/2006/main">
              <a:ext uri="{FF2B5EF4-FFF2-40B4-BE49-F238E27FC236}">
                <a16:creationId xmlns:a16="http://schemas.microsoft.com/office/drawing/2014/main" id="{31510E47-0DEB-4229-AF1B-28F27452AB51}"/>
              </a:ext>
            </a:extLst>
          </p:cNvPr>
          <p:cNvSpPr>
            <a:spLocks xmlns:a="http://schemas.openxmlformats.org/drawingml/2006/main" noGrp="1"/>
          </p:cNvSpPr>
          <p:nvPr/>
        </p:nvSpPr>
        <p:spPr>
          <a:xfrm xmlns:a="http://schemas.openxmlformats.org/drawingml/2006/main">
            <a:off x="5699474" y="458517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11" name="text-905">
            <a:extLst xmlns:a="http://schemas.openxmlformats.org/drawingml/2006/main">
              <a:ext uri="{FF2B5EF4-FFF2-40B4-BE49-F238E27FC236}">
                <a16:creationId xmlns:a16="http://schemas.microsoft.com/office/drawing/2014/main" id="{551EC388-A765-4757-A461-F6DC0C7D8310}"/>
              </a:ext>
            </a:extLst>
          </p:cNvPr>
          <p:cNvSpPr>
            <a:spLocks xmlns:a="http://schemas.openxmlformats.org/drawingml/2006/main" noGrp="1"/>
          </p:cNvSpPr>
          <p:nvPr/>
        </p:nvSpPr>
        <p:spPr>
          <a:xfrm xmlns:a="http://schemas.openxmlformats.org/drawingml/2006/main">
            <a:off x="5086826" y="4732592"/>
            <a:ext cx="708374" cy="1212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ReadDataW</a:t>
            </a:r>
          </a:p>
        </p:txBody>
      </p:sp>
      <p:sp>
        <p:nvSpPr>
          <p:cNvPr id="312" name="wire-906">
            <a:extLst xmlns:a="http://schemas.openxmlformats.org/drawingml/2006/main">
              <a:ext uri="{FF2B5EF4-FFF2-40B4-BE49-F238E27FC236}">
                <a16:creationId xmlns:a16="http://schemas.microsoft.com/office/drawing/2014/main" id="{7E66ED62-CBE0-4D05-83F3-6D4EEB8516ED}"/>
              </a:ext>
            </a:extLst>
          </p:cNvPr>
          <p:cNvSpPr>
            <a:spLocks xmlns:a="http://schemas.openxmlformats.org/drawingml/2006/main" noGrp="1"/>
          </p:cNvSpPr>
          <p:nvPr/>
        </p:nvSpPr>
        <p:spPr>
          <a:xfrm xmlns:a="http://schemas.openxmlformats.org/drawingml/2006/main">
            <a:off x="5246370" y="4968716"/>
            <a:ext cx="268034" cy="9525"/>
          </a:xfrm>
          <a:custGeom xmlns:a="http://schemas.openxmlformats.org/drawingml/2006/main">
            <a:pathLst>
              <a:path w="268034" h="9525">
                <a:moveTo>
                  <a:pt x="0" y="0"/>
                </a:moveTo>
                <a:lnTo>
                  <a:pt x="268034" y="0"/>
                </a:lnTo>
              </a:path>
            </a:pathLst>
          </a:custGeom>
          <a:noFill xmlns:a="http://schemas.openxmlformats.org/drawingml/2006/main"/>
          <a:ln xmlns:a="http://schemas.openxmlformats.org/drawingml/2006/main" w="13402">
            <a:solidFill>
              <a:srgbClr val="1572C3"/>
            </a:solidFill>
          </a:ln>
        </p:spPr>
      </p:sp>
      <p:sp>
        <p:nvSpPr>
          <p:cNvPr id="313" name="wire-907">
            <a:extLst xmlns:a="http://schemas.openxmlformats.org/drawingml/2006/main">
              <a:ext uri="{FF2B5EF4-FFF2-40B4-BE49-F238E27FC236}">
                <a16:creationId xmlns:a16="http://schemas.microsoft.com/office/drawing/2014/main" id="{4E8944E0-0D5C-4CB9-8273-B2A75D02F5C8}"/>
              </a:ext>
            </a:extLst>
          </p:cNvPr>
          <p:cNvSpPr>
            <a:spLocks xmlns:a="http://schemas.openxmlformats.org/drawingml/2006/main" noGrp="1"/>
          </p:cNvSpPr>
          <p:nvPr/>
        </p:nvSpPr>
        <p:spPr>
          <a:xfrm xmlns:a="http://schemas.openxmlformats.org/drawingml/2006/main">
            <a:off x="5514404" y="3577495"/>
            <a:ext cx="9525" cy="1391222"/>
          </a:xfrm>
          <a:custGeom xmlns:a="http://schemas.openxmlformats.org/drawingml/2006/main">
            <a:pathLst>
              <a:path w="9525" h="1391222">
                <a:moveTo>
                  <a:pt x="0" y="1391222"/>
                </a:moveTo>
                <a:lnTo>
                  <a:pt x="0" y="0"/>
                </a:lnTo>
              </a:path>
            </a:pathLst>
          </a:custGeom>
          <a:noFill xmlns:a="http://schemas.openxmlformats.org/drawingml/2006/main"/>
          <a:ln xmlns:a="http://schemas.openxmlformats.org/drawingml/2006/main" w="13402">
            <a:solidFill>
              <a:srgbClr val="1572C3"/>
            </a:solidFill>
          </a:ln>
        </p:spPr>
      </p:sp>
      <p:sp>
        <p:nvSpPr>
          <p:cNvPr id="314" name="wire-908">
            <a:extLst xmlns:a="http://schemas.openxmlformats.org/drawingml/2006/main">
              <a:ext uri="{FF2B5EF4-FFF2-40B4-BE49-F238E27FC236}">
                <a16:creationId xmlns:a16="http://schemas.microsoft.com/office/drawing/2014/main" id="{DFB927A5-9BCF-4A11-BC9C-9CE29DDB7C12}"/>
              </a:ext>
            </a:extLst>
          </p:cNvPr>
          <p:cNvSpPr>
            <a:spLocks xmlns:a="http://schemas.openxmlformats.org/drawingml/2006/main" noGrp="1"/>
          </p:cNvSpPr>
          <p:nvPr/>
        </p:nvSpPr>
        <p:spPr>
          <a:xfrm xmlns:a="http://schemas.openxmlformats.org/drawingml/2006/main">
            <a:off x="5514404" y="3577495"/>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13402">
            <a:solidFill>
              <a:srgbClr val="1572C3"/>
            </a:solidFill>
          </a:ln>
        </p:spPr>
      </p:sp>
      <p:sp>
        <p:nvSpPr>
          <p:cNvPr id="315" name="circuit-909">
            <a:extLst xmlns:a="http://schemas.openxmlformats.org/drawingml/2006/main">
              <a:ext uri="{FF2B5EF4-FFF2-40B4-BE49-F238E27FC236}">
                <a16:creationId xmlns:a16="http://schemas.microsoft.com/office/drawing/2014/main" id="{E1F9C9E5-DEFA-44D5-801A-E6829B5F071C}"/>
              </a:ext>
            </a:extLst>
          </p:cNvPr>
          <p:cNvSpPr>
            <a:spLocks xmlns:a="http://schemas.openxmlformats.org/drawingml/2006/main" noGrp="1"/>
          </p:cNvSpPr>
          <p:nvPr/>
        </p:nvSpPr>
        <p:spPr>
          <a:xfrm xmlns:a="http://schemas.openxmlformats.org/drawingml/2006/main">
            <a:off x="5578221" y="356409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16" name="wire-910">
            <a:extLst xmlns:a="http://schemas.openxmlformats.org/drawingml/2006/main">
              <a:ext uri="{FF2B5EF4-FFF2-40B4-BE49-F238E27FC236}">
                <a16:creationId xmlns:a16="http://schemas.microsoft.com/office/drawing/2014/main" id="{AE89C277-EA2B-416C-861C-1E0D92198B41}"/>
              </a:ext>
            </a:extLst>
          </p:cNvPr>
          <p:cNvSpPr>
            <a:spLocks xmlns:a="http://schemas.openxmlformats.org/drawingml/2006/main" noGrp="1"/>
          </p:cNvSpPr>
          <p:nvPr/>
        </p:nvSpPr>
        <p:spPr>
          <a:xfrm xmlns:a="http://schemas.openxmlformats.org/drawingml/2006/main">
            <a:off x="5246370" y="4968716"/>
            <a:ext cx="268034" cy="9525"/>
          </a:xfrm>
          <a:custGeom xmlns:a="http://schemas.openxmlformats.org/drawingml/2006/main">
            <a:pathLst>
              <a:path w="268034" h="9525">
                <a:moveTo>
                  <a:pt x="268034" y="0"/>
                </a:moveTo>
                <a:lnTo>
                  <a:pt x="0" y="0"/>
                </a:lnTo>
              </a:path>
            </a:pathLst>
          </a:custGeom>
          <a:noFill xmlns:a="http://schemas.openxmlformats.org/drawingml/2006/main"/>
          <a:ln xmlns:a="http://schemas.openxmlformats.org/drawingml/2006/main" w="13402">
            <a:solidFill>
              <a:srgbClr val="1572C3"/>
            </a:solidFill>
          </a:ln>
        </p:spPr>
      </p:sp>
      <p:sp>
        <p:nvSpPr>
          <p:cNvPr id="317" name="circuit-911">
            <a:extLst xmlns:a="http://schemas.openxmlformats.org/drawingml/2006/main">
              <a:ext uri="{FF2B5EF4-FFF2-40B4-BE49-F238E27FC236}">
                <a16:creationId xmlns:a16="http://schemas.microsoft.com/office/drawing/2014/main" id="{D2A5E5AA-7F15-4F2E-9F69-ED0CC74DED04}"/>
              </a:ext>
            </a:extLst>
          </p:cNvPr>
          <p:cNvSpPr>
            <a:spLocks xmlns:a="http://schemas.openxmlformats.org/drawingml/2006/main" noGrp="1"/>
          </p:cNvSpPr>
          <p:nvPr/>
        </p:nvSpPr>
        <p:spPr>
          <a:xfrm xmlns:a="http://schemas.openxmlformats.org/drawingml/2006/main">
            <a:off x="5246370" y="4955315"/>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318" name="circuit-912">
            <a:extLst xmlns:a="http://schemas.openxmlformats.org/drawingml/2006/main">
              <a:ext uri="{FF2B5EF4-FFF2-40B4-BE49-F238E27FC236}">
                <a16:creationId xmlns:a16="http://schemas.microsoft.com/office/drawing/2014/main" id="{227B250B-BB7B-4702-ACF4-6A3963174B25}"/>
              </a:ext>
            </a:extLst>
          </p:cNvPr>
          <p:cNvSpPr>
            <a:spLocks xmlns:a="http://schemas.openxmlformats.org/drawingml/2006/main" noGrp="1"/>
          </p:cNvSpPr>
          <p:nvPr/>
        </p:nvSpPr>
        <p:spPr>
          <a:xfrm xmlns:a="http://schemas.openxmlformats.org/drawingml/2006/main">
            <a:off x="5731383" y="4036981"/>
            <a:ext cx="108490" cy="657320"/>
          </a:xfrm>
          <a:custGeom xmlns:a="http://schemas.openxmlformats.org/drawingml/2006/main">
            <a:pathLst>
              <a:path w="108490" h="657320">
                <a:moveTo>
                  <a:pt x="0" y="0"/>
                </a:moveTo>
                <a:lnTo>
                  <a:pt x="108490" y="38290"/>
                </a:lnTo>
                <a:lnTo>
                  <a:pt x="108490" y="619030"/>
                </a:lnTo>
                <a:lnTo>
                  <a:pt x="0" y="657320"/>
                </a:lnTo>
                <a:close/>
              </a:path>
            </a:pathLst>
          </a:custGeom>
          <a:solidFill xmlns:a="http://schemas.openxmlformats.org/drawingml/2006/main">
            <a:srgbClr val="FFFFFF"/>
          </a:solidFill>
          <a:ln xmlns:a="http://schemas.openxmlformats.org/drawingml/2006/main" w="9573">
            <a:solidFill>
              <a:srgbClr val="231F20"/>
            </a:solidFill>
          </a:ln>
        </p:spPr>
      </p:sp>
      <p:sp>
        <p:nvSpPr>
          <p:cNvPr id="319" name="text-913">
            <a:extLst xmlns:a="http://schemas.openxmlformats.org/drawingml/2006/main">
              <a:ext uri="{FF2B5EF4-FFF2-40B4-BE49-F238E27FC236}">
                <a16:creationId xmlns:a16="http://schemas.microsoft.com/office/drawing/2014/main" id="{78AB51E5-8690-47DC-9234-A3748A01118B}"/>
              </a:ext>
            </a:extLst>
          </p:cNvPr>
          <p:cNvSpPr>
            <a:spLocks xmlns:a="http://schemas.openxmlformats.org/drawingml/2006/main" noGrp="1"/>
          </p:cNvSpPr>
          <p:nvPr/>
        </p:nvSpPr>
        <p:spPr>
          <a:xfrm xmlns:a="http://schemas.openxmlformats.org/drawingml/2006/main">
            <a:off x="5737765" y="4056126"/>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0</a:t>
            </a:r>
          </a:p>
        </p:txBody>
      </p:sp>
      <p:sp>
        <p:nvSpPr>
          <p:cNvPr id="320" name="text-914">
            <a:extLst xmlns:a="http://schemas.openxmlformats.org/drawingml/2006/main">
              <a:ext uri="{FF2B5EF4-FFF2-40B4-BE49-F238E27FC236}">
                <a16:creationId xmlns:a16="http://schemas.microsoft.com/office/drawing/2014/main" id="{771342A5-FCEB-433C-8A51-C1CEFC3E1067}"/>
              </a:ext>
            </a:extLst>
          </p:cNvPr>
          <p:cNvSpPr>
            <a:spLocks xmlns:a="http://schemas.openxmlformats.org/drawingml/2006/main" noGrp="1"/>
          </p:cNvSpPr>
          <p:nvPr/>
        </p:nvSpPr>
        <p:spPr>
          <a:xfrm xmlns:a="http://schemas.openxmlformats.org/drawingml/2006/main">
            <a:off x="5737765" y="4579430"/>
            <a:ext cx="82963" cy="893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1</a:t>
            </a:r>
          </a:p>
        </p:txBody>
      </p:sp>
      <p:sp>
        <p:nvSpPr>
          <p:cNvPr id="321" name="text-915">
            <a:extLst xmlns:a="http://schemas.openxmlformats.org/drawingml/2006/main">
              <a:ext uri="{FF2B5EF4-FFF2-40B4-BE49-F238E27FC236}">
                <a16:creationId xmlns:a16="http://schemas.microsoft.com/office/drawing/2014/main" id="{1142FD01-0BC0-480A-AD98-7AA1F07466B9}"/>
              </a:ext>
            </a:extLst>
          </p:cNvPr>
          <p:cNvSpPr>
            <a:spLocks xmlns:a="http://schemas.openxmlformats.org/drawingml/2006/main" noGrp="1"/>
          </p:cNvSpPr>
          <p:nvPr/>
        </p:nvSpPr>
        <p:spPr>
          <a:xfrm xmlns:a="http://schemas.openxmlformats.org/drawingml/2006/main">
            <a:off x="5750528" y="4285869"/>
            <a:ext cx="82963"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3" b="0">
                <a:solidFill>
                  <a:srgbClr val="231F20"/>
                </a:solidFill>
                <a:latin typeface="Yu Gothic"/>
                <a:ea typeface="Yu Gothic"/>
                <a:cs typeface="Yu Gothic"/>
              </a:defRPr>
            </a:defPPr>
            <a:lvl1pPr algn="l">
              <a:defRPr sz="603" b="0">
                <a:solidFill>
                  <a:srgbClr val="231F20"/>
                </a:solidFill>
                <a:latin typeface="Yu Gothic"/>
                <a:ea typeface="Yu Gothic"/>
                <a:cs typeface="Yu Gothic"/>
              </a:defRPr>
            </a:lvl1pPr>
            <a:lvl2pPr algn="l">
              <a:defRPr sz="603" b="0">
                <a:solidFill>
                  <a:srgbClr val="231F20"/>
                </a:solidFill>
                <a:latin typeface="Yu Gothic"/>
                <a:ea typeface="Yu Gothic"/>
                <a:cs typeface="Yu Gothic"/>
              </a:defRPr>
            </a:lvl2pPr>
            <a:lvl3pPr algn="l">
              <a:defRPr sz="603" b="0">
                <a:solidFill>
                  <a:srgbClr val="231F20"/>
                </a:solidFill>
                <a:latin typeface="Yu Gothic"/>
                <a:ea typeface="Yu Gothic"/>
                <a:cs typeface="Yu Gothic"/>
              </a:defRPr>
            </a:lvl3pPr>
            <a:lvl4pPr algn="l">
              <a:defRPr sz="603" b="0">
                <a:solidFill>
                  <a:srgbClr val="231F20"/>
                </a:solidFill>
                <a:latin typeface="Yu Gothic"/>
                <a:ea typeface="Yu Gothic"/>
                <a:cs typeface="Yu Gothic"/>
              </a:defRPr>
            </a:lvl4pPr>
            <a:lvl5pPr algn="l">
              <a:defRPr sz="603" b="0">
                <a:solidFill>
                  <a:srgbClr val="231F20"/>
                </a:solidFill>
                <a:latin typeface="Yu Gothic"/>
                <a:ea typeface="Yu Gothic"/>
                <a:cs typeface="Yu Gothic"/>
              </a:defRPr>
            </a:lvl5pPr>
            <a:lvl6pPr algn="l">
              <a:defRPr sz="603" b="0">
                <a:solidFill>
                  <a:srgbClr val="231F20"/>
                </a:solidFill>
                <a:latin typeface="Yu Gothic"/>
                <a:ea typeface="Yu Gothic"/>
                <a:cs typeface="Yu Gothic"/>
              </a:defRPr>
            </a:lvl6pPr>
            <a:lvl7pPr algn="l">
              <a:defRPr sz="603" b="0">
                <a:solidFill>
                  <a:srgbClr val="231F20"/>
                </a:solidFill>
                <a:latin typeface="Yu Gothic"/>
                <a:ea typeface="Yu Gothic"/>
                <a:cs typeface="Yu Gothic"/>
              </a:defRPr>
            </a:lvl7pPr>
            <a:lvl8pPr algn="l">
              <a:defRPr sz="603" b="0">
                <a:solidFill>
                  <a:srgbClr val="231F20"/>
                </a:solidFill>
                <a:latin typeface="Yu Gothic"/>
                <a:ea typeface="Yu Gothic"/>
                <a:cs typeface="Yu Gothic"/>
              </a:defRPr>
            </a:lvl8pPr>
            <a:lvl9pPr algn="l">
              <a:defRPr sz="603" b="0">
                <a:solidFill>
                  <a:srgbClr val="231F20"/>
                </a:solidFill>
                <a:latin typeface="Yu Gothic"/>
                <a:ea typeface="Yu Gothic"/>
                <a:cs typeface="Yu Gothic"/>
              </a:defRPr>
            </a:lvl9pPr>
          </a:lstStyle>
          <a:p xmlns:a="http://schemas.openxmlformats.org/drawingml/2006/main">
            <a:pPr algn="l">
              <a:defRPr sz="603" b="0">
                <a:solidFill>
                  <a:srgbClr val="231F20"/>
                </a:solidFill>
                <a:latin typeface="Yu Gothic"/>
                <a:ea typeface="Yu Gothic"/>
                <a:cs typeface="Yu Gothic"/>
              </a:defRPr>
            </a:pPr>
            <a:r>
              <a:rPr sz="603" b="0">
                <a:solidFill>
                  <a:srgbClr val="231F20"/>
                </a:solidFill>
                <a:latin typeface="Yu Gothic"/>
                <a:ea typeface="Yu Gothic"/>
                <a:cs typeface="Yu Gothic"/>
              </a:rPr>
              <a:t>…</a:t>
            </a:r>
          </a:p>
        </p:txBody>
      </p:sp>
      <p:sp>
        <p:nvSpPr>
          <p:cNvPr id="322" name="text-916">
            <a:extLst xmlns:a="http://schemas.openxmlformats.org/drawingml/2006/main">
              <a:ext uri="{FF2B5EF4-FFF2-40B4-BE49-F238E27FC236}">
                <a16:creationId xmlns:a16="http://schemas.microsoft.com/office/drawing/2014/main" id="{63159C31-C96A-4768-801C-C85CCE70EF51}"/>
              </a:ext>
            </a:extLst>
          </p:cNvPr>
          <p:cNvSpPr>
            <a:spLocks xmlns:a="http://schemas.openxmlformats.org/drawingml/2006/main" noGrp="1"/>
          </p:cNvSpPr>
          <p:nvPr/>
        </p:nvSpPr>
        <p:spPr>
          <a:xfrm xmlns:a="http://schemas.openxmlformats.org/drawingml/2006/main">
            <a:off x="5533549" y="4777264"/>
            <a:ext cx="516922"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03" b="0">
                <a:solidFill>
                  <a:srgbClr val="231F20"/>
                </a:solidFill>
                <a:latin typeface="Arial"/>
                <a:ea typeface="Arial"/>
                <a:cs typeface="Arial"/>
              </a:defRPr>
            </a:defPPr>
            <a:lvl1pPr algn="l">
              <a:defRPr sz="503" b="0">
                <a:solidFill>
                  <a:srgbClr val="231F20"/>
                </a:solidFill>
                <a:latin typeface="Arial"/>
                <a:ea typeface="Arial"/>
                <a:cs typeface="Arial"/>
              </a:defRPr>
            </a:lvl1pPr>
            <a:lvl2pPr algn="l">
              <a:defRPr sz="503" b="0">
                <a:solidFill>
                  <a:srgbClr val="231F20"/>
                </a:solidFill>
                <a:latin typeface="Arial"/>
                <a:ea typeface="Arial"/>
                <a:cs typeface="Arial"/>
              </a:defRPr>
            </a:lvl2pPr>
            <a:lvl3pPr algn="l">
              <a:defRPr sz="503" b="0">
                <a:solidFill>
                  <a:srgbClr val="231F20"/>
                </a:solidFill>
                <a:latin typeface="Arial"/>
                <a:ea typeface="Arial"/>
                <a:cs typeface="Arial"/>
              </a:defRPr>
            </a:lvl3pPr>
            <a:lvl4pPr algn="l">
              <a:defRPr sz="503" b="0">
                <a:solidFill>
                  <a:srgbClr val="231F20"/>
                </a:solidFill>
                <a:latin typeface="Arial"/>
                <a:ea typeface="Arial"/>
                <a:cs typeface="Arial"/>
              </a:defRPr>
            </a:lvl4pPr>
            <a:lvl5pPr algn="l">
              <a:defRPr sz="503" b="0">
                <a:solidFill>
                  <a:srgbClr val="231F20"/>
                </a:solidFill>
                <a:latin typeface="Arial"/>
                <a:ea typeface="Arial"/>
                <a:cs typeface="Arial"/>
              </a:defRPr>
            </a:lvl5pPr>
            <a:lvl6pPr algn="l">
              <a:defRPr sz="503" b="0">
                <a:solidFill>
                  <a:srgbClr val="231F20"/>
                </a:solidFill>
                <a:latin typeface="Arial"/>
                <a:ea typeface="Arial"/>
                <a:cs typeface="Arial"/>
              </a:defRPr>
            </a:lvl6pPr>
            <a:lvl7pPr algn="l">
              <a:defRPr sz="503" b="0">
                <a:solidFill>
                  <a:srgbClr val="231F20"/>
                </a:solidFill>
                <a:latin typeface="Arial"/>
                <a:ea typeface="Arial"/>
                <a:cs typeface="Arial"/>
              </a:defRPr>
            </a:lvl7pPr>
            <a:lvl8pPr algn="l">
              <a:defRPr sz="503" b="0">
                <a:solidFill>
                  <a:srgbClr val="231F20"/>
                </a:solidFill>
                <a:latin typeface="Arial"/>
                <a:ea typeface="Arial"/>
                <a:cs typeface="Arial"/>
              </a:defRPr>
            </a:lvl8pPr>
            <a:lvl9pPr algn="l">
              <a:defRPr sz="503" b="0">
                <a:solidFill>
                  <a:srgbClr val="231F20"/>
                </a:solidFill>
                <a:latin typeface="Arial"/>
                <a:ea typeface="Arial"/>
                <a:cs typeface="Arial"/>
              </a:defRPr>
            </a:lvl9pPr>
          </a:lstStyle>
          <a:p xmlns:a="http://schemas.openxmlformats.org/drawingml/2006/main">
            <a:pPr algn="l">
              <a:defRPr sz="503" b="0">
                <a:solidFill>
                  <a:srgbClr val="231F20"/>
                </a:solidFill>
                <a:latin typeface="Arial"/>
                <a:ea typeface="Arial"/>
                <a:cs typeface="Arial"/>
              </a:defRPr>
            </a:pPr>
            <a:r>
              <a:rPr sz="503" b="0">
                <a:solidFill>
                  <a:srgbClr val="231F20"/>
                </a:solidFill>
                <a:latin typeface="Arial"/>
                <a:ea typeface="Arial"/>
                <a:cs typeface="Arial"/>
              </a:rPr>
              <a:t>resultmuxW</a:t>
            </a:r>
          </a:p>
        </p:txBody>
      </p:sp>
      <p:sp>
        <p:nvSpPr>
          <p:cNvPr id="323" name="wire-917">
            <a:extLst xmlns:a="http://schemas.openxmlformats.org/drawingml/2006/main">
              <a:ext uri="{FF2B5EF4-FFF2-40B4-BE49-F238E27FC236}">
                <a16:creationId xmlns:a16="http://schemas.microsoft.com/office/drawing/2014/main" id="{A585D90B-DABF-413C-B6FE-A4BA23BE95BB}"/>
              </a:ext>
            </a:extLst>
          </p:cNvPr>
          <p:cNvSpPr>
            <a:spLocks xmlns:a="http://schemas.openxmlformats.org/drawingml/2006/main" noGrp="1"/>
          </p:cNvSpPr>
          <p:nvPr/>
        </p:nvSpPr>
        <p:spPr>
          <a:xfrm xmlns:a="http://schemas.openxmlformats.org/drawingml/2006/main">
            <a:off x="5839873" y="4362450"/>
            <a:ext cx="159544" cy="9525"/>
          </a:xfrm>
          <a:custGeom xmlns:a="http://schemas.openxmlformats.org/drawingml/2006/main">
            <a:pathLst>
              <a:path w="159544" h="9525">
                <a:moveTo>
                  <a:pt x="0" y="0"/>
                </a:moveTo>
                <a:lnTo>
                  <a:pt x="159544" y="0"/>
                </a:lnTo>
              </a:path>
            </a:pathLst>
          </a:custGeom>
          <a:noFill xmlns:a="http://schemas.openxmlformats.org/drawingml/2006/main"/>
          <a:ln xmlns:a="http://schemas.openxmlformats.org/drawingml/2006/main" w="12764">
            <a:solidFill>
              <a:srgbClr val="1572C3"/>
            </a:solidFill>
          </a:ln>
        </p:spPr>
      </p:sp>
      <p:sp>
        <p:nvSpPr>
          <p:cNvPr id="324" name="wire-918">
            <a:extLst xmlns:a="http://schemas.openxmlformats.org/drawingml/2006/main">
              <a:ext uri="{FF2B5EF4-FFF2-40B4-BE49-F238E27FC236}">
                <a16:creationId xmlns:a16="http://schemas.microsoft.com/office/drawing/2014/main" id="{9F1CCEA0-C121-40C2-829B-AF539C04E859}"/>
              </a:ext>
            </a:extLst>
          </p:cNvPr>
          <p:cNvSpPr>
            <a:spLocks xmlns:a="http://schemas.openxmlformats.org/drawingml/2006/main" noGrp="1"/>
          </p:cNvSpPr>
          <p:nvPr/>
        </p:nvSpPr>
        <p:spPr>
          <a:xfrm xmlns:a="http://schemas.openxmlformats.org/drawingml/2006/main">
            <a:off x="5999417" y="4362450"/>
            <a:ext cx="9525" cy="855154"/>
          </a:xfrm>
          <a:custGeom xmlns:a="http://schemas.openxmlformats.org/drawingml/2006/main">
            <a:pathLst>
              <a:path w="9525" h="855154">
                <a:moveTo>
                  <a:pt x="0" y="0"/>
                </a:moveTo>
                <a:lnTo>
                  <a:pt x="0" y="855154"/>
                </a:lnTo>
              </a:path>
            </a:pathLst>
          </a:custGeom>
          <a:noFill xmlns:a="http://schemas.openxmlformats.org/drawingml/2006/main"/>
          <a:ln xmlns:a="http://schemas.openxmlformats.org/drawingml/2006/main" w="12764">
            <a:solidFill>
              <a:srgbClr val="1572C3"/>
            </a:solidFill>
          </a:ln>
        </p:spPr>
      </p:sp>
      <p:sp>
        <p:nvSpPr>
          <p:cNvPr id="325" name="wire-919">
            <a:extLst xmlns:a="http://schemas.openxmlformats.org/drawingml/2006/main">
              <a:ext uri="{FF2B5EF4-FFF2-40B4-BE49-F238E27FC236}">
                <a16:creationId xmlns:a16="http://schemas.microsoft.com/office/drawing/2014/main" id="{6037ED09-1FC8-47AF-88D7-BB4DBF66A206}"/>
              </a:ext>
            </a:extLst>
          </p:cNvPr>
          <p:cNvSpPr>
            <a:spLocks xmlns:a="http://schemas.openxmlformats.org/drawingml/2006/main" noGrp="1"/>
          </p:cNvSpPr>
          <p:nvPr/>
        </p:nvSpPr>
        <p:spPr>
          <a:xfrm xmlns:a="http://schemas.openxmlformats.org/drawingml/2006/main">
            <a:off x="1787462" y="5217605"/>
            <a:ext cx="4211955" cy="9525"/>
          </a:xfrm>
          <a:custGeom xmlns:a="http://schemas.openxmlformats.org/drawingml/2006/main">
            <a:pathLst>
              <a:path w="4211955" h="9525">
                <a:moveTo>
                  <a:pt x="4211955" y="0"/>
                </a:moveTo>
                <a:lnTo>
                  <a:pt x="0" y="0"/>
                </a:lnTo>
              </a:path>
            </a:pathLst>
          </a:custGeom>
          <a:noFill xmlns:a="http://schemas.openxmlformats.org/drawingml/2006/main"/>
          <a:ln xmlns:a="http://schemas.openxmlformats.org/drawingml/2006/main" w="12764">
            <a:solidFill>
              <a:srgbClr val="1572C3"/>
            </a:solidFill>
          </a:ln>
        </p:spPr>
      </p:sp>
      <p:sp>
        <p:nvSpPr>
          <p:cNvPr id="326" name="wire-920">
            <a:extLst xmlns:a="http://schemas.openxmlformats.org/drawingml/2006/main">
              <a:ext uri="{FF2B5EF4-FFF2-40B4-BE49-F238E27FC236}">
                <a16:creationId xmlns:a16="http://schemas.microsoft.com/office/drawing/2014/main" id="{F0C4B181-691D-4268-A85D-4A0AA09B8C2A}"/>
              </a:ext>
            </a:extLst>
          </p:cNvPr>
          <p:cNvSpPr>
            <a:spLocks xmlns:a="http://schemas.openxmlformats.org/drawingml/2006/main" noGrp="1"/>
          </p:cNvSpPr>
          <p:nvPr/>
        </p:nvSpPr>
        <p:spPr>
          <a:xfrm xmlns:a="http://schemas.openxmlformats.org/drawingml/2006/main">
            <a:off x="1787462" y="4681538"/>
            <a:ext cx="9525" cy="536067"/>
          </a:xfrm>
          <a:custGeom xmlns:a="http://schemas.openxmlformats.org/drawingml/2006/main">
            <a:pathLst>
              <a:path w="9525" h="536067">
                <a:moveTo>
                  <a:pt x="0" y="536067"/>
                </a:moveTo>
                <a:lnTo>
                  <a:pt x="0" y="0"/>
                </a:lnTo>
              </a:path>
            </a:pathLst>
          </a:custGeom>
          <a:noFill xmlns:a="http://schemas.openxmlformats.org/drawingml/2006/main"/>
          <a:ln xmlns:a="http://schemas.openxmlformats.org/drawingml/2006/main" w="12764">
            <a:solidFill>
              <a:srgbClr val="1572C3"/>
            </a:solidFill>
          </a:ln>
        </p:spPr>
      </p:sp>
      <p:sp>
        <p:nvSpPr>
          <p:cNvPr id="327" name="wire-921">
            <a:extLst xmlns:a="http://schemas.openxmlformats.org/drawingml/2006/main">
              <a:ext uri="{FF2B5EF4-FFF2-40B4-BE49-F238E27FC236}">
                <a16:creationId xmlns:a16="http://schemas.microsoft.com/office/drawing/2014/main" id="{70E73C26-1E46-41E0-A635-DD8F2A22ACA6}"/>
              </a:ext>
            </a:extLst>
          </p:cNvPr>
          <p:cNvSpPr>
            <a:spLocks xmlns:a="http://schemas.openxmlformats.org/drawingml/2006/main" noGrp="1"/>
          </p:cNvSpPr>
          <p:nvPr/>
        </p:nvSpPr>
        <p:spPr>
          <a:xfrm xmlns:a="http://schemas.openxmlformats.org/drawingml/2006/main">
            <a:off x="1787462" y="4681538"/>
            <a:ext cx="38291" cy="9525"/>
          </a:xfrm>
          <a:custGeom xmlns:a="http://schemas.openxmlformats.org/drawingml/2006/main">
            <a:pathLst>
              <a:path w="38291" h="9525">
                <a:moveTo>
                  <a:pt x="0" y="0"/>
                </a:moveTo>
                <a:lnTo>
                  <a:pt x="38291" y="0"/>
                </a:lnTo>
              </a:path>
            </a:pathLst>
          </a:custGeom>
          <a:noFill xmlns:a="http://schemas.openxmlformats.org/drawingml/2006/main"/>
          <a:ln xmlns:a="http://schemas.openxmlformats.org/drawingml/2006/main" w="12764">
            <a:solidFill>
              <a:srgbClr val="1572C3"/>
            </a:solidFill>
          </a:ln>
        </p:spPr>
      </p:sp>
      <p:sp>
        <p:nvSpPr>
          <p:cNvPr id="328" name="circuit-922">
            <a:extLst xmlns:a="http://schemas.openxmlformats.org/drawingml/2006/main">
              <a:ext uri="{FF2B5EF4-FFF2-40B4-BE49-F238E27FC236}">
                <a16:creationId xmlns:a16="http://schemas.microsoft.com/office/drawing/2014/main" id="{858283CC-287E-4AD0-A7EB-719223A9B323}"/>
              </a:ext>
            </a:extLst>
          </p:cNvPr>
          <p:cNvSpPr>
            <a:spLocks xmlns:a="http://schemas.openxmlformats.org/drawingml/2006/main" noGrp="1"/>
          </p:cNvSpPr>
          <p:nvPr/>
        </p:nvSpPr>
        <p:spPr>
          <a:xfrm xmlns:a="http://schemas.openxmlformats.org/drawingml/2006/main">
            <a:off x="1793843" y="4668136"/>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29" name="text-923">
            <a:extLst xmlns:a="http://schemas.openxmlformats.org/drawingml/2006/main">
              <a:ext uri="{FF2B5EF4-FFF2-40B4-BE49-F238E27FC236}">
                <a16:creationId xmlns:a16="http://schemas.microsoft.com/office/drawing/2014/main" id="{D060937E-3B36-4E32-92B3-4A4914167D53}"/>
              </a:ext>
            </a:extLst>
          </p:cNvPr>
          <p:cNvSpPr>
            <a:spLocks xmlns:a="http://schemas.openxmlformats.org/drawingml/2006/main" noGrp="1"/>
          </p:cNvSpPr>
          <p:nvPr/>
        </p:nvSpPr>
        <p:spPr>
          <a:xfrm xmlns:a="http://schemas.openxmlformats.org/drawingml/2006/main">
            <a:off x="5431441" y="5083588"/>
            <a:ext cx="561594" cy="1148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3" b="0">
                <a:solidFill>
                  <a:srgbClr val="1572C3"/>
                </a:solidFill>
                <a:latin typeface="Arial"/>
                <a:ea typeface="Arial"/>
                <a:cs typeface="Arial"/>
              </a:defRPr>
            </a:defPPr>
            <a:lvl1pPr algn="l">
              <a:defRPr sz="603" b="0">
                <a:solidFill>
                  <a:srgbClr val="1572C3"/>
                </a:solidFill>
                <a:latin typeface="Arial"/>
                <a:ea typeface="Arial"/>
                <a:cs typeface="Arial"/>
              </a:defRPr>
            </a:lvl1pPr>
            <a:lvl2pPr algn="l">
              <a:defRPr sz="603" b="0">
                <a:solidFill>
                  <a:srgbClr val="1572C3"/>
                </a:solidFill>
                <a:latin typeface="Arial"/>
                <a:ea typeface="Arial"/>
                <a:cs typeface="Arial"/>
              </a:defRPr>
            </a:lvl2pPr>
            <a:lvl3pPr algn="l">
              <a:defRPr sz="603" b="0">
                <a:solidFill>
                  <a:srgbClr val="1572C3"/>
                </a:solidFill>
                <a:latin typeface="Arial"/>
                <a:ea typeface="Arial"/>
                <a:cs typeface="Arial"/>
              </a:defRPr>
            </a:lvl3pPr>
            <a:lvl4pPr algn="l">
              <a:defRPr sz="603" b="0">
                <a:solidFill>
                  <a:srgbClr val="1572C3"/>
                </a:solidFill>
                <a:latin typeface="Arial"/>
                <a:ea typeface="Arial"/>
                <a:cs typeface="Arial"/>
              </a:defRPr>
            </a:lvl4pPr>
            <a:lvl5pPr algn="l">
              <a:defRPr sz="603" b="0">
                <a:solidFill>
                  <a:srgbClr val="1572C3"/>
                </a:solidFill>
                <a:latin typeface="Arial"/>
                <a:ea typeface="Arial"/>
                <a:cs typeface="Arial"/>
              </a:defRPr>
            </a:lvl5pPr>
            <a:lvl6pPr algn="l">
              <a:defRPr sz="603" b="0">
                <a:solidFill>
                  <a:srgbClr val="1572C3"/>
                </a:solidFill>
                <a:latin typeface="Arial"/>
                <a:ea typeface="Arial"/>
                <a:cs typeface="Arial"/>
              </a:defRPr>
            </a:lvl6pPr>
            <a:lvl7pPr algn="l">
              <a:defRPr sz="603" b="0">
                <a:solidFill>
                  <a:srgbClr val="1572C3"/>
                </a:solidFill>
                <a:latin typeface="Arial"/>
                <a:ea typeface="Arial"/>
                <a:cs typeface="Arial"/>
              </a:defRPr>
            </a:lvl7pPr>
            <a:lvl8pPr algn="l">
              <a:defRPr sz="603" b="0">
                <a:solidFill>
                  <a:srgbClr val="1572C3"/>
                </a:solidFill>
                <a:latin typeface="Arial"/>
                <a:ea typeface="Arial"/>
                <a:cs typeface="Arial"/>
              </a:defRPr>
            </a:lvl8pPr>
            <a:lvl9pPr algn="l">
              <a:defRPr sz="603" b="0">
                <a:solidFill>
                  <a:srgbClr val="1572C3"/>
                </a:solidFill>
                <a:latin typeface="Arial"/>
                <a:ea typeface="Arial"/>
                <a:cs typeface="Arial"/>
              </a:defRPr>
            </a:lvl9pPr>
          </a:lstStyle>
          <a:p xmlns:a="http://schemas.openxmlformats.org/drawingml/2006/main">
            <a:pPr algn="l">
              <a:defRPr sz="603" b="0">
                <a:solidFill>
                  <a:srgbClr val="1572C3"/>
                </a:solidFill>
                <a:latin typeface="Arial"/>
                <a:ea typeface="Arial"/>
                <a:cs typeface="Arial"/>
              </a:defRPr>
            </a:pPr>
            <a:r>
              <a:rPr sz="603" b="0">
                <a:solidFill>
                  <a:srgbClr val="1572C3"/>
                </a:solidFill>
                <a:latin typeface="Arial"/>
                <a:ea typeface="Arial"/>
                <a:cs typeface="Arial"/>
              </a:rPr>
              <a:t>ResultW</a:t>
            </a:r>
          </a:p>
        </p:txBody>
      </p:sp>
      <p:sp>
        <p:nvSpPr>
          <p:cNvPr id="330" name="wire-924">
            <a:extLst xmlns:a="http://schemas.openxmlformats.org/drawingml/2006/main">
              <a:ext uri="{FF2B5EF4-FFF2-40B4-BE49-F238E27FC236}">
                <a16:creationId xmlns:a16="http://schemas.microsoft.com/office/drawing/2014/main" id="{AEADE427-1032-4DB8-ABA3-3CDCE0CCAF77}"/>
              </a:ext>
            </a:extLst>
          </p:cNvPr>
          <p:cNvSpPr>
            <a:spLocks xmlns:a="http://schemas.openxmlformats.org/drawingml/2006/main" noGrp="1"/>
          </p:cNvSpPr>
          <p:nvPr/>
        </p:nvSpPr>
        <p:spPr>
          <a:xfrm xmlns:a="http://schemas.openxmlformats.org/drawingml/2006/main">
            <a:off x="2738342" y="4643247"/>
            <a:ext cx="9525" cy="574357"/>
          </a:xfrm>
          <a:custGeom xmlns:a="http://schemas.openxmlformats.org/drawingml/2006/main">
            <a:pathLst>
              <a:path w="9525" h="574357">
                <a:moveTo>
                  <a:pt x="0" y="574357"/>
                </a:moveTo>
                <a:lnTo>
                  <a:pt x="0" y="0"/>
                </a:lnTo>
              </a:path>
            </a:pathLst>
          </a:custGeom>
          <a:noFill xmlns:a="http://schemas.openxmlformats.org/drawingml/2006/main"/>
          <a:ln xmlns:a="http://schemas.openxmlformats.org/drawingml/2006/main" w="7658">
            <a:solidFill>
              <a:srgbClr val="231F20"/>
            </a:solidFill>
          </a:ln>
        </p:spPr>
      </p:sp>
      <p:sp>
        <p:nvSpPr>
          <p:cNvPr id="331" name="wire-925">
            <a:extLst xmlns:a="http://schemas.openxmlformats.org/drawingml/2006/main">
              <a:ext uri="{FF2B5EF4-FFF2-40B4-BE49-F238E27FC236}">
                <a16:creationId xmlns:a16="http://schemas.microsoft.com/office/drawing/2014/main" id="{B642EBA7-6DFD-4768-954C-D1C8CB4022EE}"/>
              </a:ext>
            </a:extLst>
          </p:cNvPr>
          <p:cNvSpPr>
            <a:spLocks xmlns:a="http://schemas.openxmlformats.org/drawingml/2006/main" noGrp="1"/>
          </p:cNvSpPr>
          <p:nvPr/>
        </p:nvSpPr>
        <p:spPr>
          <a:xfrm xmlns:a="http://schemas.openxmlformats.org/drawingml/2006/main">
            <a:off x="2738342" y="4643247"/>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7658">
            <a:solidFill>
              <a:srgbClr val="231F20"/>
            </a:solidFill>
          </a:ln>
        </p:spPr>
      </p:sp>
      <p:sp>
        <p:nvSpPr>
          <p:cNvPr id="332" name="circuit-926">
            <a:extLst xmlns:a="http://schemas.openxmlformats.org/drawingml/2006/main">
              <a:ext uri="{FF2B5EF4-FFF2-40B4-BE49-F238E27FC236}">
                <a16:creationId xmlns:a16="http://schemas.microsoft.com/office/drawing/2014/main" id="{960A7278-830C-4795-8B0D-4BEC487B6446}"/>
              </a:ext>
            </a:extLst>
          </p:cNvPr>
          <p:cNvSpPr>
            <a:spLocks xmlns:a="http://schemas.openxmlformats.org/drawingml/2006/main" noGrp="1"/>
          </p:cNvSpPr>
          <p:nvPr/>
        </p:nvSpPr>
        <p:spPr>
          <a:xfrm xmlns:a="http://schemas.openxmlformats.org/drawingml/2006/main">
            <a:off x="2789396" y="4629845"/>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33" name="">
            <a:extLst xmlns:a="http://schemas.openxmlformats.org/drawingml/2006/main">
              <a:ext uri="{FF2B5EF4-FFF2-40B4-BE49-F238E27FC236}">
                <a16:creationId xmlns:a16="http://schemas.microsoft.com/office/drawing/2014/main" id="{0EAD7FE6-6E83-4876-8C48-06D627A9981A}"/>
              </a:ext>
            </a:extLst>
          </p:cNvPr>
          <p:cNvSpPr>
            <a:spLocks xmlns:a="http://schemas.openxmlformats.org/drawingml/2006/main" noGrp="1"/>
          </p:cNvSpPr>
          <p:nvPr/>
        </p:nvSpPr>
        <p:spPr>
          <a:xfrm xmlns:a="http://schemas.openxmlformats.org/drawingml/2006/main">
            <a:off x="2728770" y="5208032"/>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34" name="wire-927">
            <a:extLst xmlns:a="http://schemas.openxmlformats.org/drawingml/2006/main">
              <a:ext uri="{FF2B5EF4-FFF2-40B4-BE49-F238E27FC236}">
                <a16:creationId xmlns:a16="http://schemas.microsoft.com/office/drawing/2014/main" id="{05F68E4D-815A-4D8F-9E47-406C0D85258C}"/>
              </a:ext>
            </a:extLst>
          </p:cNvPr>
          <p:cNvSpPr>
            <a:spLocks xmlns:a="http://schemas.openxmlformats.org/drawingml/2006/main" noGrp="1"/>
          </p:cNvSpPr>
          <p:nvPr/>
        </p:nvSpPr>
        <p:spPr>
          <a:xfrm xmlns:a="http://schemas.openxmlformats.org/drawingml/2006/main">
            <a:off x="2738342" y="4324160"/>
            <a:ext cx="9525" cy="319088"/>
          </a:xfrm>
          <a:custGeom xmlns:a="http://schemas.openxmlformats.org/drawingml/2006/main">
            <a:pathLst>
              <a:path w="9525" h="319088">
                <a:moveTo>
                  <a:pt x="0" y="319088"/>
                </a:moveTo>
                <a:lnTo>
                  <a:pt x="0" y="0"/>
                </a:lnTo>
              </a:path>
            </a:pathLst>
          </a:custGeom>
          <a:noFill xmlns:a="http://schemas.openxmlformats.org/drawingml/2006/main"/>
          <a:ln xmlns:a="http://schemas.openxmlformats.org/drawingml/2006/main" w="7658">
            <a:solidFill>
              <a:srgbClr val="231F20"/>
            </a:solidFill>
          </a:ln>
        </p:spPr>
      </p:sp>
      <p:sp>
        <p:nvSpPr>
          <p:cNvPr id="335" name="wire-928">
            <a:extLst xmlns:a="http://schemas.openxmlformats.org/drawingml/2006/main">
              <a:ext uri="{FF2B5EF4-FFF2-40B4-BE49-F238E27FC236}">
                <a16:creationId xmlns:a16="http://schemas.microsoft.com/office/drawing/2014/main" id="{D78A9E1D-AA6C-4E69-B25B-5A6E56AC9200}"/>
              </a:ext>
            </a:extLst>
          </p:cNvPr>
          <p:cNvSpPr>
            <a:spLocks xmlns:a="http://schemas.openxmlformats.org/drawingml/2006/main" noGrp="1"/>
          </p:cNvSpPr>
          <p:nvPr/>
        </p:nvSpPr>
        <p:spPr>
          <a:xfrm xmlns:a="http://schemas.openxmlformats.org/drawingml/2006/main">
            <a:off x="2738342" y="4324160"/>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7658">
            <a:solidFill>
              <a:srgbClr val="231F20"/>
            </a:solidFill>
          </a:ln>
        </p:spPr>
      </p:sp>
      <p:sp>
        <p:nvSpPr>
          <p:cNvPr id="336" name="circuit-929">
            <a:extLst xmlns:a="http://schemas.openxmlformats.org/drawingml/2006/main">
              <a:ext uri="{FF2B5EF4-FFF2-40B4-BE49-F238E27FC236}">
                <a16:creationId xmlns:a16="http://schemas.microsoft.com/office/drawing/2014/main" id="{2FFA5234-2322-43F8-B587-AF31550820BD}"/>
              </a:ext>
            </a:extLst>
          </p:cNvPr>
          <p:cNvSpPr>
            <a:spLocks xmlns:a="http://schemas.openxmlformats.org/drawingml/2006/main" noGrp="1"/>
          </p:cNvSpPr>
          <p:nvPr/>
        </p:nvSpPr>
        <p:spPr>
          <a:xfrm xmlns:a="http://schemas.openxmlformats.org/drawingml/2006/main">
            <a:off x="2789396" y="4310758"/>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231F20"/>
          </a:solidFill>
          <a:ln xmlns:a="http://schemas.openxmlformats.org/drawingml/2006/main" w="3191">
            <a:solidFill>
              <a:srgbClr val="231F20"/>
            </a:solidFill>
          </a:ln>
        </p:spPr>
      </p:sp>
      <p:sp>
        <p:nvSpPr>
          <p:cNvPr id="337" name="">
            <a:extLst xmlns:a="http://schemas.openxmlformats.org/drawingml/2006/main">
              <a:ext uri="{FF2B5EF4-FFF2-40B4-BE49-F238E27FC236}">
                <a16:creationId xmlns:a16="http://schemas.microsoft.com/office/drawing/2014/main" id="{A9E1DC3D-2ECA-46B2-BDA2-F54C51053B2F}"/>
              </a:ext>
            </a:extLst>
          </p:cNvPr>
          <p:cNvSpPr>
            <a:spLocks xmlns:a="http://schemas.openxmlformats.org/drawingml/2006/main" noGrp="1"/>
          </p:cNvSpPr>
          <p:nvPr/>
        </p:nvSpPr>
        <p:spPr>
          <a:xfrm xmlns:a="http://schemas.openxmlformats.org/drawingml/2006/main">
            <a:off x="2728770" y="4633674"/>
            <a:ext cx="19145" cy="1914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38" name="block-930">
            <a:extLst xmlns:a="http://schemas.openxmlformats.org/drawingml/2006/main">
              <a:ext uri="{FF2B5EF4-FFF2-40B4-BE49-F238E27FC236}">
                <a16:creationId xmlns:a16="http://schemas.microsoft.com/office/drawing/2014/main" id="{A56A789B-F277-4319-974F-BD38B6B67777}"/>
              </a:ext>
            </a:extLst>
          </p:cNvPr>
          <p:cNvSpPr>
            <a:spLocks xmlns:a="http://schemas.openxmlformats.org/drawingml/2006/main" noGrp="1"/>
          </p:cNvSpPr>
          <p:nvPr/>
        </p:nvSpPr>
        <p:spPr>
          <a:xfrm xmlns:a="http://schemas.openxmlformats.org/drawingml/2006/main">
            <a:off x="836581" y="5275040"/>
            <a:ext cx="4428935" cy="102108"/>
          </a:xfrm>
          <a:prstGeom xmlns:a="http://schemas.openxmlformats.org/drawingml/2006/main" prst="rect">
            <a:avLst/>
          </a:prstGeom>
          <a:solidFill xmlns:a="http://schemas.openxmlformats.org/drawingml/2006/main">
            <a:srgbClr val="FFFFFF"/>
          </a:solidFill>
          <a:ln xmlns:a="http://schemas.openxmlformats.org/drawingml/2006/main" w="6382">
            <a:solidFill>
              <a:srgbClr val="231F20"/>
            </a:solidFill>
          </a:ln>
        </p:spPr>
      </p:sp>
      <p:sp>
        <p:nvSpPr>
          <p:cNvPr id="339" name="wire-931">
            <a:extLst xmlns:a="http://schemas.openxmlformats.org/drawingml/2006/main">
              <a:ext uri="{FF2B5EF4-FFF2-40B4-BE49-F238E27FC236}">
                <a16:creationId xmlns:a16="http://schemas.microsoft.com/office/drawing/2014/main" id="{B19F7737-A2F5-4DDC-A03E-03EA0456C294}"/>
              </a:ext>
            </a:extLst>
          </p:cNvPr>
          <p:cNvSpPr>
            <a:spLocks xmlns:a="http://schemas.openxmlformats.org/drawingml/2006/main" noGrp="1"/>
          </p:cNvSpPr>
          <p:nvPr/>
        </p:nvSpPr>
        <p:spPr>
          <a:xfrm xmlns:a="http://schemas.openxmlformats.org/drawingml/2006/main">
            <a:off x="1691735" y="5249513"/>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4467">
            <a:solidFill>
              <a:srgbClr val="231F20"/>
            </a:solidFill>
          </a:ln>
        </p:spPr>
      </p:sp>
      <p:sp>
        <p:nvSpPr>
          <p:cNvPr id="340" name="wire-932">
            <a:extLst xmlns:a="http://schemas.openxmlformats.org/drawingml/2006/main">
              <a:ext uri="{FF2B5EF4-FFF2-40B4-BE49-F238E27FC236}">
                <a16:creationId xmlns:a16="http://schemas.microsoft.com/office/drawing/2014/main" id="{668EDD31-86EF-4BB3-A1A4-3ED3190DF19A}"/>
              </a:ext>
            </a:extLst>
          </p:cNvPr>
          <p:cNvSpPr>
            <a:spLocks xmlns:a="http://schemas.openxmlformats.org/drawingml/2006/main" noGrp="1"/>
          </p:cNvSpPr>
          <p:nvPr/>
        </p:nvSpPr>
        <p:spPr>
          <a:xfrm xmlns:a="http://schemas.openxmlformats.org/drawingml/2006/main">
            <a:off x="1691735" y="5249513"/>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4467">
            <a:solidFill>
              <a:srgbClr val="231F20"/>
            </a:solidFill>
          </a:ln>
        </p:spPr>
      </p:sp>
      <p:sp>
        <p:nvSpPr>
          <p:cNvPr id="341" name="wire-933">
            <a:extLst xmlns:a="http://schemas.openxmlformats.org/drawingml/2006/main">
              <a:ext uri="{FF2B5EF4-FFF2-40B4-BE49-F238E27FC236}">
                <a16:creationId xmlns:a16="http://schemas.microsoft.com/office/drawing/2014/main" id="{717BD34D-7809-4D17-A7EB-EED00B6E82E5}"/>
              </a:ext>
            </a:extLst>
          </p:cNvPr>
          <p:cNvSpPr>
            <a:spLocks xmlns:a="http://schemas.openxmlformats.org/drawingml/2006/main" noGrp="1"/>
          </p:cNvSpPr>
          <p:nvPr/>
        </p:nvSpPr>
        <p:spPr>
          <a:xfrm xmlns:a="http://schemas.openxmlformats.org/drawingml/2006/main">
            <a:off x="1691735" y="5051679"/>
            <a:ext cx="9525" cy="197834"/>
          </a:xfrm>
          <a:custGeom xmlns:a="http://schemas.openxmlformats.org/drawingml/2006/main">
            <a:pathLst>
              <a:path w="9525" h="197834">
                <a:moveTo>
                  <a:pt x="0" y="197834"/>
                </a:moveTo>
                <a:lnTo>
                  <a:pt x="0" y="0"/>
                </a:lnTo>
              </a:path>
            </a:pathLst>
          </a:custGeom>
          <a:noFill xmlns:a="http://schemas.openxmlformats.org/drawingml/2006/main"/>
          <a:ln xmlns:a="http://schemas.openxmlformats.org/drawingml/2006/main" w="4467">
            <a:solidFill>
              <a:srgbClr val="231F20"/>
            </a:solidFill>
          </a:ln>
        </p:spPr>
      </p:sp>
      <p:sp>
        <p:nvSpPr>
          <p:cNvPr id="342" name="circuit-934">
            <a:extLst xmlns:a="http://schemas.openxmlformats.org/drawingml/2006/main">
              <a:ext uri="{FF2B5EF4-FFF2-40B4-BE49-F238E27FC236}">
                <a16:creationId xmlns:a16="http://schemas.microsoft.com/office/drawing/2014/main" id="{1598D1FE-6190-4096-A604-DB2AA33B1503}"/>
              </a:ext>
            </a:extLst>
          </p:cNvPr>
          <p:cNvSpPr>
            <a:spLocks xmlns:a="http://schemas.openxmlformats.org/drawingml/2006/main" noGrp="1"/>
          </p:cNvSpPr>
          <p:nvPr/>
        </p:nvSpPr>
        <p:spPr>
          <a:xfrm xmlns:a="http://schemas.openxmlformats.org/drawingml/2006/main">
            <a:off x="1678334" y="505167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43" name="wire-935">
            <a:extLst xmlns:a="http://schemas.openxmlformats.org/drawingml/2006/main">
              <a:ext uri="{FF2B5EF4-FFF2-40B4-BE49-F238E27FC236}">
                <a16:creationId xmlns:a16="http://schemas.microsoft.com/office/drawing/2014/main" id="{79A30C00-0659-4221-A2EB-00E41362BFB1}"/>
              </a:ext>
            </a:extLst>
          </p:cNvPr>
          <p:cNvSpPr>
            <a:spLocks xmlns:a="http://schemas.openxmlformats.org/drawingml/2006/main" noGrp="1"/>
          </p:cNvSpPr>
          <p:nvPr/>
        </p:nvSpPr>
        <p:spPr>
          <a:xfrm xmlns:a="http://schemas.openxmlformats.org/drawingml/2006/main">
            <a:off x="2636234" y="5243132"/>
            <a:ext cx="9525" cy="31909"/>
          </a:xfrm>
          <a:custGeom xmlns:a="http://schemas.openxmlformats.org/drawingml/2006/main">
            <a:pathLst>
              <a:path w="9525" h="31909">
                <a:moveTo>
                  <a:pt x="0" y="31909"/>
                </a:moveTo>
                <a:lnTo>
                  <a:pt x="0" y="0"/>
                </a:lnTo>
              </a:path>
            </a:pathLst>
          </a:custGeom>
          <a:noFill xmlns:a="http://schemas.openxmlformats.org/drawingml/2006/main"/>
          <a:ln xmlns:a="http://schemas.openxmlformats.org/drawingml/2006/main" w="4467">
            <a:solidFill>
              <a:srgbClr val="231F20"/>
            </a:solidFill>
          </a:ln>
        </p:spPr>
      </p:sp>
      <p:sp>
        <p:nvSpPr>
          <p:cNvPr id="344" name="wire-936">
            <a:extLst xmlns:a="http://schemas.openxmlformats.org/drawingml/2006/main">
              <a:ext uri="{FF2B5EF4-FFF2-40B4-BE49-F238E27FC236}">
                <a16:creationId xmlns:a16="http://schemas.microsoft.com/office/drawing/2014/main" id="{91CF9486-7F33-4B10-AF23-213BEC0043E3}"/>
              </a:ext>
            </a:extLst>
          </p:cNvPr>
          <p:cNvSpPr>
            <a:spLocks xmlns:a="http://schemas.openxmlformats.org/drawingml/2006/main" noGrp="1"/>
          </p:cNvSpPr>
          <p:nvPr/>
        </p:nvSpPr>
        <p:spPr>
          <a:xfrm xmlns:a="http://schemas.openxmlformats.org/drawingml/2006/main">
            <a:off x="2636234" y="5243132"/>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4467">
            <a:solidFill>
              <a:srgbClr val="231F20"/>
            </a:solidFill>
          </a:ln>
        </p:spPr>
      </p:sp>
      <p:sp>
        <p:nvSpPr>
          <p:cNvPr id="345" name="wire-937">
            <a:extLst xmlns:a="http://schemas.openxmlformats.org/drawingml/2006/main">
              <a:ext uri="{FF2B5EF4-FFF2-40B4-BE49-F238E27FC236}">
                <a16:creationId xmlns:a16="http://schemas.microsoft.com/office/drawing/2014/main" id="{795A5A6B-86B5-49B9-9FD0-0029AE99B6CD}"/>
              </a:ext>
            </a:extLst>
          </p:cNvPr>
          <p:cNvSpPr>
            <a:spLocks xmlns:a="http://schemas.openxmlformats.org/drawingml/2006/main" noGrp="1"/>
          </p:cNvSpPr>
          <p:nvPr/>
        </p:nvSpPr>
        <p:spPr>
          <a:xfrm xmlns:a="http://schemas.openxmlformats.org/drawingml/2006/main">
            <a:off x="2636234" y="5051679"/>
            <a:ext cx="9525" cy="191453"/>
          </a:xfrm>
          <a:custGeom xmlns:a="http://schemas.openxmlformats.org/drawingml/2006/main">
            <a:pathLst>
              <a:path w="9525" h="191453">
                <a:moveTo>
                  <a:pt x="0" y="191453"/>
                </a:moveTo>
                <a:lnTo>
                  <a:pt x="0" y="0"/>
                </a:lnTo>
              </a:path>
            </a:pathLst>
          </a:custGeom>
          <a:noFill xmlns:a="http://schemas.openxmlformats.org/drawingml/2006/main"/>
          <a:ln xmlns:a="http://schemas.openxmlformats.org/drawingml/2006/main" w="4467">
            <a:solidFill>
              <a:srgbClr val="231F20"/>
            </a:solidFill>
          </a:ln>
        </p:spPr>
      </p:sp>
      <p:sp>
        <p:nvSpPr>
          <p:cNvPr id="346" name="circuit-938">
            <a:extLst xmlns:a="http://schemas.openxmlformats.org/drawingml/2006/main">
              <a:ext uri="{FF2B5EF4-FFF2-40B4-BE49-F238E27FC236}">
                <a16:creationId xmlns:a16="http://schemas.microsoft.com/office/drawing/2014/main" id="{68874735-F667-46AD-919D-CD47BD158D52}"/>
              </a:ext>
            </a:extLst>
          </p:cNvPr>
          <p:cNvSpPr>
            <a:spLocks xmlns:a="http://schemas.openxmlformats.org/drawingml/2006/main" noGrp="1"/>
          </p:cNvSpPr>
          <p:nvPr/>
        </p:nvSpPr>
        <p:spPr>
          <a:xfrm xmlns:a="http://schemas.openxmlformats.org/drawingml/2006/main">
            <a:off x="2622833" y="505167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47" name="wire-939">
            <a:extLst xmlns:a="http://schemas.openxmlformats.org/drawingml/2006/main">
              <a:ext uri="{FF2B5EF4-FFF2-40B4-BE49-F238E27FC236}">
                <a16:creationId xmlns:a16="http://schemas.microsoft.com/office/drawing/2014/main" id="{521186AA-62F7-4F95-ABE4-8813735D22E7}"/>
              </a:ext>
            </a:extLst>
          </p:cNvPr>
          <p:cNvSpPr>
            <a:spLocks xmlns:a="http://schemas.openxmlformats.org/drawingml/2006/main" noGrp="1"/>
          </p:cNvSpPr>
          <p:nvPr/>
        </p:nvSpPr>
        <p:spPr>
          <a:xfrm xmlns:a="http://schemas.openxmlformats.org/drawingml/2006/main">
            <a:off x="4059365" y="5236750"/>
            <a:ext cx="9525" cy="38290"/>
          </a:xfrm>
          <a:custGeom xmlns:a="http://schemas.openxmlformats.org/drawingml/2006/main">
            <a:pathLst>
              <a:path w="9525" h="38290">
                <a:moveTo>
                  <a:pt x="0" y="38290"/>
                </a:moveTo>
                <a:lnTo>
                  <a:pt x="0" y="0"/>
                </a:lnTo>
              </a:path>
            </a:pathLst>
          </a:custGeom>
          <a:noFill xmlns:a="http://schemas.openxmlformats.org/drawingml/2006/main"/>
          <a:ln xmlns:a="http://schemas.openxmlformats.org/drawingml/2006/main" w="4467">
            <a:solidFill>
              <a:srgbClr val="231F20"/>
            </a:solidFill>
          </a:ln>
        </p:spPr>
      </p:sp>
      <p:sp>
        <p:nvSpPr>
          <p:cNvPr id="348" name="wire-940">
            <a:extLst xmlns:a="http://schemas.openxmlformats.org/drawingml/2006/main">
              <a:ext uri="{FF2B5EF4-FFF2-40B4-BE49-F238E27FC236}">
                <a16:creationId xmlns:a16="http://schemas.microsoft.com/office/drawing/2014/main" id="{F86EC5AE-E402-436A-B708-A56146CBB1A7}"/>
              </a:ext>
            </a:extLst>
          </p:cNvPr>
          <p:cNvSpPr>
            <a:spLocks xmlns:a="http://schemas.openxmlformats.org/drawingml/2006/main" noGrp="1"/>
          </p:cNvSpPr>
          <p:nvPr/>
        </p:nvSpPr>
        <p:spPr>
          <a:xfrm xmlns:a="http://schemas.openxmlformats.org/drawingml/2006/main">
            <a:off x="4059365" y="523675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4467">
            <a:solidFill>
              <a:srgbClr val="231F20"/>
            </a:solidFill>
          </a:ln>
        </p:spPr>
      </p:sp>
      <p:sp>
        <p:nvSpPr>
          <p:cNvPr id="349" name="wire-941">
            <a:extLst xmlns:a="http://schemas.openxmlformats.org/drawingml/2006/main">
              <a:ext uri="{FF2B5EF4-FFF2-40B4-BE49-F238E27FC236}">
                <a16:creationId xmlns:a16="http://schemas.microsoft.com/office/drawing/2014/main" id="{10E4C7B5-A50D-473B-BD9D-D4EE262CB982}"/>
              </a:ext>
            </a:extLst>
          </p:cNvPr>
          <p:cNvSpPr>
            <a:spLocks xmlns:a="http://schemas.openxmlformats.org/drawingml/2006/main" noGrp="1"/>
          </p:cNvSpPr>
          <p:nvPr/>
        </p:nvSpPr>
        <p:spPr>
          <a:xfrm xmlns:a="http://schemas.openxmlformats.org/drawingml/2006/main">
            <a:off x="4059365" y="5109115"/>
            <a:ext cx="9525" cy="127635"/>
          </a:xfrm>
          <a:custGeom xmlns:a="http://schemas.openxmlformats.org/drawingml/2006/main">
            <a:pathLst>
              <a:path w="9525" h="127635">
                <a:moveTo>
                  <a:pt x="0" y="127635"/>
                </a:moveTo>
                <a:lnTo>
                  <a:pt x="0" y="0"/>
                </a:lnTo>
              </a:path>
            </a:pathLst>
          </a:custGeom>
          <a:noFill xmlns:a="http://schemas.openxmlformats.org/drawingml/2006/main"/>
          <a:ln xmlns:a="http://schemas.openxmlformats.org/drawingml/2006/main" w="4467">
            <a:solidFill>
              <a:srgbClr val="231F20"/>
            </a:solidFill>
          </a:ln>
        </p:spPr>
      </p:sp>
      <p:sp>
        <p:nvSpPr>
          <p:cNvPr id="350" name="circuit-942">
            <a:extLst xmlns:a="http://schemas.openxmlformats.org/drawingml/2006/main">
              <a:ext uri="{FF2B5EF4-FFF2-40B4-BE49-F238E27FC236}">
                <a16:creationId xmlns:a16="http://schemas.microsoft.com/office/drawing/2014/main" id="{7B1B4BC5-265A-4F64-A635-33E34D0CD81C}"/>
              </a:ext>
            </a:extLst>
          </p:cNvPr>
          <p:cNvSpPr>
            <a:spLocks xmlns:a="http://schemas.openxmlformats.org/drawingml/2006/main" noGrp="1"/>
          </p:cNvSpPr>
          <p:nvPr/>
        </p:nvSpPr>
        <p:spPr>
          <a:xfrm xmlns:a="http://schemas.openxmlformats.org/drawingml/2006/main">
            <a:off x="4045963" y="5109115"/>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51" name="wire-943">
            <a:extLst xmlns:a="http://schemas.openxmlformats.org/drawingml/2006/main">
              <a:ext uri="{FF2B5EF4-FFF2-40B4-BE49-F238E27FC236}">
                <a16:creationId xmlns:a16="http://schemas.microsoft.com/office/drawing/2014/main" id="{7E6C0479-0B21-4B43-BC7F-3EE50BA7A13F}"/>
              </a:ext>
            </a:extLst>
          </p:cNvPr>
          <p:cNvSpPr>
            <a:spLocks xmlns:a="http://schemas.openxmlformats.org/drawingml/2006/main" noGrp="1"/>
          </p:cNvSpPr>
          <p:nvPr/>
        </p:nvSpPr>
        <p:spPr>
          <a:xfrm xmlns:a="http://schemas.openxmlformats.org/drawingml/2006/main">
            <a:off x="5227225" y="5230368"/>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4467">
            <a:solidFill>
              <a:srgbClr val="231F20"/>
            </a:solidFill>
          </a:ln>
        </p:spPr>
      </p:sp>
      <p:sp>
        <p:nvSpPr>
          <p:cNvPr id="352" name="wire-944">
            <a:extLst xmlns:a="http://schemas.openxmlformats.org/drawingml/2006/main">
              <a:ext uri="{FF2B5EF4-FFF2-40B4-BE49-F238E27FC236}">
                <a16:creationId xmlns:a16="http://schemas.microsoft.com/office/drawing/2014/main" id="{805B6AAB-64F2-4B1B-80B3-EC4F73218FFA}"/>
              </a:ext>
            </a:extLst>
          </p:cNvPr>
          <p:cNvSpPr>
            <a:spLocks xmlns:a="http://schemas.openxmlformats.org/drawingml/2006/main" noGrp="1"/>
          </p:cNvSpPr>
          <p:nvPr/>
        </p:nvSpPr>
        <p:spPr>
          <a:xfrm xmlns:a="http://schemas.openxmlformats.org/drawingml/2006/main">
            <a:off x="5227225" y="5230368"/>
            <a:ext cx="382905" cy="9525"/>
          </a:xfrm>
          <a:custGeom xmlns:a="http://schemas.openxmlformats.org/drawingml/2006/main">
            <a:pathLst>
              <a:path w="382905" h="9525">
                <a:moveTo>
                  <a:pt x="0" y="0"/>
                </a:moveTo>
                <a:lnTo>
                  <a:pt x="382905" y="0"/>
                </a:lnTo>
              </a:path>
            </a:pathLst>
          </a:custGeom>
          <a:noFill xmlns:a="http://schemas.openxmlformats.org/drawingml/2006/main"/>
          <a:ln xmlns:a="http://schemas.openxmlformats.org/drawingml/2006/main" w="4467">
            <a:solidFill>
              <a:srgbClr val="231F20"/>
            </a:solidFill>
          </a:ln>
        </p:spPr>
      </p:sp>
      <p:sp>
        <p:nvSpPr>
          <p:cNvPr id="353" name="wire-945">
            <a:extLst xmlns:a="http://schemas.openxmlformats.org/drawingml/2006/main">
              <a:ext uri="{FF2B5EF4-FFF2-40B4-BE49-F238E27FC236}">
                <a16:creationId xmlns:a16="http://schemas.microsoft.com/office/drawing/2014/main" id="{ECAD6188-E46D-4E83-80C5-90F5E9842E23}"/>
              </a:ext>
            </a:extLst>
          </p:cNvPr>
          <p:cNvSpPr>
            <a:spLocks xmlns:a="http://schemas.openxmlformats.org/drawingml/2006/main" noGrp="1"/>
          </p:cNvSpPr>
          <p:nvPr/>
        </p:nvSpPr>
        <p:spPr>
          <a:xfrm xmlns:a="http://schemas.openxmlformats.org/drawingml/2006/main">
            <a:off x="5610130" y="4713446"/>
            <a:ext cx="9525" cy="516922"/>
          </a:xfrm>
          <a:custGeom xmlns:a="http://schemas.openxmlformats.org/drawingml/2006/main">
            <a:pathLst>
              <a:path w="9525" h="516922">
                <a:moveTo>
                  <a:pt x="0" y="516922"/>
                </a:moveTo>
                <a:lnTo>
                  <a:pt x="0" y="0"/>
                </a:lnTo>
              </a:path>
            </a:pathLst>
          </a:custGeom>
          <a:noFill xmlns:a="http://schemas.openxmlformats.org/drawingml/2006/main"/>
          <a:ln xmlns:a="http://schemas.openxmlformats.org/drawingml/2006/main" w="4467">
            <a:solidFill>
              <a:srgbClr val="231F20"/>
            </a:solidFill>
          </a:ln>
        </p:spPr>
      </p:sp>
      <p:sp>
        <p:nvSpPr>
          <p:cNvPr id="354" name="circuit-946">
            <a:extLst xmlns:a="http://schemas.openxmlformats.org/drawingml/2006/main">
              <a:ext uri="{FF2B5EF4-FFF2-40B4-BE49-F238E27FC236}">
                <a16:creationId xmlns:a16="http://schemas.microsoft.com/office/drawing/2014/main" id="{1B6A1F69-B044-4EC9-AE2E-EEE06F5F018D}"/>
              </a:ext>
            </a:extLst>
          </p:cNvPr>
          <p:cNvSpPr>
            <a:spLocks xmlns:a="http://schemas.openxmlformats.org/drawingml/2006/main" noGrp="1"/>
          </p:cNvSpPr>
          <p:nvPr/>
        </p:nvSpPr>
        <p:spPr>
          <a:xfrm xmlns:a="http://schemas.openxmlformats.org/drawingml/2006/main">
            <a:off x="5596728" y="4713446"/>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231F20"/>
          </a:solidFill>
          <a:ln xmlns:a="http://schemas.openxmlformats.org/drawingml/2006/main" w="3191">
            <a:solidFill>
              <a:srgbClr val="231F20"/>
            </a:solidFill>
          </a:ln>
        </p:spPr>
      </p:sp>
      <p:sp>
        <p:nvSpPr>
          <p:cNvPr id="355" name="text-947">
            <a:extLst xmlns:a="http://schemas.openxmlformats.org/drawingml/2006/main">
              <a:ext uri="{FF2B5EF4-FFF2-40B4-BE49-F238E27FC236}">
                <a16:creationId xmlns:a16="http://schemas.microsoft.com/office/drawing/2014/main" id="{B0B14644-E1ED-4B3A-9C23-9D71CB85665C}"/>
              </a:ext>
            </a:extLst>
          </p:cNvPr>
          <p:cNvSpPr>
            <a:spLocks xmlns:a="http://schemas.openxmlformats.org/drawingml/2006/main" noGrp="1"/>
          </p:cNvSpPr>
          <p:nvPr/>
        </p:nvSpPr>
        <p:spPr>
          <a:xfrm xmlns:a="http://schemas.openxmlformats.org/drawingml/2006/main">
            <a:off x="721709" y="5466493"/>
            <a:ext cx="4977765" cy="1084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53" b="0">
                <a:solidFill>
                  <a:srgbClr val="231F20"/>
                </a:solidFill>
                <a:latin typeface="Arial"/>
                <a:ea typeface="Arial"/>
                <a:cs typeface="Arial"/>
              </a:defRPr>
            </a:defPPr>
            <a:lvl1pPr algn="l">
              <a:defRPr sz="553" b="0">
                <a:solidFill>
                  <a:srgbClr val="231F20"/>
                </a:solidFill>
                <a:latin typeface="Arial"/>
                <a:ea typeface="Arial"/>
                <a:cs typeface="Arial"/>
              </a:defRPr>
            </a:lvl1pPr>
            <a:lvl2pPr algn="l">
              <a:defRPr sz="553" b="0">
                <a:solidFill>
                  <a:srgbClr val="231F20"/>
                </a:solidFill>
                <a:latin typeface="Arial"/>
                <a:ea typeface="Arial"/>
                <a:cs typeface="Arial"/>
              </a:defRPr>
            </a:lvl2pPr>
            <a:lvl3pPr algn="l">
              <a:defRPr sz="553" b="0">
                <a:solidFill>
                  <a:srgbClr val="231F20"/>
                </a:solidFill>
                <a:latin typeface="Arial"/>
                <a:ea typeface="Arial"/>
                <a:cs typeface="Arial"/>
              </a:defRPr>
            </a:lvl3pPr>
            <a:lvl4pPr algn="l">
              <a:defRPr sz="553" b="0">
                <a:solidFill>
                  <a:srgbClr val="231F20"/>
                </a:solidFill>
                <a:latin typeface="Arial"/>
                <a:ea typeface="Arial"/>
                <a:cs typeface="Arial"/>
              </a:defRPr>
            </a:lvl4pPr>
            <a:lvl5pPr algn="l">
              <a:defRPr sz="553" b="0">
                <a:solidFill>
                  <a:srgbClr val="231F20"/>
                </a:solidFill>
                <a:latin typeface="Arial"/>
                <a:ea typeface="Arial"/>
                <a:cs typeface="Arial"/>
              </a:defRPr>
            </a:lvl5pPr>
            <a:lvl6pPr algn="l">
              <a:defRPr sz="553" b="0">
                <a:solidFill>
                  <a:srgbClr val="231F20"/>
                </a:solidFill>
                <a:latin typeface="Arial"/>
                <a:ea typeface="Arial"/>
                <a:cs typeface="Arial"/>
              </a:defRPr>
            </a:lvl6pPr>
            <a:lvl7pPr algn="l">
              <a:defRPr sz="553" b="0">
                <a:solidFill>
                  <a:srgbClr val="231F20"/>
                </a:solidFill>
                <a:latin typeface="Arial"/>
                <a:ea typeface="Arial"/>
                <a:cs typeface="Arial"/>
              </a:defRPr>
            </a:lvl7pPr>
            <a:lvl8pPr algn="l">
              <a:defRPr sz="553" b="0">
                <a:solidFill>
                  <a:srgbClr val="231F20"/>
                </a:solidFill>
                <a:latin typeface="Arial"/>
                <a:ea typeface="Arial"/>
                <a:cs typeface="Arial"/>
              </a:defRPr>
            </a:lvl8pPr>
            <a:lvl9pPr algn="l">
              <a:defRPr sz="553" b="0">
                <a:solidFill>
                  <a:srgbClr val="231F20"/>
                </a:solidFill>
                <a:latin typeface="Arial"/>
                <a:ea typeface="Arial"/>
                <a:cs typeface="Arial"/>
              </a:defRPr>
            </a:lvl9pPr>
          </a:lstStyle>
          <a:p xmlns:a="http://schemas.openxmlformats.org/drawingml/2006/main">
            <a:pPr algn="l">
              <a:defRPr sz="553" b="0">
                <a:solidFill>
                  <a:srgbClr val="231F20"/>
                </a:solidFill>
                <a:latin typeface="Arial"/>
                <a:ea typeface="Arial"/>
                <a:cs typeface="Arial"/>
              </a:defRPr>
            </a:pPr>
            <a:r>
              <a:rPr sz="553" b="0">
                <a:solidFill>
                  <a:srgbClr val="231F20"/>
                </a:solidFill>
                <a:latin typeface="Arial"/>
                <a:ea typeface="Arial"/>
                <a:cs typeface="Arial"/>
              </a:rPr>
              <a:t>CSR / FPU / MDU and additional control paths omitted</a:t>
            </a:r>
          </a:p>
        </p:txBody>
      </p:sp>
      <p:sp>
        <p:nvSpPr>
          <p:cNvPr id="356" name="text-948">
            <a:extLst xmlns:a="http://schemas.openxmlformats.org/drawingml/2006/main">
              <a:ext uri="{FF2B5EF4-FFF2-40B4-BE49-F238E27FC236}">
                <a16:creationId xmlns:a16="http://schemas.microsoft.com/office/drawing/2014/main" id="{89E9E5EB-EF62-4242-8601-B359F2BF6064}"/>
              </a:ext>
            </a:extLst>
          </p:cNvPr>
          <p:cNvSpPr>
            <a:spLocks xmlns:a="http://schemas.openxmlformats.org/drawingml/2006/main" noGrp="1"/>
          </p:cNvSpPr>
          <p:nvPr/>
        </p:nvSpPr>
        <p:spPr>
          <a:xfrm xmlns:a="http://schemas.openxmlformats.org/drawingml/2006/main">
            <a:off x="6516338" y="3634931"/>
            <a:ext cx="989171" cy="146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1572C3"/>
                </a:solidFill>
                <a:latin typeface="Arial"/>
                <a:ea typeface="Arial"/>
                <a:cs typeface="Arial"/>
              </a:defRPr>
            </a:defPPr>
            <a:lvl1pPr algn="ctr">
              <a:defRPr sz="854" b="1">
                <a:solidFill>
                  <a:srgbClr val="1572C3"/>
                </a:solidFill>
                <a:latin typeface="Arial"/>
                <a:ea typeface="Arial"/>
                <a:cs typeface="Arial"/>
              </a:defRPr>
            </a:lvl1pPr>
            <a:lvl2pPr algn="ctr">
              <a:defRPr sz="854" b="1">
                <a:solidFill>
                  <a:srgbClr val="1572C3"/>
                </a:solidFill>
                <a:latin typeface="Arial"/>
                <a:ea typeface="Arial"/>
                <a:cs typeface="Arial"/>
              </a:defRPr>
            </a:lvl2pPr>
            <a:lvl3pPr algn="ctr">
              <a:defRPr sz="854" b="1">
                <a:solidFill>
                  <a:srgbClr val="1572C3"/>
                </a:solidFill>
                <a:latin typeface="Arial"/>
                <a:ea typeface="Arial"/>
                <a:cs typeface="Arial"/>
              </a:defRPr>
            </a:lvl3pPr>
            <a:lvl4pPr algn="ctr">
              <a:defRPr sz="854" b="1">
                <a:solidFill>
                  <a:srgbClr val="1572C3"/>
                </a:solidFill>
                <a:latin typeface="Arial"/>
                <a:ea typeface="Arial"/>
                <a:cs typeface="Arial"/>
              </a:defRPr>
            </a:lvl4pPr>
            <a:lvl5pPr algn="ctr">
              <a:defRPr sz="854" b="1">
                <a:solidFill>
                  <a:srgbClr val="1572C3"/>
                </a:solidFill>
                <a:latin typeface="Arial"/>
                <a:ea typeface="Arial"/>
                <a:cs typeface="Arial"/>
              </a:defRPr>
            </a:lvl5pPr>
            <a:lvl6pPr algn="ctr">
              <a:defRPr sz="854" b="1">
                <a:solidFill>
                  <a:srgbClr val="1572C3"/>
                </a:solidFill>
                <a:latin typeface="Arial"/>
                <a:ea typeface="Arial"/>
                <a:cs typeface="Arial"/>
              </a:defRPr>
            </a:lvl6pPr>
            <a:lvl7pPr algn="ctr">
              <a:defRPr sz="854" b="1">
                <a:solidFill>
                  <a:srgbClr val="1572C3"/>
                </a:solidFill>
                <a:latin typeface="Arial"/>
                <a:ea typeface="Arial"/>
                <a:cs typeface="Arial"/>
              </a:defRPr>
            </a:lvl7pPr>
            <a:lvl8pPr algn="ctr">
              <a:defRPr sz="854" b="1">
                <a:solidFill>
                  <a:srgbClr val="1572C3"/>
                </a:solidFill>
                <a:latin typeface="Arial"/>
                <a:ea typeface="Arial"/>
                <a:cs typeface="Arial"/>
              </a:defRPr>
            </a:lvl8pPr>
            <a:lvl9pPr algn="ctr">
              <a:defRPr sz="854" b="1">
                <a:solidFill>
                  <a:srgbClr val="1572C3"/>
                </a:solidFill>
                <a:latin typeface="Arial"/>
                <a:ea typeface="Arial"/>
                <a:cs typeface="Arial"/>
              </a:defRPr>
            </a:lvl9pPr>
          </a:lstStyle>
          <a:p xmlns:a="http://schemas.openxmlformats.org/drawingml/2006/main">
            <a:pPr algn="ctr">
              <a:defRPr sz="854" b="1">
                <a:solidFill>
                  <a:srgbClr val="1572C3"/>
                </a:solidFill>
                <a:latin typeface="Arial"/>
                <a:ea typeface="Arial"/>
                <a:cs typeface="Arial"/>
              </a:defRPr>
            </a:pPr>
            <a:r>
              <a:rPr sz="854" b="1">
                <a:solidFill>
                  <a:srgbClr val="1572C3"/>
                </a:solidFill>
                <a:latin typeface="Arial"/>
                <a:ea typeface="Arial"/>
                <a:cs typeface="Arial"/>
              </a:rPr>
              <a:t>EXT_IO</a:t>
            </a:r>
          </a:p>
        </p:txBody>
      </p:sp>
      <p:sp>
        <p:nvSpPr>
          <p:cNvPr id="357" name="block-949">
            <a:extLst xmlns:a="http://schemas.openxmlformats.org/drawingml/2006/main">
              <a:ext uri="{FF2B5EF4-FFF2-40B4-BE49-F238E27FC236}">
                <a16:creationId xmlns:a16="http://schemas.microsoft.com/office/drawing/2014/main" id="{A2777026-7618-406B-904B-B9D2DE10CE4C}"/>
              </a:ext>
            </a:extLst>
          </p:cNvPr>
          <p:cNvSpPr>
            <a:spLocks xmlns:a="http://schemas.openxmlformats.org/drawingml/2006/main" noGrp="1"/>
          </p:cNvSpPr>
          <p:nvPr/>
        </p:nvSpPr>
        <p:spPr>
          <a:xfrm xmlns:a="http://schemas.openxmlformats.org/drawingml/2006/main">
            <a:off x="6516338" y="3890201"/>
            <a:ext cx="1046607" cy="242507"/>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58" name="text-950">
            <a:extLst xmlns:a="http://schemas.openxmlformats.org/drawingml/2006/main">
              <a:ext uri="{FF2B5EF4-FFF2-40B4-BE49-F238E27FC236}">
                <a16:creationId xmlns:a16="http://schemas.microsoft.com/office/drawing/2014/main" id="{353DB050-2C41-4FCE-94FF-C24977E6F402}"/>
              </a:ext>
            </a:extLst>
          </p:cNvPr>
          <p:cNvSpPr>
            <a:spLocks xmlns:a="http://schemas.openxmlformats.org/drawingml/2006/main" noGrp="1"/>
          </p:cNvSpPr>
          <p:nvPr/>
        </p:nvSpPr>
        <p:spPr>
          <a:xfrm xmlns:a="http://schemas.openxmlformats.org/drawingml/2006/main">
            <a:off x="6535484" y="3896582"/>
            <a:ext cx="1008317" cy="2297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5" b="1">
                <a:solidFill>
                  <a:srgbClr val="1572C3"/>
                </a:solidFill>
                <a:latin typeface="Arial"/>
                <a:ea typeface="Arial"/>
                <a:cs typeface="Arial"/>
              </a:defRPr>
            </a:defPPr>
            <a:lvl1pPr algn="ctr">
              <a:defRPr sz="905" b="1">
                <a:solidFill>
                  <a:srgbClr val="1572C3"/>
                </a:solidFill>
                <a:latin typeface="Arial"/>
                <a:ea typeface="Arial"/>
                <a:cs typeface="Arial"/>
              </a:defRPr>
            </a:lvl1pPr>
            <a:lvl2pPr algn="ctr">
              <a:defRPr sz="905" b="1">
                <a:solidFill>
                  <a:srgbClr val="1572C3"/>
                </a:solidFill>
                <a:latin typeface="Arial"/>
                <a:ea typeface="Arial"/>
                <a:cs typeface="Arial"/>
              </a:defRPr>
            </a:lvl2pPr>
            <a:lvl3pPr algn="ctr">
              <a:defRPr sz="905" b="1">
                <a:solidFill>
                  <a:srgbClr val="1572C3"/>
                </a:solidFill>
                <a:latin typeface="Arial"/>
                <a:ea typeface="Arial"/>
                <a:cs typeface="Arial"/>
              </a:defRPr>
            </a:lvl3pPr>
            <a:lvl4pPr algn="ctr">
              <a:defRPr sz="905" b="1">
                <a:solidFill>
                  <a:srgbClr val="1572C3"/>
                </a:solidFill>
                <a:latin typeface="Arial"/>
                <a:ea typeface="Arial"/>
                <a:cs typeface="Arial"/>
              </a:defRPr>
            </a:lvl4pPr>
            <a:lvl5pPr algn="ctr">
              <a:defRPr sz="905" b="1">
                <a:solidFill>
                  <a:srgbClr val="1572C3"/>
                </a:solidFill>
                <a:latin typeface="Arial"/>
                <a:ea typeface="Arial"/>
                <a:cs typeface="Arial"/>
              </a:defRPr>
            </a:lvl5pPr>
            <a:lvl6pPr algn="ctr">
              <a:defRPr sz="905" b="1">
                <a:solidFill>
                  <a:srgbClr val="1572C3"/>
                </a:solidFill>
                <a:latin typeface="Arial"/>
                <a:ea typeface="Arial"/>
                <a:cs typeface="Arial"/>
              </a:defRPr>
            </a:lvl6pPr>
            <a:lvl7pPr algn="ctr">
              <a:defRPr sz="905" b="1">
                <a:solidFill>
                  <a:srgbClr val="1572C3"/>
                </a:solidFill>
                <a:latin typeface="Arial"/>
                <a:ea typeface="Arial"/>
                <a:cs typeface="Arial"/>
              </a:defRPr>
            </a:lvl7pPr>
            <a:lvl8pPr algn="ctr">
              <a:defRPr sz="905" b="1">
                <a:solidFill>
                  <a:srgbClr val="1572C3"/>
                </a:solidFill>
                <a:latin typeface="Arial"/>
                <a:ea typeface="Arial"/>
                <a:cs typeface="Arial"/>
              </a:defRPr>
            </a:lvl8pPr>
            <a:lvl9pPr algn="ctr">
              <a:defRPr sz="905" b="1">
                <a:solidFill>
                  <a:srgbClr val="1572C3"/>
                </a:solidFill>
                <a:latin typeface="Arial"/>
                <a:ea typeface="Arial"/>
                <a:cs typeface="Arial"/>
              </a:defRPr>
            </a:lvl9pPr>
          </a:lstStyle>
          <a:p xmlns:a="http://schemas.openxmlformats.org/drawingml/2006/main">
            <a:pPr algn="ctr">
              <a:defRPr sz="905" b="1">
                <a:solidFill>
                  <a:srgbClr val="1572C3"/>
                </a:solidFill>
                <a:latin typeface="Arial"/>
                <a:ea typeface="Arial"/>
                <a:cs typeface="Arial"/>
              </a:defRPr>
            </a:pPr>
            <a:r>
              <a:rPr sz="905" b="1">
                <a:solidFill>
                  <a:srgbClr val="1572C3"/>
                </a:solidFill>
                <a:latin typeface="Arial"/>
                <a:ea typeface="Arial"/>
                <a:cs typeface="Arial"/>
              </a:rPr>
              <a:t>APB adapter</a:t>
            </a:r>
          </a:p>
        </p:txBody>
      </p:sp>
      <p:sp>
        <p:nvSpPr>
          <p:cNvPr id="359" name="wire-951">
            <a:extLst xmlns:a="http://schemas.openxmlformats.org/drawingml/2006/main">
              <a:ext uri="{FF2B5EF4-FFF2-40B4-BE49-F238E27FC236}">
                <a16:creationId xmlns:a16="http://schemas.microsoft.com/office/drawing/2014/main" id="{754383FE-D7CF-4F8E-8FA0-80148AD8313A}"/>
              </a:ext>
            </a:extLst>
          </p:cNvPr>
          <p:cNvSpPr>
            <a:spLocks xmlns:a="http://schemas.openxmlformats.org/drawingml/2006/main" noGrp="1"/>
          </p:cNvSpPr>
          <p:nvPr/>
        </p:nvSpPr>
        <p:spPr>
          <a:xfrm xmlns:a="http://schemas.openxmlformats.org/drawingml/2006/main">
            <a:off x="6956679" y="3820001"/>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12764">
            <a:solidFill>
              <a:srgbClr val="1572C3"/>
            </a:solidFill>
          </a:ln>
        </p:spPr>
      </p:sp>
      <p:sp>
        <p:nvSpPr>
          <p:cNvPr id="360" name="circuit-952">
            <a:extLst xmlns:a="http://schemas.openxmlformats.org/drawingml/2006/main">
              <a:ext uri="{FF2B5EF4-FFF2-40B4-BE49-F238E27FC236}">
                <a16:creationId xmlns:a16="http://schemas.microsoft.com/office/drawing/2014/main" id="{E9AF933B-7C28-44B9-8AA4-D2FB7966D3AF}"/>
              </a:ext>
            </a:extLst>
          </p:cNvPr>
          <p:cNvSpPr>
            <a:spLocks xmlns:a="http://schemas.openxmlformats.org/drawingml/2006/main" noGrp="1"/>
          </p:cNvSpPr>
          <p:nvPr/>
        </p:nvSpPr>
        <p:spPr>
          <a:xfrm xmlns:a="http://schemas.openxmlformats.org/drawingml/2006/main">
            <a:off x="6943277" y="3858292"/>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361" name="block-953">
            <a:extLst xmlns:a="http://schemas.openxmlformats.org/drawingml/2006/main">
              <a:ext uri="{FF2B5EF4-FFF2-40B4-BE49-F238E27FC236}">
                <a16:creationId xmlns:a16="http://schemas.microsoft.com/office/drawing/2014/main" id="{D06DE2DB-F422-48F4-B91D-872C0BFE72F2}"/>
              </a:ext>
            </a:extLst>
          </p:cNvPr>
          <p:cNvSpPr>
            <a:spLocks xmlns:a="http://schemas.openxmlformats.org/drawingml/2006/main" noGrp="1"/>
          </p:cNvSpPr>
          <p:nvPr/>
        </p:nvSpPr>
        <p:spPr>
          <a:xfrm xmlns:a="http://schemas.openxmlformats.org/drawingml/2006/main">
            <a:off x="6516338" y="4234815"/>
            <a:ext cx="1046607" cy="223361"/>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62" name="text-954">
            <a:extLst xmlns:a="http://schemas.openxmlformats.org/drawingml/2006/main">
              <a:ext uri="{FF2B5EF4-FFF2-40B4-BE49-F238E27FC236}">
                <a16:creationId xmlns:a16="http://schemas.microsoft.com/office/drawing/2014/main" id="{3D98D9BC-E1D0-4808-B9B7-CA227185F685}"/>
              </a:ext>
            </a:extLst>
          </p:cNvPr>
          <p:cNvSpPr>
            <a:spLocks xmlns:a="http://schemas.openxmlformats.org/drawingml/2006/main" noGrp="1"/>
          </p:cNvSpPr>
          <p:nvPr/>
        </p:nvSpPr>
        <p:spPr>
          <a:xfrm xmlns:a="http://schemas.openxmlformats.org/drawingml/2006/main">
            <a:off x="6535484" y="4241197"/>
            <a:ext cx="1008317" cy="2105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1572C3"/>
                </a:solidFill>
                <a:latin typeface="Arial"/>
                <a:ea typeface="Arial"/>
                <a:cs typeface="Arial"/>
              </a:defRPr>
            </a:defPPr>
            <a:lvl1pPr algn="ctr">
              <a:defRPr sz="854" b="1">
                <a:solidFill>
                  <a:srgbClr val="1572C3"/>
                </a:solidFill>
                <a:latin typeface="Arial"/>
                <a:ea typeface="Arial"/>
                <a:cs typeface="Arial"/>
              </a:defRPr>
            </a:lvl1pPr>
            <a:lvl2pPr algn="ctr">
              <a:defRPr sz="854" b="1">
                <a:solidFill>
                  <a:srgbClr val="1572C3"/>
                </a:solidFill>
                <a:latin typeface="Arial"/>
                <a:ea typeface="Arial"/>
                <a:cs typeface="Arial"/>
              </a:defRPr>
            </a:lvl2pPr>
            <a:lvl3pPr algn="ctr">
              <a:defRPr sz="854" b="1">
                <a:solidFill>
                  <a:srgbClr val="1572C3"/>
                </a:solidFill>
                <a:latin typeface="Arial"/>
                <a:ea typeface="Arial"/>
                <a:cs typeface="Arial"/>
              </a:defRPr>
            </a:lvl3pPr>
            <a:lvl4pPr algn="ctr">
              <a:defRPr sz="854" b="1">
                <a:solidFill>
                  <a:srgbClr val="1572C3"/>
                </a:solidFill>
                <a:latin typeface="Arial"/>
                <a:ea typeface="Arial"/>
                <a:cs typeface="Arial"/>
              </a:defRPr>
            </a:lvl4pPr>
            <a:lvl5pPr algn="ctr">
              <a:defRPr sz="854" b="1">
                <a:solidFill>
                  <a:srgbClr val="1572C3"/>
                </a:solidFill>
                <a:latin typeface="Arial"/>
                <a:ea typeface="Arial"/>
                <a:cs typeface="Arial"/>
              </a:defRPr>
            </a:lvl5pPr>
            <a:lvl6pPr algn="ctr">
              <a:defRPr sz="854" b="1">
                <a:solidFill>
                  <a:srgbClr val="1572C3"/>
                </a:solidFill>
                <a:latin typeface="Arial"/>
                <a:ea typeface="Arial"/>
                <a:cs typeface="Arial"/>
              </a:defRPr>
            </a:lvl6pPr>
            <a:lvl7pPr algn="ctr">
              <a:defRPr sz="854" b="1">
                <a:solidFill>
                  <a:srgbClr val="1572C3"/>
                </a:solidFill>
                <a:latin typeface="Arial"/>
                <a:ea typeface="Arial"/>
                <a:cs typeface="Arial"/>
              </a:defRPr>
            </a:lvl7pPr>
            <a:lvl8pPr algn="ctr">
              <a:defRPr sz="854" b="1">
                <a:solidFill>
                  <a:srgbClr val="1572C3"/>
                </a:solidFill>
                <a:latin typeface="Arial"/>
                <a:ea typeface="Arial"/>
                <a:cs typeface="Arial"/>
              </a:defRPr>
            </a:lvl8pPr>
            <a:lvl9pPr algn="ctr">
              <a:defRPr sz="854" b="1">
                <a:solidFill>
                  <a:srgbClr val="1572C3"/>
                </a:solidFill>
                <a:latin typeface="Arial"/>
                <a:ea typeface="Arial"/>
                <a:cs typeface="Arial"/>
              </a:defRPr>
            </a:lvl9pPr>
          </a:lstStyle>
          <a:p xmlns:a="http://schemas.openxmlformats.org/drawingml/2006/main">
            <a:pPr algn="ctr">
              <a:defRPr sz="854" b="1">
                <a:solidFill>
                  <a:srgbClr val="1572C3"/>
                </a:solidFill>
                <a:latin typeface="Arial"/>
                <a:ea typeface="Arial"/>
                <a:cs typeface="Arial"/>
              </a:defRPr>
            </a:pPr>
            <a:r>
              <a:rPr sz="854" b="1">
                <a:solidFill>
                  <a:srgbClr val="1572C3"/>
                </a:solidFill>
                <a:latin typeface="Arial"/>
                <a:ea typeface="Arial"/>
                <a:cs typeface="Arial"/>
              </a:rPr>
              <a:t>async FIFO</a:t>
            </a:r>
          </a:p>
        </p:txBody>
      </p:sp>
      <p:sp>
        <p:nvSpPr>
          <p:cNvPr id="363" name="wire-955">
            <a:extLst xmlns:a="http://schemas.openxmlformats.org/drawingml/2006/main">
              <a:ext uri="{FF2B5EF4-FFF2-40B4-BE49-F238E27FC236}">
                <a16:creationId xmlns:a16="http://schemas.microsoft.com/office/drawing/2014/main" id="{94A1F05B-F271-4E41-A098-ABD43BBF5FEB}"/>
              </a:ext>
            </a:extLst>
          </p:cNvPr>
          <p:cNvSpPr>
            <a:spLocks xmlns:a="http://schemas.openxmlformats.org/drawingml/2006/main" noGrp="1"/>
          </p:cNvSpPr>
          <p:nvPr/>
        </p:nvSpPr>
        <p:spPr>
          <a:xfrm xmlns:a="http://schemas.openxmlformats.org/drawingml/2006/main">
            <a:off x="7039642" y="4132707"/>
            <a:ext cx="9525" cy="102108"/>
          </a:xfrm>
          <a:custGeom xmlns:a="http://schemas.openxmlformats.org/drawingml/2006/main">
            <a:pathLst>
              <a:path w="9525" h="102108">
                <a:moveTo>
                  <a:pt x="0" y="0"/>
                </a:moveTo>
                <a:lnTo>
                  <a:pt x="0" y="102108"/>
                </a:lnTo>
              </a:path>
            </a:pathLst>
          </a:custGeom>
          <a:noFill xmlns:a="http://schemas.openxmlformats.org/drawingml/2006/main"/>
          <a:ln xmlns:a="http://schemas.openxmlformats.org/drawingml/2006/main" w="12764">
            <a:solidFill>
              <a:srgbClr val="1572C3"/>
            </a:solidFill>
          </a:ln>
        </p:spPr>
      </p:sp>
      <p:sp>
        <p:nvSpPr>
          <p:cNvPr id="364" name="circuit-956">
            <a:extLst xmlns:a="http://schemas.openxmlformats.org/drawingml/2006/main">
              <a:ext uri="{FF2B5EF4-FFF2-40B4-BE49-F238E27FC236}">
                <a16:creationId xmlns:a16="http://schemas.microsoft.com/office/drawing/2014/main" id="{F7F7FE25-8C41-4C15-A811-85F0606F03D3}"/>
              </a:ext>
            </a:extLst>
          </p:cNvPr>
          <p:cNvSpPr>
            <a:spLocks xmlns:a="http://schemas.openxmlformats.org/drawingml/2006/main" noGrp="1"/>
          </p:cNvSpPr>
          <p:nvPr/>
        </p:nvSpPr>
        <p:spPr>
          <a:xfrm xmlns:a="http://schemas.openxmlformats.org/drawingml/2006/main">
            <a:off x="7026240" y="4202906"/>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365" name="block-957">
            <a:extLst xmlns:a="http://schemas.openxmlformats.org/drawingml/2006/main">
              <a:ext uri="{FF2B5EF4-FFF2-40B4-BE49-F238E27FC236}">
                <a16:creationId xmlns:a16="http://schemas.microsoft.com/office/drawing/2014/main" id="{CC881207-2BCD-4289-BA40-DB9C5A50E293}"/>
              </a:ext>
            </a:extLst>
          </p:cNvPr>
          <p:cNvSpPr>
            <a:spLocks xmlns:a="http://schemas.openxmlformats.org/drawingml/2006/main" noGrp="1"/>
          </p:cNvSpPr>
          <p:nvPr/>
        </p:nvSpPr>
        <p:spPr>
          <a:xfrm xmlns:a="http://schemas.openxmlformats.org/drawingml/2006/main">
            <a:off x="6516338" y="4579430"/>
            <a:ext cx="1046607" cy="274415"/>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66" name="text-958">
            <a:extLst xmlns:a="http://schemas.openxmlformats.org/drawingml/2006/main">
              <a:ext uri="{FF2B5EF4-FFF2-40B4-BE49-F238E27FC236}">
                <a16:creationId xmlns:a16="http://schemas.microsoft.com/office/drawing/2014/main" id="{4525A751-155D-4CF2-A8C0-2EAE799CAE0C}"/>
              </a:ext>
            </a:extLst>
          </p:cNvPr>
          <p:cNvSpPr>
            <a:spLocks xmlns:a="http://schemas.openxmlformats.org/drawingml/2006/main" noGrp="1"/>
          </p:cNvSpPr>
          <p:nvPr/>
        </p:nvSpPr>
        <p:spPr>
          <a:xfrm xmlns:a="http://schemas.openxmlformats.org/drawingml/2006/main">
            <a:off x="6535484" y="4585811"/>
            <a:ext cx="1008317" cy="26165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5" b="1">
                <a:solidFill>
                  <a:srgbClr val="1572C3"/>
                </a:solidFill>
                <a:latin typeface="Arial"/>
                <a:ea typeface="Arial"/>
                <a:cs typeface="Arial"/>
              </a:defRPr>
            </a:defPPr>
            <a:lvl1pPr algn="ctr">
              <a:defRPr sz="1055" b="1">
                <a:solidFill>
                  <a:srgbClr val="1572C3"/>
                </a:solidFill>
                <a:latin typeface="Arial"/>
                <a:ea typeface="Arial"/>
                <a:cs typeface="Arial"/>
              </a:defRPr>
            </a:lvl1pPr>
            <a:lvl2pPr algn="ctr">
              <a:defRPr sz="1055" b="1">
                <a:solidFill>
                  <a:srgbClr val="1572C3"/>
                </a:solidFill>
                <a:latin typeface="Arial"/>
                <a:ea typeface="Arial"/>
                <a:cs typeface="Arial"/>
              </a:defRPr>
            </a:lvl2pPr>
            <a:lvl3pPr algn="ctr">
              <a:defRPr sz="1055" b="1">
                <a:solidFill>
                  <a:srgbClr val="1572C3"/>
                </a:solidFill>
                <a:latin typeface="Arial"/>
                <a:ea typeface="Arial"/>
                <a:cs typeface="Arial"/>
              </a:defRPr>
            </a:lvl3pPr>
            <a:lvl4pPr algn="ctr">
              <a:defRPr sz="1055" b="1">
                <a:solidFill>
                  <a:srgbClr val="1572C3"/>
                </a:solidFill>
                <a:latin typeface="Arial"/>
                <a:ea typeface="Arial"/>
                <a:cs typeface="Arial"/>
              </a:defRPr>
            </a:lvl4pPr>
            <a:lvl5pPr algn="ctr">
              <a:defRPr sz="1055" b="1">
                <a:solidFill>
                  <a:srgbClr val="1572C3"/>
                </a:solidFill>
                <a:latin typeface="Arial"/>
                <a:ea typeface="Arial"/>
                <a:cs typeface="Arial"/>
              </a:defRPr>
            </a:lvl5pPr>
            <a:lvl6pPr algn="ctr">
              <a:defRPr sz="1055" b="1">
                <a:solidFill>
                  <a:srgbClr val="1572C3"/>
                </a:solidFill>
                <a:latin typeface="Arial"/>
                <a:ea typeface="Arial"/>
                <a:cs typeface="Arial"/>
              </a:defRPr>
            </a:lvl6pPr>
            <a:lvl7pPr algn="ctr">
              <a:defRPr sz="1055" b="1">
                <a:solidFill>
                  <a:srgbClr val="1572C3"/>
                </a:solidFill>
                <a:latin typeface="Arial"/>
                <a:ea typeface="Arial"/>
                <a:cs typeface="Arial"/>
              </a:defRPr>
            </a:lvl7pPr>
            <a:lvl8pPr algn="ctr">
              <a:defRPr sz="1055" b="1">
                <a:solidFill>
                  <a:srgbClr val="1572C3"/>
                </a:solidFill>
                <a:latin typeface="Arial"/>
                <a:ea typeface="Arial"/>
                <a:cs typeface="Arial"/>
              </a:defRPr>
            </a:lvl8pPr>
            <a:lvl9pPr algn="ctr">
              <a:defRPr sz="1055" b="1">
                <a:solidFill>
                  <a:srgbClr val="1572C3"/>
                </a:solidFill>
                <a:latin typeface="Arial"/>
                <a:ea typeface="Arial"/>
                <a:cs typeface="Arial"/>
              </a:defRPr>
            </a:lvl9pPr>
          </a:lstStyle>
          <a:p xmlns:a="http://schemas.openxmlformats.org/drawingml/2006/main">
            <a:pPr algn="ctr">
              <a:defRPr sz="1055" b="1">
                <a:solidFill>
                  <a:srgbClr val="1572C3"/>
                </a:solidFill>
                <a:latin typeface="Arial"/>
                <a:ea typeface="Arial"/>
                <a:cs typeface="Arial"/>
              </a:defRPr>
            </a:pPr>
            <a:r>
              <a:rPr sz="1055" b="1">
                <a:solidFill>
                  <a:srgbClr val="1572C3"/>
                </a:solidFill>
                <a:latin typeface="Arial"/>
                <a:ea typeface="Arial"/>
                <a:cs typeface="Arial"/>
              </a:rPr>
              <a:t>RasterIX</a:t>
            </a:r>
          </a:p>
        </p:txBody>
      </p:sp>
      <p:sp>
        <p:nvSpPr>
          <p:cNvPr id="367" name="wire-959">
            <a:extLst xmlns:a="http://schemas.openxmlformats.org/drawingml/2006/main">
              <a:ext uri="{FF2B5EF4-FFF2-40B4-BE49-F238E27FC236}">
                <a16:creationId xmlns:a16="http://schemas.microsoft.com/office/drawing/2014/main" id="{73805AAF-4DCA-4B95-B104-44543E7CABAE}"/>
              </a:ext>
            </a:extLst>
          </p:cNvPr>
          <p:cNvSpPr>
            <a:spLocks xmlns:a="http://schemas.openxmlformats.org/drawingml/2006/main" noGrp="1"/>
          </p:cNvSpPr>
          <p:nvPr/>
        </p:nvSpPr>
        <p:spPr>
          <a:xfrm xmlns:a="http://schemas.openxmlformats.org/drawingml/2006/main">
            <a:off x="7039642" y="4458176"/>
            <a:ext cx="9525" cy="121253"/>
          </a:xfrm>
          <a:custGeom xmlns:a="http://schemas.openxmlformats.org/drawingml/2006/main">
            <a:pathLst>
              <a:path w="9525" h="121253">
                <a:moveTo>
                  <a:pt x="0" y="0"/>
                </a:moveTo>
                <a:lnTo>
                  <a:pt x="0" y="121253"/>
                </a:lnTo>
              </a:path>
            </a:pathLst>
          </a:custGeom>
          <a:noFill xmlns:a="http://schemas.openxmlformats.org/drawingml/2006/main"/>
          <a:ln xmlns:a="http://schemas.openxmlformats.org/drawingml/2006/main" w="12764">
            <a:solidFill>
              <a:srgbClr val="1572C3"/>
            </a:solidFill>
          </a:ln>
        </p:spPr>
      </p:sp>
      <p:sp>
        <p:nvSpPr>
          <p:cNvPr id="368" name="circuit-960">
            <a:extLst xmlns:a="http://schemas.openxmlformats.org/drawingml/2006/main">
              <a:ext uri="{FF2B5EF4-FFF2-40B4-BE49-F238E27FC236}">
                <a16:creationId xmlns:a16="http://schemas.microsoft.com/office/drawing/2014/main" id="{408E600B-B698-4E69-9BF5-3BA4D4ED9E9C}"/>
              </a:ext>
            </a:extLst>
          </p:cNvPr>
          <p:cNvSpPr>
            <a:spLocks xmlns:a="http://schemas.openxmlformats.org/drawingml/2006/main" noGrp="1"/>
          </p:cNvSpPr>
          <p:nvPr/>
        </p:nvSpPr>
        <p:spPr>
          <a:xfrm xmlns:a="http://schemas.openxmlformats.org/drawingml/2006/main">
            <a:off x="7026240" y="4547521"/>
            <a:ext cx="26803" cy="31909"/>
          </a:xfrm>
          <a:custGeom xmlns:a="http://schemas.openxmlformats.org/drawingml/2006/main">
            <a:pathLst>
              <a:path w="26803" h="31909">
                <a:moveTo>
                  <a:pt x="13402" y="31909"/>
                </a:moveTo>
                <a:lnTo>
                  <a:pt x="26803" y="0"/>
                </a:lnTo>
                <a:lnTo>
                  <a:pt x="0" y="0"/>
                </a:lnTo>
                <a:close/>
              </a:path>
            </a:pathLst>
          </a:custGeom>
          <a:solidFill xmlns:a="http://schemas.openxmlformats.org/drawingml/2006/main">
            <a:srgbClr val="1572C3"/>
          </a:solidFill>
          <a:ln xmlns:a="http://schemas.openxmlformats.org/drawingml/2006/main" w="3191">
            <a:solidFill>
              <a:srgbClr val="1572C3"/>
            </a:solidFill>
          </a:ln>
        </p:spPr>
      </p:sp>
      <p:sp>
        <p:nvSpPr>
          <p:cNvPr id="369" name="block-961">
            <a:extLst xmlns:a="http://schemas.openxmlformats.org/drawingml/2006/main">
              <a:ext uri="{FF2B5EF4-FFF2-40B4-BE49-F238E27FC236}">
                <a16:creationId xmlns:a16="http://schemas.microsoft.com/office/drawing/2014/main" id="{9000C5A4-EE1D-48D6-9C63-F4F2386B1EC9}"/>
              </a:ext>
            </a:extLst>
          </p:cNvPr>
          <p:cNvSpPr>
            <a:spLocks xmlns:a="http://schemas.openxmlformats.org/drawingml/2006/main" noGrp="1"/>
          </p:cNvSpPr>
          <p:nvPr/>
        </p:nvSpPr>
        <p:spPr>
          <a:xfrm xmlns:a="http://schemas.openxmlformats.org/drawingml/2006/main">
            <a:off x="6516338" y="5007007"/>
            <a:ext cx="1046607" cy="223361"/>
          </a:xfrm>
          <a:prstGeom xmlns:a="http://schemas.openxmlformats.org/drawingml/2006/main" prst="rect">
            <a:avLst/>
          </a:prstGeom>
          <a:solidFill xmlns:a="http://schemas.openxmlformats.org/drawingml/2006/main">
            <a:srgbClr val="E5EBF8"/>
          </a:solidFill>
          <a:ln xmlns:a="http://schemas.openxmlformats.org/drawingml/2006/main" w="12764">
            <a:solidFill>
              <a:srgbClr val="1572C3"/>
            </a:solidFill>
          </a:ln>
        </p:spPr>
      </p:sp>
      <p:sp>
        <p:nvSpPr>
          <p:cNvPr id="370" name="text-962">
            <a:extLst xmlns:a="http://schemas.openxmlformats.org/drawingml/2006/main">
              <a:ext uri="{FF2B5EF4-FFF2-40B4-BE49-F238E27FC236}">
                <a16:creationId xmlns:a16="http://schemas.microsoft.com/office/drawing/2014/main" id="{5618B478-ABF4-4843-8C40-DA1558E522B1}"/>
              </a:ext>
            </a:extLst>
          </p:cNvPr>
          <p:cNvSpPr>
            <a:spLocks xmlns:a="http://schemas.openxmlformats.org/drawingml/2006/main" noGrp="1"/>
          </p:cNvSpPr>
          <p:nvPr/>
        </p:nvSpPr>
        <p:spPr>
          <a:xfrm xmlns:a="http://schemas.openxmlformats.org/drawingml/2006/main">
            <a:off x="6535484" y="5013389"/>
            <a:ext cx="1008317" cy="2105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55" b="1">
                <a:solidFill>
                  <a:srgbClr val="1572C3"/>
                </a:solidFill>
                <a:latin typeface="Arial"/>
                <a:ea typeface="Arial"/>
                <a:cs typeface="Arial"/>
              </a:defRPr>
            </a:defPPr>
            <a:lvl1pPr algn="ctr">
              <a:defRPr sz="955" b="1">
                <a:solidFill>
                  <a:srgbClr val="1572C3"/>
                </a:solidFill>
                <a:latin typeface="Arial"/>
                <a:ea typeface="Arial"/>
                <a:cs typeface="Arial"/>
              </a:defRPr>
            </a:lvl1pPr>
            <a:lvl2pPr algn="ctr">
              <a:defRPr sz="955" b="1">
                <a:solidFill>
                  <a:srgbClr val="1572C3"/>
                </a:solidFill>
                <a:latin typeface="Arial"/>
                <a:ea typeface="Arial"/>
                <a:cs typeface="Arial"/>
              </a:defRPr>
            </a:lvl2pPr>
            <a:lvl3pPr algn="ctr">
              <a:defRPr sz="955" b="1">
                <a:solidFill>
                  <a:srgbClr val="1572C3"/>
                </a:solidFill>
                <a:latin typeface="Arial"/>
                <a:ea typeface="Arial"/>
                <a:cs typeface="Arial"/>
              </a:defRPr>
            </a:lvl3pPr>
            <a:lvl4pPr algn="ctr">
              <a:defRPr sz="955" b="1">
                <a:solidFill>
                  <a:srgbClr val="1572C3"/>
                </a:solidFill>
                <a:latin typeface="Arial"/>
                <a:ea typeface="Arial"/>
                <a:cs typeface="Arial"/>
              </a:defRPr>
            </a:lvl4pPr>
            <a:lvl5pPr algn="ctr">
              <a:defRPr sz="955" b="1">
                <a:solidFill>
                  <a:srgbClr val="1572C3"/>
                </a:solidFill>
                <a:latin typeface="Arial"/>
                <a:ea typeface="Arial"/>
                <a:cs typeface="Arial"/>
              </a:defRPr>
            </a:lvl5pPr>
            <a:lvl6pPr algn="ctr">
              <a:defRPr sz="955" b="1">
                <a:solidFill>
                  <a:srgbClr val="1572C3"/>
                </a:solidFill>
                <a:latin typeface="Arial"/>
                <a:ea typeface="Arial"/>
                <a:cs typeface="Arial"/>
              </a:defRPr>
            </a:lvl6pPr>
            <a:lvl7pPr algn="ctr">
              <a:defRPr sz="955" b="1">
                <a:solidFill>
                  <a:srgbClr val="1572C3"/>
                </a:solidFill>
                <a:latin typeface="Arial"/>
                <a:ea typeface="Arial"/>
                <a:cs typeface="Arial"/>
              </a:defRPr>
            </a:lvl7pPr>
            <a:lvl8pPr algn="ctr">
              <a:defRPr sz="955" b="1">
                <a:solidFill>
                  <a:srgbClr val="1572C3"/>
                </a:solidFill>
                <a:latin typeface="Arial"/>
                <a:ea typeface="Arial"/>
                <a:cs typeface="Arial"/>
              </a:defRPr>
            </a:lvl8pPr>
            <a:lvl9pPr algn="ctr">
              <a:defRPr sz="955" b="1">
                <a:solidFill>
                  <a:srgbClr val="1572C3"/>
                </a:solidFill>
                <a:latin typeface="Arial"/>
                <a:ea typeface="Arial"/>
                <a:cs typeface="Arial"/>
              </a:defRPr>
            </a:lvl9pPr>
          </a:lstStyle>
          <a:p xmlns:a="http://schemas.openxmlformats.org/drawingml/2006/main">
            <a:pPr algn="ctr">
              <a:defRPr sz="955" b="1">
                <a:solidFill>
                  <a:srgbClr val="1572C3"/>
                </a:solidFill>
                <a:latin typeface="Arial"/>
                <a:ea typeface="Arial"/>
                <a:cs typeface="Arial"/>
              </a:defRPr>
            </a:pPr>
            <a:r>
              <a:rPr sz="955" b="1">
                <a:solidFill>
                  <a:srgbClr val="1572C3"/>
                </a:solidFill>
                <a:latin typeface="Arial"/>
                <a:ea typeface="Arial"/>
                <a:cs typeface="Arial"/>
              </a:rPr>
              <a:t>display</a:t>
            </a:r>
          </a:p>
        </p:txBody>
      </p:sp>
      <p:sp>
        <p:nvSpPr>
          <p:cNvPr id="371" name="wire-963">
            <a:extLst xmlns:a="http://schemas.openxmlformats.org/drawingml/2006/main">
              <a:ext uri="{FF2B5EF4-FFF2-40B4-BE49-F238E27FC236}">
                <a16:creationId xmlns:a16="http://schemas.microsoft.com/office/drawing/2014/main" id="{1B0FD25B-6DC2-4380-B125-327ECE7916C7}"/>
              </a:ext>
            </a:extLst>
          </p:cNvPr>
          <p:cNvSpPr>
            <a:spLocks xmlns:a="http://schemas.openxmlformats.org/drawingml/2006/main" noGrp="1"/>
          </p:cNvSpPr>
          <p:nvPr/>
        </p:nvSpPr>
        <p:spPr>
          <a:xfrm xmlns:a="http://schemas.openxmlformats.org/drawingml/2006/main">
            <a:off x="6420612" y="4707065"/>
            <a:ext cx="95726" cy="9525"/>
          </a:xfrm>
          <a:custGeom xmlns:a="http://schemas.openxmlformats.org/drawingml/2006/main">
            <a:pathLst>
              <a:path w="95726" h="9525">
                <a:moveTo>
                  <a:pt x="95726" y="0"/>
                </a:moveTo>
                <a:lnTo>
                  <a:pt x="0" y="0"/>
                </a:lnTo>
              </a:path>
            </a:pathLst>
          </a:custGeom>
          <a:noFill xmlns:a="http://schemas.openxmlformats.org/drawingml/2006/main"/>
          <a:ln xmlns:a="http://schemas.openxmlformats.org/drawingml/2006/main" w="11487">
            <a:solidFill>
              <a:srgbClr val="1572C3"/>
            </a:solidFill>
          </a:ln>
        </p:spPr>
      </p:sp>
      <p:sp>
        <p:nvSpPr>
          <p:cNvPr id="372" name="wire-964">
            <a:extLst xmlns:a="http://schemas.openxmlformats.org/drawingml/2006/main">
              <a:ext uri="{FF2B5EF4-FFF2-40B4-BE49-F238E27FC236}">
                <a16:creationId xmlns:a16="http://schemas.microsoft.com/office/drawing/2014/main" id="{CC751E3A-B02A-48A5-AF0D-AFAA3AF2337C}"/>
              </a:ext>
            </a:extLst>
          </p:cNvPr>
          <p:cNvSpPr>
            <a:spLocks xmlns:a="http://schemas.openxmlformats.org/drawingml/2006/main" noGrp="1"/>
          </p:cNvSpPr>
          <p:nvPr/>
        </p:nvSpPr>
        <p:spPr>
          <a:xfrm xmlns:a="http://schemas.openxmlformats.org/drawingml/2006/main">
            <a:off x="6420612" y="3271171"/>
            <a:ext cx="9525" cy="1435894"/>
          </a:xfrm>
          <a:custGeom xmlns:a="http://schemas.openxmlformats.org/drawingml/2006/main">
            <a:pathLst>
              <a:path w="9525" h="1435894">
                <a:moveTo>
                  <a:pt x="0" y="1435894"/>
                </a:moveTo>
                <a:lnTo>
                  <a:pt x="0" y="0"/>
                </a:lnTo>
              </a:path>
            </a:pathLst>
          </a:custGeom>
          <a:noFill xmlns:a="http://schemas.openxmlformats.org/drawingml/2006/main"/>
          <a:ln xmlns:a="http://schemas.openxmlformats.org/drawingml/2006/main" w="11487">
            <a:solidFill>
              <a:srgbClr val="1572C3"/>
            </a:solidFill>
          </a:ln>
        </p:spPr>
      </p:sp>
      <p:sp>
        <p:nvSpPr>
          <p:cNvPr id="373" name="wire-965">
            <a:extLst xmlns:a="http://schemas.openxmlformats.org/drawingml/2006/main">
              <a:ext uri="{FF2B5EF4-FFF2-40B4-BE49-F238E27FC236}">
                <a16:creationId xmlns:a16="http://schemas.microsoft.com/office/drawing/2014/main" id="{739C5BD8-3558-418C-ABEA-C6C1C94797F2}"/>
              </a:ext>
            </a:extLst>
          </p:cNvPr>
          <p:cNvSpPr>
            <a:spLocks xmlns:a="http://schemas.openxmlformats.org/drawingml/2006/main" noGrp="1"/>
          </p:cNvSpPr>
          <p:nvPr/>
        </p:nvSpPr>
        <p:spPr>
          <a:xfrm xmlns:a="http://schemas.openxmlformats.org/drawingml/2006/main">
            <a:off x="6420612" y="3271171"/>
            <a:ext cx="382905" cy="9525"/>
          </a:xfrm>
          <a:custGeom xmlns:a="http://schemas.openxmlformats.org/drawingml/2006/main">
            <a:pathLst>
              <a:path w="382905" h="9525">
                <a:moveTo>
                  <a:pt x="0" y="0"/>
                </a:moveTo>
                <a:lnTo>
                  <a:pt x="382905" y="0"/>
                </a:lnTo>
              </a:path>
            </a:pathLst>
          </a:custGeom>
          <a:noFill xmlns:a="http://schemas.openxmlformats.org/drawingml/2006/main"/>
          <a:ln xmlns:a="http://schemas.openxmlformats.org/drawingml/2006/main" w="11487">
            <a:solidFill>
              <a:srgbClr val="1572C3"/>
            </a:solidFill>
          </a:ln>
        </p:spPr>
      </p:sp>
      <p:sp>
        <p:nvSpPr>
          <p:cNvPr id="374" name="wire-966">
            <a:extLst xmlns:a="http://schemas.openxmlformats.org/drawingml/2006/main">
              <a:ext uri="{FF2B5EF4-FFF2-40B4-BE49-F238E27FC236}">
                <a16:creationId xmlns:a16="http://schemas.microsoft.com/office/drawing/2014/main" id="{F3820130-4930-4437-8980-43E932965746}"/>
              </a:ext>
            </a:extLst>
          </p:cNvPr>
          <p:cNvSpPr>
            <a:spLocks xmlns:a="http://schemas.openxmlformats.org/drawingml/2006/main" noGrp="1"/>
          </p:cNvSpPr>
          <p:nvPr/>
        </p:nvSpPr>
        <p:spPr>
          <a:xfrm xmlns:a="http://schemas.openxmlformats.org/drawingml/2006/main">
            <a:off x="6803517" y="3226499"/>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11487">
            <a:solidFill>
              <a:srgbClr val="1572C3"/>
            </a:solidFill>
          </a:ln>
        </p:spPr>
      </p:sp>
      <p:sp>
        <p:nvSpPr>
          <p:cNvPr id="375" name="circuit-967">
            <a:extLst xmlns:a="http://schemas.openxmlformats.org/drawingml/2006/main">
              <a:ext uri="{FF2B5EF4-FFF2-40B4-BE49-F238E27FC236}">
                <a16:creationId xmlns:a16="http://schemas.microsoft.com/office/drawing/2014/main" id="{DE035E1E-BBA3-446C-A41C-03A62E933C36}"/>
              </a:ext>
            </a:extLst>
          </p:cNvPr>
          <p:cNvSpPr>
            <a:spLocks xmlns:a="http://schemas.openxmlformats.org/drawingml/2006/main" noGrp="1"/>
          </p:cNvSpPr>
          <p:nvPr/>
        </p:nvSpPr>
        <p:spPr>
          <a:xfrm xmlns:a="http://schemas.openxmlformats.org/drawingml/2006/main">
            <a:off x="6790115" y="3226499"/>
            <a:ext cx="26803" cy="31909"/>
          </a:xfrm>
          <a:custGeom xmlns:a="http://schemas.openxmlformats.org/drawingml/2006/main">
            <a:pathLst>
              <a:path w="26803" h="31909">
                <a:moveTo>
                  <a:pt x="13402" y="0"/>
                </a:moveTo>
                <a:lnTo>
                  <a:pt x="0" y="31909"/>
                </a:lnTo>
                <a:lnTo>
                  <a:pt x="26803" y="31909"/>
                </a:lnTo>
                <a:close/>
              </a:path>
            </a:pathLst>
          </a:custGeom>
          <a:solidFill xmlns:a="http://schemas.openxmlformats.org/drawingml/2006/main">
            <a:srgbClr val="1572C3"/>
          </a:solidFill>
          <a:ln xmlns:a="http://schemas.openxmlformats.org/drawingml/2006/main" w="3191">
            <a:solidFill>
              <a:srgbClr val="1572C3"/>
            </a:solidFill>
          </a:ln>
        </p:spPr>
      </p:sp>
      <p:sp>
        <p:nvSpPr>
          <p:cNvPr id="376" name="wire-968">
            <a:extLst xmlns:a="http://schemas.openxmlformats.org/drawingml/2006/main">
              <a:ext uri="{FF2B5EF4-FFF2-40B4-BE49-F238E27FC236}">
                <a16:creationId xmlns:a16="http://schemas.microsoft.com/office/drawing/2014/main" id="{7E963F44-54B5-4EE9-BD19-F10E300F9F5F}"/>
              </a:ext>
            </a:extLst>
          </p:cNvPr>
          <p:cNvSpPr>
            <a:spLocks xmlns:a="http://schemas.openxmlformats.org/drawingml/2006/main" noGrp="1"/>
          </p:cNvSpPr>
          <p:nvPr/>
        </p:nvSpPr>
        <p:spPr>
          <a:xfrm xmlns:a="http://schemas.openxmlformats.org/drawingml/2006/main">
            <a:off x="6420612" y="4707065"/>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11487">
            <a:solidFill>
              <a:srgbClr val="1572C3"/>
            </a:solidFill>
          </a:ln>
        </p:spPr>
      </p:sp>
      <p:sp>
        <p:nvSpPr>
          <p:cNvPr id="377" name="circuit-969">
            <a:extLst xmlns:a="http://schemas.openxmlformats.org/drawingml/2006/main">
              <a:ext uri="{FF2B5EF4-FFF2-40B4-BE49-F238E27FC236}">
                <a16:creationId xmlns:a16="http://schemas.microsoft.com/office/drawing/2014/main" id="{0333BBDD-9EC2-4C6F-BF1F-D4B4AA16A71B}"/>
              </a:ext>
            </a:extLst>
          </p:cNvPr>
          <p:cNvSpPr>
            <a:spLocks xmlns:a="http://schemas.openxmlformats.org/drawingml/2006/main" noGrp="1"/>
          </p:cNvSpPr>
          <p:nvPr/>
        </p:nvSpPr>
        <p:spPr>
          <a:xfrm xmlns:a="http://schemas.openxmlformats.org/drawingml/2006/main">
            <a:off x="6484430" y="4693663"/>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78" name="wire-970">
            <a:extLst xmlns:a="http://schemas.openxmlformats.org/drawingml/2006/main">
              <a:ext uri="{FF2B5EF4-FFF2-40B4-BE49-F238E27FC236}">
                <a16:creationId xmlns:a16="http://schemas.microsoft.com/office/drawing/2014/main" id="{5F2EDC2C-C272-4B3F-8281-429DDA2C4F63}"/>
              </a:ext>
            </a:extLst>
          </p:cNvPr>
          <p:cNvSpPr>
            <a:spLocks xmlns:a="http://schemas.openxmlformats.org/drawingml/2006/main" noGrp="1"/>
          </p:cNvSpPr>
          <p:nvPr/>
        </p:nvSpPr>
        <p:spPr>
          <a:xfrm xmlns:a="http://schemas.openxmlformats.org/drawingml/2006/main">
            <a:off x="7122605" y="3226499"/>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10849">
            <a:solidFill>
              <a:srgbClr val="1572C3"/>
            </a:solidFill>
          </a:ln>
        </p:spPr>
      </p:sp>
      <p:sp>
        <p:nvSpPr>
          <p:cNvPr id="379" name="wire-971">
            <a:extLst xmlns:a="http://schemas.openxmlformats.org/drawingml/2006/main">
              <a:ext uri="{FF2B5EF4-FFF2-40B4-BE49-F238E27FC236}">
                <a16:creationId xmlns:a16="http://schemas.microsoft.com/office/drawing/2014/main" id="{83883B31-8FDC-4097-A196-EF9E4580C098}"/>
              </a:ext>
            </a:extLst>
          </p:cNvPr>
          <p:cNvSpPr>
            <a:spLocks xmlns:a="http://schemas.openxmlformats.org/drawingml/2006/main" noGrp="1"/>
          </p:cNvSpPr>
          <p:nvPr/>
        </p:nvSpPr>
        <p:spPr>
          <a:xfrm xmlns:a="http://schemas.openxmlformats.org/drawingml/2006/main">
            <a:off x="7122605" y="3277553"/>
            <a:ext cx="485013" cy="9525"/>
          </a:xfrm>
          <a:custGeom xmlns:a="http://schemas.openxmlformats.org/drawingml/2006/main">
            <a:pathLst>
              <a:path w="485013" h="9525">
                <a:moveTo>
                  <a:pt x="0" y="0"/>
                </a:moveTo>
                <a:lnTo>
                  <a:pt x="485013" y="0"/>
                </a:lnTo>
              </a:path>
            </a:pathLst>
          </a:custGeom>
          <a:noFill xmlns:a="http://schemas.openxmlformats.org/drawingml/2006/main"/>
          <a:ln xmlns:a="http://schemas.openxmlformats.org/drawingml/2006/main" w="10849">
            <a:solidFill>
              <a:srgbClr val="1572C3"/>
            </a:solidFill>
          </a:ln>
        </p:spPr>
      </p:sp>
      <p:sp>
        <p:nvSpPr>
          <p:cNvPr id="380" name="wire-972">
            <a:extLst xmlns:a="http://schemas.openxmlformats.org/drawingml/2006/main">
              <a:ext uri="{FF2B5EF4-FFF2-40B4-BE49-F238E27FC236}">
                <a16:creationId xmlns:a16="http://schemas.microsoft.com/office/drawing/2014/main" id="{2EE305B4-9146-43EB-B2CA-4CFD1594EF67}"/>
              </a:ext>
            </a:extLst>
          </p:cNvPr>
          <p:cNvSpPr>
            <a:spLocks xmlns:a="http://schemas.openxmlformats.org/drawingml/2006/main" noGrp="1"/>
          </p:cNvSpPr>
          <p:nvPr/>
        </p:nvSpPr>
        <p:spPr>
          <a:xfrm xmlns:a="http://schemas.openxmlformats.org/drawingml/2006/main">
            <a:off x="7607618" y="3277553"/>
            <a:ext cx="9525" cy="1844326"/>
          </a:xfrm>
          <a:custGeom xmlns:a="http://schemas.openxmlformats.org/drawingml/2006/main">
            <a:pathLst>
              <a:path w="9525" h="1844326">
                <a:moveTo>
                  <a:pt x="0" y="0"/>
                </a:moveTo>
                <a:lnTo>
                  <a:pt x="0" y="1844326"/>
                </a:lnTo>
              </a:path>
            </a:pathLst>
          </a:custGeom>
          <a:noFill xmlns:a="http://schemas.openxmlformats.org/drawingml/2006/main"/>
          <a:ln xmlns:a="http://schemas.openxmlformats.org/drawingml/2006/main" w="10849">
            <a:solidFill>
              <a:srgbClr val="1572C3"/>
            </a:solidFill>
          </a:ln>
        </p:spPr>
      </p:sp>
      <p:sp>
        <p:nvSpPr>
          <p:cNvPr id="381" name="wire-973">
            <a:extLst xmlns:a="http://schemas.openxmlformats.org/drawingml/2006/main">
              <a:ext uri="{FF2B5EF4-FFF2-40B4-BE49-F238E27FC236}">
                <a16:creationId xmlns:a16="http://schemas.microsoft.com/office/drawing/2014/main" id="{80DD0CE6-D763-49C4-BB55-F3800F7DBA82}"/>
              </a:ext>
            </a:extLst>
          </p:cNvPr>
          <p:cNvSpPr>
            <a:spLocks xmlns:a="http://schemas.openxmlformats.org/drawingml/2006/main" noGrp="1"/>
          </p:cNvSpPr>
          <p:nvPr/>
        </p:nvSpPr>
        <p:spPr>
          <a:xfrm xmlns:a="http://schemas.openxmlformats.org/drawingml/2006/main">
            <a:off x="7562945" y="5121878"/>
            <a:ext cx="44672" cy="9525"/>
          </a:xfrm>
          <a:custGeom xmlns:a="http://schemas.openxmlformats.org/drawingml/2006/main">
            <a:pathLst>
              <a:path w="44672" h="9525">
                <a:moveTo>
                  <a:pt x="44672" y="0"/>
                </a:moveTo>
                <a:lnTo>
                  <a:pt x="0" y="0"/>
                </a:lnTo>
              </a:path>
            </a:pathLst>
          </a:custGeom>
          <a:noFill xmlns:a="http://schemas.openxmlformats.org/drawingml/2006/main"/>
          <a:ln xmlns:a="http://schemas.openxmlformats.org/drawingml/2006/main" w="10849">
            <a:solidFill>
              <a:srgbClr val="1572C3"/>
            </a:solidFill>
          </a:ln>
        </p:spPr>
      </p:sp>
      <p:sp>
        <p:nvSpPr>
          <p:cNvPr id="382" name="circuit-974">
            <a:extLst xmlns:a="http://schemas.openxmlformats.org/drawingml/2006/main">
              <a:ext uri="{FF2B5EF4-FFF2-40B4-BE49-F238E27FC236}">
                <a16:creationId xmlns:a16="http://schemas.microsoft.com/office/drawing/2014/main" id="{D4ED1B44-3ED2-4BDF-87F7-AAF2DAE35713}"/>
              </a:ext>
            </a:extLst>
          </p:cNvPr>
          <p:cNvSpPr>
            <a:spLocks xmlns:a="http://schemas.openxmlformats.org/drawingml/2006/main" noGrp="1"/>
          </p:cNvSpPr>
          <p:nvPr/>
        </p:nvSpPr>
        <p:spPr>
          <a:xfrm xmlns:a="http://schemas.openxmlformats.org/drawingml/2006/main">
            <a:off x="7562945" y="5108477"/>
            <a:ext cx="31909" cy="26803"/>
          </a:xfrm>
          <a:custGeom xmlns:a="http://schemas.openxmlformats.org/drawingml/2006/main">
            <a:pathLst>
              <a:path w="31909" h="26803">
                <a:moveTo>
                  <a:pt x="0" y="13402"/>
                </a:moveTo>
                <a:lnTo>
                  <a:pt x="31909" y="26803"/>
                </a:lnTo>
                <a:lnTo>
                  <a:pt x="31909" y="0"/>
                </a:lnTo>
                <a:close/>
              </a:path>
            </a:pathLst>
          </a:custGeom>
          <a:solidFill xmlns:a="http://schemas.openxmlformats.org/drawingml/2006/main">
            <a:srgbClr val="1572C3"/>
          </a:solidFill>
          <a:ln xmlns:a="http://schemas.openxmlformats.org/drawingml/2006/main" w="3191">
            <a:solidFill>
              <a:srgbClr val="1572C3"/>
            </a:solidFill>
          </a:ln>
        </p:spPr>
      </p:sp>
      <p:sp>
        <p:nvSpPr>
          <p:cNvPr id="383" name="wire-975">
            <a:extLst xmlns:a="http://schemas.openxmlformats.org/drawingml/2006/main">
              <a:ext uri="{FF2B5EF4-FFF2-40B4-BE49-F238E27FC236}">
                <a16:creationId xmlns:a16="http://schemas.microsoft.com/office/drawing/2014/main" id="{9A7125FB-30A6-4D49-87AB-E77C1616FB6A}"/>
              </a:ext>
            </a:extLst>
          </p:cNvPr>
          <p:cNvSpPr>
            <a:spLocks xmlns:a="http://schemas.openxmlformats.org/drawingml/2006/main" noGrp="1"/>
          </p:cNvSpPr>
          <p:nvPr/>
        </p:nvSpPr>
        <p:spPr>
          <a:xfrm xmlns:a="http://schemas.openxmlformats.org/drawingml/2006/main">
            <a:off x="7039642" y="5230368"/>
            <a:ext cx="9525" cy="185071"/>
          </a:xfrm>
          <a:custGeom xmlns:a="http://schemas.openxmlformats.org/drawingml/2006/main">
            <a:pathLst>
              <a:path w="9525" h="185071">
                <a:moveTo>
                  <a:pt x="0" y="0"/>
                </a:moveTo>
                <a:lnTo>
                  <a:pt x="0" y="185071"/>
                </a:lnTo>
              </a:path>
            </a:pathLst>
          </a:custGeom>
          <a:noFill xmlns:a="http://schemas.openxmlformats.org/drawingml/2006/main"/>
          <a:ln xmlns:a="http://schemas.openxmlformats.org/drawingml/2006/main" w="12764">
            <a:solidFill>
              <a:srgbClr val="1572C3"/>
            </a:solidFill>
          </a:ln>
        </p:spPr>
      </p:sp>
      <p:sp>
        <p:nvSpPr>
          <p:cNvPr id="384" name="wire-976">
            <a:extLst xmlns:a="http://schemas.openxmlformats.org/drawingml/2006/main">
              <a:ext uri="{FF2B5EF4-FFF2-40B4-BE49-F238E27FC236}">
                <a16:creationId xmlns:a16="http://schemas.microsoft.com/office/drawing/2014/main" id="{28ABA8C6-8427-4C42-A620-3E36ECDFB990}"/>
              </a:ext>
            </a:extLst>
          </p:cNvPr>
          <p:cNvSpPr>
            <a:spLocks xmlns:a="http://schemas.openxmlformats.org/drawingml/2006/main" noGrp="1"/>
          </p:cNvSpPr>
          <p:nvPr/>
        </p:nvSpPr>
        <p:spPr>
          <a:xfrm xmlns:a="http://schemas.openxmlformats.org/drawingml/2006/main">
            <a:off x="7039642" y="5415439"/>
            <a:ext cx="516922" cy="9525"/>
          </a:xfrm>
          <a:custGeom xmlns:a="http://schemas.openxmlformats.org/drawingml/2006/main">
            <a:pathLst>
              <a:path w="516922" h="9525">
                <a:moveTo>
                  <a:pt x="0" y="0"/>
                </a:moveTo>
                <a:lnTo>
                  <a:pt x="516922" y="0"/>
                </a:lnTo>
              </a:path>
            </a:pathLst>
          </a:custGeom>
          <a:noFill xmlns:a="http://schemas.openxmlformats.org/drawingml/2006/main"/>
          <a:ln xmlns:a="http://schemas.openxmlformats.org/drawingml/2006/main" w="12764">
            <a:solidFill>
              <a:srgbClr val="1572C3"/>
            </a:solidFill>
          </a:ln>
        </p:spPr>
      </p:sp>
      <p:sp>
        <p:nvSpPr>
          <p:cNvPr id="385" name="circuit-977">
            <a:extLst xmlns:a="http://schemas.openxmlformats.org/drawingml/2006/main">
              <a:ext uri="{FF2B5EF4-FFF2-40B4-BE49-F238E27FC236}">
                <a16:creationId xmlns:a16="http://schemas.microsoft.com/office/drawing/2014/main" id="{5FFE45C5-368F-4130-BBB7-65FE8D5FD2F4}"/>
              </a:ext>
            </a:extLst>
          </p:cNvPr>
          <p:cNvSpPr>
            <a:spLocks xmlns:a="http://schemas.openxmlformats.org/drawingml/2006/main" noGrp="1"/>
          </p:cNvSpPr>
          <p:nvPr/>
        </p:nvSpPr>
        <p:spPr>
          <a:xfrm xmlns:a="http://schemas.openxmlformats.org/drawingml/2006/main">
            <a:off x="7524655" y="5402037"/>
            <a:ext cx="31909" cy="26803"/>
          </a:xfrm>
          <a:custGeom xmlns:a="http://schemas.openxmlformats.org/drawingml/2006/main">
            <a:pathLst>
              <a:path w="31909" h="26803">
                <a:moveTo>
                  <a:pt x="31909" y="13402"/>
                </a:moveTo>
                <a:lnTo>
                  <a:pt x="0" y="0"/>
                </a:lnTo>
                <a:lnTo>
                  <a:pt x="0" y="26803"/>
                </a:lnTo>
                <a:close/>
              </a:path>
            </a:pathLst>
          </a:custGeom>
          <a:solidFill xmlns:a="http://schemas.openxmlformats.org/drawingml/2006/main">
            <a:srgbClr val="1572C3"/>
          </a:solidFill>
          <a:ln xmlns:a="http://schemas.openxmlformats.org/drawingml/2006/main" w="3191">
            <a:solidFill>
              <a:srgbClr val="1572C3"/>
            </a:solidFill>
          </a:ln>
        </p:spPr>
      </p:sp>
      <p:sp>
        <p:nvSpPr>
          <p:cNvPr id="386" name="text-978">
            <a:extLst xmlns:a="http://schemas.openxmlformats.org/drawingml/2006/main">
              <a:ext uri="{FF2B5EF4-FFF2-40B4-BE49-F238E27FC236}">
                <a16:creationId xmlns:a16="http://schemas.microsoft.com/office/drawing/2014/main" id="{CCF2A3DB-B34F-4265-9802-6862AB73DF4F}"/>
              </a:ext>
            </a:extLst>
          </p:cNvPr>
          <p:cNvSpPr>
            <a:spLocks xmlns:a="http://schemas.openxmlformats.org/drawingml/2006/main" noGrp="1"/>
          </p:cNvSpPr>
          <p:nvPr/>
        </p:nvSpPr>
        <p:spPr>
          <a:xfrm xmlns:a="http://schemas.openxmlformats.org/drawingml/2006/main">
            <a:off x="6516338" y="5415439"/>
            <a:ext cx="1052989" cy="146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54" b="1">
                <a:solidFill>
                  <a:srgbClr val="1572C3"/>
                </a:solidFill>
                <a:latin typeface="Arial"/>
                <a:ea typeface="Arial"/>
                <a:cs typeface="Arial"/>
              </a:defRPr>
            </a:defPPr>
            <a:lvl1pPr algn="ctr">
              <a:defRPr sz="854" b="1">
                <a:solidFill>
                  <a:srgbClr val="1572C3"/>
                </a:solidFill>
                <a:latin typeface="Arial"/>
                <a:ea typeface="Arial"/>
                <a:cs typeface="Arial"/>
              </a:defRPr>
            </a:lvl1pPr>
            <a:lvl2pPr algn="ctr">
              <a:defRPr sz="854" b="1">
                <a:solidFill>
                  <a:srgbClr val="1572C3"/>
                </a:solidFill>
                <a:latin typeface="Arial"/>
                <a:ea typeface="Arial"/>
                <a:cs typeface="Arial"/>
              </a:defRPr>
            </a:lvl2pPr>
            <a:lvl3pPr algn="ctr">
              <a:defRPr sz="854" b="1">
                <a:solidFill>
                  <a:srgbClr val="1572C3"/>
                </a:solidFill>
                <a:latin typeface="Arial"/>
                <a:ea typeface="Arial"/>
                <a:cs typeface="Arial"/>
              </a:defRPr>
            </a:lvl3pPr>
            <a:lvl4pPr algn="ctr">
              <a:defRPr sz="854" b="1">
                <a:solidFill>
                  <a:srgbClr val="1572C3"/>
                </a:solidFill>
                <a:latin typeface="Arial"/>
                <a:ea typeface="Arial"/>
                <a:cs typeface="Arial"/>
              </a:defRPr>
            </a:lvl4pPr>
            <a:lvl5pPr algn="ctr">
              <a:defRPr sz="854" b="1">
                <a:solidFill>
                  <a:srgbClr val="1572C3"/>
                </a:solidFill>
                <a:latin typeface="Arial"/>
                <a:ea typeface="Arial"/>
                <a:cs typeface="Arial"/>
              </a:defRPr>
            </a:lvl5pPr>
            <a:lvl6pPr algn="ctr">
              <a:defRPr sz="854" b="1">
                <a:solidFill>
                  <a:srgbClr val="1572C3"/>
                </a:solidFill>
                <a:latin typeface="Arial"/>
                <a:ea typeface="Arial"/>
                <a:cs typeface="Arial"/>
              </a:defRPr>
            </a:lvl6pPr>
            <a:lvl7pPr algn="ctr">
              <a:defRPr sz="854" b="1">
                <a:solidFill>
                  <a:srgbClr val="1572C3"/>
                </a:solidFill>
                <a:latin typeface="Arial"/>
                <a:ea typeface="Arial"/>
                <a:cs typeface="Arial"/>
              </a:defRPr>
            </a:lvl7pPr>
            <a:lvl8pPr algn="ctr">
              <a:defRPr sz="854" b="1">
                <a:solidFill>
                  <a:srgbClr val="1572C3"/>
                </a:solidFill>
                <a:latin typeface="Arial"/>
                <a:ea typeface="Arial"/>
                <a:cs typeface="Arial"/>
              </a:defRPr>
            </a:lvl8pPr>
            <a:lvl9pPr algn="ctr">
              <a:defRPr sz="854" b="1">
                <a:solidFill>
                  <a:srgbClr val="1572C3"/>
                </a:solidFill>
                <a:latin typeface="Arial"/>
                <a:ea typeface="Arial"/>
                <a:cs typeface="Arial"/>
              </a:defRPr>
            </a:lvl9pPr>
          </a:lstStyle>
          <a:p xmlns:a="http://schemas.openxmlformats.org/drawingml/2006/main">
            <a:pPr algn="ctr">
              <a:defRPr sz="854" b="1">
                <a:solidFill>
                  <a:srgbClr val="1572C3"/>
                </a:solidFill>
                <a:latin typeface="Arial"/>
                <a:ea typeface="Arial"/>
                <a:cs typeface="Arial"/>
              </a:defRPr>
            </a:pPr>
            <a:r>
              <a:rPr sz="854" b="1">
                <a:solidFill>
                  <a:srgbClr val="1572C3"/>
                </a:solidFill>
                <a:latin typeface="Arial"/>
                <a:ea typeface="Arial"/>
                <a:cs typeface="Arial"/>
              </a:rPr>
              <a:t>HDMI OUT</a:t>
            </a:r>
          </a:p>
        </p:txBody>
      </p:sp>
      <p:sp>
        <p:nvSpPr>
          <p:cNvPr id="387" name="block-979">
            <a:extLst xmlns:a="http://schemas.openxmlformats.org/drawingml/2006/main">
              <a:ext uri="{FF2B5EF4-FFF2-40B4-BE49-F238E27FC236}">
                <a16:creationId xmlns:a16="http://schemas.microsoft.com/office/drawing/2014/main" id="{FA10A479-97AC-40ED-890E-40B238606914}"/>
              </a:ext>
            </a:extLst>
          </p:cNvPr>
          <p:cNvSpPr>
            <a:spLocks xmlns:a="http://schemas.openxmlformats.org/drawingml/2006/main" noGrp="1"/>
          </p:cNvSpPr>
          <p:nvPr/>
        </p:nvSpPr>
        <p:spPr>
          <a:xfrm xmlns:a="http://schemas.openxmlformats.org/drawingml/2006/main">
            <a:off x="1839792" y="3795751"/>
            <a:ext cx="629241" cy="201663"/>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88" name="text-980">
            <a:extLst xmlns:a="http://schemas.openxmlformats.org/drawingml/2006/main">
              <a:ext uri="{FF2B5EF4-FFF2-40B4-BE49-F238E27FC236}">
                <a16:creationId xmlns:a16="http://schemas.microsoft.com/office/drawing/2014/main" id="{D6C9B90B-65DB-44AD-BD43-1ED849CAE38A}"/>
              </a:ext>
            </a:extLst>
          </p:cNvPr>
          <p:cNvSpPr>
            <a:spLocks xmlns:a="http://schemas.openxmlformats.org/drawingml/2006/main" noGrp="1"/>
          </p:cNvSpPr>
          <p:nvPr/>
        </p:nvSpPr>
        <p:spPr>
          <a:xfrm xmlns:a="http://schemas.openxmlformats.org/drawingml/2006/main">
            <a:off x="1844897" y="3791922"/>
            <a:ext cx="619030"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77" b="1">
                <a:solidFill>
                  <a:srgbClr val="231F20"/>
                </a:solidFill>
                <a:latin typeface="Arial"/>
                <a:ea typeface="Arial"/>
                <a:cs typeface="Arial"/>
              </a:defRPr>
            </a:defPPr>
            <a:lvl1pPr algn="ctr">
              <a:defRPr sz="477" b="1">
                <a:solidFill>
                  <a:srgbClr val="231F20"/>
                </a:solidFill>
                <a:latin typeface="Arial"/>
                <a:ea typeface="Arial"/>
                <a:cs typeface="Arial"/>
              </a:defRPr>
            </a:lvl1pPr>
            <a:lvl2pPr algn="ctr">
              <a:defRPr sz="477" b="1">
                <a:solidFill>
                  <a:srgbClr val="231F20"/>
                </a:solidFill>
                <a:latin typeface="Arial"/>
                <a:ea typeface="Arial"/>
                <a:cs typeface="Arial"/>
              </a:defRPr>
            </a:lvl2pPr>
            <a:lvl3pPr algn="ctr">
              <a:defRPr sz="477" b="1">
                <a:solidFill>
                  <a:srgbClr val="231F20"/>
                </a:solidFill>
                <a:latin typeface="Arial"/>
                <a:ea typeface="Arial"/>
                <a:cs typeface="Arial"/>
              </a:defRPr>
            </a:lvl3pPr>
            <a:lvl4pPr algn="ctr">
              <a:defRPr sz="477" b="1">
                <a:solidFill>
                  <a:srgbClr val="231F20"/>
                </a:solidFill>
                <a:latin typeface="Arial"/>
                <a:ea typeface="Arial"/>
                <a:cs typeface="Arial"/>
              </a:defRPr>
            </a:lvl4pPr>
            <a:lvl5pPr algn="ctr">
              <a:defRPr sz="477" b="1">
                <a:solidFill>
                  <a:srgbClr val="231F20"/>
                </a:solidFill>
                <a:latin typeface="Arial"/>
                <a:ea typeface="Arial"/>
                <a:cs typeface="Arial"/>
              </a:defRPr>
            </a:lvl5pPr>
            <a:lvl6pPr algn="ctr">
              <a:defRPr sz="477" b="1">
                <a:solidFill>
                  <a:srgbClr val="231F20"/>
                </a:solidFill>
                <a:latin typeface="Arial"/>
                <a:ea typeface="Arial"/>
                <a:cs typeface="Arial"/>
              </a:defRPr>
            </a:lvl6pPr>
            <a:lvl7pPr algn="ctr">
              <a:defRPr sz="477" b="1">
                <a:solidFill>
                  <a:srgbClr val="231F20"/>
                </a:solidFill>
                <a:latin typeface="Arial"/>
                <a:ea typeface="Arial"/>
                <a:cs typeface="Arial"/>
              </a:defRPr>
            </a:lvl7pPr>
            <a:lvl8pPr algn="ctr">
              <a:defRPr sz="477" b="1">
                <a:solidFill>
                  <a:srgbClr val="231F20"/>
                </a:solidFill>
                <a:latin typeface="Arial"/>
                <a:ea typeface="Arial"/>
                <a:cs typeface="Arial"/>
              </a:defRPr>
            </a:lvl8pPr>
            <a:lvl9pPr algn="ctr">
              <a:defRPr sz="477" b="1">
                <a:solidFill>
                  <a:srgbClr val="231F20"/>
                </a:solidFill>
                <a:latin typeface="Arial"/>
                <a:ea typeface="Arial"/>
                <a:cs typeface="Arial"/>
              </a:defRPr>
            </a:lvl9pPr>
          </a:lstStyle>
          <a:p xmlns:a="http://schemas.openxmlformats.org/drawingml/2006/main">
            <a:pPr algn="ctr">
              <a:defRPr sz="477" b="1">
                <a:solidFill>
                  <a:srgbClr val="231F20"/>
                </a:solidFill>
                <a:latin typeface="Arial"/>
                <a:ea typeface="Arial"/>
                <a:cs typeface="Arial"/>
              </a:defRPr>
            </a:pPr>
            <a:r>
              <a:rPr sz="477" b="1">
                <a:solidFill>
                  <a:srgbClr val="231F20"/>
                </a:solidFill>
                <a:latin typeface="Arial"/>
                <a:ea typeface="Arial"/>
                <a:cs typeface="Arial"/>
              </a:rPr>
              <a:t>controller</a:t>
            </a:r>
          </a:p>
        </p:txBody>
      </p:sp>
      <p:sp>
        <p:nvSpPr>
          <p:cNvPr id="389" name="block-981">
            <a:extLst xmlns:a="http://schemas.openxmlformats.org/drawingml/2006/main">
              <a:ext uri="{FF2B5EF4-FFF2-40B4-BE49-F238E27FC236}">
                <a16:creationId xmlns:a16="http://schemas.microsoft.com/office/drawing/2014/main" id="{79E1DC71-1581-4DD9-9F5D-C8DCFB9DB150}"/>
              </a:ext>
            </a:extLst>
          </p:cNvPr>
          <p:cNvSpPr>
            <a:spLocks xmlns:a="http://schemas.openxmlformats.org/drawingml/2006/main" noGrp="1"/>
          </p:cNvSpPr>
          <p:nvPr/>
        </p:nvSpPr>
        <p:spPr>
          <a:xfrm xmlns:a="http://schemas.openxmlformats.org/drawingml/2006/main">
            <a:off x="1889570" y="3877437"/>
            <a:ext cx="153162" cy="108490"/>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390" name="text-982">
            <a:extLst xmlns:a="http://schemas.openxmlformats.org/drawingml/2006/main">
              <a:ext uri="{FF2B5EF4-FFF2-40B4-BE49-F238E27FC236}">
                <a16:creationId xmlns:a16="http://schemas.microsoft.com/office/drawing/2014/main" id="{A72273E5-C9A1-479C-975C-78E82C2C2598}"/>
              </a:ext>
            </a:extLst>
          </p:cNvPr>
          <p:cNvSpPr>
            <a:spLocks xmlns:a="http://schemas.openxmlformats.org/drawingml/2006/main" noGrp="1"/>
          </p:cNvSpPr>
          <p:nvPr/>
        </p:nvSpPr>
        <p:spPr>
          <a:xfrm xmlns:a="http://schemas.openxmlformats.org/drawingml/2006/main">
            <a:off x="1895951" y="3880628"/>
            <a:ext cx="140399"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52" b="0">
                <a:solidFill>
                  <a:srgbClr val="231F20"/>
                </a:solidFill>
                <a:latin typeface="Arial"/>
                <a:ea typeface="Arial"/>
                <a:cs typeface="Arial"/>
              </a:defRPr>
            </a:defPPr>
            <a:lvl1pPr algn="ctr">
              <a:defRPr sz="352" b="0">
                <a:solidFill>
                  <a:srgbClr val="231F20"/>
                </a:solidFill>
                <a:latin typeface="Arial"/>
                <a:ea typeface="Arial"/>
                <a:cs typeface="Arial"/>
              </a:defRPr>
            </a:lvl1pPr>
            <a:lvl2pPr algn="ctr">
              <a:defRPr sz="352" b="0">
                <a:solidFill>
                  <a:srgbClr val="231F20"/>
                </a:solidFill>
                <a:latin typeface="Arial"/>
                <a:ea typeface="Arial"/>
                <a:cs typeface="Arial"/>
              </a:defRPr>
            </a:lvl2pPr>
            <a:lvl3pPr algn="ctr">
              <a:defRPr sz="352" b="0">
                <a:solidFill>
                  <a:srgbClr val="231F20"/>
                </a:solidFill>
                <a:latin typeface="Arial"/>
                <a:ea typeface="Arial"/>
                <a:cs typeface="Arial"/>
              </a:defRPr>
            </a:lvl3pPr>
            <a:lvl4pPr algn="ctr">
              <a:defRPr sz="352" b="0">
                <a:solidFill>
                  <a:srgbClr val="231F20"/>
                </a:solidFill>
                <a:latin typeface="Arial"/>
                <a:ea typeface="Arial"/>
                <a:cs typeface="Arial"/>
              </a:defRPr>
            </a:lvl4pPr>
            <a:lvl5pPr algn="ctr">
              <a:defRPr sz="352" b="0">
                <a:solidFill>
                  <a:srgbClr val="231F20"/>
                </a:solidFill>
                <a:latin typeface="Arial"/>
                <a:ea typeface="Arial"/>
                <a:cs typeface="Arial"/>
              </a:defRPr>
            </a:lvl5pPr>
            <a:lvl6pPr algn="ctr">
              <a:defRPr sz="352" b="0">
                <a:solidFill>
                  <a:srgbClr val="231F20"/>
                </a:solidFill>
                <a:latin typeface="Arial"/>
                <a:ea typeface="Arial"/>
                <a:cs typeface="Arial"/>
              </a:defRPr>
            </a:lvl6pPr>
            <a:lvl7pPr algn="ctr">
              <a:defRPr sz="352" b="0">
                <a:solidFill>
                  <a:srgbClr val="231F20"/>
                </a:solidFill>
                <a:latin typeface="Arial"/>
                <a:ea typeface="Arial"/>
                <a:cs typeface="Arial"/>
              </a:defRPr>
            </a:lvl7pPr>
            <a:lvl8pPr algn="ctr">
              <a:defRPr sz="352" b="0">
                <a:solidFill>
                  <a:srgbClr val="231F20"/>
                </a:solidFill>
                <a:latin typeface="Arial"/>
                <a:ea typeface="Arial"/>
                <a:cs typeface="Arial"/>
              </a:defRPr>
            </a:lvl8pPr>
            <a:lvl9pPr algn="ctr">
              <a:defRPr sz="352" b="0">
                <a:solidFill>
                  <a:srgbClr val="231F20"/>
                </a:solidFill>
                <a:latin typeface="Arial"/>
                <a:ea typeface="Arial"/>
                <a:cs typeface="Arial"/>
              </a:defRPr>
            </a:lvl9pPr>
          </a:lstStyle>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Main</a:t>
            </a:r>
          </a:p>
        </p:txBody>
      </p:sp>
      <p:sp>
        <p:nvSpPr>
          <p:cNvPr id="391" name="block-983">
            <a:extLst xmlns:a="http://schemas.openxmlformats.org/drawingml/2006/main">
              <a:ext uri="{FF2B5EF4-FFF2-40B4-BE49-F238E27FC236}">
                <a16:creationId xmlns:a16="http://schemas.microsoft.com/office/drawing/2014/main" id="{2D6C26E6-338B-4467-8897-71A85B2E1DBA}"/>
              </a:ext>
            </a:extLst>
          </p:cNvPr>
          <p:cNvSpPr>
            <a:spLocks xmlns:a="http://schemas.openxmlformats.org/drawingml/2006/main" noGrp="1"/>
          </p:cNvSpPr>
          <p:nvPr/>
        </p:nvSpPr>
        <p:spPr>
          <a:xfrm xmlns:a="http://schemas.openxmlformats.org/drawingml/2006/main">
            <a:off x="2119313" y="3896582"/>
            <a:ext cx="134017" cy="82963"/>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392" name="text-984">
            <a:extLst xmlns:a="http://schemas.openxmlformats.org/drawingml/2006/main">
              <a:ext uri="{FF2B5EF4-FFF2-40B4-BE49-F238E27FC236}">
                <a16:creationId xmlns:a16="http://schemas.microsoft.com/office/drawing/2014/main" id="{2B6D00A0-F2E8-413D-BDB6-553B70106779}"/>
              </a:ext>
            </a:extLst>
          </p:cNvPr>
          <p:cNvSpPr>
            <a:spLocks xmlns:a="http://schemas.openxmlformats.org/drawingml/2006/main" noGrp="1"/>
          </p:cNvSpPr>
          <p:nvPr/>
        </p:nvSpPr>
        <p:spPr>
          <a:xfrm xmlns:a="http://schemas.openxmlformats.org/drawingml/2006/main">
            <a:off x="2125694" y="3899773"/>
            <a:ext cx="121253"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52" b="0">
                <a:solidFill>
                  <a:srgbClr val="231F20"/>
                </a:solidFill>
                <a:latin typeface="Arial"/>
                <a:ea typeface="Arial"/>
                <a:cs typeface="Arial"/>
              </a:defRPr>
            </a:defPPr>
            <a:lvl1pPr algn="ctr">
              <a:defRPr sz="352" b="0">
                <a:solidFill>
                  <a:srgbClr val="231F20"/>
                </a:solidFill>
                <a:latin typeface="Arial"/>
                <a:ea typeface="Arial"/>
                <a:cs typeface="Arial"/>
              </a:defRPr>
            </a:lvl1pPr>
            <a:lvl2pPr algn="ctr">
              <a:defRPr sz="352" b="0">
                <a:solidFill>
                  <a:srgbClr val="231F20"/>
                </a:solidFill>
                <a:latin typeface="Arial"/>
                <a:ea typeface="Arial"/>
                <a:cs typeface="Arial"/>
              </a:defRPr>
            </a:lvl2pPr>
            <a:lvl3pPr algn="ctr">
              <a:defRPr sz="352" b="0">
                <a:solidFill>
                  <a:srgbClr val="231F20"/>
                </a:solidFill>
                <a:latin typeface="Arial"/>
                <a:ea typeface="Arial"/>
                <a:cs typeface="Arial"/>
              </a:defRPr>
            </a:lvl3pPr>
            <a:lvl4pPr algn="ctr">
              <a:defRPr sz="352" b="0">
                <a:solidFill>
                  <a:srgbClr val="231F20"/>
                </a:solidFill>
                <a:latin typeface="Arial"/>
                <a:ea typeface="Arial"/>
                <a:cs typeface="Arial"/>
              </a:defRPr>
            </a:lvl4pPr>
            <a:lvl5pPr algn="ctr">
              <a:defRPr sz="352" b="0">
                <a:solidFill>
                  <a:srgbClr val="231F20"/>
                </a:solidFill>
                <a:latin typeface="Arial"/>
                <a:ea typeface="Arial"/>
                <a:cs typeface="Arial"/>
              </a:defRPr>
            </a:lvl5pPr>
            <a:lvl6pPr algn="ctr">
              <a:defRPr sz="352" b="0">
                <a:solidFill>
                  <a:srgbClr val="231F20"/>
                </a:solidFill>
                <a:latin typeface="Arial"/>
                <a:ea typeface="Arial"/>
                <a:cs typeface="Arial"/>
              </a:defRPr>
            </a:lvl6pPr>
            <a:lvl7pPr algn="ctr">
              <a:defRPr sz="352" b="0">
                <a:solidFill>
                  <a:srgbClr val="231F20"/>
                </a:solidFill>
                <a:latin typeface="Arial"/>
                <a:ea typeface="Arial"/>
                <a:cs typeface="Arial"/>
              </a:defRPr>
            </a:lvl7pPr>
            <a:lvl8pPr algn="ctr">
              <a:defRPr sz="352" b="0">
                <a:solidFill>
                  <a:srgbClr val="231F20"/>
                </a:solidFill>
                <a:latin typeface="Arial"/>
                <a:ea typeface="Arial"/>
                <a:cs typeface="Arial"/>
              </a:defRPr>
            </a:lvl8pPr>
            <a:lvl9pPr algn="ctr">
              <a:defRPr sz="352" b="0">
                <a:solidFill>
                  <a:srgbClr val="231F20"/>
                </a:solidFill>
                <a:latin typeface="Arial"/>
                <a:ea typeface="Arial"/>
                <a:cs typeface="Arial"/>
              </a:defRPr>
            </a:lvl9pPr>
          </a:lstStyle>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ALU</a:t>
            </a:r>
          </a:p>
        </p:txBody>
      </p:sp>
      <p:sp>
        <p:nvSpPr>
          <p:cNvPr id="393" name="block-985">
            <a:extLst xmlns:a="http://schemas.openxmlformats.org/drawingml/2006/main">
              <a:ext uri="{FF2B5EF4-FFF2-40B4-BE49-F238E27FC236}">
                <a16:creationId xmlns:a16="http://schemas.microsoft.com/office/drawing/2014/main" id="{CF43AB5F-661B-4277-845B-F6FB8DE196BD}"/>
              </a:ext>
            </a:extLst>
          </p:cNvPr>
          <p:cNvSpPr>
            <a:spLocks xmlns:a="http://schemas.openxmlformats.org/drawingml/2006/main" noGrp="1"/>
          </p:cNvSpPr>
          <p:nvPr/>
        </p:nvSpPr>
        <p:spPr>
          <a:xfrm xmlns:a="http://schemas.openxmlformats.org/drawingml/2006/main">
            <a:off x="2310765" y="3896582"/>
            <a:ext cx="140399" cy="82963"/>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394" name="text-986">
            <a:extLst xmlns:a="http://schemas.openxmlformats.org/drawingml/2006/main">
              <a:ext uri="{FF2B5EF4-FFF2-40B4-BE49-F238E27FC236}">
                <a16:creationId xmlns:a16="http://schemas.microsoft.com/office/drawing/2014/main" id="{98774BC7-6F8C-4184-A7FE-760AA1D31A69}"/>
              </a:ext>
            </a:extLst>
          </p:cNvPr>
          <p:cNvSpPr>
            <a:spLocks xmlns:a="http://schemas.openxmlformats.org/drawingml/2006/main" noGrp="1"/>
          </p:cNvSpPr>
          <p:nvPr/>
        </p:nvSpPr>
        <p:spPr>
          <a:xfrm xmlns:a="http://schemas.openxmlformats.org/drawingml/2006/main">
            <a:off x="2317147" y="3899773"/>
            <a:ext cx="127635"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52" b="0">
                <a:solidFill>
                  <a:srgbClr val="231F20"/>
                </a:solidFill>
                <a:latin typeface="Arial"/>
                <a:ea typeface="Arial"/>
                <a:cs typeface="Arial"/>
              </a:defRPr>
            </a:defPPr>
            <a:lvl1pPr algn="ctr">
              <a:defRPr sz="352" b="0">
                <a:solidFill>
                  <a:srgbClr val="231F20"/>
                </a:solidFill>
                <a:latin typeface="Arial"/>
                <a:ea typeface="Arial"/>
                <a:cs typeface="Arial"/>
              </a:defRPr>
            </a:lvl1pPr>
            <a:lvl2pPr algn="ctr">
              <a:defRPr sz="352" b="0">
                <a:solidFill>
                  <a:srgbClr val="231F20"/>
                </a:solidFill>
                <a:latin typeface="Arial"/>
                <a:ea typeface="Arial"/>
                <a:cs typeface="Arial"/>
              </a:defRPr>
            </a:lvl2pPr>
            <a:lvl3pPr algn="ctr">
              <a:defRPr sz="352" b="0">
                <a:solidFill>
                  <a:srgbClr val="231F20"/>
                </a:solidFill>
                <a:latin typeface="Arial"/>
                <a:ea typeface="Arial"/>
                <a:cs typeface="Arial"/>
              </a:defRPr>
            </a:lvl3pPr>
            <a:lvl4pPr algn="ctr">
              <a:defRPr sz="352" b="0">
                <a:solidFill>
                  <a:srgbClr val="231F20"/>
                </a:solidFill>
                <a:latin typeface="Arial"/>
                <a:ea typeface="Arial"/>
                <a:cs typeface="Arial"/>
              </a:defRPr>
            </a:lvl4pPr>
            <a:lvl5pPr algn="ctr">
              <a:defRPr sz="352" b="0">
                <a:solidFill>
                  <a:srgbClr val="231F20"/>
                </a:solidFill>
                <a:latin typeface="Arial"/>
                <a:ea typeface="Arial"/>
                <a:cs typeface="Arial"/>
              </a:defRPr>
            </a:lvl5pPr>
            <a:lvl6pPr algn="ctr">
              <a:defRPr sz="352" b="0">
                <a:solidFill>
                  <a:srgbClr val="231F20"/>
                </a:solidFill>
                <a:latin typeface="Arial"/>
                <a:ea typeface="Arial"/>
                <a:cs typeface="Arial"/>
              </a:defRPr>
            </a:lvl6pPr>
            <a:lvl7pPr algn="ctr">
              <a:defRPr sz="352" b="0">
                <a:solidFill>
                  <a:srgbClr val="231F20"/>
                </a:solidFill>
                <a:latin typeface="Arial"/>
                <a:ea typeface="Arial"/>
                <a:cs typeface="Arial"/>
              </a:defRPr>
            </a:lvl7pPr>
            <a:lvl8pPr algn="ctr">
              <a:defRPr sz="352" b="0">
                <a:solidFill>
                  <a:srgbClr val="231F20"/>
                </a:solidFill>
                <a:latin typeface="Arial"/>
                <a:ea typeface="Arial"/>
                <a:cs typeface="Arial"/>
              </a:defRPr>
            </a:lvl8pPr>
            <a:lvl9pPr algn="ctr">
              <a:defRPr sz="352" b="0">
                <a:solidFill>
                  <a:srgbClr val="231F20"/>
                </a:solidFill>
                <a:latin typeface="Arial"/>
                <a:ea typeface="Arial"/>
                <a:cs typeface="Arial"/>
              </a:defRPr>
            </a:lvl9pPr>
          </a:lstStyle>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BR</a:t>
            </a:r>
          </a:p>
        </p:txBody>
      </p:sp>
      <p:sp>
        <p:nvSpPr>
          <p:cNvPr id="395" name="wire-987">
            <a:extLst xmlns:a="http://schemas.openxmlformats.org/drawingml/2006/main">
              <a:ext uri="{FF2B5EF4-FFF2-40B4-BE49-F238E27FC236}">
                <a16:creationId xmlns:a16="http://schemas.microsoft.com/office/drawing/2014/main" id="{8C0F5158-D27E-496E-982F-52F357D491E4}"/>
              </a:ext>
            </a:extLst>
          </p:cNvPr>
          <p:cNvSpPr>
            <a:spLocks xmlns:a="http://schemas.openxmlformats.org/drawingml/2006/main" noGrp="1"/>
          </p:cNvSpPr>
          <p:nvPr/>
        </p:nvSpPr>
        <p:spPr>
          <a:xfrm xmlns:a="http://schemas.openxmlformats.org/drawingml/2006/main">
            <a:off x="1832134" y="3883819"/>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396" name="wire-988">
            <a:extLst xmlns:a="http://schemas.openxmlformats.org/drawingml/2006/main">
              <a:ext uri="{FF2B5EF4-FFF2-40B4-BE49-F238E27FC236}">
                <a16:creationId xmlns:a16="http://schemas.microsoft.com/office/drawing/2014/main" id="{EFF2B743-D356-4D7B-AFED-A757DC35C2E1}"/>
              </a:ext>
            </a:extLst>
          </p:cNvPr>
          <p:cNvSpPr>
            <a:spLocks xmlns:a="http://schemas.openxmlformats.org/drawingml/2006/main" noGrp="1"/>
          </p:cNvSpPr>
          <p:nvPr/>
        </p:nvSpPr>
        <p:spPr>
          <a:xfrm xmlns:a="http://schemas.openxmlformats.org/drawingml/2006/main">
            <a:off x="1857661" y="3883819"/>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5424">
            <a:solidFill>
              <a:srgbClr val="231F20"/>
            </a:solidFill>
          </a:ln>
        </p:spPr>
      </p:sp>
      <p:sp>
        <p:nvSpPr>
          <p:cNvPr id="397" name="wire-989">
            <a:extLst xmlns:a="http://schemas.openxmlformats.org/drawingml/2006/main">
              <a:ext uri="{FF2B5EF4-FFF2-40B4-BE49-F238E27FC236}">
                <a16:creationId xmlns:a16="http://schemas.microsoft.com/office/drawing/2014/main" id="{DC913606-2588-472E-8B27-F7B5CFA4A6EB}"/>
              </a:ext>
            </a:extLst>
          </p:cNvPr>
          <p:cNvSpPr>
            <a:spLocks xmlns:a="http://schemas.openxmlformats.org/drawingml/2006/main" noGrp="1"/>
          </p:cNvSpPr>
          <p:nvPr/>
        </p:nvSpPr>
        <p:spPr>
          <a:xfrm xmlns:a="http://schemas.openxmlformats.org/drawingml/2006/main">
            <a:off x="1857661" y="3934873"/>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398" name="circuit-990">
            <a:extLst xmlns:a="http://schemas.openxmlformats.org/drawingml/2006/main">
              <a:ext uri="{FF2B5EF4-FFF2-40B4-BE49-F238E27FC236}">
                <a16:creationId xmlns:a16="http://schemas.microsoft.com/office/drawing/2014/main" id="{68E62C4B-D5F5-44A9-A2D3-F01AD9F86826}"/>
              </a:ext>
            </a:extLst>
          </p:cNvPr>
          <p:cNvSpPr>
            <a:spLocks xmlns:a="http://schemas.openxmlformats.org/drawingml/2006/main" noGrp="1"/>
          </p:cNvSpPr>
          <p:nvPr/>
        </p:nvSpPr>
        <p:spPr>
          <a:xfrm xmlns:a="http://schemas.openxmlformats.org/drawingml/2006/main">
            <a:off x="1873615" y="3928491"/>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399" name="wire-991">
            <a:extLst xmlns:a="http://schemas.openxmlformats.org/drawingml/2006/main">
              <a:ext uri="{FF2B5EF4-FFF2-40B4-BE49-F238E27FC236}">
                <a16:creationId xmlns:a16="http://schemas.microsoft.com/office/drawing/2014/main" id="{7B80D55F-EA78-4D30-B712-2E924BED6B16}"/>
              </a:ext>
            </a:extLst>
          </p:cNvPr>
          <p:cNvSpPr>
            <a:spLocks xmlns:a="http://schemas.openxmlformats.org/drawingml/2006/main" noGrp="1"/>
          </p:cNvSpPr>
          <p:nvPr/>
        </p:nvSpPr>
        <p:spPr>
          <a:xfrm xmlns:a="http://schemas.openxmlformats.org/drawingml/2006/main">
            <a:off x="2042732" y="3941254"/>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5424">
            <a:solidFill>
              <a:srgbClr val="231F20"/>
            </a:solidFill>
          </a:ln>
        </p:spPr>
      </p:sp>
      <p:sp>
        <p:nvSpPr>
          <p:cNvPr id="400" name="circuit-992">
            <a:extLst xmlns:a="http://schemas.openxmlformats.org/drawingml/2006/main">
              <a:ext uri="{FF2B5EF4-FFF2-40B4-BE49-F238E27FC236}">
                <a16:creationId xmlns:a16="http://schemas.microsoft.com/office/drawing/2014/main" id="{0C50E476-D75B-47A9-B872-39AACA263114}"/>
              </a:ext>
            </a:extLst>
          </p:cNvPr>
          <p:cNvSpPr>
            <a:spLocks xmlns:a="http://schemas.openxmlformats.org/drawingml/2006/main" noGrp="1"/>
          </p:cNvSpPr>
          <p:nvPr/>
        </p:nvSpPr>
        <p:spPr>
          <a:xfrm xmlns:a="http://schemas.openxmlformats.org/drawingml/2006/main">
            <a:off x="2103358" y="3934873"/>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01" name="wire-993">
            <a:extLst xmlns:a="http://schemas.openxmlformats.org/drawingml/2006/main">
              <a:ext uri="{FF2B5EF4-FFF2-40B4-BE49-F238E27FC236}">
                <a16:creationId xmlns:a16="http://schemas.microsoft.com/office/drawing/2014/main" id="{99C2505A-A7E9-47C3-91C3-783CD71DD658}"/>
              </a:ext>
            </a:extLst>
          </p:cNvPr>
          <p:cNvSpPr>
            <a:spLocks xmlns:a="http://schemas.openxmlformats.org/drawingml/2006/main" noGrp="1"/>
          </p:cNvSpPr>
          <p:nvPr/>
        </p:nvSpPr>
        <p:spPr>
          <a:xfrm xmlns:a="http://schemas.openxmlformats.org/drawingml/2006/main">
            <a:off x="2042732" y="3966782"/>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402" name="wire-994">
            <a:extLst xmlns:a="http://schemas.openxmlformats.org/drawingml/2006/main">
              <a:ext uri="{FF2B5EF4-FFF2-40B4-BE49-F238E27FC236}">
                <a16:creationId xmlns:a16="http://schemas.microsoft.com/office/drawing/2014/main" id="{3292FDC6-DE4D-42A3-AA7C-2AAD36BDCA08}"/>
              </a:ext>
            </a:extLst>
          </p:cNvPr>
          <p:cNvSpPr>
            <a:spLocks xmlns:a="http://schemas.openxmlformats.org/drawingml/2006/main" noGrp="1"/>
          </p:cNvSpPr>
          <p:nvPr/>
        </p:nvSpPr>
        <p:spPr>
          <a:xfrm xmlns:a="http://schemas.openxmlformats.org/drawingml/2006/main">
            <a:off x="2074640" y="3966782"/>
            <a:ext cx="9525" cy="25527"/>
          </a:xfrm>
          <a:custGeom xmlns:a="http://schemas.openxmlformats.org/drawingml/2006/main">
            <a:pathLst>
              <a:path w="9525" h="25527">
                <a:moveTo>
                  <a:pt x="0" y="0"/>
                </a:moveTo>
                <a:lnTo>
                  <a:pt x="0" y="25527"/>
                </a:lnTo>
              </a:path>
            </a:pathLst>
          </a:custGeom>
          <a:noFill xmlns:a="http://schemas.openxmlformats.org/drawingml/2006/main"/>
          <a:ln xmlns:a="http://schemas.openxmlformats.org/drawingml/2006/main" w="5424">
            <a:solidFill>
              <a:srgbClr val="231F20"/>
            </a:solidFill>
          </a:ln>
        </p:spPr>
      </p:sp>
      <p:sp>
        <p:nvSpPr>
          <p:cNvPr id="403" name="wire-995">
            <a:extLst xmlns:a="http://schemas.openxmlformats.org/drawingml/2006/main">
              <a:ext uri="{FF2B5EF4-FFF2-40B4-BE49-F238E27FC236}">
                <a16:creationId xmlns:a16="http://schemas.microsoft.com/office/drawing/2014/main" id="{A871CB66-8C72-4BB9-983E-2828C2BE3374}"/>
              </a:ext>
            </a:extLst>
          </p:cNvPr>
          <p:cNvSpPr>
            <a:spLocks xmlns:a="http://schemas.openxmlformats.org/drawingml/2006/main" noGrp="1"/>
          </p:cNvSpPr>
          <p:nvPr/>
        </p:nvSpPr>
        <p:spPr>
          <a:xfrm xmlns:a="http://schemas.openxmlformats.org/drawingml/2006/main">
            <a:off x="2074640" y="3992309"/>
            <a:ext cx="210598" cy="9525"/>
          </a:xfrm>
          <a:custGeom xmlns:a="http://schemas.openxmlformats.org/drawingml/2006/main">
            <a:pathLst>
              <a:path w="210598" h="9525">
                <a:moveTo>
                  <a:pt x="0" y="0"/>
                </a:moveTo>
                <a:lnTo>
                  <a:pt x="210598" y="0"/>
                </a:lnTo>
              </a:path>
            </a:pathLst>
          </a:custGeom>
          <a:noFill xmlns:a="http://schemas.openxmlformats.org/drawingml/2006/main"/>
          <a:ln xmlns:a="http://schemas.openxmlformats.org/drawingml/2006/main" w="5424">
            <a:solidFill>
              <a:srgbClr val="231F20"/>
            </a:solidFill>
          </a:ln>
        </p:spPr>
      </p:sp>
      <p:sp>
        <p:nvSpPr>
          <p:cNvPr id="404" name="wire-996">
            <a:extLst xmlns:a="http://schemas.openxmlformats.org/drawingml/2006/main">
              <a:ext uri="{FF2B5EF4-FFF2-40B4-BE49-F238E27FC236}">
                <a16:creationId xmlns:a16="http://schemas.microsoft.com/office/drawing/2014/main" id="{B0730302-336E-4FDC-8A56-F58E2C580642}"/>
              </a:ext>
            </a:extLst>
          </p:cNvPr>
          <p:cNvSpPr>
            <a:spLocks xmlns:a="http://schemas.openxmlformats.org/drawingml/2006/main" noGrp="1"/>
          </p:cNvSpPr>
          <p:nvPr/>
        </p:nvSpPr>
        <p:spPr>
          <a:xfrm xmlns:a="http://schemas.openxmlformats.org/drawingml/2006/main">
            <a:off x="2285238" y="3947636"/>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5424">
            <a:solidFill>
              <a:srgbClr val="231F20"/>
            </a:solidFill>
          </a:ln>
        </p:spPr>
      </p:sp>
      <p:sp>
        <p:nvSpPr>
          <p:cNvPr id="405" name="wire-997">
            <a:extLst xmlns:a="http://schemas.openxmlformats.org/drawingml/2006/main">
              <a:ext uri="{FF2B5EF4-FFF2-40B4-BE49-F238E27FC236}">
                <a16:creationId xmlns:a16="http://schemas.microsoft.com/office/drawing/2014/main" id="{161FF9EE-2706-4809-8F2D-EBD2E220B238}"/>
              </a:ext>
            </a:extLst>
          </p:cNvPr>
          <p:cNvSpPr>
            <a:spLocks xmlns:a="http://schemas.openxmlformats.org/drawingml/2006/main" noGrp="1"/>
          </p:cNvSpPr>
          <p:nvPr/>
        </p:nvSpPr>
        <p:spPr>
          <a:xfrm xmlns:a="http://schemas.openxmlformats.org/drawingml/2006/main">
            <a:off x="2285238" y="3947636"/>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406" name="circuit-998">
            <a:extLst xmlns:a="http://schemas.openxmlformats.org/drawingml/2006/main">
              <a:ext uri="{FF2B5EF4-FFF2-40B4-BE49-F238E27FC236}">
                <a16:creationId xmlns:a16="http://schemas.microsoft.com/office/drawing/2014/main" id="{2DBEAFE6-8E4B-4D53-9D46-7C4AFEB90522}"/>
              </a:ext>
            </a:extLst>
          </p:cNvPr>
          <p:cNvSpPr>
            <a:spLocks xmlns:a="http://schemas.openxmlformats.org/drawingml/2006/main" noGrp="1"/>
          </p:cNvSpPr>
          <p:nvPr/>
        </p:nvSpPr>
        <p:spPr>
          <a:xfrm xmlns:a="http://schemas.openxmlformats.org/drawingml/2006/main">
            <a:off x="2294811" y="3941254"/>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07" name="wire-999">
            <a:extLst xmlns:a="http://schemas.openxmlformats.org/drawingml/2006/main">
              <a:ext uri="{FF2B5EF4-FFF2-40B4-BE49-F238E27FC236}">
                <a16:creationId xmlns:a16="http://schemas.microsoft.com/office/drawing/2014/main" id="{142EE0E9-3882-473C-9F67-721F4706A0CB}"/>
              </a:ext>
            </a:extLst>
          </p:cNvPr>
          <p:cNvSpPr>
            <a:spLocks xmlns:a="http://schemas.openxmlformats.org/drawingml/2006/main" noGrp="1"/>
          </p:cNvSpPr>
          <p:nvPr/>
        </p:nvSpPr>
        <p:spPr>
          <a:xfrm xmlns:a="http://schemas.openxmlformats.org/drawingml/2006/main">
            <a:off x="2042732" y="3902964"/>
            <a:ext cx="38291" cy="9525"/>
          </a:xfrm>
          <a:custGeom xmlns:a="http://schemas.openxmlformats.org/drawingml/2006/main">
            <a:pathLst>
              <a:path w="38291" h="9525">
                <a:moveTo>
                  <a:pt x="0" y="0"/>
                </a:moveTo>
                <a:lnTo>
                  <a:pt x="38291" y="0"/>
                </a:lnTo>
              </a:path>
            </a:pathLst>
          </a:custGeom>
          <a:noFill xmlns:a="http://schemas.openxmlformats.org/drawingml/2006/main"/>
          <a:ln xmlns:a="http://schemas.openxmlformats.org/drawingml/2006/main" w="5424">
            <a:solidFill>
              <a:srgbClr val="231F20"/>
            </a:solidFill>
          </a:ln>
        </p:spPr>
      </p:sp>
      <p:sp>
        <p:nvSpPr>
          <p:cNvPr id="408" name="wire-1000">
            <a:extLst xmlns:a="http://schemas.openxmlformats.org/drawingml/2006/main">
              <a:ext uri="{FF2B5EF4-FFF2-40B4-BE49-F238E27FC236}">
                <a16:creationId xmlns:a16="http://schemas.microsoft.com/office/drawing/2014/main" id="{F8A6F03D-FD54-4E46-9585-55D579FBAE55}"/>
              </a:ext>
            </a:extLst>
          </p:cNvPr>
          <p:cNvSpPr>
            <a:spLocks xmlns:a="http://schemas.openxmlformats.org/drawingml/2006/main" noGrp="1"/>
          </p:cNvSpPr>
          <p:nvPr/>
        </p:nvSpPr>
        <p:spPr>
          <a:xfrm xmlns:a="http://schemas.openxmlformats.org/drawingml/2006/main">
            <a:off x="2081022" y="3864674"/>
            <a:ext cx="9525" cy="38290"/>
          </a:xfrm>
          <a:custGeom xmlns:a="http://schemas.openxmlformats.org/drawingml/2006/main">
            <a:pathLst>
              <a:path w="9525" h="38290">
                <a:moveTo>
                  <a:pt x="0" y="38290"/>
                </a:moveTo>
                <a:lnTo>
                  <a:pt x="0" y="0"/>
                </a:lnTo>
              </a:path>
            </a:pathLst>
          </a:custGeom>
          <a:noFill xmlns:a="http://schemas.openxmlformats.org/drawingml/2006/main"/>
          <a:ln xmlns:a="http://schemas.openxmlformats.org/drawingml/2006/main" w="5424">
            <a:solidFill>
              <a:srgbClr val="231F20"/>
            </a:solidFill>
          </a:ln>
        </p:spPr>
      </p:sp>
      <p:sp>
        <p:nvSpPr>
          <p:cNvPr id="409" name="wire-1001">
            <a:extLst xmlns:a="http://schemas.openxmlformats.org/drawingml/2006/main">
              <a:ext uri="{FF2B5EF4-FFF2-40B4-BE49-F238E27FC236}">
                <a16:creationId xmlns:a16="http://schemas.microsoft.com/office/drawing/2014/main" id="{35716DEE-3493-4B4B-B5FE-C688F6B55763}"/>
              </a:ext>
            </a:extLst>
          </p:cNvPr>
          <p:cNvSpPr>
            <a:spLocks xmlns:a="http://schemas.openxmlformats.org/drawingml/2006/main" noGrp="1"/>
          </p:cNvSpPr>
          <p:nvPr/>
        </p:nvSpPr>
        <p:spPr>
          <a:xfrm xmlns:a="http://schemas.openxmlformats.org/drawingml/2006/main">
            <a:off x="2081022" y="3864674"/>
            <a:ext cx="376523" cy="9525"/>
          </a:xfrm>
          <a:custGeom xmlns:a="http://schemas.openxmlformats.org/drawingml/2006/main">
            <a:pathLst>
              <a:path w="376523" h="9525">
                <a:moveTo>
                  <a:pt x="0" y="0"/>
                </a:moveTo>
                <a:lnTo>
                  <a:pt x="376523" y="0"/>
                </a:lnTo>
              </a:path>
            </a:pathLst>
          </a:custGeom>
          <a:noFill xmlns:a="http://schemas.openxmlformats.org/drawingml/2006/main"/>
          <a:ln xmlns:a="http://schemas.openxmlformats.org/drawingml/2006/main" w="5424">
            <a:solidFill>
              <a:srgbClr val="231F20"/>
            </a:solidFill>
          </a:ln>
        </p:spPr>
      </p:sp>
      <p:sp>
        <p:nvSpPr>
          <p:cNvPr id="410" name="wire-1002">
            <a:extLst xmlns:a="http://schemas.openxmlformats.org/drawingml/2006/main">
              <a:ext uri="{FF2B5EF4-FFF2-40B4-BE49-F238E27FC236}">
                <a16:creationId xmlns:a16="http://schemas.microsoft.com/office/drawing/2014/main" id="{6FCD477B-0F73-4AB8-9AA5-7C0F0396AA01}"/>
              </a:ext>
            </a:extLst>
          </p:cNvPr>
          <p:cNvSpPr>
            <a:spLocks xmlns:a="http://schemas.openxmlformats.org/drawingml/2006/main" noGrp="1"/>
          </p:cNvSpPr>
          <p:nvPr/>
        </p:nvSpPr>
        <p:spPr>
          <a:xfrm xmlns:a="http://schemas.openxmlformats.org/drawingml/2006/main">
            <a:off x="2457545" y="3839147"/>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411" name="wire-1003">
            <a:extLst xmlns:a="http://schemas.openxmlformats.org/drawingml/2006/main">
              <a:ext uri="{FF2B5EF4-FFF2-40B4-BE49-F238E27FC236}">
                <a16:creationId xmlns:a16="http://schemas.microsoft.com/office/drawing/2014/main" id="{51AD203E-22AB-42F3-88B9-4F5A4F1BCED4}"/>
              </a:ext>
            </a:extLst>
          </p:cNvPr>
          <p:cNvSpPr>
            <a:spLocks xmlns:a="http://schemas.openxmlformats.org/drawingml/2006/main" noGrp="1"/>
          </p:cNvSpPr>
          <p:nvPr/>
        </p:nvSpPr>
        <p:spPr>
          <a:xfrm xmlns:a="http://schemas.openxmlformats.org/drawingml/2006/main">
            <a:off x="2457545" y="3839147"/>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412" name="wire-1004">
            <a:extLst xmlns:a="http://schemas.openxmlformats.org/drawingml/2006/main">
              <a:ext uri="{FF2B5EF4-FFF2-40B4-BE49-F238E27FC236}">
                <a16:creationId xmlns:a16="http://schemas.microsoft.com/office/drawing/2014/main" id="{C30C454B-AD05-446B-BC88-6E5F112944D3}"/>
              </a:ext>
            </a:extLst>
          </p:cNvPr>
          <p:cNvSpPr>
            <a:spLocks xmlns:a="http://schemas.openxmlformats.org/drawingml/2006/main" noGrp="1"/>
          </p:cNvSpPr>
          <p:nvPr/>
        </p:nvSpPr>
        <p:spPr>
          <a:xfrm xmlns:a="http://schemas.openxmlformats.org/drawingml/2006/main">
            <a:off x="2253329" y="3934873"/>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413" name="wire-1005">
            <a:extLst xmlns:a="http://schemas.openxmlformats.org/drawingml/2006/main">
              <a:ext uri="{FF2B5EF4-FFF2-40B4-BE49-F238E27FC236}">
                <a16:creationId xmlns:a16="http://schemas.microsoft.com/office/drawing/2014/main" id="{247EA07E-2BBF-4295-813B-052BC475C7EE}"/>
              </a:ext>
            </a:extLst>
          </p:cNvPr>
          <p:cNvSpPr>
            <a:spLocks xmlns:a="http://schemas.openxmlformats.org/drawingml/2006/main" noGrp="1"/>
          </p:cNvSpPr>
          <p:nvPr/>
        </p:nvSpPr>
        <p:spPr>
          <a:xfrm xmlns:a="http://schemas.openxmlformats.org/drawingml/2006/main">
            <a:off x="2272475" y="3883819"/>
            <a:ext cx="9525" cy="51054"/>
          </a:xfrm>
          <a:custGeom xmlns:a="http://schemas.openxmlformats.org/drawingml/2006/main">
            <a:pathLst>
              <a:path w="9525" h="51054">
                <a:moveTo>
                  <a:pt x="0" y="51054"/>
                </a:moveTo>
                <a:lnTo>
                  <a:pt x="0" y="0"/>
                </a:lnTo>
              </a:path>
            </a:pathLst>
          </a:custGeom>
          <a:noFill xmlns:a="http://schemas.openxmlformats.org/drawingml/2006/main"/>
          <a:ln xmlns:a="http://schemas.openxmlformats.org/drawingml/2006/main" w="5424">
            <a:solidFill>
              <a:srgbClr val="231F20"/>
            </a:solidFill>
          </a:ln>
        </p:spPr>
      </p:sp>
      <p:sp>
        <p:nvSpPr>
          <p:cNvPr id="414" name="wire-1006">
            <a:extLst xmlns:a="http://schemas.openxmlformats.org/drawingml/2006/main">
              <a:ext uri="{FF2B5EF4-FFF2-40B4-BE49-F238E27FC236}">
                <a16:creationId xmlns:a16="http://schemas.microsoft.com/office/drawing/2014/main" id="{7BA57C93-10B2-41C0-951F-F6B61F317B57}"/>
              </a:ext>
            </a:extLst>
          </p:cNvPr>
          <p:cNvSpPr>
            <a:spLocks xmlns:a="http://schemas.openxmlformats.org/drawingml/2006/main" noGrp="1"/>
          </p:cNvSpPr>
          <p:nvPr/>
        </p:nvSpPr>
        <p:spPr>
          <a:xfrm xmlns:a="http://schemas.openxmlformats.org/drawingml/2006/main">
            <a:off x="2272475" y="3883819"/>
            <a:ext cx="191452" cy="9525"/>
          </a:xfrm>
          <a:custGeom xmlns:a="http://schemas.openxmlformats.org/drawingml/2006/main">
            <a:pathLst>
              <a:path w="191452" h="9525">
                <a:moveTo>
                  <a:pt x="0" y="0"/>
                </a:moveTo>
                <a:lnTo>
                  <a:pt x="191452" y="0"/>
                </a:lnTo>
              </a:path>
            </a:pathLst>
          </a:custGeom>
          <a:noFill xmlns:a="http://schemas.openxmlformats.org/drawingml/2006/main"/>
          <a:ln xmlns:a="http://schemas.openxmlformats.org/drawingml/2006/main" w="5424">
            <a:solidFill>
              <a:srgbClr val="231F20"/>
            </a:solidFill>
          </a:ln>
        </p:spPr>
      </p:sp>
      <p:sp>
        <p:nvSpPr>
          <p:cNvPr id="415" name="wire-1007">
            <a:extLst xmlns:a="http://schemas.openxmlformats.org/drawingml/2006/main">
              <a:ext uri="{FF2B5EF4-FFF2-40B4-BE49-F238E27FC236}">
                <a16:creationId xmlns:a16="http://schemas.microsoft.com/office/drawing/2014/main" id="{D5D90EBA-6193-44D7-B744-DA52724E7E36}"/>
              </a:ext>
            </a:extLst>
          </p:cNvPr>
          <p:cNvSpPr>
            <a:spLocks xmlns:a="http://schemas.openxmlformats.org/drawingml/2006/main" noGrp="1"/>
          </p:cNvSpPr>
          <p:nvPr/>
        </p:nvSpPr>
        <p:spPr>
          <a:xfrm xmlns:a="http://schemas.openxmlformats.org/drawingml/2006/main">
            <a:off x="2463927" y="3883819"/>
            <a:ext cx="9525" cy="25527"/>
          </a:xfrm>
          <a:custGeom xmlns:a="http://schemas.openxmlformats.org/drawingml/2006/main">
            <a:pathLst>
              <a:path w="9525" h="25527">
                <a:moveTo>
                  <a:pt x="0" y="0"/>
                </a:moveTo>
                <a:lnTo>
                  <a:pt x="0" y="25527"/>
                </a:lnTo>
              </a:path>
            </a:pathLst>
          </a:custGeom>
          <a:noFill xmlns:a="http://schemas.openxmlformats.org/drawingml/2006/main"/>
          <a:ln xmlns:a="http://schemas.openxmlformats.org/drawingml/2006/main" w="5424">
            <a:solidFill>
              <a:srgbClr val="231F20"/>
            </a:solidFill>
          </a:ln>
        </p:spPr>
      </p:sp>
      <p:sp>
        <p:nvSpPr>
          <p:cNvPr id="416" name="wire-1008">
            <a:extLst xmlns:a="http://schemas.openxmlformats.org/drawingml/2006/main">
              <a:ext uri="{FF2B5EF4-FFF2-40B4-BE49-F238E27FC236}">
                <a16:creationId xmlns:a16="http://schemas.microsoft.com/office/drawing/2014/main" id="{6AA68B83-A153-4BF7-AFD0-AADC2CDA589A}"/>
              </a:ext>
            </a:extLst>
          </p:cNvPr>
          <p:cNvSpPr>
            <a:spLocks xmlns:a="http://schemas.openxmlformats.org/drawingml/2006/main" noGrp="1"/>
          </p:cNvSpPr>
          <p:nvPr/>
        </p:nvSpPr>
        <p:spPr>
          <a:xfrm xmlns:a="http://schemas.openxmlformats.org/drawingml/2006/main">
            <a:off x="2463927" y="3909346"/>
            <a:ext cx="12763" cy="9525"/>
          </a:xfrm>
          <a:custGeom xmlns:a="http://schemas.openxmlformats.org/drawingml/2006/main">
            <a:pathLst>
              <a:path w="12763" h="9525">
                <a:moveTo>
                  <a:pt x="0" y="0"/>
                </a:moveTo>
                <a:lnTo>
                  <a:pt x="12763" y="0"/>
                </a:lnTo>
              </a:path>
            </a:pathLst>
          </a:custGeom>
          <a:noFill xmlns:a="http://schemas.openxmlformats.org/drawingml/2006/main"/>
          <a:ln xmlns:a="http://schemas.openxmlformats.org/drawingml/2006/main" w="5424">
            <a:solidFill>
              <a:srgbClr val="231F20"/>
            </a:solidFill>
          </a:ln>
        </p:spPr>
      </p:sp>
      <p:sp>
        <p:nvSpPr>
          <p:cNvPr id="417" name="wire-1009">
            <a:extLst xmlns:a="http://schemas.openxmlformats.org/drawingml/2006/main">
              <a:ext uri="{FF2B5EF4-FFF2-40B4-BE49-F238E27FC236}">
                <a16:creationId xmlns:a16="http://schemas.microsoft.com/office/drawing/2014/main" id="{4EF31610-4DE7-4F1D-8A0B-1B82251ABDA5}"/>
              </a:ext>
            </a:extLst>
          </p:cNvPr>
          <p:cNvSpPr>
            <a:spLocks xmlns:a="http://schemas.openxmlformats.org/drawingml/2006/main" noGrp="1"/>
          </p:cNvSpPr>
          <p:nvPr/>
        </p:nvSpPr>
        <p:spPr>
          <a:xfrm xmlns:a="http://schemas.openxmlformats.org/drawingml/2006/main">
            <a:off x="2451164" y="3941254"/>
            <a:ext cx="12763" cy="9525"/>
          </a:xfrm>
          <a:custGeom xmlns:a="http://schemas.openxmlformats.org/drawingml/2006/main">
            <a:pathLst>
              <a:path w="12763" h="9525">
                <a:moveTo>
                  <a:pt x="0" y="0"/>
                </a:moveTo>
                <a:lnTo>
                  <a:pt x="12763" y="0"/>
                </a:lnTo>
              </a:path>
            </a:pathLst>
          </a:custGeom>
          <a:noFill xmlns:a="http://schemas.openxmlformats.org/drawingml/2006/main"/>
          <a:ln xmlns:a="http://schemas.openxmlformats.org/drawingml/2006/main" w="5424">
            <a:solidFill>
              <a:srgbClr val="231F20"/>
            </a:solidFill>
          </a:ln>
        </p:spPr>
      </p:sp>
      <p:sp>
        <p:nvSpPr>
          <p:cNvPr id="418" name="wire-1010">
            <a:extLst xmlns:a="http://schemas.openxmlformats.org/drawingml/2006/main">
              <a:ext uri="{FF2B5EF4-FFF2-40B4-BE49-F238E27FC236}">
                <a16:creationId xmlns:a16="http://schemas.microsoft.com/office/drawing/2014/main" id="{5C313EFB-952D-4A53-8A4A-D207F2751D98}"/>
              </a:ext>
            </a:extLst>
          </p:cNvPr>
          <p:cNvSpPr>
            <a:spLocks xmlns:a="http://schemas.openxmlformats.org/drawingml/2006/main" noGrp="1"/>
          </p:cNvSpPr>
          <p:nvPr/>
        </p:nvSpPr>
        <p:spPr>
          <a:xfrm xmlns:a="http://schemas.openxmlformats.org/drawingml/2006/main">
            <a:off x="2463927" y="3941254"/>
            <a:ext cx="9525" cy="31909"/>
          </a:xfrm>
          <a:custGeom xmlns:a="http://schemas.openxmlformats.org/drawingml/2006/main">
            <a:pathLst>
              <a:path w="9525" h="31909">
                <a:moveTo>
                  <a:pt x="0" y="0"/>
                </a:moveTo>
                <a:lnTo>
                  <a:pt x="0" y="31909"/>
                </a:lnTo>
              </a:path>
            </a:pathLst>
          </a:custGeom>
          <a:noFill xmlns:a="http://schemas.openxmlformats.org/drawingml/2006/main"/>
          <a:ln xmlns:a="http://schemas.openxmlformats.org/drawingml/2006/main" w="5424">
            <a:solidFill>
              <a:srgbClr val="231F20"/>
            </a:solidFill>
          </a:ln>
        </p:spPr>
      </p:sp>
      <p:sp>
        <p:nvSpPr>
          <p:cNvPr id="419" name="wire-1011">
            <a:extLst xmlns:a="http://schemas.openxmlformats.org/drawingml/2006/main">
              <a:ext uri="{FF2B5EF4-FFF2-40B4-BE49-F238E27FC236}">
                <a16:creationId xmlns:a16="http://schemas.microsoft.com/office/drawing/2014/main" id="{5824EBB9-A08C-4DD7-B0F7-9E27FDB8B44F}"/>
              </a:ext>
            </a:extLst>
          </p:cNvPr>
          <p:cNvSpPr>
            <a:spLocks xmlns:a="http://schemas.openxmlformats.org/drawingml/2006/main" noGrp="1"/>
          </p:cNvSpPr>
          <p:nvPr/>
        </p:nvSpPr>
        <p:spPr>
          <a:xfrm xmlns:a="http://schemas.openxmlformats.org/drawingml/2006/main">
            <a:off x="2463927" y="3973163"/>
            <a:ext cx="12763" cy="9525"/>
          </a:xfrm>
          <a:custGeom xmlns:a="http://schemas.openxmlformats.org/drawingml/2006/main">
            <a:pathLst>
              <a:path w="12763" h="9525">
                <a:moveTo>
                  <a:pt x="0" y="0"/>
                </a:moveTo>
                <a:lnTo>
                  <a:pt x="12763" y="0"/>
                </a:lnTo>
              </a:path>
            </a:pathLst>
          </a:custGeom>
          <a:noFill xmlns:a="http://schemas.openxmlformats.org/drawingml/2006/main"/>
          <a:ln xmlns:a="http://schemas.openxmlformats.org/drawingml/2006/main" w="5424">
            <a:solidFill>
              <a:srgbClr val="231F20"/>
            </a:solidFill>
          </a:ln>
        </p:spPr>
      </p:sp>
      <p:sp>
        <p:nvSpPr>
          <p:cNvPr id="420" name="block-1012">
            <a:extLst xmlns:a="http://schemas.openxmlformats.org/drawingml/2006/main">
              <a:ext uri="{FF2B5EF4-FFF2-40B4-BE49-F238E27FC236}">
                <a16:creationId xmlns:a16="http://schemas.microsoft.com/office/drawing/2014/main" id="{399389CD-DB3C-4642-8816-3C31C16B1E73}"/>
              </a:ext>
            </a:extLst>
          </p:cNvPr>
          <p:cNvSpPr>
            <a:spLocks xmlns:a="http://schemas.openxmlformats.org/drawingml/2006/main" noGrp="1"/>
          </p:cNvSpPr>
          <p:nvPr/>
        </p:nvSpPr>
        <p:spPr>
          <a:xfrm xmlns:a="http://schemas.openxmlformats.org/drawingml/2006/main">
            <a:off x="3390557" y="3897859"/>
            <a:ext cx="405879" cy="156991"/>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21" name="text-1013">
            <a:extLst xmlns:a="http://schemas.openxmlformats.org/drawingml/2006/main">
              <a:ext uri="{FF2B5EF4-FFF2-40B4-BE49-F238E27FC236}">
                <a16:creationId xmlns:a16="http://schemas.microsoft.com/office/drawing/2014/main" id="{4AA4191C-8D78-4476-BE6E-0784D821CF51}"/>
              </a:ext>
            </a:extLst>
          </p:cNvPr>
          <p:cNvSpPr>
            <a:spLocks xmlns:a="http://schemas.openxmlformats.org/drawingml/2006/main" noGrp="1"/>
          </p:cNvSpPr>
          <p:nvPr/>
        </p:nvSpPr>
        <p:spPr>
          <a:xfrm xmlns:a="http://schemas.openxmlformats.org/drawingml/2006/main">
            <a:off x="3395663" y="3894030"/>
            <a:ext cx="395669"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Yu Gothic"/>
                <a:ea typeface="Yu Gothic"/>
                <a:cs typeface="Yu Gothic"/>
              </a:defRPr>
            </a:defPPr>
            <a:lvl1pPr algn="ctr">
              <a:defRPr sz="452" b="1">
                <a:solidFill>
                  <a:srgbClr val="231F20"/>
                </a:solidFill>
                <a:latin typeface="Yu Gothic"/>
                <a:ea typeface="Yu Gothic"/>
                <a:cs typeface="Yu Gothic"/>
              </a:defRPr>
            </a:lvl1pPr>
            <a:lvl2pPr algn="ctr">
              <a:defRPr sz="452" b="1">
                <a:solidFill>
                  <a:srgbClr val="231F20"/>
                </a:solidFill>
                <a:latin typeface="Yu Gothic"/>
                <a:ea typeface="Yu Gothic"/>
                <a:cs typeface="Yu Gothic"/>
              </a:defRPr>
            </a:lvl2pPr>
            <a:lvl3pPr algn="ctr">
              <a:defRPr sz="452" b="1">
                <a:solidFill>
                  <a:srgbClr val="231F20"/>
                </a:solidFill>
                <a:latin typeface="Yu Gothic"/>
                <a:ea typeface="Yu Gothic"/>
                <a:cs typeface="Yu Gothic"/>
              </a:defRPr>
            </a:lvl3pPr>
            <a:lvl4pPr algn="ctr">
              <a:defRPr sz="452" b="1">
                <a:solidFill>
                  <a:srgbClr val="231F20"/>
                </a:solidFill>
                <a:latin typeface="Yu Gothic"/>
                <a:ea typeface="Yu Gothic"/>
                <a:cs typeface="Yu Gothic"/>
              </a:defRPr>
            </a:lvl4pPr>
            <a:lvl5pPr algn="ctr">
              <a:defRPr sz="452" b="1">
                <a:solidFill>
                  <a:srgbClr val="231F20"/>
                </a:solidFill>
                <a:latin typeface="Yu Gothic"/>
                <a:ea typeface="Yu Gothic"/>
                <a:cs typeface="Yu Gothic"/>
              </a:defRPr>
            </a:lvl5pPr>
            <a:lvl6pPr algn="ctr">
              <a:defRPr sz="452" b="1">
                <a:solidFill>
                  <a:srgbClr val="231F20"/>
                </a:solidFill>
                <a:latin typeface="Yu Gothic"/>
                <a:ea typeface="Yu Gothic"/>
                <a:cs typeface="Yu Gothic"/>
              </a:defRPr>
            </a:lvl6pPr>
            <a:lvl7pPr algn="ctr">
              <a:defRPr sz="452" b="1">
                <a:solidFill>
                  <a:srgbClr val="231F20"/>
                </a:solidFill>
                <a:latin typeface="Yu Gothic"/>
                <a:ea typeface="Yu Gothic"/>
                <a:cs typeface="Yu Gothic"/>
              </a:defRPr>
            </a:lvl7pPr>
            <a:lvl8pPr algn="ctr">
              <a:defRPr sz="452" b="1">
                <a:solidFill>
                  <a:srgbClr val="231F20"/>
                </a:solidFill>
                <a:latin typeface="Yu Gothic"/>
                <a:ea typeface="Yu Gothic"/>
                <a:cs typeface="Yu Gothic"/>
              </a:defRPr>
            </a:lvl8pPr>
            <a:lvl9pPr algn="ctr">
              <a:defRPr sz="452" b="1">
                <a:solidFill>
                  <a:srgbClr val="231F20"/>
                </a:solidFill>
                <a:latin typeface="Yu Gothic"/>
                <a:ea typeface="Yu Gothic"/>
                <a:cs typeface="Yu Gothic"/>
              </a:defRPr>
            </a:lvl9pPr>
          </a:lstStyle>
          <a:p xmlns:a="http://schemas.openxmlformats.org/drawingml/2006/main">
            <a:r>
              <a:t/>
            </a:r>
          </a:p>
        </p:txBody>
      </p:sp>
      <p:sp>
        <p:nvSpPr>
          <p:cNvPr id="422" name="text-1014">
            <a:extLst xmlns:a="http://schemas.openxmlformats.org/drawingml/2006/main">
              <a:ext uri="{FF2B5EF4-FFF2-40B4-BE49-F238E27FC236}">
                <a16:creationId xmlns:a16="http://schemas.microsoft.com/office/drawing/2014/main" id="{6D697920-10A8-45EC-B388-B149DE63E96C}"/>
              </a:ext>
            </a:extLst>
          </p:cNvPr>
          <p:cNvSpPr>
            <a:spLocks xmlns:a="http://schemas.openxmlformats.org/drawingml/2006/main" noGrp="1"/>
          </p:cNvSpPr>
          <p:nvPr/>
        </p:nvSpPr>
        <p:spPr>
          <a:xfrm xmlns:a="http://schemas.openxmlformats.org/drawingml/2006/main">
            <a:off x="3395663" y="3896582"/>
            <a:ext cx="159544"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27" b="1">
                <a:solidFill>
                  <a:srgbClr val="231F20"/>
                </a:solidFill>
                <a:latin typeface="Arial"/>
                <a:ea typeface="Arial"/>
                <a:cs typeface="Arial"/>
              </a:defRPr>
            </a:defPPr>
            <a:lvl1pPr algn="ctr">
              <a:defRPr sz="427" b="1">
                <a:solidFill>
                  <a:srgbClr val="231F20"/>
                </a:solidFill>
                <a:latin typeface="Arial"/>
                <a:ea typeface="Arial"/>
                <a:cs typeface="Arial"/>
              </a:defRPr>
            </a:lvl1pPr>
            <a:lvl2pPr algn="ctr">
              <a:defRPr sz="427" b="1">
                <a:solidFill>
                  <a:srgbClr val="231F20"/>
                </a:solidFill>
                <a:latin typeface="Arial"/>
                <a:ea typeface="Arial"/>
                <a:cs typeface="Arial"/>
              </a:defRPr>
            </a:lvl2pPr>
            <a:lvl3pPr algn="ctr">
              <a:defRPr sz="427" b="1">
                <a:solidFill>
                  <a:srgbClr val="231F20"/>
                </a:solidFill>
                <a:latin typeface="Arial"/>
                <a:ea typeface="Arial"/>
                <a:cs typeface="Arial"/>
              </a:defRPr>
            </a:lvl3pPr>
            <a:lvl4pPr algn="ctr">
              <a:defRPr sz="427" b="1">
                <a:solidFill>
                  <a:srgbClr val="231F20"/>
                </a:solidFill>
                <a:latin typeface="Arial"/>
                <a:ea typeface="Arial"/>
                <a:cs typeface="Arial"/>
              </a:defRPr>
            </a:lvl4pPr>
            <a:lvl5pPr algn="ctr">
              <a:defRPr sz="427" b="1">
                <a:solidFill>
                  <a:srgbClr val="231F20"/>
                </a:solidFill>
                <a:latin typeface="Arial"/>
                <a:ea typeface="Arial"/>
                <a:cs typeface="Arial"/>
              </a:defRPr>
            </a:lvl5pPr>
            <a:lvl6pPr algn="ctr">
              <a:defRPr sz="427" b="1">
                <a:solidFill>
                  <a:srgbClr val="231F20"/>
                </a:solidFill>
                <a:latin typeface="Arial"/>
                <a:ea typeface="Arial"/>
                <a:cs typeface="Arial"/>
              </a:defRPr>
            </a:lvl6pPr>
            <a:lvl7pPr algn="ctr">
              <a:defRPr sz="427" b="1">
                <a:solidFill>
                  <a:srgbClr val="231F20"/>
                </a:solidFill>
                <a:latin typeface="Arial"/>
                <a:ea typeface="Arial"/>
                <a:cs typeface="Arial"/>
              </a:defRPr>
            </a:lvl7pPr>
            <a:lvl8pPr algn="ctr">
              <a:defRPr sz="427" b="1">
                <a:solidFill>
                  <a:srgbClr val="231F20"/>
                </a:solidFill>
                <a:latin typeface="Arial"/>
                <a:ea typeface="Arial"/>
                <a:cs typeface="Arial"/>
              </a:defRPr>
            </a:lvl8pPr>
            <a:lvl9pPr algn="ctr">
              <a:defRPr sz="427" b="1">
                <a:solidFill>
                  <a:srgbClr val="231F20"/>
                </a:solidFill>
                <a:latin typeface="Arial"/>
                <a:ea typeface="Arial"/>
                <a:cs typeface="Arial"/>
              </a:defRPr>
            </a:lvl9pPr>
          </a:lstStyle>
          <a:p xmlns:a="http://schemas.openxmlformats.org/drawingml/2006/main">
            <a:pPr algn="ctr">
              <a:defRPr sz="427" b="1">
                <a:solidFill>
                  <a:srgbClr val="231F20"/>
                </a:solidFill>
                <a:latin typeface="Arial"/>
                <a:ea typeface="Arial"/>
                <a:cs typeface="Arial"/>
              </a:defRPr>
            </a:pPr>
            <a:r>
              <a:rPr sz="427" b="1">
                <a:solidFill>
                  <a:srgbClr val="231F20"/>
                </a:solidFill>
                <a:latin typeface="Arial"/>
                <a:ea typeface="Arial"/>
                <a:cs typeface="Arial"/>
              </a:rPr>
              <a:t>comp</a:t>
            </a:r>
          </a:p>
        </p:txBody>
      </p:sp>
      <p:sp>
        <p:nvSpPr>
          <p:cNvPr id="423" name="block-1015">
            <a:extLst xmlns:a="http://schemas.openxmlformats.org/drawingml/2006/main">
              <a:ext uri="{FF2B5EF4-FFF2-40B4-BE49-F238E27FC236}">
                <a16:creationId xmlns:a16="http://schemas.microsoft.com/office/drawing/2014/main" id="{7F4E48D0-5A01-4735-B19D-382FDBD7ED36}"/>
              </a:ext>
            </a:extLst>
          </p:cNvPr>
          <p:cNvSpPr>
            <a:spLocks xmlns:a="http://schemas.openxmlformats.org/drawingml/2006/main" noGrp="1"/>
          </p:cNvSpPr>
          <p:nvPr/>
        </p:nvSpPr>
        <p:spPr>
          <a:xfrm xmlns:a="http://schemas.openxmlformats.org/drawingml/2006/main">
            <a:off x="3529679" y="3960400"/>
            <a:ext cx="197834" cy="82963"/>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424" name="text-1016">
            <a:extLst xmlns:a="http://schemas.openxmlformats.org/drawingml/2006/main">
              <a:ext uri="{FF2B5EF4-FFF2-40B4-BE49-F238E27FC236}">
                <a16:creationId xmlns:a16="http://schemas.microsoft.com/office/drawing/2014/main" id="{B57C52BC-0331-4EA9-A2A8-EA9B893D6547}"/>
              </a:ext>
            </a:extLst>
          </p:cNvPr>
          <p:cNvSpPr>
            <a:spLocks xmlns:a="http://schemas.openxmlformats.org/drawingml/2006/main" noGrp="1"/>
          </p:cNvSpPr>
          <p:nvPr/>
        </p:nvSpPr>
        <p:spPr>
          <a:xfrm xmlns:a="http://schemas.openxmlformats.org/drawingml/2006/main">
            <a:off x="3536061" y="3963591"/>
            <a:ext cx="185071" cy="765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02" b="0">
                <a:solidFill>
                  <a:srgbClr val="231F20"/>
                </a:solidFill>
                <a:latin typeface="Arial"/>
                <a:ea typeface="Arial"/>
                <a:cs typeface="Arial"/>
              </a:defRPr>
            </a:defPPr>
            <a:lvl1pPr algn="ctr">
              <a:defRPr sz="402" b="0">
                <a:solidFill>
                  <a:srgbClr val="231F20"/>
                </a:solidFill>
                <a:latin typeface="Arial"/>
                <a:ea typeface="Arial"/>
                <a:cs typeface="Arial"/>
              </a:defRPr>
            </a:lvl1pPr>
            <a:lvl2pPr algn="ctr">
              <a:defRPr sz="402" b="0">
                <a:solidFill>
                  <a:srgbClr val="231F20"/>
                </a:solidFill>
                <a:latin typeface="Arial"/>
                <a:ea typeface="Arial"/>
                <a:cs typeface="Arial"/>
              </a:defRPr>
            </a:lvl2pPr>
            <a:lvl3pPr algn="ctr">
              <a:defRPr sz="402" b="0">
                <a:solidFill>
                  <a:srgbClr val="231F20"/>
                </a:solidFill>
                <a:latin typeface="Arial"/>
                <a:ea typeface="Arial"/>
                <a:cs typeface="Arial"/>
              </a:defRPr>
            </a:lvl3pPr>
            <a:lvl4pPr algn="ctr">
              <a:defRPr sz="402" b="0">
                <a:solidFill>
                  <a:srgbClr val="231F20"/>
                </a:solidFill>
                <a:latin typeface="Arial"/>
                <a:ea typeface="Arial"/>
                <a:cs typeface="Arial"/>
              </a:defRPr>
            </a:lvl4pPr>
            <a:lvl5pPr algn="ctr">
              <a:defRPr sz="402" b="0">
                <a:solidFill>
                  <a:srgbClr val="231F20"/>
                </a:solidFill>
                <a:latin typeface="Arial"/>
                <a:ea typeface="Arial"/>
                <a:cs typeface="Arial"/>
              </a:defRPr>
            </a:lvl5pPr>
            <a:lvl6pPr algn="ctr">
              <a:defRPr sz="402" b="0">
                <a:solidFill>
                  <a:srgbClr val="231F20"/>
                </a:solidFill>
                <a:latin typeface="Arial"/>
                <a:ea typeface="Arial"/>
                <a:cs typeface="Arial"/>
              </a:defRPr>
            </a:lvl6pPr>
            <a:lvl7pPr algn="ctr">
              <a:defRPr sz="402" b="0">
                <a:solidFill>
                  <a:srgbClr val="231F20"/>
                </a:solidFill>
                <a:latin typeface="Arial"/>
                <a:ea typeface="Arial"/>
                <a:cs typeface="Arial"/>
              </a:defRPr>
            </a:lvl7pPr>
            <a:lvl8pPr algn="ctr">
              <a:defRPr sz="402" b="0">
                <a:solidFill>
                  <a:srgbClr val="231F20"/>
                </a:solidFill>
                <a:latin typeface="Arial"/>
                <a:ea typeface="Arial"/>
                <a:cs typeface="Arial"/>
              </a:defRPr>
            </a:lvl8pPr>
            <a:lvl9pPr algn="ctr">
              <a:defRPr sz="402" b="0">
                <a:solidFill>
                  <a:srgbClr val="231F20"/>
                </a:solidFill>
                <a:latin typeface="Arial"/>
                <a:ea typeface="Arial"/>
                <a:cs typeface="Arial"/>
              </a:defRPr>
            </a:lvl9pPr>
          </a:lstStyle>
          <a:p xmlns:a="http://schemas.openxmlformats.org/drawingml/2006/main">
            <a:pPr algn="ctr">
              <a:defRPr sz="402" b="0">
                <a:solidFill>
                  <a:srgbClr val="231F20"/>
                </a:solidFill>
                <a:latin typeface="Arial"/>
                <a:ea typeface="Arial"/>
                <a:cs typeface="Arial"/>
              </a:defRPr>
            </a:pPr>
            <a:r>
              <a:rPr sz="402" b="0">
                <a:solidFill>
                  <a:srgbClr val="231F20"/>
                </a:solidFill>
                <a:latin typeface="Arial"/>
                <a:ea typeface="Arial"/>
                <a:cs typeface="Arial"/>
              </a:rPr>
              <a:t>= / &lt;</a:t>
            </a:r>
          </a:p>
        </p:txBody>
      </p:sp>
      <p:sp>
        <p:nvSpPr>
          <p:cNvPr id="425" name="wire-1017">
            <a:extLst xmlns:a="http://schemas.openxmlformats.org/drawingml/2006/main">
              <a:ext uri="{FF2B5EF4-FFF2-40B4-BE49-F238E27FC236}">
                <a16:creationId xmlns:a16="http://schemas.microsoft.com/office/drawing/2014/main" id="{8CA30E33-85E6-4755-B694-26B16A2259E2}"/>
              </a:ext>
            </a:extLst>
          </p:cNvPr>
          <p:cNvSpPr>
            <a:spLocks xmlns:a="http://schemas.openxmlformats.org/drawingml/2006/main" noGrp="1"/>
          </p:cNvSpPr>
          <p:nvPr/>
        </p:nvSpPr>
        <p:spPr>
          <a:xfrm xmlns:a="http://schemas.openxmlformats.org/drawingml/2006/main">
            <a:off x="3382899" y="3960400"/>
            <a:ext cx="108490" cy="9525"/>
          </a:xfrm>
          <a:custGeom xmlns:a="http://schemas.openxmlformats.org/drawingml/2006/main">
            <a:pathLst>
              <a:path w="108490" h="9525">
                <a:moveTo>
                  <a:pt x="0" y="0"/>
                </a:moveTo>
                <a:lnTo>
                  <a:pt x="108490" y="0"/>
                </a:lnTo>
              </a:path>
            </a:pathLst>
          </a:custGeom>
          <a:noFill xmlns:a="http://schemas.openxmlformats.org/drawingml/2006/main"/>
          <a:ln xmlns:a="http://schemas.openxmlformats.org/drawingml/2006/main" w="5424">
            <a:solidFill>
              <a:srgbClr val="231F20"/>
            </a:solidFill>
          </a:ln>
        </p:spPr>
      </p:sp>
      <p:sp>
        <p:nvSpPr>
          <p:cNvPr id="426" name="wire-1018">
            <a:extLst xmlns:a="http://schemas.openxmlformats.org/drawingml/2006/main">
              <a:ext uri="{FF2B5EF4-FFF2-40B4-BE49-F238E27FC236}">
                <a16:creationId xmlns:a16="http://schemas.microsoft.com/office/drawing/2014/main" id="{457B7F5F-EEAD-4766-B1FB-E3143DBC154D}"/>
              </a:ext>
            </a:extLst>
          </p:cNvPr>
          <p:cNvSpPr>
            <a:spLocks xmlns:a="http://schemas.openxmlformats.org/drawingml/2006/main" noGrp="1"/>
          </p:cNvSpPr>
          <p:nvPr/>
        </p:nvSpPr>
        <p:spPr>
          <a:xfrm xmlns:a="http://schemas.openxmlformats.org/drawingml/2006/main">
            <a:off x="3491389" y="3960400"/>
            <a:ext cx="9525" cy="25527"/>
          </a:xfrm>
          <a:custGeom xmlns:a="http://schemas.openxmlformats.org/drawingml/2006/main">
            <a:pathLst>
              <a:path w="9525" h="25527">
                <a:moveTo>
                  <a:pt x="0" y="0"/>
                </a:moveTo>
                <a:lnTo>
                  <a:pt x="0" y="25527"/>
                </a:lnTo>
              </a:path>
            </a:pathLst>
          </a:custGeom>
          <a:noFill xmlns:a="http://schemas.openxmlformats.org/drawingml/2006/main"/>
          <a:ln xmlns:a="http://schemas.openxmlformats.org/drawingml/2006/main" w="5424">
            <a:solidFill>
              <a:srgbClr val="231F20"/>
            </a:solidFill>
          </a:ln>
        </p:spPr>
      </p:sp>
      <p:sp>
        <p:nvSpPr>
          <p:cNvPr id="427" name="wire-1019">
            <a:extLst xmlns:a="http://schemas.openxmlformats.org/drawingml/2006/main">
              <a:ext uri="{FF2B5EF4-FFF2-40B4-BE49-F238E27FC236}">
                <a16:creationId xmlns:a16="http://schemas.microsoft.com/office/drawing/2014/main" id="{E70A348C-80B5-4C9C-B0BE-AC23BF596E62}"/>
              </a:ext>
            </a:extLst>
          </p:cNvPr>
          <p:cNvSpPr>
            <a:spLocks xmlns:a="http://schemas.openxmlformats.org/drawingml/2006/main" noGrp="1"/>
          </p:cNvSpPr>
          <p:nvPr/>
        </p:nvSpPr>
        <p:spPr>
          <a:xfrm xmlns:a="http://schemas.openxmlformats.org/drawingml/2006/main">
            <a:off x="3491389" y="3985927"/>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5424">
            <a:solidFill>
              <a:srgbClr val="231F20"/>
            </a:solidFill>
          </a:ln>
        </p:spPr>
      </p:sp>
      <p:sp>
        <p:nvSpPr>
          <p:cNvPr id="428" name="circuit-1020">
            <a:extLst xmlns:a="http://schemas.openxmlformats.org/drawingml/2006/main">
              <a:ext uri="{FF2B5EF4-FFF2-40B4-BE49-F238E27FC236}">
                <a16:creationId xmlns:a16="http://schemas.microsoft.com/office/drawing/2014/main" id="{438240E9-F272-4400-9B94-CBE9348AA531}"/>
              </a:ext>
            </a:extLst>
          </p:cNvPr>
          <p:cNvSpPr>
            <a:spLocks xmlns:a="http://schemas.openxmlformats.org/drawingml/2006/main" noGrp="1"/>
          </p:cNvSpPr>
          <p:nvPr/>
        </p:nvSpPr>
        <p:spPr>
          <a:xfrm xmlns:a="http://schemas.openxmlformats.org/drawingml/2006/main">
            <a:off x="3513725" y="3979545"/>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429" name="wire-1021">
            <a:extLst xmlns:a="http://schemas.openxmlformats.org/drawingml/2006/main">
              <a:ext uri="{FF2B5EF4-FFF2-40B4-BE49-F238E27FC236}">
                <a16:creationId xmlns:a16="http://schemas.microsoft.com/office/drawing/2014/main" id="{D2A20DA1-1DB4-45A6-86A0-C602283D54C3}"/>
              </a:ext>
            </a:extLst>
          </p:cNvPr>
          <p:cNvSpPr>
            <a:spLocks xmlns:a="http://schemas.openxmlformats.org/drawingml/2006/main" noGrp="1"/>
          </p:cNvSpPr>
          <p:nvPr/>
        </p:nvSpPr>
        <p:spPr>
          <a:xfrm xmlns:a="http://schemas.openxmlformats.org/drawingml/2006/main">
            <a:off x="3382899" y="4030599"/>
            <a:ext cx="146780" cy="9525"/>
          </a:xfrm>
          <a:custGeom xmlns:a="http://schemas.openxmlformats.org/drawingml/2006/main">
            <a:pathLst>
              <a:path w="146780" h="9525">
                <a:moveTo>
                  <a:pt x="0" y="0"/>
                </a:moveTo>
                <a:lnTo>
                  <a:pt x="146780" y="0"/>
                </a:lnTo>
              </a:path>
            </a:pathLst>
          </a:custGeom>
          <a:noFill xmlns:a="http://schemas.openxmlformats.org/drawingml/2006/main"/>
          <a:ln xmlns:a="http://schemas.openxmlformats.org/drawingml/2006/main" w="5424">
            <a:solidFill>
              <a:srgbClr val="231F20"/>
            </a:solidFill>
          </a:ln>
        </p:spPr>
      </p:sp>
      <p:sp>
        <p:nvSpPr>
          <p:cNvPr id="430" name="circuit-1022">
            <a:extLst xmlns:a="http://schemas.openxmlformats.org/drawingml/2006/main">
              <a:ext uri="{FF2B5EF4-FFF2-40B4-BE49-F238E27FC236}">
                <a16:creationId xmlns:a16="http://schemas.microsoft.com/office/drawing/2014/main" id="{A73D5DE5-1B92-4599-9B44-32D2148B4D57}"/>
              </a:ext>
            </a:extLst>
          </p:cNvPr>
          <p:cNvSpPr>
            <a:spLocks xmlns:a="http://schemas.openxmlformats.org/drawingml/2006/main" noGrp="1"/>
          </p:cNvSpPr>
          <p:nvPr/>
        </p:nvSpPr>
        <p:spPr>
          <a:xfrm xmlns:a="http://schemas.openxmlformats.org/drawingml/2006/main">
            <a:off x="3513725" y="4024217"/>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31" name="wire-1023">
            <a:extLst xmlns:a="http://schemas.openxmlformats.org/drawingml/2006/main">
              <a:ext uri="{FF2B5EF4-FFF2-40B4-BE49-F238E27FC236}">
                <a16:creationId xmlns:a16="http://schemas.microsoft.com/office/drawing/2014/main" id="{828F99D9-C9C6-4F7C-85EF-040B274905BC}"/>
              </a:ext>
            </a:extLst>
          </p:cNvPr>
          <p:cNvSpPr>
            <a:spLocks xmlns:a="http://schemas.openxmlformats.org/drawingml/2006/main" noGrp="1"/>
          </p:cNvSpPr>
          <p:nvPr/>
        </p:nvSpPr>
        <p:spPr>
          <a:xfrm xmlns:a="http://schemas.openxmlformats.org/drawingml/2006/main">
            <a:off x="3727514" y="3998690"/>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5424">
            <a:solidFill>
              <a:srgbClr val="231F20"/>
            </a:solidFill>
          </a:ln>
        </p:spPr>
      </p:sp>
      <p:sp>
        <p:nvSpPr>
          <p:cNvPr id="432" name="wire-1024">
            <a:extLst xmlns:a="http://schemas.openxmlformats.org/drawingml/2006/main">
              <a:ext uri="{FF2B5EF4-FFF2-40B4-BE49-F238E27FC236}">
                <a16:creationId xmlns:a16="http://schemas.microsoft.com/office/drawing/2014/main" id="{687CD703-4604-4108-A7A0-576872B81197}"/>
              </a:ext>
            </a:extLst>
          </p:cNvPr>
          <p:cNvSpPr>
            <a:spLocks xmlns:a="http://schemas.openxmlformats.org/drawingml/2006/main" noGrp="1"/>
          </p:cNvSpPr>
          <p:nvPr/>
        </p:nvSpPr>
        <p:spPr>
          <a:xfrm xmlns:a="http://schemas.openxmlformats.org/drawingml/2006/main">
            <a:off x="3765804" y="3915728"/>
            <a:ext cx="9525" cy="82963"/>
          </a:xfrm>
          <a:custGeom xmlns:a="http://schemas.openxmlformats.org/drawingml/2006/main">
            <a:pathLst>
              <a:path w="9525" h="82963">
                <a:moveTo>
                  <a:pt x="0" y="82963"/>
                </a:moveTo>
                <a:lnTo>
                  <a:pt x="0" y="0"/>
                </a:lnTo>
              </a:path>
            </a:pathLst>
          </a:custGeom>
          <a:noFill xmlns:a="http://schemas.openxmlformats.org/drawingml/2006/main"/>
          <a:ln xmlns:a="http://schemas.openxmlformats.org/drawingml/2006/main" w="5424">
            <a:solidFill>
              <a:srgbClr val="231F20"/>
            </a:solidFill>
          </a:ln>
        </p:spPr>
      </p:sp>
      <p:sp>
        <p:nvSpPr>
          <p:cNvPr id="433" name="wire-1025">
            <a:extLst xmlns:a="http://schemas.openxmlformats.org/drawingml/2006/main">
              <a:ext uri="{FF2B5EF4-FFF2-40B4-BE49-F238E27FC236}">
                <a16:creationId xmlns:a16="http://schemas.microsoft.com/office/drawing/2014/main" id="{99ADAB4D-804D-46E9-8AC9-389EF1B38644}"/>
              </a:ext>
            </a:extLst>
          </p:cNvPr>
          <p:cNvSpPr>
            <a:spLocks xmlns:a="http://schemas.openxmlformats.org/drawingml/2006/main" noGrp="1"/>
          </p:cNvSpPr>
          <p:nvPr/>
        </p:nvSpPr>
        <p:spPr>
          <a:xfrm xmlns:a="http://schemas.openxmlformats.org/drawingml/2006/main">
            <a:off x="3593497" y="3915728"/>
            <a:ext cx="172307" cy="9525"/>
          </a:xfrm>
          <a:custGeom xmlns:a="http://schemas.openxmlformats.org/drawingml/2006/main">
            <a:pathLst>
              <a:path w="172307" h="9525">
                <a:moveTo>
                  <a:pt x="172307" y="0"/>
                </a:moveTo>
                <a:lnTo>
                  <a:pt x="0" y="0"/>
                </a:lnTo>
              </a:path>
            </a:pathLst>
          </a:custGeom>
          <a:noFill xmlns:a="http://schemas.openxmlformats.org/drawingml/2006/main"/>
          <a:ln xmlns:a="http://schemas.openxmlformats.org/drawingml/2006/main" w="5424">
            <a:solidFill>
              <a:srgbClr val="231F20"/>
            </a:solidFill>
          </a:ln>
        </p:spPr>
      </p:sp>
      <p:sp>
        <p:nvSpPr>
          <p:cNvPr id="434" name="wire-1026">
            <a:extLst xmlns:a="http://schemas.openxmlformats.org/drawingml/2006/main">
              <a:ext uri="{FF2B5EF4-FFF2-40B4-BE49-F238E27FC236}">
                <a16:creationId xmlns:a16="http://schemas.microsoft.com/office/drawing/2014/main" id="{145D9769-802E-46FE-8DD4-321AB52804CE}"/>
              </a:ext>
            </a:extLst>
          </p:cNvPr>
          <p:cNvSpPr>
            <a:spLocks xmlns:a="http://schemas.openxmlformats.org/drawingml/2006/main" noGrp="1"/>
          </p:cNvSpPr>
          <p:nvPr/>
        </p:nvSpPr>
        <p:spPr>
          <a:xfrm xmlns:a="http://schemas.openxmlformats.org/drawingml/2006/main">
            <a:off x="3593497" y="3890201"/>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435" name="block-1027">
            <a:extLst xmlns:a="http://schemas.openxmlformats.org/drawingml/2006/main">
              <a:ext uri="{FF2B5EF4-FFF2-40B4-BE49-F238E27FC236}">
                <a16:creationId xmlns:a16="http://schemas.microsoft.com/office/drawing/2014/main" id="{69D894D7-1F40-4822-A426-04D56984B61F}"/>
              </a:ext>
            </a:extLst>
          </p:cNvPr>
          <p:cNvSpPr>
            <a:spLocks xmlns:a="http://schemas.openxmlformats.org/drawingml/2006/main" noGrp="1"/>
          </p:cNvSpPr>
          <p:nvPr/>
        </p:nvSpPr>
        <p:spPr>
          <a:xfrm xmlns:a="http://schemas.openxmlformats.org/drawingml/2006/main">
            <a:off x="4232948" y="3942531"/>
            <a:ext cx="1005764" cy="176136"/>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36" name="text-1028">
            <a:extLst xmlns:a="http://schemas.openxmlformats.org/drawingml/2006/main">
              <a:ext uri="{FF2B5EF4-FFF2-40B4-BE49-F238E27FC236}">
                <a16:creationId xmlns:a16="http://schemas.microsoft.com/office/drawing/2014/main" id="{2BA01ADB-CED1-4030-8F78-C0C69E936D03}"/>
              </a:ext>
            </a:extLst>
          </p:cNvPr>
          <p:cNvSpPr>
            <a:spLocks xmlns:a="http://schemas.openxmlformats.org/drawingml/2006/main" noGrp="1"/>
          </p:cNvSpPr>
          <p:nvPr/>
        </p:nvSpPr>
        <p:spPr>
          <a:xfrm xmlns:a="http://schemas.openxmlformats.org/drawingml/2006/main">
            <a:off x="4238054" y="3938702"/>
            <a:ext cx="995553"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Yu Gothic"/>
                <a:ea typeface="Yu Gothic"/>
                <a:cs typeface="Yu Gothic"/>
              </a:defRPr>
            </a:defPPr>
            <a:lvl1pPr algn="ctr">
              <a:defRPr sz="452" b="1">
                <a:solidFill>
                  <a:srgbClr val="231F20"/>
                </a:solidFill>
                <a:latin typeface="Yu Gothic"/>
                <a:ea typeface="Yu Gothic"/>
                <a:cs typeface="Yu Gothic"/>
              </a:defRPr>
            </a:lvl1pPr>
            <a:lvl2pPr algn="ctr">
              <a:defRPr sz="452" b="1">
                <a:solidFill>
                  <a:srgbClr val="231F20"/>
                </a:solidFill>
                <a:latin typeface="Yu Gothic"/>
                <a:ea typeface="Yu Gothic"/>
                <a:cs typeface="Yu Gothic"/>
              </a:defRPr>
            </a:lvl2pPr>
            <a:lvl3pPr algn="ctr">
              <a:defRPr sz="452" b="1">
                <a:solidFill>
                  <a:srgbClr val="231F20"/>
                </a:solidFill>
                <a:latin typeface="Yu Gothic"/>
                <a:ea typeface="Yu Gothic"/>
                <a:cs typeface="Yu Gothic"/>
              </a:defRPr>
            </a:lvl3pPr>
            <a:lvl4pPr algn="ctr">
              <a:defRPr sz="452" b="1">
                <a:solidFill>
                  <a:srgbClr val="231F20"/>
                </a:solidFill>
                <a:latin typeface="Yu Gothic"/>
                <a:ea typeface="Yu Gothic"/>
                <a:cs typeface="Yu Gothic"/>
              </a:defRPr>
            </a:lvl4pPr>
            <a:lvl5pPr algn="ctr">
              <a:defRPr sz="452" b="1">
                <a:solidFill>
                  <a:srgbClr val="231F20"/>
                </a:solidFill>
                <a:latin typeface="Yu Gothic"/>
                <a:ea typeface="Yu Gothic"/>
                <a:cs typeface="Yu Gothic"/>
              </a:defRPr>
            </a:lvl5pPr>
            <a:lvl6pPr algn="ctr">
              <a:defRPr sz="452" b="1">
                <a:solidFill>
                  <a:srgbClr val="231F20"/>
                </a:solidFill>
                <a:latin typeface="Yu Gothic"/>
                <a:ea typeface="Yu Gothic"/>
                <a:cs typeface="Yu Gothic"/>
              </a:defRPr>
            </a:lvl6pPr>
            <a:lvl7pPr algn="ctr">
              <a:defRPr sz="452" b="1">
                <a:solidFill>
                  <a:srgbClr val="231F20"/>
                </a:solidFill>
                <a:latin typeface="Yu Gothic"/>
                <a:ea typeface="Yu Gothic"/>
                <a:cs typeface="Yu Gothic"/>
              </a:defRPr>
            </a:lvl7pPr>
            <a:lvl8pPr algn="ctr">
              <a:defRPr sz="452" b="1">
                <a:solidFill>
                  <a:srgbClr val="231F20"/>
                </a:solidFill>
                <a:latin typeface="Yu Gothic"/>
                <a:ea typeface="Yu Gothic"/>
                <a:cs typeface="Yu Gothic"/>
              </a:defRPr>
            </a:lvl8pPr>
            <a:lvl9pPr algn="ctr">
              <a:defRPr sz="452" b="1">
                <a:solidFill>
                  <a:srgbClr val="231F20"/>
                </a:solidFill>
                <a:latin typeface="Yu Gothic"/>
                <a:ea typeface="Yu Gothic"/>
                <a:cs typeface="Yu Gothic"/>
              </a:defRPr>
            </a:lvl9pPr>
          </a:lstStyle>
          <a:p xmlns:a="http://schemas.openxmlformats.org/drawingml/2006/main">
            <a:r>
              <a:t/>
            </a:r>
          </a:p>
        </p:txBody>
      </p:sp>
      <p:sp>
        <p:nvSpPr>
          <p:cNvPr id="437" name="text-1029">
            <a:extLst xmlns:a="http://schemas.openxmlformats.org/drawingml/2006/main">
              <a:ext uri="{FF2B5EF4-FFF2-40B4-BE49-F238E27FC236}">
                <a16:creationId xmlns:a16="http://schemas.microsoft.com/office/drawing/2014/main" id="{0E52E177-23E0-4C72-852B-D8AEBAC89ED1}"/>
              </a:ext>
            </a:extLst>
          </p:cNvPr>
          <p:cNvSpPr>
            <a:spLocks xmlns:a="http://schemas.openxmlformats.org/drawingml/2006/main" noGrp="1"/>
          </p:cNvSpPr>
          <p:nvPr/>
        </p:nvSpPr>
        <p:spPr>
          <a:xfrm xmlns:a="http://schemas.openxmlformats.org/drawingml/2006/main">
            <a:off x="4238054" y="3941254"/>
            <a:ext cx="210598"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77" b="1">
                <a:solidFill>
                  <a:srgbClr val="231F20"/>
                </a:solidFill>
                <a:latin typeface="Arial"/>
                <a:ea typeface="Arial"/>
                <a:cs typeface="Arial"/>
              </a:defRPr>
            </a:defPPr>
            <a:lvl1pPr algn="ctr">
              <a:defRPr sz="477" b="1">
                <a:solidFill>
                  <a:srgbClr val="231F20"/>
                </a:solidFill>
                <a:latin typeface="Arial"/>
                <a:ea typeface="Arial"/>
                <a:cs typeface="Arial"/>
              </a:defRPr>
            </a:lvl1pPr>
            <a:lvl2pPr algn="ctr">
              <a:defRPr sz="477" b="1">
                <a:solidFill>
                  <a:srgbClr val="231F20"/>
                </a:solidFill>
                <a:latin typeface="Arial"/>
                <a:ea typeface="Arial"/>
                <a:cs typeface="Arial"/>
              </a:defRPr>
            </a:lvl2pPr>
            <a:lvl3pPr algn="ctr">
              <a:defRPr sz="477" b="1">
                <a:solidFill>
                  <a:srgbClr val="231F20"/>
                </a:solidFill>
                <a:latin typeface="Arial"/>
                <a:ea typeface="Arial"/>
                <a:cs typeface="Arial"/>
              </a:defRPr>
            </a:lvl3pPr>
            <a:lvl4pPr algn="ctr">
              <a:defRPr sz="477" b="1">
                <a:solidFill>
                  <a:srgbClr val="231F20"/>
                </a:solidFill>
                <a:latin typeface="Arial"/>
                <a:ea typeface="Arial"/>
                <a:cs typeface="Arial"/>
              </a:defRPr>
            </a:lvl4pPr>
            <a:lvl5pPr algn="ctr">
              <a:defRPr sz="477" b="1">
                <a:solidFill>
                  <a:srgbClr val="231F20"/>
                </a:solidFill>
                <a:latin typeface="Arial"/>
                <a:ea typeface="Arial"/>
                <a:cs typeface="Arial"/>
              </a:defRPr>
            </a:lvl5pPr>
            <a:lvl6pPr algn="ctr">
              <a:defRPr sz="477" b="1">
                <a:solidFill>
                  <a:srgbClr val="231F20"/>
                </a:solidFill>
                <a:latin typeface="Arial"/>
                <a:ea typeface="Arial"/>
                <a:cs typeface="Arial"/>
              </a:defRPr>
            </a:lvl6pPr>
            <a:lvl7pPr algn="ctr">
              <a:defRPr sz="477" b="1">
                <a:solidFill>
                  <a:srgbClr val="231F20"/>
                </a:solidFill>
                <a:latin typeface="Arial"/>
                <a:ea typeface="Arial"/>
                <a:cs typeface="Arial"/>
              </a:defRPr>
            </a:lvl7pPr>
            <a:lvl8pPr algn="ctr">
              <a:defRPr sz="477" b="1">
                <a:solidFill>
                  <a:srgbClr val="231F20"/>
                </a:solidFill>
                <a:latin typeface="Arial"/>
                <a:ea typeface="Arial"/>
                <a:cs typeface="Arial"/>
              </a:defRPr>
            </a:lvl8pPr>
            <a:lvl9pPr algn="ctr">
              <a:defRPr sz="477" b="1">
                <a:solidFill>
                  <a:srgbClr val="231F20"/>
                </a:solidFill>
                <a:latin typeface="Arial"/>
                <a:ea typeface="Arial"/>
                <a:cs typeface="Arial"/>
              </a:defRPr>
            </a:lvl9pPr>
          </a:lstStyle>
          <a:p xmlns:a="http://schemas.openxmlformats.org/drawingml/2006/main">
            <a:pPr algn="ctr">
              <a:defRPr sz="477" b="1">
                <a:solidFill>
                  <a:srgbClr val="231F20"/>
                </a:solidFill>
                <a:latin typeface="Arial"/>
                <a:ea typeface="Arial"/>
                <a:cs typeface="Arial"/>
              </a:defRPr>
            </a:pPr>
            <a:r>
              <a:rPr sz="477" b="1">
                <a:solidFill>
                  <a:srgbClr val="231F20"/>
                </a:solidFill>
                <a:latin typeface="Arial"/>
                <a:ea typeface="Arial"/>
                <a:cs typeface="Arial"/>
              </a:rPr>
              <a:t>MMU</a:t>
            </a:r>
          </a:p>
        </p:txBody>
      </p:sp>
      <p:sp>
        <p:nvSpPr>
          <p:cNvPr id="438" name="block-1030">
            <a:extLst xmlns:a="http://schemas.openxmlformats.org/drawingml/2006/main">
              <a:ext uri="{FF2B5EF4-FFF2-40B4-BE49-F238E27FC236}">
                <a16:creationId xmlns:a16="http://schemas.microsoft.com/office/drawing/2014/main" id="{2AF9721C-D111-46CE-BB7A-ED2A569E1530}"/>
              </a:ext>
            </a:extLst>
          </p:cNvPr>
          <p:cNvSpPr>
            <a:spLocks xmlns:a="http://schemas.openxmlformats.org/drawingml/2006/main" noGrp="1"/>
          </p:cNvSpPr>
          <p:nvPr/>
        </p:nvSpPr>
        <p:spPr>
          <a:xfrm xmlns:a="http://schemas.openxmlformats.org/drawingml/2006/main">
            <a:off x="4352925" y="4005072"/>
            <a:ext cx="216980" cy="89345"/>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439" name="text-1031">
            <a:extLst xmlns:a="http://schemas.openxmlformats.org/drawingml/2006/main">
              <a:ext uri="{FF2B5EF4-FFF2-40B4-BE49-F238E27FC236}">
                <a16:creationId xmlns:a16="http://schemas.microsoft.com/office/drawing/2014/main" id="{7DFB6CA9-9715-4814-AA8A-DFA39025BEDB}"/>
              </a:ext>
            </a:extLst>
          </p:cNvPr>
          <p:cNvSpPr>
            <a:spLocks xmlns:a="http://schemas.openxmlformats.org/drawingml/2006/main" noGrp="1"/>
          </p:cNvSpPr>
          <p:nvPr/>
        </p:nvSpPr>
        <p:spPr>
          <a:xfrm xmlns:a="http://schemas.openxmlformats.org/drawingml/2006/main">
            <a:off x="4359307" y="4008263"/>
            <a:ext cx="204216" cy="829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02" b="0">
                <a:solidFill>
                  <a:srgbClr val="231F20"/>
                </a:solidFill>
                <a:latin typeface="Arial"/>
                <a:ea typeface="Arial"/>
                <a:cs typeface="Arial"/>
              </a:defRPr>
            </a:defPPr>
            <a:lvl1pPr algn="ctr">
              <a:defRPr sz="402" b="0">
                <a:solidFill>
                  <a:srgbClr val="231F20"/>
                </a:solidFill>
                <a:latin typeface="Arial"/>
                <a:ea typeface="Arial"/>
                <a:cs typeface="Arial"/>
              </a:defRPr>
            </a:lvl1pPr>
            <a:lvl2pPr algn="ctr">
              <a:defRPr sz="402" b="0">
                <a:solidFill>
                  <a:srgbClr val="231F20"/>
                </a:solidFill>
                <a:latin typeface="Arial"/>
                <a:ea typeface="Arial"/>
                <a:cs typeface="Arial"/>
              </a:defRPr>
            </a:lvl2pPr>
            <a:lvl3pPr algn="ctr">
              <a:defRPr sz="402" b="0">
                <a:solidFill>
                  <a:srgbClr val="231F20"/>
                </a:solidFill>
                <a:latin typeface="Arial"/>
                <a:ea typeface="Arial"/>
                <a:cs typeface="Arial"/>
              </a:defRPr>
            </a:lvl3pPr>
            <a:lvl4pPr algn="ctr">
              <a:defRPr sz="402" b="0">
                <a:solidFill>
                  <a:srgbClr val="231F20"/>
                </a:solidFill>
                <a:latin typeface="Arial"/>
                <a:ea typeface="Arial"/>
                <a:cs typeface="Arial"/>
              </a:defRPr>
            </a:lvl4pPr>
            <a:lvl5pPr algn="ctr">
              <a:defRPr sz="402" b="0">
                <a:solidFill>
                  <a:srgbClr val="231F20"/>
                </a:solidFill>
                <a:latin typeface="Arial"/>
                <a:ea typeface="Arial"/>
                <a:cs typeface="Arial"/>
              </a:defRPr>
            </a:lvl5pPr>
            <a:lvl6pPr algn="ctr">
              <a:defRPr sz="402" b="0">
                <a:solidFill>
                  <a:srgbClr val="231F20"/>
                </a:solidFill>
                <a:latin typeface="Arial"/>
                <a:ea typeface="Arial"/>
                <a:cs typeface="Arial"/>
              </a:defRPr>
            </a:lvl6pPr>
            <a:lvl7pPr algn="ctr">
              <a:defRPr sz="402" b="0">
                <a:solidFill>
                  <a:srgbClr val="231F20"/>
                </a:solidFill>
                <a:latin typeface="Arial"/>
                <a:ea typeface="Arial"/>
                <a:cs typeface="Arial"/>
              </a:defRPr>
            </a:lvl7pPr>
            <a:lvl8pPr algn="ctr">
              <a:defRPr sz="402" b="0">
                <a:solidFill>
                  <a:srgbClr val="231F20"/>
                </a:solidFill>
                <a:latin typeface="Arial"/>
                <a:ea typeface="Arial"/>
                <a:cs typeface="Arial"/>
              </a:defRPr>
            </a:lvl8pPr>
            <a:lvl9pPr algn="ctr">
              <a:defRPr sz="402" b="0">
                <a:solidFill>
                  <a:srgbClr val="231F20"/>
                </a:solidFill>
                <a:latin typeface="Arial"/>
                <a:ea typeface="Arial"/>
                <a:cs typeface="Arial"/>
              </a:defRPr>
            </a:lvl9pPr>
          </a:lstStyle>
          <a:p xmlns:a="http://schemas.openxmlformats.org/drawingml/2006/main">
            <a:pPr algn="ctr">
              <a:defRPr sz="402" b="0">
                <a:solidFill>
                  <a:srgbClr val="231F20"/>
                </a:solidFill>
                <a:latin typeface="Arial"/>
                <a:ea typeface="Arial"/>
                <a:cs typeface="Arial"/>
              </a:defRPr>
            </a:pPr>
            <a:r>
              <a:rPr sz="402" b="0">
                <a:solidFill>
                  <a:srgbClr val="231F20"/>
                </a:solidFill>
                <a:latin typeface="Arial"/>
                <a:ea typeface="Arial"/>
                <a:cs typeface="Arial"/>
              </a:rPr>
              <a:t>TLB</a:t>
            </a:r>
          </a:p>
        </p:txBody>
      </p:sp>
      <p:sp>
        <p:nvSpPr>
          <p:cNvPr id="440" name="wire-1032">
            <a:extLst xmlns:a="http://schemas.openxmlformats.org/drawingml/2006/main">
              <a:ext uri="{FF2B5EF4-FFF2-40B4-BE49-F238E27FC236}">
                <a16:creationId xmlns:a16="http://schemas.microsoft.com/office/drawing/2014/main" id="{F45C0C4F-246B-4694-AA51-3B33D8C95B28}"/>
              </a:ext>
            </a:extLst>
          </p:cNvPr>
          <p:cNvSpPr>
            <a:spLocks xmlns:a="http://schemas.openxmlformats.org/drawingml/2006/main" noGrp="1"/>
          </p:cNvSpPr>
          <p:nvPr/>
        </p:nvSpPr>
        <p:spPr>
          <a:xfrm xmlns:a="http://schemas.openxmlformats.org/drawingml/2006/main">
            <a:off x="4225290" y="4036981"/>
            <a:ext cx="127635" cy="9525"/>
          </a:xfrm>
          <a:custGeom xmlns:a="http://schemas.openxmlformats.org/drawingml/2006/main">
            <a:pathLst>
              <a:path w="127635" h="9525">
                <a:moveTo>
                  <a:pt x="0" y="0"/>
                </a:moveTo>
                <a:lnTo>
                  <a:pt x="127635" y="0"/>
                </a:lnTo>
              </a:path>
            </a:pathLst>
          </a:custGeom>
          <a:noFill xmlns:a="http://schemas.openxmlformats.org/drawingml/2006/main"/>
          <a:ln xmlns:a="http://schemas.openxmlformats.org/drawingml/2006/main" w="5424">
            <a:solidFill>
              <a:srgbClr val="231F20"/>
            </a:solidFill>
          </a:ln>
        </p:spPr>
      </p:sp>
      <p:sp>
        <p:nvSpPr>
          <p:cNvPr id="441" name="circuit-1033">
            <a:extLst xmlns:a="http://schemas.openxmlformats.org/drawingml/2006/main">
              <a:ext uri="{FF2B5EF4-FFF2-40B4-BE49-F238E27FC236}">
                <a16:creationId xmlns:a16="http://schemas.microsoft.com/office/drawing/2014/main" id="{A4C73F6D-9519-4040-AF65-AE2712258F0F}"/>
              </a:ext>
            </a:extLst>
          </p:cNvPr>
          <p:cNvSpPr>
            <a:spLocks xmlns:a="http://schemas.openxmlformats.org/drawingml/2006/main" noGrp="1"/>
          </p:cNvSpPr>
          <p:nvPr/>
        </p:nvSpPr>
        <p:spPr>
          <a:xfrm xmlns:a="http://schemas.openxmlformats.org/drawingml/2006/main">
            <a:off x="4336971" y="4030599"/>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442" name="wire-1034">
            <a:extLst xmlns:a="http://schemas.openxmlformats.org/drawingml/2006/main">
              <a:ext uri="{FF2B5EF4-FFF2-40B4-BE49-F238E27FC236}">
                <a16:creationId xmlns:a16="http://schemas.microsoft.com/office/drawing/2014/main" id="{CA82F640-59F6-4CF4-A71A-A5E07C38A624}"/>
              </a:ext>
            </a:extLst>
          </p:cNvPr>
          <p:cNvSpPr>
            <a:spLocks xmlns:a="http://schemas.openxmlformats.org/drawingml/2006/main" noGrp="1"/>
          </p:cNvSpPr>
          <p:nvPr/>
        </p:nvSpPr>
        <p:spPr>
          <a:xfrm xmlns:a="http://schemas.openxmlformats.org/drawingml/2006/main">
            <a:off x="4569905" y="4043363"/>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5424">
            <a:solidFill>
              <a:srgbClr val="231F20"/>
            </a:solidFill>
          </a:ln>
        </p:spPr>
      </p:sp>
      <p:sp>
        <p:nvSpPr>
          <p:cNvPr id="443" name="circuit-1035">
            <a:extLst xmlns:a="http://schemas.openxmlformats.org/drawingml/2006/main">
              <a:ext uri="{FF2B5EF4-FFF2-40B4-BE49-F238E27FC236}">
                <a16:creationId xmlns:a16="http://schemas.microsoft.com/office/drawing/2014/main" id="{1475BA3A-1210-4ADD-8325-F15CD915378F}"/>
              </a:ext>
            </a:extLst>
          </p:cNvPr>
          <p:cNvSpPr>
            <a:spLocks xmlns:a="http://schemas.openxmlformats.org/drawingml/2006/main" noGrp="1"/>
          </p:cNvSpPr>
          <p:nvPr/>
        </p:nvSpPr>
        <p:spPr>
          <a:xfrm xmlns:a="http://schemas.openxmlformats.org/drawingml/2006/main">
            <a:off x="4643295" y="4036981"/>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444" name="circuit-1036">
            <a:extLst xmlns:a="http://schemas.openxmlformats.org/drawingml/2006/main">
              <a:ext uri="{FF2B5EF4-FFF2-40B4-BE49-F238E27FC236}">
                <a16:creationId xmlns:a16="http://schemas.microsoft.com/office/drawing/2014/main" id="{FD12EB71-CAA6-43A7-ABDA-F5714B99B1B8}"/>
              </a:ext>
            </a:extLst>
          </p:cNvPr>
          <p:cNvSpPr>
            <a:spLocks xmlns:a="http://schemas.openxmlformats.org/drawingml/2006/main" noGrp="1"/>
          </p:cNvSpPr>
          <p:nvPr/>
        </p:nvSpPr>
        <p:spPr>
          <a:xfrm xmlns:a="http://schemas.openxmlformats.org/drawingml/2006/main">
            <a:off x="4659249" y="4011454"/>
            <a:ext cx="51054" cy="89344"/>
          </a:xfrm>
          <a:custGeom xmlns:a="http://schemas.openxmlformats.org/drawingml/2006/main">
            <a:pathLst>
              <a:path w="51054" h="89344">
                <a:moveTo>
                  <a:pt x="0" y="0"/>
                </a:moveTo>
                <a:lnTo>
                  <a:pt x="51054" y="19145"/>
                </a:lnTo>
                <a:lnTo>
                  <a:pt x="51054" y="70199"/>
                </a:lnTo>
                <a:lnTo>
                  <a:pt x="0" y="89344"/>
                </a:lnTo>
                <a:close/>
              </a:path>
            </a:pathLst>
          </a:custGeom>
          <a:solidFill xmlns:a="http://schemas.openxmlformats.org/drawingml/2006/main">
            <a:srgbClr val="FFFFFF"/>
          </a:solidFill>
          <a:ln xmlns:a="http://schemas.openxmlformats.org/drawingml/2006/main" w="5105">
            <a:solidFill>
              <a:srgbClr val="231F20"/>
            </a:solidFill>
          </a:ln>
        </p:spPr>
      </p:sp>
      <p:sp>
        <p:nvSpPr>
          <p:cNvPr id="445" name="wire-1037">
            <a:extLst xmlns:a="http://schemas.openxmlformats.org/drawingml/2006/main">
              <a:ext uri="{FF2B5EF4-FFF2-40B4-BE49-F238E27FC236}">
                <a16:creationId xmlns:a16="http://schemas.microsoft.com/office/drawing/2014/main" id="{884DC14A-A68F-4850-8C4C-B0BBF03ABB6E}"/>
              </a:ext>
            </a:extLst>
          </p:cNvPr>
          <p:cNvSpPr>
            <a:spLocks xmlns:a="http://schemas.openxmlformats.org/drawingml/2006/main" noGrp="1"/>
          </p:cNvSpPr>
          <p:nvPr/>
        </p:nvSpPr>
        <p:spPr>
          <a:xfrm xmlns:a="http://schemas.openxmlformats.org/drawingml/2006/main">
            <a:off x="4269962" y="4036981"/>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5424">
            <a:solidFill>
              <a:srgbClr val="231F20"/>
            </a:solidFill>
          </a:ln>
        </p:spPr>
      </p:sp>
      <p:sp>
        <p:nvSpPr>
          <p:cNvPr id="446" name="wire-1038">
            <a:extLst xmlns:a="http://schemas.openxmlformats.org/drawingml/2006/main">
              <a:ext uri="{FF2B5EF4-FFF2-40B4-BE49-F238E27FC236}">
                <a16:creationId xmlns:a16="http://schemas.microsoft.com/office/drawing/2014/main" id="{457124D5-38B8-474E-9523-C415B57AC1A4}"/>
              </a:ext>
            </a:extLst>
          </p:cNvPr>
          <p:cNvSpPr>
            <a:spLocks xmlns:a="http://schemas.openxmlformats.org/drawingml/2006/main" noGrp="1"/>
          </p:cNvSpPr>
          <p:nvPr/>
        </p:nvSpPr>
        <p:spPr>
          <a:xfrm xmlns:a="http://schemas.openxmlformats.org/drawingml/2006/main">
            <a:off x="4269962" y="4107180"/>
            <a:ext cx="363760" cy="9525"/>
          </a:xfrm>
          <a:custGeom xmlns:a="http://schemas.openxmlformats.org/drawingml/2006/main">
            <a:pathLst>
              <a:path w="363760" h="9525">
                <a:moveTo>
                  <a:pt x="0" y="0"/>
                </a:moveTo>
                <a:lnTo>
                  <a:pt x="363760" y="0"/>
                </a:lnTo>
              </a:path>
            </a:pathLst>
          </a:custGeom>
          <a:noFill xmlns:a="http://schemas.openxmlformats.org/drawingml/2006/main"/>
          <a:ln xmlns:a="http://schemas.openxmlformats.org/drawingml/2006/main" w="5424">
            <a:solidFill>
              <a:srgbClr val="231F20"/>
            </a:solidFill>
          </a:ln>
        </p:spPr>
      </p:sp>
      <p:sp>
        <p:nvSpPr>
          <p:cNvPr id="447" name="wire-1039">
            <a:extLst xmlns:a="http://schemas.openxmlformats.org/drawingml/2006/main">
              <a:ext uri="{FF2B5EF4-FFF2-40B4-BE49-F238E27FC236}">
                <a16:creationId xmlns:a16="http://schemas.microsoft.com/office/drawing/2014/main" id="{A62D97FD-9B11-4B61-BBBB-8933C480BD0B}"/>
              </a:ext>
            </a:extLst>
          </p:cNvPr>
          <p:cNvSpPr>
            <a:spLocks xmlns:a="http://schemas.openxmlformats.org/drawingml/2006/main" noGrp="1"/>
          </p:cNvSpPr>
          <p:nvPr/>
        </p:nvSpPr>
        <p:spPr>
          <a:xfrm xmlns:a="http://schemas.openxmlformats.org/drawingml/2006/main">
            <a:off x="4633722" y="4081653"/>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448" name="wire-1040">
            <a:extLst xmlns:a="http://schemas.openxmlformats.org/drawingml/2006/main">
              <a:ext uri="{FF2B5EF4-FFF2-40B4-BE49-F238E27FC236}">
                <a16:creationId xmlns:a16="http://schemas.microsoft.com/office/drawing/2014/main" id="{77853801-9F5A-4D2F-B876-8D6C69E08DF8}"/>
              </a:ext>
            </a:extLst>
          </p:cNvPr>
          <p:cNvSpPr>
            <a:spLocks xmlns:a="http://schemas.openxmlformats.org/drawingml/2006/main" noGrp="1"/>
          </p:cNvSpPr>
          <p:nvPr/>
        </p:nvSpPr>
        <p:spPr>
          <a:xfrm xmlns:a="http://schemas.openxmlformats.org/drawingml/2006/main">
            <a:off x="4633722" y="4081653"/>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449" name="circuit-1041">
            <a:extLst xmlns:a="http://schemas.openxmlformats.org/drawingml/2006/main">
              <a:ext uri="{FF2B5EF4-FFF2-40B4-BE49-F238E27FC236}">
                <a16:creationId xmlns:a16="http://schemas.microsoft.com/office/drawing/2014/main" id="{57428152-C337-445D-BB8C-9A1D6BD184AF}"/>
              </a:ext>
            </a:extLst>
          </p:cNvPr>
          <p:cNvSpPr>
            <a:spLocks xmlns:a="http://schemas.openxmlformats.org/drawingml/2006/main" noGrp="1"/>
          </p:cNvSpPr>
          <p:nvPr/>
        </p:nvSpPr>
        <p:spPr>
          <a:xfrm xmlns:a="http://schemas.openxmlformats.org/drawingml/2006/main">
            <a:off x="4643295" y="4075271"/>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50" name="">
            <a:extLst xmlns:a="http://schemas.openxmlformats.org/drawingml/2006/main">
              <a:ext uri="{FF2B5EF4-FFF2-40B4-BE49-F238E27FC236}">
                <a16:creationId xmlns:a16="http://schemas.microsoft.com/office/drawing/2014/main" id="{3BD562E6-E62B-4007-9747-EA88B40627F4}"/>
              </a:ext>
            </a:extLst>
          </p:cNvPr>
          <p:cNvSpPr>
            <a:spLocks xmlns:a="http://schemas.openxmlformats.org/drawingml/2006/main" noGrp="1"/>
          </p:cNvSpPr>
          <p:nvPr/>
        </p:nvSpPr>
        <p:spPr>
          <a:xfrm xmlns:a="http://schemas.openxmlformats.org/drawingml/2006/main">
            <a:off x="4265176" y="4032194"/>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451" name="wire-1042">
            <a:extLst xmlns:a="http://schemas.openxmlformats.org/drawingml/2006/main">
              <a:ext uri="{FF2B5EF4-FFF2-40B4-BE49-F238E27FC236}">
                <a16:creationId xmlns:a16="http://schemas.microsoft.com/office/drawing/2014/main" id="{C9003957-9EC3-4BFB-AA37-A12A1662B737}"/>
              </a:ext>
            </a:extLst>
          </p:cNvPr>
          <p:cNvSpPr>
            <a:spLocks xmlns:a="http://schemas.openxmlformats.org/drawingml/2006/main" noGrp="1"/>
          </p:cNvSpPr>
          <p:nvPr/>
        </p:nvSpPr>
        <p:spPr>
          <a:xfrm xmlns:a="http://schemas.openxmlformats.org/drawingml/2006/main">
            <a:off x="4710303" y="4056126"/>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7339">
            <a:solidFill>
              <a:srgbClr val="1572C3"/>
            </a:solidFill>
          </a:ln>
        </p:spPr>
      </p:sp>
      <p:sp>
        <p:nvSpPr>
          <p:cNvPr id="452" name="wire-1043">
            <a:extLst xmlns:a="http://schemas.openxmlformats.org/drawingml/2006/main">
              <a:ext uri="{FF2B5EF4-FFF2-40B4-BE49-F238E27FC236}">
                <a16:creationId xmlns:a16="http://schemas.microsoft.com/office/drawing/2014/main" id="{E23E3EE2-3AEB-462E-BDCA-7037FC9D6CFA}"/>
              </a:ext>
            </a:extLst>
          </p:cNvPr>
          <p:cNvSpPr>
            <a:spLocks xmlns:a="http://schemas.openxmlformats.org/drawingml/2006/main" noGrp="1"/>
          </p:cNvSpPr>
          <p:nvPr/>
        </p:nvSpPr>
        <p:spPr>
          <a:xfrm xmlns:a="http://schemas.openxmlformats.org/drawingml/2006/main">
            <a:off x="4735830" y="4056126"/>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7339">
            <a:solidFill>
              <a:srgbClr val="1572C3"/>
            </a:solidFill>
          </a:ln>
        </p:spPr>
      </p:sp>
      <p:sp>
        <p:nvSpPr>
          <p:cNvPr id="453" name="block-1044">
            <a:extLst xmlns:a="http://schemas.openxmlformats.org/drawingml/2006/main">
              <a:ext uri="{FF2B5EF4-FFF2-40B4-BE49-F238E27FC236}">
                <a16:creationId xmlns:a16="http://schemas.microsoft.com/office/drawing/2014/main" id="{7245174A-BD84-4D02-A477-9E8F5509BFF5}"/>
              </a:ext>
            </a:extLst>
          </p:cNvPr>
          <p:cNvSpPr>
            <a:spLocks xmlns:a="http://schemas.openxmlformats.org/drawingml/2006/main" noGrp="1"/>
          </p:cNvSpPr>
          <p:nvPr/>
        </p:nvSpPr>
        <p:spPr>
          <a:xfrm xmlns:a="http://schemas.openxmlformats.org/drawingml/2006/main">
            <a:off x="4812411" y="3966782"/>
            <a:ext cx="185071" cy="63818"/>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454" name="text-1045">
            <a:extLst xmlns:a="http://schemas.openxmlformats.org/drawingml/2006/main">
              <a:ext uri="{FF2B5EF4-FFF2-40B4-BE49-F238E27FC236}">
                <a16:creationId xmlns:a16="http://schemas.microsoft.com/office/drawing/2014/main" id="{59E3EBBC-58E1-4170-BC50-45C827594361}"/>
              </a:ext>
            </a:extLst>
          </p:cNvPr>
          <p:cNvSpPr>
            <a:spLocks xmlns:a="http://schemas.openxmlformats.org/drawingml/2006/main" noGrp="1"/>
          </p:cNvSpPr>
          <p:nvPr/>
        </p:nvSpPr>
        <p:spPr>
          <a:xfrm xmlns:a="http://schemas.openxmlformats.org/drawingml/2006/main">
            <a:off x="4818793" y="3969972"/>
            <a:ext cx="172307"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52" b="0">
                <a:solidFill>
                  <a:srgbClr val="231F20"/>
                </a:solidFill>
                <a:latin typeface="Arial"/>
                <a:ea typeface="Arial"/>
                <a:cs typeface="Arial"/>
              </a:defRPr>
            </a:defPPr>
            <a:lvl1pPr algn="ctr">
              <a:defRPr sz="352" b="0">
                <a:solidFill>
                  <a:srgbClr val="231F20"/>
                </a:solidFill>
                <a:latin typeface="Arial"/>
                <a:ea typeface="Arial"/>
                <a:cs typeface="Arial"/>
              </a:defRPr>
            </a:lvl1pPr>
            <a:lvl2pPr algn="ctr">
              <a:defRPr sz="352" b="0">
                <a:solidFill>
                  <a:srgbClr val="231F20"/>
                </a:solidFill>
                <a:latin typeface="Arial"/>
                <a:ea typeface="Arial"/>
                <a:cs typeface="Arial"/>
              </a:defRPr>
            </a:lvl2pPr>
            <a:lvl3pPr algn="ctr">
              <a:defRPr sz="352" b="0">
                <a:solidFill>
                  <a:srgbClr val="231F20"/>
                </a:solidFill>
                <a:latin typeface="Arial"/>
                <a:ea typeface="Arial"/>
                <a:cs typeface="Arial"/>
              </a:defRPr>
            </a:lvl3pPr>
            <a:lvl4pPr algn="ctr">
              <a:defRPr sz="352" b="0">
                <a:solidFill>
                  <a:srgbClr val="231F20"/>
                </a:solidFill>
                <a:latin typeface="Arial"/>
                <a:ea typeface="Arial"/>
                <a:cs typeface="Arial"/>
              </a:defRPr>
            </a:lvl4pPr>
            <a:lvl5pPr algn="ctr">
              <a:defRPr sz="352" b="0">
                <a:solidFill>
                  <a:srgbClr val="231F20"/>
                </a:solidFill>
                <a:latin typeface="Arial"/>
                <a:ea typeface="Arial"/>
                <a:cs typeface="Arial"/>
              </a:defRPr>
            </a:lvl5pPr>
            <a:lvl6pPr algn="ctr">
              <a:defRPr sz="352" b="0">
                <a:solidFill>
                  <a:srgbClr val="231F20"/>
                </a:solidFill>
                <a:latin typeface="Arial"/>
                <a:ea typeface="Arial"/>
                <a:cs typeface="Arial"/>
              </a:defRPr>
            </a:lvl6pPr>
            <a:lvl7pPr algn="ctr">
              <a:defRPr sz="352" b="0">
                <a:solidFill>
                  <a:srgbClr val="231F20"/>
                </a:solidFill>
                <a:latin typeface="Arial"/>
                <a:ea typeface="Arial"/>
                <a:cs typeface="Arial"/>
              </a:defRPr>
            </a:lvl7pPr>
            <a:lvl8pPr algn="ctr">
              <a:defRPr sz="352" b="0">
                <a:solidFill>
                  <a:srgbClr val="231F20"/>
                </a:solidFill>
                <a:latin typeface="Arial"/>
                <a:ea typeface="Arial"/>
                <a:cs typeface="Arial"/>
              </a:defRPr>
            </a:lvl8pPr>
            <a:lvl9pPr algn="ctr">
              <a:defRPr sz="352" b="0">
                <a:solidFill>
                  <a:srgbClr val="231F20"/>
                </a:solidFill>
                <a:latin typeface="Arial"/>
                <a:ea typeface="Arial"/>
                <a:cs typeface="Arial"/>
              </a:defRPr>
            </a:lvl9pPr>
          </a:lstStyle>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PMP</a:t>
            </a:r>
          </a:p>
        </p:txBody>
      </p:sp>
      <p:sp>
        <p:nvSpPr>
          <p:cNvPr id="455" name="block-1046">
            <a:extLst xmlns:a="http://schemas.openxmlformats.org/drawingml/2006/main">
              <a:ext uri="{FF2B5EF4-FFF2-40B4-BE49-F238E27FC236}">
                <a16:creationId xmlns:a16="http://schemas.microsoft.com/office/drawing/2014/main" id="{EF8D0690-B5E8-4D18-BBF6-E5BEB7DBB211}"/>
              </a:ext>
            </a:extLst>
          </p:cNvPr>
          <p:cNvSpPr>
            <a:spLocks xmlns:a="http://schemas.openxmlformats.org/drawingml/2006/main" noGrp="1"/>
          </p:cNvSpPr>
          <p:nvPr/>
        </p:nvSpPr>
        <p:spPr>
          <a:xfrm xmlns:a="http://schemas.openxmlformats.org/drawingml/2006/main">
            <a:off x="4812411" y="4049744"/>
            <a:ext cx="185071" cy="63818"/>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456" name="text-1047">
            <a:extLst xmlns:a="http://schemas.openxmlformats.org/drawingml/2006/main">
              <a:ext uri="{FF2B5EF4-FFF2-40B4-BE49-F238E27FC236}">
                <a16:creationId xmlns:a16="http://schemas.microsoft.com/office/drawing/2014/main" id="{E2D9BFF1-DCF5-4951-9F64-EEA8990F41EC}"/>
              </a:ext>
            </a:extLst>
          </p:cNvPr>
          <p:cNvSpPr>
            <a:spLocks xmlns:a="http://schemas.openxmlformats.org/drawingml/2006/main" noGrp="1"/>
          </p:cNvSpPr>
          <p:nvPr/>
        </p:nvSpPr>
        <p:spPr>
          <a:xfrm xmlns:a="http://schemas.openxmlformats.org/drawingml/2006/main">
            <a:off x="4818793" y="4052935"/>
            <a:ext cx="172307"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52" b="0">
                <a:solidFill>
                  <a:srgbClr val="231F20"/>
                </a:solidFill>
                <a:latin typeface="Arial"/>
                <a:ea typeface="Arial"/>
                <a:cs typeface="Arial"/>
              </a:defRPr>
            </a:defPPr>
            <a:lvl1pPr algn="ctr">
              <a:defRPr sz="352" b="0">
                <a:solidFill>
                  <a:srgbClr val="231F20"/>
                </a:solidFill>
                <a:latin typeface="Arial"/>
                <a:ea typeface="Arial"/>
                <a:cs typeface="Arial"/>
              </a:defRPr>
            </a:lvl1pPr>
            <a:lvl2pPr algn="ctr">
              <a:defRPr sz="352" b="0">
                <a:solidFill>
                  <a:srgbClr val="231F20"/>
                </a:solidFill>
                <a:latin typeface="Arial"/>
                <a:ea typeface="Arial"/>
                <a:cs typeface="Arial"/>
              </a:defRPr>
            </a:lvl2pPr>
            <a:lvl3pPr algn="ctr">
              <a:defRPr sz="352" b="0">
                <a:solidFill>
                  <a:srgbClr val="231F20"/>
                </a:solidFill>
                <a:latin typeface="Arial"/>
                <a:ea typeface="Arial"/>
                <a:cs typeface="Arial"/>
              </a:defRPr>
            </a:lvl3pPr>
            <a:lvl4pPr algn="ctr">
              <a:defRPr sz="352" b="0">
                <a:solidFill>
                  <a:srgbClr val="231F20"/>
                </a:solidFill>
                <a:latin typeface="Arial"/>
                <a:ea typeface="Arial"/>
                <a:cs typeface="Arial"/>
              </a:defRPr>
            </a:lvl4pPr>
            <a:lvl5pPr algn="ctr">
              <a:defRPr sz="352" b="0">
                <a:solidFill>
                  <a:srgbClr val="231F20"/>
                </a:solidFill>
                <a:latin typeface="Arial"/>
                <a:ea typeface="Arial"/>
                <a:cs typeface="Arial"/>
              </a:defRPr>
            </a:lvl5pPr>
            <a:lvl6pPr algn="ctr">
              <a:defRPr sz="352" b="0">
                <a:solidFill>
                  <a:srgbClr val="231F20"/>
                </a:solidFill>
                <a:latin typeface="Arial"/>
                <a:ea typeface="Arial"/>
                <a:cs typeface="Arial"/>
              </a:defRPr>
            </a:lvl6pPr>
            <a:lvl7pPr algn="ctr">
              <a:defRPr sz="352" b="0">
                <a:solidFill>
                  <a:srgbClr val="231F20"/>
                </a:solidFill>
                <a:latin typeface="Arial"/>
                <a:ea typeface="Arial"/>
                <a:cs typeface="Arial"/>
              </a:defRPr>
            </a:lvl7pPr>
            <a:lvl8pPr algn="ctr">
              <a:defRPr sz="352" b="0">
                <a:solidFill>
                  <a:srgbClr val="231F20"/>
                </a:solidFill>
                <a:latin typeface="Arial"/>
                <a:ea typeface="Arial"/>
                <a:cs typeface="Arial"/>
              </a:defRPr>
            </a:lvl8pPr>
            <a:lvl9pPr algn="ctr">
              <a:defRPr sz="352" b="0">
                <a:solidFill>
                  <a:srgbClr val="231F20"/>
                </a:solidFill>
                <a:latin typeface="Arial"/>
                <a:ea typeface="Arial"/>
                <a:cs typeface="Arial"/>
              </a:defRPr>
            </a:lvl9pPr>
          </a:lstStyle>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PMA</a:t>
            </a:r>
          </a:p>
        </p:txBody>
      </p:sp>
      <p:sp>
        <p:nvSpPr>
          <p:cNvPr id="457" name="wire-1048">
            <a:extLst xmlns:a="http://schemas.openxmlformats.org/drawingml/2006/main">
              <a:ext uri="{FF2B5EF4-FFF2-40B4-BE49-F238E27FC236}">
                <a16:creationId xmlns:a16="http://schemas.microsoft.com/office/drawing/2014/main" id="{61AB1D93-9F54-4928-B0C6-2354304A7596}"/>
              </a:ext>
            </a:extLst>
          </p:cNvPr>
          <p:cNvSpPr>
            <a:spLocks xmlns:a="http://schemas.openxmlformats.org/drawingml/2006/main" noGrp="1"/>
          </p:cNvSpPr>
          <p:nvPr/>
        </p:nvSpPr>
        <p:spPr>
          <a:xfrm xmlns:a="http://schemas.openxmlformats.org/drawingml/2006/main">
            <a:off x="4735830" y="4056126"/>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458" name="wire-1049">
            <a:extLst xmlns:a="http://schemas.openxmlformats.org/drawingml/2006/main">
              <a:ext uri="{FF2B5EF4-FFF2-40B4-BE49-F238E27FC236}">
                <a16:creationId xmlns:a16="http://schemas.microsoft.com/office/drawing/2014/main" id="{AD0C06BB-A5CC-4F9D-8499-DA60682E0CE6}"/>
              </a:ext>
            </a:extLst>
          </p:cNvPr>
          <p:cNvSpPr>
            <a:spLocks xmlns:a="http://schemas.openxmlformats.org/drawingml/2006/main" noGrp="1"/>
          </p:cNvSpPr>
          <p:nvPr/>
        </p:nvSpPr>
        <p:spPr>
          <a:xfrm xmlns:a="http://schemas.openxmlformats.org/drawingml/2006/main">
            <a:off x="4761357" y="3998690"/>
            <a:ext cx="9525" cy="57436"/>
          </a:xfrm>
          <a:custGeom xmlns:a="http://schemas.openxmlformats.org/drawingml/2006/main">
            <a:pathLst>
              <a:path w="9525" h="57436">
                <a:moveTo>
                  <a:pt x="0" y="57436"/>
                </a:moveTo>
                <a:lnTo>
                  <a:pt x="0" y="0"/>
                </a:lnTo>
              </a:path>
            </a:pathLst>
          </a:custGeom>
          <a:noFill xmlns:a="http://schemas.openxmlformats.org/drawingml/2006/main"/>
          <a:ln xmlns:a="http://schemas.openxmlformats.org/drawingml/2006/main" w="5424">
            <a:solidFill>
              <a:srgbClr val="231F20"/>
            </a:solidFill>
          </a:ln>
        </p:spPr>
      </p:sp>
      <p:sp>
        <p:nvSpPr>
          <p:cNvPr id="459" name="wire-1050">
            <a:extLst xmlns:a="http://schemas.openxmlformats.org/drawingml/2006/main">
              <a:ext uri="{FF2B5EF4-FFF2-40B4-BE49-F238E27FC236}">
                <a16:creationId xmlns:a16="http://schemas.microsoft.com/office/drawing/2014/main" id="{FE99863F-7426-493B-AC9B-0B470FE3D8D0}"/>
              </a:ext>
            </a:extLst>
          </p:cNvPr>
          <p:cNvSpPr>
            <a:spLocks xmlns:a="http://schemas.openxmlformats.org/drawingml/2006/main" noGrp="1"/>
          </p:cNvSpPr>
          <p:nvPr/>
        </p:nvSpPr>
        <p:spPr>
          <a:xfrm xmlns:a="http://schemas.openxmlformats.org/drawingml/2006/main">
            <a:off x="4761357" y="3998690"/>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460" name="circuit-1051">
            <a:extLst xmlns:a="http://schemas.openxmlformats.org/drawingml/2006/main">
              <a:ext uri="{FF2B5EF4-FFF2-40B4-BE49-F238E27FC236}">
                <a16:creationId xmlns:a16="http://schemas.microsoft.com/office/drawing/2014/main" id="{3DD1AACA-39FE-4495-AB48-2422E484263D}"/>
              </a:ext>
            </a:extLst>
          </p:cNvPr>
          <p:cNvSpPr>
            <a:spLocks xmlns:a="http://schemas.openxmlformats.org/drawingml/2006/main" noGrp="1"/>
          </p:cNvSpPr>
          <p:nvPr/>
        </p:nvSpPr>
        <p:spPr>
          <a:xfrm xmlns:a="http://schemas.openxmlformats.org/drawingml/2006/main">
            <a:off x="4796457" y="3992309"/>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61" name="wire-1052">
            <a:extLst xmlns:a="http://schemas.openxmlformats.org/drawingml/2006/main">
              <a:ext uri="{FF2B5EF4-FFF2-40B4-BE49-F238E27FC236}">
                <a16:creationId xmlns:a16="http://schemas.microsoft.com/office/drawing/2014/main" id="{181406F7-5171-490C-9D51-295DF606A290}"/>
              </a:ext>
            </a:extLst>
          </p:cNvPr>
          <p:cNvSpPr>
            <a:spLocks xmlns:a="http://schemas.openxmlformats.org/drawingml/2006/main" noGrp="1"/>
          </p:cNvSpPr>
          <p:nvPr/>
        </p:nvSpPr>
        <p:spPr>
          <a:xfrm xmlns:a="http://schemas.openxmlformats.org/drawingml/2006/main">
            <a:off x="4761357" y="4056126"/>
            <a:ext cx="9525" cy="25527"/>
          </a:xfrm>
          <a:custGeom xmlns:a="http://schemas.openxmlformats.org/drawingml/2006/main">
            <a:pathLst>
              <a:path w="9525" h="25527">
                <a:moveTo>
                  <a:pt x="0" y="0"/>
                </a:moveTo>
                <a:lnTo>
                  <a:pt x="0" y="25527"/>
                </a:lnTo>
              </a:path>
            </a:pathLst>
          </a:custGeom>
          <a:noFill xmlns:a="http://schemas.openxmlformats.org/drawingml/2006/main"/>
          <a:ln xmlns:a="http://schemas.openxmlformats.org/drawingml/2006/main" w="5424">
            <a:solidFill>
              <a:srgbClr val="231F20"/>
            </a:solidFill>
          </a:ln>
        </p:spPr>
      </p:sp>
      <p:sp>
        <p:nvSpPr>
          <p:cNvPr id="462" name="wire-1053">
            <a:extLst xmlns:a="http://schemas.openxmlformats.org/drawingml/2006/main">
              <a:ext uri="{FF2B5EF4-FFF2-40B4-BE49-F238E27FC236}">
                <a16:creationId xmlns:a16="http://schemas.microsoft.com/office/drawing/2014/main" id="{7B479E6E-28B5-4216-9A6D-0A2E53DDA4BF}"/>
              </a:ext>
            </a:extLst>
          </p:cNvPr>
          <p:cNvSpPr>
            <a:spLocks xmlns:a="http://schemas.openxmlformats.org/drawingml/2006/main" noGrp="1"/>
          </p:cNvSpPr>
          <p:nvPr/>
        </p:nvSpPr>
        <p:spPr>
          <a:xfrm xmlns:a="http://schemas.openxmlformats.org/drawingml/2006/main">
            <a:off x="4761357" y="4081653"/>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463" name="circuit-1054">
            <a:extLst xmlns:a="http://schemas.openxmlformats.org/drawingml/2006/main">
              <a:ext uri="{FF2B5EF4-FFF2-40B4-BE49-F238E27FC236}">
                <a16:creationId xmlns:a16="http://schemas.microsoft.com/office/drawing/2014/main" id="{E0431254-7CD1-4701-BCC4-296182E04ECB}"/>
              </a:ext>
            </a:extLst>
          </p:cNvPr>
          <p:cNvSpPr>
            <a:spLocks xmlns:a="http://schemas.openxmlformats.org/drawingml/2006/main" noGrp="1"/>
          </p:cNvSpPr>
          <p:nvPr/>
        </p:nvSpPr>
        <p:spPr>
          <a:xfrm xmlns:a="http://schemas.openxmlformats.org/drawingml/2006/main">
            <a:off x="4796457" y="4075271"/>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64" name="">
            <a:extLst xmlns:a="http://schemas.openxmlformats.org/drawingml/2006/main">
              <a:ext uri="{FF2B5EF4-FFF2-40B4-BE49-F238E27FC236}">
                <a16:creationId xmlns:a16="http://schemas.microsoft.com/office/drawing/2014/main" id="{178123D1-FE5D-4DB9-92F8-E8B2426B4349}"/>
              </a:ext>
            </a:extLst>
          </p:cNvPr>
          <p:cNvSpPr>
            <a:spLocks xmlns:a="http://schemas.openxmlformats.org/drawingml/2006/main" noGrp="1"/>
          </p:cNvSpPr>
          <p:nvPr/>
        </p:nvSpPr>
        <p:spPr>
          <a:xfrm xmlns:a="http://schemas.openxmlformats.org/drawingml/2006/main">
            <a:off x="4731044" y="4051340"/>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465" name="">
            <a:extLst xmlns:a="http://schemas.openxmlformats.org/drawingml/2006/main">
              <a:ext uri="{FF2B5EF4-FFF2-40B4-BE49-F238E27FC236}">
                <a16:creationId xmlns:a16="http://schemas.microsoft.com/office/drawing/2014/main" id="{08595B60-97C1-4C8E-B54A-91A1B96358BB}"/>
              </a:ext>
            </a:extLst>
          </p:cNvPr>
          <p:cNvSpPr>
            <a:spLocks xmlns:a="http://schemas.openxmlformats.org/drawingml/2006/main" noGrp="1"/>
          </p:cNvSpPr>
          <p:nvPr/>
        </p:nvSpPr>
        <p:spPr>
          <a:xfrm xmlns:a="http://schemas.openxmlformats.org/drawingml/2006/main">
            <a:off x="4756571" y="4051340"/>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466" name="wire-1055">
            <a:extLst xmlns:a="http://schemas.openxmlformats.org/drawingml/2006/main">
              <a:ext uri="{FF2B5EF4-FFF2-40B4-BE49-F238E27FC236}">
                <a16:creationId xmlns:a16="http://schemas.microsoft.com/office/drawing/2014/main" id="{9144B06A-7392-4AE9-B081-CBA19FF2A778}"/>
              </a:ext>
            </a:extLst>
          </p:cNvPr>
          <p:cNvSpPr>
            <a:spLocks xmlns:a="http://schemas.openxmlformats.org/drawingml/2006/main" noGrp="1"/>
          </p:cNvSpPr>
          <p:nvPr/>
        </p:nvSpPr>
        <p:spPr>
          <a:xfrm xmlns:a="http://schemas.openxmlformats.org/drawingml/2006/main">
            <a:off x="4997482" y="3998690"/>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5424">
            <a:solidFill>
              <a:srgbClr val="231F20"/>
            </a:solidFill>
          </a:ln>
        </p:spPr>
      </p:sp>
      <p:sp>
        <p:nvSpPr>
          <p:cNvPr id="467" name="circuit-1056">
            <a:extLst xmlns:a="http://schemas.openxmlformats.org/drawingml/2006/main">
              <a:ext uri="{FF2B5EF4-FFF2-40B4-BE49-F238E27FC236}">
                <a16:creationId xmlns:a16="http://schemas.microsoft.com/office/drawing/2014/main" id="{95422503-E657-46CE-9CB5-D1C1D40FAEDB}"/>
              </a:ext>
            </a:extLst>
          </p:cNvPr>
          <p:cNvSpPr>
            <a:spLocks xmlns:a="http://schemas.openxmlformats.org/drawingml/2006/main" noGrp="1"/>
          </p:cNvSpPr>
          <p:nvPr/>
        </p:nvSpPr>
        <p:spPr>
          <a:xfrm xmlns:a="http://schemas.openxmlformats.org/drawingml/2006/main">
            <a:off x="5026200" y="3992309"/>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68" name="text-1057">
            <a:extLst xmlns:a="http://schemas.openxmlformats.org/drawingml/2006/main">
              <a:ext uri="{FF2B5EF4-FFF2-40B4-BE49-F238E27FC236}">
                <a16:creationId xmlns:a16="http://schemas.microsoft.com/office/drawing/2014/main" id="{F1970299-7BBB-4C6B-9347-D3C6221945E0}"/>
              </a:ext>
            </a:extLst>
          </p:cNvPr>
          <p:cNvSpPr>
            <a:spLocks xmlns:a="http://schemas.openxmlformats.org/drawingml/2006/main" noGrp="1"/>
          </p:cNvSpPr>
          <p:nvPr/>
        </p:nvSpPr>
        <p:spPr>
          <a:xfrm xmlns:a="http://schemas.openxmlformats.org/drawingml/2006/main">
            <a:off x="5042154" y="3966782"/>
            <a:ext cx="185071"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fault</a:t>
            </a:r>
          </a:p>
        </p:txBody>
      </p:sp>
      <p:sp>
        <p:nvSpPr>
          <p:cNvPr id="469" name="wire-1058">
            <a:extLst xmlns:a="http://schemas.openxmlformats.org/drawingml/2006/main">
              <a:ext uri="{FF2B5EF4-FFF2-40B4-BE49-F238E27FC236}">
                <a16:creationId xmlns:a16="http://schemas.microsoft.com/office/drawing/2014/main" id="{C66B40A8-FAF8-4EC7-B2D4-EE277E930609}"/>
              </a:ext>
            </a:extLst>
          </p:cNvPr>
          <p:cNvSpPr>
            <a:spLocks xmlns:a="http://schemas.openxmlformats.org/drawingml/2006/main" noGrp="1"/>
          </p:cNvSpPr>
          <p:nvPr/>
        </p:nvSpPr>
        <p:spPr>
          <a:xfrm xmlns:a="http://schemas.openxmlformats.org/drawingml/2006/main">
            <a:off x="4997482" y="4081653"/>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5424">
            <a:solidFill>
              <a:srgbClr val="231F20"/>
            </a:solidFill>
          </a:ln>
        </p:spPr>
      </p:sp>
      <p:sp>
        <p:nvSpPr>
          <p:cNvPr id="470" name="circuit-1059">
            <a:extLst xmlns:a="http://schemas.openxmlformats.org/drawingml/2006/main">
              <a:ext uri="{FF2B5EF4-FFF2-40B4-BE49-F238E27FC236}">
                <a16:creationId xmlns:a16="http://schemas.microsoft.com/office/drawing/2014/main" id="{B2DE32BE-F5F9-4898-AA9C-4EE19C8CC89F}"/>
              </a:ext>
            </a:extLst>
          </p:cNvPr>
          <p:cNvSpPr>
            <a:spLocks xmlns:a="http://schemas.openxmlformats.org/drawingml/2006/main" noGrp="1"/>
          </p:cNvSpPr>
          <p:nvPr/>
        </p:nvSpPr>
        <p:spPr>
          <a:xfrm xmlns:a="http://schemas.openxmlformats.org/drawingml/2006/main">
            <a:off x="5026200" y="4075271"/>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71" name="text-1060">
            <a:extLst xmlns:a="http://schemas.openxmlformats.org/drawingml/2006/main">
              <a:ext uri="{FF2B5EF4-FFF2-40B4-BE49-F238E27FC236}">
                <a16:creationId xmlns:a16="http://schemas.microsoft.com/office/drawing/2014/main" id="{F29E04B9-4CEF-4094-96FF-100E8F9DF2C8}"/>
              </a:ext>
            </a:extLst>
          </p:cNvPr>
          <p:cNvSpPr>
            <a:spLocks xmlns:a="http://schemas.openxmlformats.org/drawingml/2006/main" noGrp="1"/>
          </p:cNvSpPr>
          <p:nvPr/>
        </p:nvSpPr>
        <p:spPr>
          <a:xfrm xmlns:a="http://schemas.openxmlformats.org/drawingml/2006/main">
            <a:off x="5042154" y="4049744"/>
            <a:ext cx="185071"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attr.</a:t>
            </a:r>
          </a:p>
        </p:txBody>
      </p:sp>
      <p:sp>
        <p:nvSpPr>
          <p:cNvPr id="472" name="block-1061">
            <a:extLst xmlns:a="http://schemas.openxmlformats.org/drawingml/2006/main">
              <a:ext uri="{FF2B5EF4-FFF2-40B4-BE49-F238E27FC236}">
                <a16:creationId xmlns:a16="http://schemas.microsoft.com/office/drawing/2014/main" id="{C5394E7A-F1FE-48E9-BB9D-670880A43256}"/>
              </a:ext>
            </a:extLst>
          </p:cNvPr>
          <p:cNvSpPr>
            <a:spLocks xmlns:a="http://schemas.openxmlformats.org/drawingml/2006/main" noGrp="1"/>
          </p:cNvSpPr>
          <p:nvPr/>
        </p:nvSpPr>
        <p:spPr>
          <a:xfrm xmlns:a="http://schemas.openxmlformats.org/drawingml/2006/main">
            <a:off x="1246289" y="3910622"/>
            <a:ext cx="335680" cy="16975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73" name="text-1062">
            <a:extLst xmlns:a="http://schemas.openxmlformats.org/drawingml/2006/main">
              <a:ext uri="{FF2B5EF4-FFF2-40B4-BE49-F238E27FC236}">
                <a16:creationId xmlns:a16="http://schemas.microsoft.com/office/drawing/2014/main" id="{BD717E87-1FC0-44D4-972E-D64D345FC68F}"/>
              </a:ext>
            </a:extLst>
          </p:cNvPr>
          <p:cNvSpPr>
            <a:spLocks xmlns:a="http://schemas.openxmlformats.org/drawingml/2006/main" noGrp="1"/>
          </p:cNvSpPr>
          <p:nvPr/>
        </p:nvSpPr>
        <p:spPr>
          <a:xfrm xmlns:a="http://schemas.openxmlformats.org/drawingml/2006/main">
            <a:off x="1251395" y="3906793"/>
            <a:ext cx="325469"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Arial"/>
                <a:ea typeface="Arial"/>
                <a:cs typeface="Arial"/>
              </a:defRPr>
            </a:defPPr>
            <a:lvl1pPr algn="ctr">
              <a:defRPr sz="452" b="1">
                <a:solidFill>
                  <a:srgbClr val="231F20"/>
                </a:solidFill>
                <a:latin typeface="Arial"/>
                <a:ea typeface="Arial"/>
                <a:cs typeface="Arial"/>
              </a:defRPr>
            </a:lvl1pPr>
            <a:lvl2pPr algn="ctr">
              <a:defRPr sz="452" b="1">
                <a:solidFill>
                  <a:srgbClr val="231F20"/>
                </a:solidFill>
                <a:latin typeface="Arial"/>
                <a:ea typeface="Arial"/>
                <a:cs typeface="Arial"/>
              </a:defRPr>
            </a:lvl2pPr>
            <a:lvl3pPr algn="ctr">
              <a:defRPr sz="452" b="1">
                <a:solidFill>
                  <a:srgbClr val="231F20"/>
                </a:solidFill>
                <a:latin typeface="Arial"/>
                <a:ea typeface="Arial"/>
                <a:cs typeface="Arial"/>
              </a:defRPr>
            </a:lvl3pPr>
            <a:lvl4pPr algn="ctr">
              <a:defRPr sz="452" b="1">
                <a:solidFill>
                  <a:srgbClr val="231F20"/>
                </a:solidFill>
                <a:latin typeface="Arial"/>
                <a:ea typeface="Arial"/>
                <a:cs typeface="Arial"/>
              </a:defRPr>
            </a:lvl4pPr>
            <a:lvl5pPr algn="ctr">
              <a:defRPr sz="452" b="1">
                <a:solidFill>
                  <a:srgbClr val="231F20"/>
                </a:solidFill>
                <a:latin typeface="Arial"/>
                <a:ea typeface="Arial"/>
                <a:cs typeface="Arial"/>
              </a:defRPr>
            </a:lvl5pPr>
            <a:lvl6pPr algn="ctr">
              <a:defRPr sz="452" b="1">
                <a:solidFill>
                  <a:srgbClr val="231F20"/>
                </a:solidFill>
                <a:latin typeface="Arial"/>
                <a:ea typeface="Arial"/>
                <a:cs typeface="Arial"/>
              </a:defRPr>
            </a:lvl6pPr>
            <a:lvl7pPr algn="ctr">
              <a:defRPr sz="452" b="1">
                <a:solidFill>
                  <a:srgbClr val="231F20"/>
                </a:solidFill>
                <a:latin typeface="Arial"/>
                <a:ea typeface="Arial"/>
                <a:cs typeface="Arial"/>
              </a:defRPr>
            </a:lvl7pPr>
            <a:lvl8pPr algn="ctr">
              <a:defRPr sz="452" b="1">
                <a:solidFill>
                  <a:srgbClr val="231F20"/>
                </a:solidFill>
                <a:latin typeface="Arial"/>
                <a:ea typeface="Arial"/>
                <a:cs typeface="Arial"/>
              </a:defRPr>
            </a:lvl8pPr>
            <a:lvl9pPr algn="ctr">
              <a:defRPr sz="452" b="1">
                <a:solidFill>
                  <a:srgbClr val="231F20"/>
                </a:solidFill>
                <a:latin typeface="Arial"/>
                <a:ea typeface="Arial"/>
                <a:cs typeface="Arial"/>
              </a:defRPr>
            </a:lvl9pPr>
          </a:lstStyle>
          <a:p xmlns:a="http://schemas.openxmlformats.org/drawingml/2006/main">
            <a:pPr algn="ctr">
              <a:defRPr sz="452" b="1">
                <a:solidFill>
                  <a:srgbClr val="231F20"/>
                </a:solidFill>
                <a:latin typeface="Arial"/>
                <a:ea typeface="Arial"/>
                <a:cs typeface="Arial"/>
              </a:defRPr>
            </a:pPr>
            <a:r>
              <a:rPr sz="452" b="1">
                <a:solidFill>
                  <a:srgbClr val="231F20"/>
                </a:solidFill>
                <a:latin typeface="Arial"/>
                <a:ea typeface="Arial"/>
                <a:cs typeface="Arial"/>
              </a:rPr>
              <a:t>MMU</a:t>
            </a:r>
          </a:p>
        </p:txBody>
      </p:sp>
      <p:sp>
        <p:nvSpPr>
          <p:cNvPr id="474" name="block-1063">
            <a:extLst xmlns:a="http://schemas.openxmlformats.org/drawingml/2006/main">
              <a:ext uri="{FF2B5EF4-FFF2-40B4-BE49-F238E27FC236}">
                <a16:creationId xmlns:a16="http://schemas.microsoft.com/office/drawing/2014/main" id="{5B3F72B8-3E9B-4E98-8907-1BDBCF29E55B}"/>
              </a:ext>
            </a:extLst>
          </p:cNvPr>
          <p:cNvSpPr>
            <a:spLocks xmlns:a="http://schemas.openxmlformats.org/drawingml/2006/main" noGrp="1"/>
          </p:cNvSpPr>
          <p:nvPr/>
        </p:nvSpPr>
        <p:spPr>
          <a:xfrm xmlns:a="http://schemas.openxmlformats.org/drawingml/2006/main">
            <a:off x="1276922" y="3979545"/>
            <a:ext cx="95726" cy="70199"/>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475" name="text-1064">
            <a:extLst xmlns:a="http://schemas.openxmlformats.org/drawingml/2006/main">
              <a:ext uri="{FF2B5EF4-FFF2-40B4-BE49-F238E27FC236}">
                <a16:creationId xmlns:a16="http://schemas.microsoft.com/office/drawing/2014/main" id="{B523464F-5CF9-4A0D-900D-C3A34678B0BA}"/>
              </a:ext>
            </a:extLst>
          </p:cNvPr>
          <p:cNvSpPr>
            <a:spLocks xmlns:a="http://schemas.openxmlformats.org/drawingml/2006/main" noGrp="1"/>
          </p:cNvSpPr>
          <p:nvPr/>
        </p:nvSpPr>
        <p:spPr>
          <a:xfrm xmlns:a="http://schemas.openxmlformats.org/drawingml/2006/main">
            <a:off x="1283303" y="3982736"/>
            <a:ext cx="82963"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TLB</a:t>
            </a:r>
          </a:p>
        </p:txBody>
      </p:sp>
      <p:sp>
        <p:nvSpPr>
          <p:cNvPr id="476" name="circuit-1065">
            <a:extLst xmlns:a="http://schemas.openxmlformats.org/drawingml/2006/main">
              <a:ext uri="{FF2B5EF4-FFF2-40B4-BE49-F238E27FC236}">
                <a16:creationId xmlns:a16="http://schemas.microsoft.com/office/drawing/2014/main" id="{C9C7911F-52BC-4C5B-A78C-4A88D586CEDB}"/>
              </a:ext>
            </a:extLst>
          </p:cNvPr>
          <p:cNvSpPr>
            <a:spLocks xmlns:a="http://schemas.openxmlformats.org/drawingml/2006/main" noGrp="1"/>
          </p:cNvSpPr>
          <p:nvPr/>
        </p:nvSpPr>
        <p:spPr>
          <a:xfrm xmlns:a="http://schemas.openxmlformats.org/drawingml/2006/main">
            <a:off x="1410938" y="3979545"/>
            <a:ext cx="31909" cy="82963"/>
          </a:xfrm>
          <a:custGeom xmlns:a="http://schemas.openxmlformats.org/drawingml/2006/main">
            <a:pathLst>
              <a:path w="31909" h="82963">
                <a:moveTo>
                  <a:pt x="0" y="0"/>
                </a:moveTo>
                <a:lnTo>
                  <a:pt x="31909" y="19145"/>
                </a:lnTo>
                <a:lnTo>
                  <a:pt x="31909" y="63817"/>
                </a:lnTo>
                <a:lnTo>
                  <a:pt x="0" y="82963"/>
                </a:lnTo>
                <a:close/>
              </a:path>
            </a:pathLst>
          </a:custGeom>
          <a:solidFill xmlns:a="http://schemas.openxmlformats.org/drawingml/2006/main">
            <a:srgbClr val="FFFFFF"/>
          </a:solidFill>
          <a:ln xmlns:a="http://schemas.openxmlformats.org/drawingml/2006/main" w="5105">
            <a:solidFill>
              <a:srgbClr val="231F20"/>
            </a:solidFill>
          </a:ln>
        </p:spPr>
      </p:sp>
      <p:sp>
        <p:nvSpPr>
          <p:cNvPr id="477" name="wire-1066">
            <a:extLst xmlns:a="http://schemas.openxmlformats.org/drawingml/2006/main">
              <a:ext uri="{FF2B5EF4-FFF2-40B4-BE49-F238E27FC236}">
                <a16:creationId xmlns:a16="http://schemas.microsoft.com/office/drawing/2014/main" id="{DB11F935-9E3B-40C4-ABDD-F07AAF2643E9}"/>
              </a:ext>
            </a:extLst>
          </p:cNvPr>
          <p:cNvSpPr>
            <a:spLocks xmlns:a="http://schemas.openxmlformats.org/drawingml/2006/main" noGrp="1"/>
          </p:cNvSpPr>
          <p:nvPr/>
        </p:nvSpPr>
        <p:spPr>
          <a:xfrm xmlns:a="http://schemas.openxmlformats.org/drawingml/2006/main">
            <a:off x="1238631" y="3998690"/>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5424">
            <a:solidFill>
              <a:srgbClr val="231F20"/>
            </a:solidFill>
          </a:ln>
        </p:spPr>
      </p:sp>
      <p:sp>
        <p:nvSpPr>
          <p:cNvPr id="478" name="circuit-1067">
            <a:extLst xmlns:a="http://schemas.openxmlformats.org/drawingml/2006/main">
              <a:ext uri="{FF2B5EF4-FFF2-40B4-BE49-F238E27FC236}">
                <a16:creationId xmlns:a16="http://schemas.microsoft.com/office/drawing/2014/main" id="{892556E2-DF5B-4D14-A644-BCA65C819325}"/>
              </a:ext>
            </a:extLst>
          </p:cNvPr>
          <p:cNvSpPr>
            <a:spLocks xmlns:a="http://schemas.openxmlformats.org/drawingml/2006/main" noGrp="1"/>
          </p:cNvSpPr>
          <p:nvPr/>
        </p:nvSpPr>
        <p:spPr>
          <a:xfrm xmlns:a="http://schemas.openxmlformats.org/drawingml/2006/main">
            <a:off x="1260967" y="3992309"/>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79" name="wire-1068">
            <a:extLst xmlns:a="http://schemas.openxmlformats.org/drawingml/2006/main">
              <a:ext uri="{FF2B5EF4-FFF2-40B4-BE49-F238E27FC236}">
                <a16:creationId xmlns:a16="http://schemas.microsoft.com/office/drawing/2014/main" id="{725423C1-BFAD-4064-92EA-EA2ED7BFA048}"/>
              </a:ext>
            </a:extLst>
          </p:cNvPr>
          <p:cNvSpPr>
            <a:spLocks xmlns:a="http://schemas.openxmlformats.org/drawingml/2006/main" noGrp="1"/>
          </p:cNvSpPr>
          <p:nvPr/>
        </p:nvSpPr>
        <p:spPr>
          <a:xfrm xmlns:a="http://schemas.openxmlformats.org/drawingml/2006/main">
            <a:off x="1372648" y="4011454"/>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5424">
            <a:solidFill>
              <a:srgbClr val="231F20"/>
            </a:solidFill>
          </a:ln>
        </p:spPr>
      </p:sp>
      <p:sp>
        <p:nvSpPr>
          <p:cNvPr id="480" name="circuit-1069">
            <a:extLst xmlns:a="http://schemas.openxmlformats.org/drawingml/2006/main">
              <a:ext uri="{FF2B5EF4-FFF2-40B4-BE49-F238E27FC236}">
                <a16:creationId xmlns:a16="http://schemas.microsoft.com/office/drawing/2014/main" id="{A1770D3A-E971-4725-A454-A91770839F8F}"/>
              </a:ext>
            </a:extLst>
          </p:cNvPr>
          <p:cNvSpPr>
            <a:spLocks xmlns:a="http://schemas.openxmlformats.org/drawingml/2006/main" noGrp="1"/>
          </p:cNvSpPr>
          <p:nvPr/>
        </p:nvSpPr>
        <p:spPr>
          <a:xfrm xmlns:a="http://schemas.openxmlformats.org/drawingml/2006/main">
            <a:off x="1394984" y="4005072"/>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481" name="wire-1070">
            <a:extLst xmlns:a="http://schemas.openxmlformats.org/drawingml/2006/main">
              <a:ext uri="{FF2B5EF4-FFF2-40B4-BE49-F238E27FC236}">
                <a16:creationId xmlns:a16="http://schemas.microsoft.com/office/drawing/2014/main" id="{136E1F80-2AF9-4D0E-9E09-FCFFBABE78FD}"/>
              </a:ext>
            </a:extLst>
          </p:cNvPr>
          <p:cNvSpPr>
            <a:spLocks xmlns:a="http://schemas.openxmlformats.org/drawingml/2006/main" noGrp="1"/>
          </p:cNvSpPr>
          <p:nvPr/>
        </p:nvSpPr>
        <p:spPr>
          <a:xfrm xmlns:a="http://schemas.openxmlformats.org/drawingml/2006/main">
            <a:off x="1257776" y="3998690"/>
            <a:ext cx="9525" cy="70199"/>
          </a:xfrm>
          <a:custGeom xmlns:a="http://schemas.openxmlformats.org/drawingml/2006/main">
            <a:pathLst>
              <a:path w="9525" h="70199">
                <a:moveTo>
                  <a:pt x="0" y="0"/>
                </a:moveTo>
                <a:lnTo>
                  <a:pt x="0" y="70199"/>
                </a:lnTo>
              </a:path>
            </a:pathLst>
          </a:custGeom>
          <a:noFill xmlns:a="http://schemas.openxmlformats.org/drawingml/2006/main"/>
          <a:ln xmlns:a="http://schemas.openxmlformats.org/drawingml/2006/main" w="5424">
            <a:solidFill>
              <a:srgbClr val="231F20"/>
            </a:solidFill>
          </a:ln>
        </p:spPr>
      </p:sp>
      <p:sp>
        <p:nvSpPr>
          <p:cNvPr id="482" name="wire-1071">
            <a:extLst xmlns:a="http://schemas.openxmlformats.org/drawingml/2006/main">
              <a:ext uri="{FF2B5EF4-FFF2-40B4-BE49-F238E27FC236}">
                <a16:creationId xmlns:a16="http://schemas.microsoft.com/office/drawing/2014/main" id="{6622A564-6C09-4EE3-86DF-A1035CFA867E}"/>
              </a:ext>
            </a:extLst>
          </p:cNvPr>
          <p:cNvSpPr>
            <a:spLocks xmlns:a="http://schemas.openxmlformats.org/drawingml/2006/main" noGrp="1"/>
          </p:cNvSpPr>
          <p:nvPr/>
        </p:nvSpPr>
        <p:spPr>
          <a:xfrm xmlns:a="http://schemas.openxmlformats.org/drawingml/2006/main">
            <a:off x="1257776" y="4068890"/>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5424">
            <a:solidFill>
              <a:srgbClr val="231F20"/>
            </a:solidFill>
          </a:ln>
        </p:spPr>
      </p:sp>
      <p:sp>
        <p:nvSpPr>
          <p:cNvPr id="483" name="wire-1072">
            <a:extLst xmlns:a="http://schemas.openxmlformats.org/drawingml/2006/main">
              <a:ext uri="{FF2B5EF4-FFF2-40B4-BE49-F238E27FC236}">
                <a16:creationId xmlns:a16="http://schemas.microsoft.com/office/drawing/2014/main" id="{2573A827-DB00-48B9-925A-C84C92B4B536}"/>
              </a:ext>
            </a:extLst>
          </p:cNvPr>
          <p:cNvSpPr>
            <a:spLocks xmlns:a="http://schemas.openxmlformats.org/drawingml/2006/main" noGrp="1"/>
          </p:cNvSpPr>
          <p:nvPr/>
        </p:nvSpPr>
        <p:spPr>
          <a:xfrm xmlns:a="http://schemas.openxmlformats.org/drawingml/2006/main">
            <a:off x="1391793" y="4043363"/>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484" name="wire-1073">
            <a:extLst xmlns:a="http://schemas.openxmlformats.org/drawingml/2006/main">
              <a:ext uri="{FF2B5EF4-FFF2-40B4-BE49-F238E27FC236}">
                <a16:creationId xmlns:a16="http://schemas.microsoft.com/office/drawing/2014/main" id="{3D94F9E0-2F34-44DE-B51D-03083DB45197}"/>
              </a:ext>
            </a:extLst>
          </p:cNvPr>
          <p:cNvSpPr>
            <a:spLocks xmlns:a="http://schemas.openxmlformats.org/drawingml/2006/main" noGrp="1"/>
          </p:cNvSpPr>
          <p:nvPr/>
        </p:nvSpPr>
        <p:spPr>
          <a:xfrm xmlns:a="http://schemas.openxmlformats.org/drawingml/2006/main">
            <a:off x="1391793" y="4043363"/>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485" name="circuit-1074">
            <a:extLst xmlns:a="http://schemas.openxmlformats.org/drawingml/2006/main">
              <a:ext uri="{FF2B5EF4-FFF2-40B4-BE49-F238E27FC236}">
                <a16:creationId xmlns:a16="http://schemas.microsoft.com/office/drawing/2014/main" id="{726A952C-9112-4ED8-912E-3C094B41CC0B}"/>
              </a:ext>
            </a:extLst>
          </p:cNvPr>
          <p:cNvSpPr>
            <a:spLocks xmlns:a="http://schemas.openxmlformats.org/drawingml/2006/main" noGrp="1"/>
          </p:cNvSpPr>
          <p:nvPr/>
        </p:nvSpPr>
        <p:spPr>
          <a:xfrm xmlns:a="http://schemas.openxmlformats.org/drawingml/2006/main">
            <a:off x="1394984" y="4036981"/>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486" name="">
            <a:extLst xmlns:a="http://schemas.openxmlformats.org/drawingml/2006/main">
              <a:ext uri="{FF2B5EF4-FFF2-40B4-BE49-F238E27FC236}">
                <a16:creationId xmlns:a16="http://schemas.microsoft.com/office/drawing/2014/main" id="{89DA6415-B920-462C-A327-42154DD7F534}"/>
              </a:ext>
            </a:extLst>
          </p:cNvPr>
          <p:cNvSpPr>
            <a:spLocks xmlns:a="http://schemas.openxmlformats.org/drawingml/2006/main" noGrp="1"/>
          </p:cNvSpPr>
          <p:nvPr/>
        </p:nvSpPr>
        <p:spPr>
          <a:xfrm xmlns:a="http://schemas.openxmlformats.org/drawingml/2006/main">
            <a:off x="1252990" y="3993904"/>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487" name="wire-1075">
            <a:extLst xmlns:a="http://schemas.openxmlformats.org/drawingml/2006/main">
              <a:ext uri="{FF2B5EF4-FFF2-40B4-BE49-F238E27FC236}">
                <a16:creationId xmlns:a16="http://schemas.microsoft.com/office/drawing/2014/main" id="{74544356-2383-4D7E-8277-D4AB2C36338E}"/>
              </a:ext>
            </a:extLst>
          </p:cNvPr>
          <p:cNvSpPr>
            <a:spLocks xmlns:a="http://schemas.openxmlformats.org/drawingml/2006/main" noGrp="1"/>
          </p:cNvSpPr>
          <p:nvPr/>
        </p:nvSpPr>
        <p:spPr>
          <a:xfrm xmlns:a="http://schemas.openxmlformats.org/drawingml/2006/main">
            <a:off x="1442847" y="4024217"/>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6701">
            <a:solidFill>
              <a:srgbClr val="1572C3"/>
            </a:solidFill>
          </a:ln>
        </p:spPr>
      </p:sp>
      <p:sp>
        <p:nvSpPr>
          <p:cNvPr id="488" name="wire-1076">
            <a:extLst xmlns:a="http://schemas.openxmlformats.org/drawingml/2006/main">
              <a:ext uri="{FF2B5EF4-FFF2-40B4-BE49-F238E27FC236}">
                <a16:creationId xmlns:a16="http://schemas.microsoft.com/office/drawing/2014/main" id="{A0BC46B4-1EF1-4021-AD15-2BCBE9F10C65}"/>
              </a:ext>
            </a:extLst>
          </p:cNvPr>
          <p:cNvSpPr>
            <a:spLocks xmlns:a="http://schemas.openxmlformats.org/drawingml/2006/main" noGrp="1"/>
          </p:cNvSpPr>
          <p:nvPr/>
        </p:nvSpPr>
        <p:spPr>
          <a:xfrm xmlns:a="http://schemas.openxmlformats.org/drawingml/2006/main">
            <a:off x="1461992" y="4024217"/>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6701">
            <a:solidFill>
              <a:srgbClr val="1572C3"/>
            </a:solidFill>
          </a:ln>
        </p:spPr>
      </p:sp>
      <p:sp>
        <p:nvSpPr>
          <p:cNvPr id="489" name="wire-1077">
            <a:extLst xmlns:a="http://schemas.openxmlformats.org/drawingml/2006/main">
              <a:ext uri="{FF2B5EF4-FFF2-40B4-BE49-F238E27FC236}">
                <a16:creationId xmlns:a16="http://schemas.microsoft.com/office/drawing/2014/main" id="{CE0CCDA9-1820-4EB6-A28C-E13FB32AF24A}"/>
              </a:ext>
            </a:extLst>
          </p:cNvPr>
          <p:cNvSpPr>
            <a:spLocks xmlns:a="http://schemas.openxmlformats.org/drawingml/2006/main" noGrp="1"/>
          </p:cNvSpPr>
          <p:nvPr/>
        </p:nvSpPr>
        <p:spPr>
          <a:xfrm xmlns:a="http://schemas.openxmlformats.org/drawingml/2006/main">
            <a:off x="1410938" y="4075271"/>
            <a:ext cx="51054" cy="9525"/>
          </a:xfrm>
          <a:custGeom xmlns:a="http://schemas.openxmlformats.org/drawingml/2006/main">
            <a:pathLst>
              <a:path w="51054" h="9525">
                <a:moveTo>
                  <a:pt x="51054" y="0"/>
                </a:moveTo>
                <a:lnTo>
                  <a:pt x="0" y="0"/>
                </a:lnTo>
              </a:path>
            </a:pathLst>
          </a:custGeom>
          <a:noFill xmlns:a="http://schemas.openxmlformats.org/drawingml/2006/main"/>
          <a:ln xmlns:a="http://schemas.openxmlformats.org/drawingml/2006/main" w="6701">
            <a:solidFill>
              <a:srgbClr val="1572C3"/>
            </a:solidFill>
          </a:ln>
        </p:spPr>
      </p:sp>
      <p:sp>
        <p:nvSpPr>
          <p:cNvPr id="490" name="wire-1078">
            <a:extLst xmlns:a="http://schemas.openxmlformats.org/drawingml/2006/main">
              <a:ext uri="{FF2B5EF4-FFF2-40B4-BE49-F238E27FC236}">
                <a16:creationId xmlns:a16="http://schemas.microsoft.com/office/drawing/2014/main" id="{0E33D407-F378-4CD0-B09D-8714307781D8}"/>
              </a:ext>
            </a:extLst>
          </p:cNvPr>
          <p:cNvSpPr>
            <a:spLocks xmlns:a="http://schemas.openxmlformats.org/drawingml/2006/main" noGrp="1"/>
          </p:cNvSpPr>
          <p:nvPr/>
        </p:nvSpPr>
        <p:spPr>
          <a:xfrm xmlns:a="http://schemas.openxmlformats.org/drawingml/2006/main">
            <a:off x="1410938" y="4075271"/>
            <a:ext cx="9525" cy="12764"/>
          </a:xfrm>
          <a:custGeom xmlns:a="http://schemas.openxmlformats.org/drawingml/2006/main">
            <a:pathLst>
              <a:path w="9525" h="12764">
                <a:moveTo>
                  <a:pt x="0" y="0"/>
                </a:moveTo>
                <a:lnTo>
                  <a:pt x="0" y="12764"/>
                </a:lnTo>
              </a:path>
            </a:pathLst>
          </a:custGeom>
          <a:noFill xmlns:a="http://schemas.openxmlformats.org/drawingml/2006/main"/>
          <a:ln xmlns:a="http://schemas.openxmlformats.org/drawingml/2006/main" w="6701">
            <a:solidFill>
              <a:srgbClr val="1572C3"/>
            </a:solidFill>
          </a:ln>
        </p:spPr>
      </p:sp>
      <p:sp>
        <p:nvSpPr>
          <p:cNvPr id="491" name="block-1079">
            <a:extLst xmlns:a="http://schemas.openxmlformats.org/drawingml/2006/main">
              <a:ext uri="{FF2B5EF4-FFF2-40B4-BE49-F238E27FC236}">
                <a16:creationId xmlns:a16="http://schemas.microsoft.com/office/drawing/2014/main" id="{4F4E33C5-D4E6-4910-9FEE-000D43F263D7}"/>
              </a:ext>
            </a:extLst>
          </p:cNvPr>
          <p:cNvSpPr>
            <a:spLocks xmlns:a="http://schemas.openxmlformats.org/drawingml/2006/main" noGrp="1"/>
          </p:cNvSpPr>
          <p:nvPr/>
        </p:nvSpPr>
        <p:spPr>
          <a:xfrm xmlns:a="http://schemas.openxmlformats.org/drawingml/2006/main">
            <a:off x="1474756" y="3979545"/>
            <a:ext cx="102108" cy="82963"/>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492" name="text-1080">
            <a:extLst xmlns:a="http://schemas.openxmlformats.org/drawingml/2006/main">
              <a:ext uri="{FF2B5EF4-FFF2-40B4-BE49-F238E27FC236}">
                <a16:creationId xmlns:a16="http://schemas.microsoft.com/office/drawing/2014/main" id="{AB96F737-43A0-404B-8C49-58C90781556D}"/>
              </a:ext>
            </a:extLst>
          </p:cNvPr>
          <p:cNvSpPr>
            <a:spLocks xmlns:a="http://schemas.openxmlformats.org/drawingml/2006/main" noGrp="1"/>
          </p:cNvSpPr>
          <p:nvPr/>
        </p:nvSpPr>
        <p:spPr>
          <a:xfrm xmlns:a="http://schemas.openxmlformats.org/drawingml/2006/main">
            <a:off x="1481138" y="3979545"/>
            <a:ext cx="89345"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51" b="0">
                <a:solidFill>
                  <a:srgbClr val="231F20"/>
                </a:solidFill>
                <a:latin typeface="Arial"/>
                <a:ea typeface="Arial"/>
                <a:cs typeface="Arial"/>
              </a:defRPr>
            </a:defPPr>
            <a:lvl1pPr algn="ctr">
              <a:defRPr sz="251" b="0">
                <a:solidFill>
                  <a:srgbClr val="231F20"/>
                </a:solidFill>
                <a:latin typeface="Arial"/>
                <a:ea typeface="Arial"/>
                <a:cs typeface="Arial"/>
              </a:defRPr>
            </a:lvl1pPr>
            <a:lvl2pPr algn="ctr">
              <a:defRPr sz="251" b="0">
                <a:solidFill>
                  <a:srgbClr val="231F20"/>
                </a:solidFill>
                <a:latin typeface="Arial"/>
                <a:ea typeface="Arial"/>
                <a:cs typeface="Arial"/>
              </a:defRPr>
            </a:lvl2pPr>
            <a:lvl3pPr algn="ctr">
              <a:defRPr sz="251" b="0">
                <a:solidFill>
                  <a:srgbClr val="231F20"/>
                </a:solidFill>
                <a:latin typeface="Arial"/>
                <a:ea typeface="Arial"/>
                <a:cs typeface="Arial"/>
              </a:defRPr>
            </a:lvl3pPr>
            <a:lvl4pPr algn="ctr">
              <a:defRPr sz="251" b="0">
                <a:solidFill>
                  <a:srgbClr val="231F20"/>
                </a:solidFill>
                <a:latin typeface="Arial"/>
                <a:ea typeface="Arial"/>
                <a:cs typeface="Arial"/>
              </a:defRPr>
            </a:lvl4pPr>
            <a:lvl5pPr algn="ctr">
              <a:defRPr sz="251" b="0">
                <a:solidFill>
                  <a:srgbClr val="231F20"/>
                </a:solidFill>
                <a:latin typeface="Arial"/>
                <a:ea typeface="Arial"/>
                <a:cs typeface="Arial"/>
              </a:defRPr>
            </a:lvl5pPr>
            <a:lvl6pPr algn="ctr">
              <a:defRPr sz="251" b="0">
                <a:solidFill>
                  <a:srgbClr val="231F20"/>
                </a:solidFill>
                <a:latin typeface="Arial"/>
                <a:ea typeface="Arial"/>
                <a:cs typeface="Arial"/>
              </a:defRPr>
            </a:lvl6pPr>
            <a:lvl7pPr algn="ctr">
              <a:defRPr sz="251" b="0">
                <a:solidFill>
                  <a:srgbClr val="231F20"/>
                </a:solidFill>
                <a:latin typeface="Arial"/>
                <a:ea typeface="Arial"/>
                <a:cs typeface="Arial"/>
              </a:defRPr>
            </a:lvl7pPr>
            <a:lvl8pPr algn="ctr">
              <a:defRPr sz="251" b="0">
                <a:solidFill>
                  <a:srgbClr val="231F20"/>
                </a:solidFill>
                <a:latin typeface="Arial"/>
                <a:ea typeface="Arial"/>
                <a:cs typeface="Arial"/>
              </a:defRPr>
            </a:lvl8pPr>
            <a:lvl9pPr algn="ctr">
              <a:defRPr sz="251" b="0">
                <a:solidFill>
                  <a:srgbClr val="231F20"/>
                </a:solidFill>
                <a:latin typeface="Arial"/>
                <a:ea typeface="Arial"/>
                <a:cs typeface="Arial"/>
              </a:defRPr>
            </a:lvl9pPr>
          </a:lstStyle>
          <a:p xmlns:a="http://schemas.openxmlformats.org/drawingml/2006/main">
            <a:pPr algn="ctr">
              <a:defRPr sz="251" b="0">
                <a:solidFill>
                  <a:srgbClr val="231F20"/>
                </a:solidFill>
                <a:latin typeface="Arial"/>
                <a:ea typeface="Arial"/>
                <a:cs typeface="Arial"/>
              </a:defRPr>
            </a:pPr>
            <a:r>
              <a:rPr sz="251" b="0">
                <a:solidFill>
                  <a:srgbClr val="231F20"/>
                </a:solidFill>
                <a:latin typeface="Arial"/>
                <a:ea typeface="Arial"/>
                <a:cs typeface="Arial"/>
              </a:rPr>
              <a:t>PMP</a:t>
            </a:r>
          </a:p>
        </p:txBody>
      </p:sp>
      <p:sp>
        <p:nvSpPr>
          <p:cNvPr id="493" name="text-1081">
            <a:extLst xmlns:a="http://schemas.openxmlformats.org/drawingml/2006/main">
              <a:ext uri="{FF2B5EF4-FFF2-40B4-BE49-F238E27FC236}">
                <a16:creationId xmlns:a16="http://schemas.microsoft.com/office/drawing/2014/main" id="{7CF26D22-E53E-4EEC-97C8-E4AE72BAAF6D}"/>
              </a:ext>
            </a:extLst>
          </p:cNvPr>
          <p:cNvSpPr>
            <a:spLocks xmlns:a="http://schemas.openxmlformats.org/drawingml/2006/main" noGrp="1"/>
          </p:cNvSpPr>
          <p:nvPr/>
        </p:nvSpPr>
        <p:spPr>
          <a:xfrm xmlns:a="http://schemas.openxmlformats.org/drawingml/2006/main">
            <a:off x="1481138" y="4017836"/>
            <a:ext cx="89345"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51" b="0">
                <a:solidFill>
                  <a:srgbClr val="231F20"/>
                </a:solidFill>
                <a:latin typeface="Arial"/>
                <a:ea typeface="Arial"/>
                <a:cs typeface="Arial"/>
              </a:defRPr>
            </a:defPPr>
            <a:lvl1pPr algn="ctr">
              <a:defRPr sz="251" b="0">
                <a:solidFill>
                  <a:srgbClr val="231F20"/>
                </a:solidFill>
                <a:latin typeface="Arial"/>
                <a:ea typeface="Arial"/>
                <a:cs typeface="Arial"/>
              </a:defRPr>
            </a:lvl1pPr>
            <a:lvl2pPr algn="ctr">
              <a:defRPr sz="251" b="0">
                <a:solidFill>
                  <a:srgbClr val="231F20"/>
                </a:solidFill>
                <a:latin typeface="Arial"/>
                <a:ea typeface="Arial"/>
                <a:cs typeface="Arial"/>
              </a:defRPr>
            </a:lvl2pPr>
            <a:lvl3pPr algn="ctr">
              <a:defRPr sz="251" b="0">
                <a:solidFill>
                  <a:srgbClr val="231F20"/>
                </a:solidFill>
                <a:latin typeface="Arial"/>
                <a:ea typeface="Arial"/>
                <a:cs typeface="Arial"/>
              </a:defRPr>
            </a:lvl3pPr>
            <a:lvl4pPr algn="ctr">
              <a:defRPr sz="251" b="0">
                <a:solidFill>
                  <a:srgbClr val="231F20"/>
                </a:solidFill>
                <a:latin typeface="Arial"/>
                <a:ea typeface="Arial"/>
                <a:cs typeface="Arial"/>
              </a:defRPr>
            </a:lvl4pPr>
            <a:lvl5pPr algn="ctr">
              <a:defRPr sz="251" b="0">
                <a:solidFill>
                  <a:srgbClr val="231F20"/>
                </a:solidFill>
                <a:latin typeface="Arial"/>
                <a:ea typeface="Arial"/>
                <a:cs typeface="Arial"/>
              </a:defRPr>
            </a:lvl5pPr>
            <a:lvl6pPr algn="ctr">
              <a:defRPr sz="251" b="0">
                <a:solidFill>
                  <a:srgbClr val="231F20"/>
                </a:solidFill>
                <a:latin typeface="Arial"/>
                <a:ea typeface="Arial"/>
                <a:cs typeface="Arial"/>
              </a:defRPr>
            </a:lvl6pPr>
            <a:lvl7pPr algn="ctr">
              <a:defRPr sz="251" b="0">
                <a:solidFill>
                  <a:srgbClr val="231F20"/>
                </a:solidFill>
                <a:latin typeface="Arial"/>
                <a:ea typeface="Arial"/>
                <a:cs typeface="Arial"/>
              </a:defRPr>
            </a:lvl7pPr>
            <a:lvl8pPr algn="ctr">
              <a:defRPr sz="251" b="0">
                <a:solidFill>
                  <a:srgbClr val="231F20"/>
                </a:solidFill>
                <a:latin typeface="Arial"/>
                <a:ea typeface="Arial"/>
                <a:cs typeface="Arial"/>
              </a:defRPr>
            </a:lvl8pPr>
            <a:lvl9pPr algn="ctr">
              <a:defRPr sz="251" b="0">
                <a:solidFill>
                  <a:srgbClr val="231F20"/>
                </a:solidFill>
                <a:latin typeface="Arial"/>
                <a:ea typeface="Arial"/>
                <a:cs typeface="Arial"/>
              </a:defRPr>
            </a:lvl9pPr>
          </a:lstStyle>
          <a:p xmlns:a="http://schemas.openxmlformats.org/drawingml/2006/main">
            <a:pPr algn="ctr">
              <a:defRPr sz="251" b="0">
                <a:solidFill>
                  <a:srgbClr val="231F20"/>
                </a:solidFill>
                <a:latin typeface="Arial"/>
                <a:ea typeface="Arial"/>
                <a:cs typeface="Arial"/>
              </a:defRPr>
            </a:pPr>
            <a:r>
              <a:rPr sz="251" b="0">
                <a:solidFill>
                  <a:srgbClr val="231F20"/>
                </a:solidFill>
                <a:latin typeface="Arial"/>
                <a:ea typeface="Arial"/>
                <a:cs typeface="Arial"/>
              </a:rPr>
              <a:t>PMA</a:t>
            </a:r>
          </a:p>
        </p:txBody>
      </p:sp>
      <p:sp>
        <p:nvSpPr>
          <p:cNvPr id="494" name="wire-1082">
            <a:extLst xmlns:a="http://schemas.openxmlformats.org/drawingml/2006/main">
              <a:ext uri="{FF2B5EF4-FFF2-40B4-BE49-F238E27FC236}">
                <a16:creationId xmlns:a16="http://schemas.microsoft.com/office/drawing/2014/main" id="{2C657B33-63AD-4266-B564-815A58710A7D}"/>
              </a:ext>
            </a:extLst>
          </p:cNvPr>
          <p:cNvSpPr>
            <a:spLocks xmlns:a="http://schemas.openxmlformats.org/drawingml/2006/main" noGrp="1"/>
          </p:cNvSpPr>
          <p:nvPr/>
        </p:nvSpPr>
        <p:spPr>
          <a:xfrm xmlns:a="http://schemas.openxmlformats.org/drawingml/2006/main">
            <a:off x="1461992" y="4024217"/>
            <a:ext cx="12764" cy="9525"/>
          </a:xfrm>
          <a:custGeom xmlns:a="http://schemas.openxmlformats.org/drawingml/2006/main">
            <a:pathLst>
              <a:path w="12764" h="9525">
                <a:moveTo>
                  <a:pt x="0" y="0"/>
                </a:moveTo>
                <a:lnTo>
                  <a:pt x="12764" y="0"/>
                </a:lnTo>
              </a:path>
            </a:pathLst>
          </a:custGeom>
          <a:noFill xmlns:a="http://schemas.openxmlformats.org/drawingml/2006/main"/>
          <a:ln xmlns:a="http://schemas.openxmlformats.org/drawingml/2006/main" w="5424">
            <a:solidFill>
              <a:srgbClr val="231F20"/>
            </a:solidFill>
          </a:ln>
        </p:spPr>
      </p:sp>
      <p:sp>
        <p:nvSpPr>
          <p:cNvPr id="495" name="circuit-1083">
            <a:extLst xmlns:a="http://schemas.openxmlformats.org/drawingml/2006/main">
              <a:ext uri="{FF2B5EF4-FFF2-40B4-BE49-F238E27FC236}">
                <a16:creationId xmlns:a16="http://schemas.microsoft.com/office/drawing/2014/main" id="{C01218AF-F4AA-4348-9187-EBAD952EBF40}"/>
              </a:ext>
            </a:extLst>
          </p:cNvPr>
          <p:cNvSpPr>
            <a:spLocks xmlns:a="http://schemas.openxmlformats.org/drawingml/2006/main" noGrp="1"/>
          </p:cNvSpPr>
          <p:nvPr/>
        </p:nvSpPr>
        <p:spPr>
          <a:xfrm xmlns:a="http://schemas.openxmlformats.org/drawingml/2006/main">
            <a:off x="1458801" y="4017836"/>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496" name="">
            <a:extLst xmlns:a="http://schemas.openxmlformats.org/drawingml/2006/main">
              <a:ext uri="{FF2B5EF4-FFF2-40B4-BE49-F238E27FC236}">
                <a16:creationId xmlns:a16="http://schemas.microsoft.com/office/drawing/2014/main" id="{A27E409D-ADA0-4A77-9964-9CC169F92B67}"/>
              </a:ext>
            </a:extLst>
          </p:cNvPr>
          <p:cNvSpPr>
            <a:spLocks xmlns:a="http://schemas.openxmlformats.org/drawingml/2006/main" noGrp="1"/>
          </p:cNvSpPr>
          <p:nvPr/>
        </p:nvSpPr>
        <p:spPr>
          <a:xfrm xmlns:a="http://schemas.openxmlformats.org/drawingml/2006/main">
            <a:off x="1457206" y="4019431"/>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497" name="block-1084">
            <a:extLst xmlns:a="http://schemas.openxmlformats.org/drawingml/2006/main">
              <a:ext uri="{FF2B5EF4-FFF2-40B4-BE49-F238E27FC236}">
                <a16:creationId xmlns:a16="http://schemas.microsoft.com/office/drawing/2014/main" id="{C982A189-281D-446D-81FA-E7D96EA945DE}"/>
              </a:ext>
            </a:extLst>
          </p:cNvPr>
          <p:cNvSpPr>
            <a:spLocks xmlns:a="http://schemas.openxmlformats.org/drawingml/2006/main" noGrp="1"/>
          </p:cNvSpPr>
          <p:nvPr/>
        </p:nvSpPr>
        <p:spPr>
          <a:xfrm xmlns:a="http://schemas.openxmlformats.org/drawingml/2006/main">
            <a:off x="1239907" y="4210564"/>
            <a:ext cx="348444" cy="239954"/>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498" name="text-1085">
            <a:extLst xmlns:a="http://schemas.openxmlformats.org/drawingml/2006/main">
              <a:ext uri="{FF2B5EF4-FFF2-40B4-BE49-F238E27FC236}">
                <a16:creationId xmlns:a16="http://schemas.microsoft.com/office/drawing/2014/main" id="{522592DC-B570-48B4-8347-63CD21EDFC1C}"/>
              </a:ext>
            </a:extLst>
          </p:cNvPr>
          <p:cNvSpPr>
            <a:spLocks xmlns:a="http://schemas.openxmlformats.org/drawingml/2006/main" noGrp="1"/>
          </p:cNvSpPr>
          <p:nvPr/>
        </p:nvSpPr>
        <p:spPr>
          <a:xfrm xmlns:a="http://schemas.openxmlformats.org/drawingml/2006/main">
            <a:off x="1245013" y="4206735"/>
            <a:ext cx="338233"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Yu Gothic"/>
                <a:ea typeface="Yu Gothic"/>
                <a:cs typeface="Yu Gothic"/>
              </a:defRPr>
            </a:defPPr>
            <a:lvl1pPr algn="ctr">
              <a:defRPr sz="452" b="1">
                <a:solidFill>
                  <a:srgbClr val="231F20"/>
                </a:solidFill>
                <a:latin typeface="Yu Gothic"/>
                <a:ea typeface="Yu Gothic"/>
                <a:cs typeface="Yu Gothic"/>
              </a:defRPr>
            </a:lvl1pPr>
            <a:lvl2pPr algn="ctr">
              <a:defRPr sz="452" b="1">
                <a:solidFill>
                  <a:srgbClr val="231F20"/>
                </a:solidFill>
                <a:latin typeface="Yu Gothic"/>
                <a:ea typeface="Yu Gothic"/>
                <a:cs typeface="Yu Gothic"/>
              </a:defRPr>
            </a:lvl2pPr>
            <a:lvl3pPr algn="ctr">
              <a:defRPr sz="452" b="1">
                <a:solidFill>
                  <a:srgbClr val="231F20"/>
                </a:solidFill>
                <a:latin typeface="Yu Gothic"/>
                <a:ea typeface="Yu Gothic"/>
                <a:cs typeface="Yu Gothic"/>
              </a:defRPr>
            </a:lvl3pPr>
            <a:lvl4pPr algn="ctr">
              <a:defRPr sz="452" b="1">
                <a:solidFill>
                  <a:srgbClr val="231F20"/>
                </a:solidFill>
                <a:latin typeface="Yu Gothic"/>
                <a:ea typeface="Yu Gothic"/>
                <a:cs typeface="Yu Gothic"/>
              </a:defRPr>
            </a:lvl4pPr>
            <a:lvl5pPr algn="ctr">
              <a:defRPr sz="452" b="1">
                <a:solidFill>
                  <a:srgbClr val="231F20"/>
                </a:solidFill>
                <a:latin typeface="Yu Gothic"/>
                <a:ea typeface="Yu Gothic"/>
                <a:cs typeface="Yu Gothic"/>
              </a:defRPr>
            </a:lvl5pPr>
            <a:lvl6pPr algn="ctr">
              <a:defRPr sz="452" b="1">
                <a:solidFill>
                  <a:srgbClr val="231F20"/>
                </a:solidFill>
                <a:latin typeface="Yu Gothic"/>
                <a:ea typeface="Yu Gothic"/>
                <a:cs typeface="Yu Gothic"/>
              </a:defRPr>
            </a:lvl6pPr>
            <a:lvl7pPr algn="ctr">
              <a:defRPr sz="452" b="1">
                <a:solidFill>
                  <a:srgbClr val="231F20"/>
                </a:solidFill>
                <a:latin typeface="Yu Gothic"/>
                <a:ea typeface="Yu Gothic"/>
                <a:cs typeface="Yu Gothic"/>
              </a:defRPr>
            </a:lvl7pPr>
            <a:lvl8pPr algn="ctr">
              <a:defRPr sz="452" b="1">
                <a:solidFill>
                  <a:srgbClr val="231F20"/>
                </a:solidFill>
                <a:latin typeface="Yu Gothic"/>
                <a:ea typeface="Yu Gothic"/>
                <a:cs typeface="Yu Gothic"/>
              </a:defRPr>
            </a:lvl8pPr>
            <a:lvl9pPr algn="ctr">
              <a:defRPr sz="452" b="1">
                <a:solidFill>
                  <a:srgbClr val="231F20"/>
                </a:solidFill>
                <a:latin typeface="Yu Gothic"/>
                <a:ea typeface="Yu Gothic"/>
                <a:cs typeface="Yu Gothic"/>
              </a:defRPr>
            </a:lvl9pPr>
          </a:lstStyle>
          <a:p xmlns:a="http://schemas.openxmlformats.org/drawingml/2006/main">
            <a:r>
              <a:t/>
            </a:r>
          </a:p>
        </p:txBody>
      </p:sp>
      <p:sp>
        <p:nvSpPr>
          <p:cNvPr id="499" name="text-1086">
            <a:extLst xmlns:a="http://schemas.openxmlformats.org/drawingml/2006/main">
              <a:ext uri="{FF2B5EF4-FFF2-40B4-BE49-F238E27FC236}">
                <a16:creationId xmlns:a16="http://schemas.microsoft.com/office/drawing/2014/main" id="{ADA6D1B5-9AF5-4929-96EF-360AEB7F83F7}"/>
              </a:ext>
            </a:extLst>
          </p:cNvPr>
          <p:cNvSpPr>
            <a:spLocks xmlns:a="http://schemas.openxmlformats.org/drawingml/2006/main" noGrp="1"/>
          </p:cNvSpPr>
          <p:nvPr/>
        </p:nvSpPr>
        <p:spPr>
          <a:xfrm xmlns:a="http://schemas.openxmlformats.org/drawingml/2006/main">
            <a:off x="1241822" y="4209288"/>
            <a:ext cx="159544"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62" b="1">
                <a:solidFill>
                  <a:srgbClr val="231F20"/>
                </a:solidFill>
                <a:latin typeface="Arial"/>
                <a:ea typeface="Arial"/>
                <a:cs typeface="Arial"/>
              </a:defRPr>
            </a:defPPr>
            <a:lvl1pPr algn="ctr">
              <a:defRPr sz="362" b="1">
                <a:solidFill>
                  <a:srgbClr val="231F20"/>
                </a:solidFill>
                <a:latin typeface="Arial"/>
                <a:ea typeface="Arial"/>
                <a:cs typeface="Arial"/>
              </a:defRPr>
            </a:lvl1pPr>
            <a:lvl2pPr algn="ctr">
              <a:defRPr sz="362" b="1">
                <a:solidFill>
                  <a:srgbClr val="231F20"/>
                </a:solidFill>
                <a:latin typeface="Arial"/>
                <a:ea typeface="Arial"/>
                <a:cs typeface="Arial"/>
              </a:defRPr>
            </a:lvl2pPr>
            <a:lvl3pPr algn="ctr">
              <a:defRPr sz="362" b="1">
                <a:solidFill>
                  <a:srgbClr val="231F20"/>
                </a:solidFill>
                <a:latin typeface="Arial"/>
                <a:ea typeface="Arial"/>
                <a:cs typeface="Arial"/>
              </a:defRPr>
            </a:lvl3pPr>
            <a:lvl4pPr algn="ctr">
              <a:defRPr sz="362" b="1">
                <a:solidFill>
                  <a:srgbClr val="231F20"/>
                </a:solidFill>
                <a:latin typeface="Arial"/>
                <a:ea typeface="Arial"/>
                <a:cs typeface="Arial"/>
              </a:defRPr>
            </a:lvl4pPr>
            <a:lvl5pPr algn="ctr">
              <a:defRPr sz="362" b="1">
                <a:solidFill>
                  <a:srgbClr val="231F20"/>
                </a:solidFill>
                <a:latin typeface="Arial"/>
                <a:ea typeface="Arial"/>
                <a:cs typeface="Arial"/>
              </a:defRPr>
            </a:lvl5pPr>
            <a:lvl6pPr algn="ctr">
              <a:defRPr sz="362" b="1">
                <a:solidFill>
                  <a:srgbClr val="231F20"/>
                </a:solidFill>
                <a:latin typeface="Arial"/>
                <a:ea typeface="Arial"/>
                <a:cs typeface="Arial"/>
              </a:defRPr>
            </a:lvl6pPr>
            <a:lvl7pPr algn="ctr">
              <a:defRPr sz="362" b="1">
                <a:solidFill>
                  <a:srgbClr val="231F20"/>
                </a:solidFill>
                <a:latin typeface="Arial"/>
                <a:ea typeface="Arial"/>
                <a:cs typeface="Arial"/>
              </a:defRPr>
            </a:lvl7pPr>
            <a:lvl8pPr algn="ctr">
              <a:defRPr sz="362" b="1">
                <a:solidFill>
                  <a:srgbClr val="231F20"/>
                </a:solidFill>
                <a:latin typeface="Arial"/>
                <a:ea typeface="Arial"/>
                <a:cs typeface="Arial"/>
              </a:defRPr>
            </a:lvl8pPr>
            <a:lvl9pPr algn="ctr">
              <a:defRPr sz="362" b="1">
                <a:solidFill>
                  <a:srgbClr val="231F20"/>
                </a:solidFill>
                <a:latin typeface="Arial"/>
                <a:ea typeface="Arial"/>
                <a:cs typeface="Arial"/>
              </a:defRPr>
            </a:lvl9pPr>
          </a:lstStyle>
          <a:p xmlns:a="http://schemas.openxmlformats.org/drawingml/2006/main">
            <a:pPr algn="ctr">
              <a:defRPr sz="362" b="1">
                <a:solidFill>
                  <a:srgbClr val="231F20"/>
                </a:solidFill>
                <a:latin typeface="Arial"/>
                <a:ea typeface="Arial"/>
                <a:cs typeface="Arial"/>
              </a:defRPr>
            </a:pPr>
            <a:r>
              <a:rPr sz="362" b="1">
                <a:solidFill>
                  <a:srgbClr val="231F20"/>
                </a:solidFill>
                <a:latin typeface="Arial"/>
                <a:ea typeface="Arial"/>
                <a:cs typeface="Arial"/>
              </a:rPr>
              <a:t>I-cache</a:t>
            </a:r>
          </a:p>
        </p:txBody>
      </p:sp>
      <p:sp>
        <p:nvSpPr>
          <p:cNvPr id="500" name="block-1087">
            <a:extLst xmlns:a="http://schemas.openxmlformats.org/drawingml/2006/main">
              <a:ext uri="{FF2B5EF4-FFF2-40B4-BE49-F238E27FC236}">
                <a16:creationId xmlns:a16="http://schemas.microsoft.com/office/drawing/2014/main" id="{395D88A6-66C3-4873-B10E-852D53928C4A}"/>
              </a:ext>
            </a:extLst>
          </p:cNvPr>
          <p:cNvSpPr>
            <a:spLocks xmlns:a="http://schemas.openxmlformats.org/drawingml/2006/main" noGrp="1"/>
          </p:cNvSpPr>
          <p:nvPr/>
        </p:nvSpPr>
        <p:spPr>
          <a:xfrm xmlns:a="http://schemas.openxmlformats.org/drawingml/2006/main">
            <a:off x="1257776" y="4298633"/>
            <a:ext cx="89345" cy="70199"/>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01" name="wire-1088">
            <a:extLst xmlns:a="http://schemas.openxmlformats.org/drawingml/2006/main">
              <a:ext uri="{FF2B5EF4-FFF2-40B4-BE49-F238E27FC236}">
                <a16:creationId xmlns:a16="http://schemas.microsoft.com/office/drawing/2014/main" id="{29B2C759-0127-48A5-AAFB-99198FEA451E}"/>
              </a:ext>
            </a:extLst>
          </p:cNvPr>
          <p:cNvSpPr>
            <a:spLocks xmlns:a="http://schemas.openxmlformats.org/drawingml/2006/main" noGrp="1"/>
          </p:cNvSpPr>
          <p:nvPr/>
        </p:nvSpPr>
        <p:spPr>
          <a:xfrm xmlns:a="http://schemas.openxmlformats.org/drawingml/2006/main">
            <a:off x="1257776" y="4317778"/>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3191">
            <a:solidFill>
              <a:srgbClr val="231F20"/>
            </a:solidFill>
          </a:ln>
        </p:spPr>
      </p:sp>
      <p:sp>
        <p:nvSpPr>
          <p:cNvPr id="502" name="wire-1089">
            <a:extLst xmlns:a="http://schemas.openxmlformats.org/drawingml/2006/main">
              <a:ext uri="{FF2B5EF4-FFF2-40B4-BE49-F238E27FC236}">
                <a16:creationId xmlns:a16="http://schemas.microsoft.com/office/drawing/2014/main" id="{E41D6605-38D5-4FE0-9C3D-06109498B84C}"/>
              </a:ext>
            </a:extLst>
          </p:cNvPr>
          <p:cNvSpPr>
            <a:spLocks xmlns:a="http://schemas.openxmlformats.org/drawingml/2006/main" noGrp="1"/>
          </p:cNvSpPr>
          <p:nvPr/>
        </p:nvSpPr>
        <p:spPr>
          <a:xfrm xmlns:a="http://schemas.openxmlformats.org/drawingml/2006/main">
            <a:off x="1257776" y="4349687"/>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3191">
            <a:solidFill>
              <a:srgbClr val="231F20"/>
            </a:solidFill>
          </a:ln>
        </p:spPr>
      </p:sp>
      <p:sp>
        <p:nvSpPr>
          <p:cNvPr id="503" name="text-1090">
            <a:extLst xmlns:a="http://schemas.openxmlformats.org/drawingml/2006/main">
              <a:ext uri="{FF2B5EF4-FFF2-40B4-BE49-F238E27FC236}">
                <a16:creationId xmlns:a16="http://schemas.microsoft.com/office/drawing/2014/main" id="{96559715-AB4E-4F4E-8810-1101809D2929}"/>
              </a:ext>
            </a:extLst>
          </p:cNvPr>
          <p:cNvSpPr>
            <a:spLocks xmlns:a="http://schemas.openxmlformats.org/drawingml/2006/main" noGrp="1"/>
          </p:cNvSpPr>
          <p:nvPr/>
        </p:nvSpPr>
        <p:spPr>
          <a:xfrm xmlns:a="http://schemas.openxmlformats.org/drawingml/2006/main">
            <a:off x="1262243" y="4317778"/>
            <a:ext cx="80410" cy="319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Tag</a:t>
            </a:r>
          </a:p>
        </p:txBody>
      </p:sp>
      <p:sp>
        <p:nvSpPr>
          <p:cNvPr id="504" name="block-1091">
            <a:extLst xmlns:a="http://schemas.openxmlformats.org/drawingml/2006/main">
              <a:ext uri="{FF2B5EF4-FFF2-40B4-BE49-F238E27FC236}">
                <a16:creationId xmlns:a16="http://schemas.microsoft.com/office/drawing/2014/main" id="{21EBA7D3-6DDD-411B-96E9-856B17C9B310}"/>
              </a:ext>
            </a:extLst>
          </p:cNvPr>
          <p:cNvSpPr>
            <a:spLocks xmlns:a="http://schemas.openxmlformats.org/drawingml/2006/main" noGrp="1"/>
          </p:cNvSpPr>
          <p:nvPr/>
        </p:nvSpPr>
        <p:spPr>
          <a:xfrm xmlns:a="http://schemas.openxmlformats.org/drawingml/2006/main">
            <a:off x="1391793" y="4298633"/>
            <a:ext cx="95726" cy="70199"/>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05" name="wire-1092">
            <a:extLst xmlns:a="http://schemas.openxmlformats.org/drawingml/2006/main">
              <a:ext uri="{FF2B5EF4-FFF2-40B4-BE49-F238E27FC236}">
                <a16:creationId xmlns:a16="http://schemas.microsoft.com/office/drawing/2014/main" id="{9A66A4D6-9C66-4622-8C59-FECBE3CF5E8E}"/>
              </a:ext>
            </a:extLst>
          </p:cNvPr>
          <p:cNvSpPr>
            <a:spLocks xmlns:a="http://schemas.openxmlformats.org/drawingml/2006/main" noGrp="1"/>
          </p:cNvSpPr>
          <p:nvPr/>
        </p:nvSpPr>
        <p:spPr>
          <a:xfrm xmlns:a="http://schemas.openxmlformats.org/drawingml/2006/main">
            <a:off x="1391793" y="4317778"/>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3191">
            <a:solidFill>
              <a:srgbClr val="231F20"/>
            </a:solidFill>
          </a:ln>
        </p:spPr>
      </p:sp>
      <p:sp>
        <p:nvSpPr>
          <p:cNvPr id="506" name="wire-1093">
            <a:extLst xmlns:a="http://schemas.openxmlformats.org/drawingml/2006/main">
              <a:ext uri="{FF2B5EF4-FFF2-40B4-BE49-F238E27FC236}">
                <a16:creationId xmlns:a16="http://schemas.microsoft.com/office/drawing/2014/main" id="{B2AF0DF1-728E-40DD-89AC-F17BBB297E66}"/>
              </a:ext>
            </a:extLst>
          </p:cNvPr>
          <p:cNvSpPr>
            <a:spLocks xmlns:a="http://schemas.openxmlformats.org/drawingml/2006/main" noGrp="1"/>
          </p:cNvSpPr>
          <p:nvPr/>
        </p:nvSpPr>
        <p:spPr>
          <a:xfrm xmlns:a="http://schemas.openxmlformats.org/drawingml/2006/main">
            <a:off x="1391793" y="4349687"/>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3191">
            <a:solidFill>
              <a:srgbClr val="231F20"/>
            </a:solidFill>
          </a:ln>
        </p:spPr>
      </p:sp>
      <p:sp>
        <p:nvSpPr>
          <p:cNvPr id="507" name="text-1094">
            <a:extLst xmlns:a="http://schemas.openxmlformats.org/drawingml/2006/main">
              <a:ext uri="{FF2B5EF4-FFF2-40B4-BE49-F238E27FC236}">
                <a16:creationId xmlns:a16="http://schemas.microsoft.com/office/drawing/2014/main" id="{9161FE35-46CE-4B44-9015-17BC9B2205F4}"/>
              </a:ext>
            </a:extLst>
          </p:cNvPr>
          <p:cNvSpPr>
            <a:spLocks xmlns:a="http://schemas.openxmlformats.org/drawingml/2006/main" noGrp="1"/>
          </p:cNvSpPr>
          <p:nvPr/>
        </p:nvSpPr>
        <p:spPr>
          <a:xfrm xmlns:a="http://schemas.openxmlformats.org/drawingml/2006/main">
            <a:off x="1396260" y="4317778"/>
            <a:ext cx="86792" cy="319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Data</a:t>
            </a:r>
          </a:p>
        </p:txBody>
      </p:sp>
      <p:sp>
        <p:nvSpPr>
          <p:cNvPr id="508" name="wire-1095">
            <a:extLst xmlns:a="http://schemas.openxmlformats.org/drawingml/2006/main">
              <a:ext uri="{FF2B5EF4-FFF2-40B4-BE49-F238E27FC236}">
                <a16:creationId xmlns:a16="http://schemas.microsoft.com/office/drawing/2014/main" id="{32D2455E-834C-455E-A16D-5454CA851003}"/>
              </a:ext>
            </a:extLst>
          </p:cNvPr>
          <p:cNvSpPr>
            <a:spLocks xmlns:a="http://schemas.openxmlformats.org/drawingml/2006/main" noGrp="1"/>
          </p:cNvSpPr>
          <p:nvPr/>
        </p:nvSpPr>
        <p:spPr>
          <a:xfrm xmlns:a="http://schemas.openxmlformats.org/drawingml/2006/main">
            <a:off x="1410938" y="4202906"/>
            <a:ext cx="9525" cy="76581"/>
          </a:xfrm>
          <a:custGeom xmlns:a="http://schemas.openxmlformats.org/drawingml/2006/main">
            <a:pathLst>
              <a:path w="9525" h="76581">
                <a:moveTo>
                  <a:pt x="0" y="0"/>
                </a:moveTo>
                <a:lnTo>
                  <a:pt x="0" y="76581"/>
                </a:lnTo>
              </a:path>
            </a:pathLst>
          </a:custGeom>
          <a:noFill xmlns:a="http://schemas.openxmlformats.org/drawingml/2006/main"/>
          <a:ln xmlns:a="http://schemas.openxmlformats.org/drawingml/2006/main" w="5424">
            <a:solidFill>
              <a:srgbClr val="231F20"/>
            </a:solidFill>
          </a:ln>
        </p:spPr>
      </p:sp>
      <p:sp>
        <p:nvSpPr>
          <p:cNvPr id="509" name="wire-1096">
            <a:extLst xmlns:a="http://schemas.openxmlformats.org/drawingml/2006/main">
              <a:ext uri="{FF2B5EF4-FFF2-40B4-BE49-F238E27FC236}">
                <a16:creationId xmlns:a16="http://schemas.microsoft.com/office/drawing/2014/main" id="{D1E65817-4536-4E9C-8190-6AB2C82859DC}"/>
              </a:ext>
            </a:extLst>
          </p:cNvPr>
          <p:cNvSpPr>
            <a:spLocks xmlns:a="http://schemas.openxmlformats.org/drawingml/2006/main" noGrp="1"/>
          </p:cNvSpPr>
          <p:nvPr/>
        </p:nvSpPr>
        <p:spPr>
          <a:xfrm xmlns:a="http://schemas.openxmlformats.org/drawingml/2006/main">
            <a:off x="1302449" y="4279487"/>
            <a:ext cx="108490" cy="9525"/>
          </a:xfrm>
          <a:custGeom xmlns:a="http://schemas.openxmlformats.org/drawingml/2006/main">
            <a:pathLst>
              <a:path w="108490" h="9525">
                <a:moveTo>
                  <a:pt x="108490" y="0"/>
                </a:moveTo>
                <a:lnTo>
                  <a:pt x="0" y="0"/>
                </a:lnTo>
              </a:path>
            </a:pathLst>
          </a:custGeom>
          <a:noFill xmlns:a="http://schemas.openxmlformats.org/drawingml/2006/main"/>
          <a:ln xmlns:a="http://schemas.openxmlformats.org/drawingml/2006/main" w="5424">
            <a:solidFill>
              <a:srgbClr val="231F20"/>
            </a:solidFill>
          </a:ln>
        </p:spPr>
      </p:sp>
      <p:sp>
        <p:nvSpPr>
          <p:cNvPr id="510" name="wire-1097">
            <a:extLst xmlns:a="http://schemas.openxmlformats.org/drawingml/2006/main">
              <a:ext uri="{FF2B5EF4-FFF2-40B4-BE49-F238E27FC236}">
                <a16:creationId xmlns:a16="http://schemas.microsoft.com/office/drawing/2014/main" id="{C0180FBC-4571-453D-B173-D03864F275CE}"/>
              </a:ext>
            </a:extLst>
          </p:cNvPr>
          <p:cNvSpPr>
            <a:spLocks xmlns:a="http://schemas.openxmlformats.org/drawingml/2006/main" noGrp="1"/>
          </p:cNvSpPr>
          <p:nvPr/>
        </p:nvSpPr>
        <p:spPr>
          <a:xfrm xmlns:a="http://schemas.openxmlformats.org/drawingml/2006/main">
            <a:off x="1302449" y="4279487"/>
            <a:ext cx="9525" cy="19145"/>
          </a:xfrm>
          <a:custGeom xmlns:a="http://schemas.openxmlformats.org/drawingml/2006/main">
            <a:pathLst>
              <a:path w="9525" h="19145">
                <a:moveTo>
                  <a:pt x="0" y="0"/>
                </a:moveTo>
                <a:lnTo>
                  <a:pt x="0" y="19145"/>
                </a:lnTo>
              </a:path>
            </a:pathLst>
          </a:custGeom>
          <a:noFill xmlns:a="http://schemas.openxmlformats.org/drawingml/2006/main"/>
          <a:ln xmlns:a="http://schemas.openxmlformats.org/drawingml/2006/main" w="5424">
            <a:solidFill>
              <a:srgbClr val="231F20"/>
            </a:solidFill>
          </a:ln>
        </p:spPr>
      </p:sp>
      <p:sp>
        <p:nvSpPr>
          <p:cNvPr id="511" name="wire-1098">
            <a:extLst xmlns:a="http://schemas.openxmlformats.org/drawingml/2006/main">
              <a:ext uri="{FF2B5EF4-FFF2-40B4-BE49-F238E27FC236}">
                <a16:creationId xmlns:a16="http://schemas.microsoft.com/office/drawing/2014/main" id="{08C14089-A7F6-4BB8-8146-4B993ECE7288}"/>
              </a:ext>
            </a:extLst>
          </p:cNvPr>
          <p:cNvSpPr>
            <a:spLocks xmlns:a="http://schemas.openxmlformats.org/drawingml/2006/main" noGrp="1"/>
          </p:cNvSpPr>
          <p:nvPr/>
        </p:nvSpPr>
        <p:spPr>
          <a:xfrm xmlns:a="http://schemas.openxmlformats.org/drawingml/2006/main">
            <a:off x="1410938" y="4279487"/>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512" name="wire-1099">
            <a:extLst xmlns:a="http://schemas.openxmlformats.org/drawingml/2006/main">
              <a:ext uri="{FF2B5EF4-FFF2-40B4-BE49-F238E27FC236}">
                <a16:creationId xmlns:a16="http://schemas.microsoft.com/office/drawing/2014/main" id="{CECCEFC8-F93F-4B41-BDE7-98DC15A9B33D}"/>
              </a:ext>
            </a:extLst>
          </p:cNvPr>
          <p:cNvSpPr>
            <a:spLocks xmlns:a="http://schemas.openxmlformats.org/drawingml/2006/main" noGrp="1"/>
          </p:cNvSpPr>
          <p:nvPr/>
        </p:nvSpPr>
        <p:spPr>
          <a:xfrm xmlns:a="http://schemas.openxmlformats.org/drawingml/2006/main">
            <a:off x="1442847" y="4279487"/>
            <a:ext cx="9525" cy="19145"/>
          </a:xfrm>
          <a:custGeom xmlns:a="http://schemas.openxmlformats.org/drawingml/2006/main">
            <a:pathLst>
              <a:path w="9525" h="19145">
                <a:moveTo>
                  <a:pt x="0" y="0"/>
                </a:moveTo>
                <a:lnTo>
                  <a:pt x="0" y="19145"/>
                </a:lnTo>
              </a:path>
            </a:pathLst>
          </a:custGeom>
          <a:noFill xmlns:a="http://schemas.openxmlformats.org/drawingml/2006/main"/>
          <a:ln xmlns:a="http://schemas.openxmlformats.org/drawingml/2006/main" w="5424">
            <a:solidFill>
              <a:srgbClr val="231F20"/>
            </a:solidFill>
          </a:ln>
        </p:spPr>
      </p:sp>
      <p:sp>
        <p:nvSpPr>
          <p:cNvPr id="513" name="">
            <a:extLst xmlns:a="http://schemas.openxmlformats.org/drawingml/2006/main">
              <a:ext uri="{FF2B5EF4-FFF2-40B4-BE49-F238E27FC236}">
                <a16:creationId xmlns:a16="http://schemas.microsoft.com/office/drawing/2014/main" id="{EF3B1F72-B0EE-4876-B6DF-7FF69D021BDD}"/>
              </a:ext>
            </a:extLst>
          </p:cNvPr>
          <p:cNvSpPr>
            <a:spLocks xmlns:a="http://schemas.openxmlformats.org/drawingml/2006/main" noGrp="1"/>
          </p:cNvSpPr>
          <p:nvPr/>
        </p:nvSpPr>
        <p:spPr>
          <a:xfrm xmlns:a="http://schemas.openxmlformats.org/drawingml/2006/main">
            <a:off x="1406152" y="4274701"/>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514" name="block-1100">
            <a:extLst xmlns:a="http://schemas.openxmlformats.org/drawingml/2006/main">
              <a:ext uri="{FF2B5EF4-FFF2-40B4-BE49-F238E27FC236}">
                <a16:creationId xmlns:a16="http://schemas.microsoft.com/office/drawing/2014/main" id="{F1BC4A9B-0216-40E7-9B75-022583633629}"/>
              </a:ext>
            </a:extLst>
          </p:cNvPr>
          <p:cNvSpPr>
            <a:spLocks xmlns:a="http://schemas.openxmlformats.org/drawingml/2006/main" noGrp="1"/>
          </p:cNvSpPr>
          <p:nvPr/>
        </p:nvSpPr>
        <p:spPr>
          <a:xfrm xmlns:a="http://schemas.openxmlformats.org/drawingml/2006/main">
            <a:off x="1264158" y="4387977"/>
            <a:ext cx="76581" cy="57436"/>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15" name="text-1101">
            <a:extLst xmlns:a="http://schemas.openxmlformats.org/drawingml/2006/main">
              <a:ext uri="{FF2B5EF4-FFF2-40B4-BE49-F238E27FC236}">
                <a16:creationId xmlns:a16="http://schemas.microsoft.com/office/drawing/2014/main" id="{2D4DA368-E5EB-414F-A699-81917D50F765}"/>
              </a:ext>
            </a:extLst>
          </p:cNvPr>
          <p:cNvSpPr>
            <a:spLocks xmlns:a="http://schemas.openxmlformats.org/drawingml/2006/main" noGrp="1"/>
          </p:cNvSpPr>
          <p:nvPr/>
        </p:nvSpPr>
        <p:spPr>
          <a:xfrm xmlns:a="http://schemas.openxmlformats.org/drawingml/2006/main">
            <a:off x="1270540" y="4391168"/>
            <a:ext cx="63818" cy="510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02" b="0">
                <a:solidFill>
                  <a:srgbClr val="231F20"/>
                </a:solidFill>
                <a:latin typeface="Arial"/>
                <a:ea typeface="Arial"/>
                <a:cs typeface="Arial"/>
              </a:defRPr>
            </a:defPPr>
            <a:lvl1pPr algn="ctr">
              <a:defRPr sz="402" b="0">
                <a:solidFill>
                  <a:srgbClr val="231F20"/>
                </a:solidFill>
                <a:latin typeface="Arial"/>
                <a:ea typeface="Arial"/>
                <a:cs typeface="Arial"/>
              </a:defRPr>
            </a:lvl1pPr>
            <a:lvl2pPr algn="ctr">
              <a:defRPr sz="402" b="0">
                <a:solidFill>
                  <a:srgbClr val="231F20"/>
                </a:solidFill>
                <a:latin typeface="Arial"/>
                <a:ea typeface="Arial"/>
                <a:cs typeface="Arial"/>
              </a:defRPr>
            </a:lvl2pPr>
            <a:lvl3pPr algn="ctr">
              <a:defRPr sz="402" b="0">
                <a:solidFill>
                  <a:srgbClr val="231F20"/>
                </a:solidFill>
                <a:latin typeface="Arial"/>
                <a:ea typeface="Arial"/>
                <a:cs typeface="Arial"/>
              </a:defRPr>
            </a:lvl3pPr>
            <a:lvl4pPr algn="ctr">
              <a:defRPr sz="402" b="0">
                <a:solidFill>
                  <a:srgbClr val="231F20"/>
                </a:solidFill>
                <a:latin typeface="Arial"/>
                <a:ea typeface="Arial"/>
                <a:cs typeface="Arial"/>
              </a:defRPr>
            </a:lvl4pPr>
            <a:lvl5pPr algn="ctr">
              <a:defRPr sz="402" b="0">
                <a:solidFill>
                  <a:srgbClr val="231F20"/>
                </a:solidFill>
                <a:latin typeface="Arial"/>
                <a:ea typeface="Arial"/>
                <a:cs typeface="Arial"/>
              </a:defRPr>
            </a:lvl5pPr>
            <a:lvl6pPr algn="ctr">
              <a:defRPr sz="402" b="0">
                <a:solidFill>
                  <a:srgbClr val="231F20"/>
                </a:solidFill>
                <a:latin typeface="Arial"/>
                <a:ea typeface="Arial"/>
                <a:cs typeface="Arial"/>
              </a:defRPr>
            </a:lvl6pPr>
            <a:lvl7pPr algn="ctr">
              <a:defRPr sz="402" b="0">
                <a:solidFill>
                  <a:srgbClr val="231F20"/>
                </a:solidFill>
                <a:latin typeface="Arial"/>
                <a:ea typeface="Arial"/>
                <a:cs typeface="Arial"/>
              </a:defRPr>
            </a:lvl7pPr>
            <a:lvl8pPr algn="ctr">
              <a:defRPr sz="402" b="0">
                <a:solidFill>
                  <a:srgbClr val="231F20"/>
                </a:solidFill>
                <a:latin typeface="Arial"/>
                <a:ea typeface="Arial"/>
                <a:cs typeface="Arial"/>
              </a:defRPr>
            </a:lvl8pPr>
            <a:lvl9pPr algn="ctr">
              <a:defRPr sz="402" b="0">
                <a:solidFill>
                  <a:srgbClr val="231F20"/>
                </a:solidFill>
                <a:latin typeface="Arial"/>
                <a:ea typeface="Arial"/>
                <a:cs typeface="Arial"/>
              </a:defRPr>
            </a:lvl9pPr>
          </a:lstStyle>
          <a:p xmlns:a="http://schemas.openxmlformats.org/drawingml/2006/main">
            <a:pPr algn="ctr">
              <a:defRPr sz="402" b="0">
                <a:solidFill>
                  <a:srgbClr val="231F20"/>
                </a:solidFill>
                <a:latin typeface="Arial"/>
                <a:ea typeface="Arial"/>
                <a:cs typeface="Arial"/>
              </a:defRPr>
            </a:pPr>
            <a:r>
              <a:rPr sz="402" b="0">
                <a:solidFill>
                  <a:srgbClr val="231F20"/>
                </a:solidFill>
                <a:latin typeface="Arial"/>
                <a:ea typeface="Arial"/>
                <a:cs typeface="Arial"/>
              </a:rPr>
              <a:t>=</a:t>
            </a:r>
          </a:p>
        </p:txBody>
      </p:sp>
      <p:sp>
        <p:nvSpPr>
          <p:cNvPr id="516" name="wire-1102">
            <a:extLst xmlns:a="http://schemas.openxmlformats.org/drawingml/2006/main">
              <a:ext uri="{FF2B5EF4-FFF2-40B4-BE49-F238E27FC236}">
                <a16:creationId xmlns:a16="http://schemas.microsoft.com/office/drawing/2014/main" id="{AA58FF89-8A76-4E24-A93B-7370D5276999}"/>
              </a:ext>
            </a:extLst>
          </p:cNvPr>
          <p:cNvSpPr>
            <a:spLocks xmlns:a="http://schemas.openxmlformats.org/drawingml/2006/main" noGrp="1"/>
          </p:cNvSpPr>
          <p:nvPr/>
        </p:nvSpPr>
        <p:spPr>
          <a:xfrm xmlns:a="http://schemas.openxmlformats.org/drawingml/2006/main">
            <a:off x="1302449" y="4368832"/>
            <a:ext cx="9525" cy="19145"/>
          </a:xfrm>
          <a:custGeom xmlns:a="http://schemas.openxmlformats.org/drawingml/2006/main">
            <a:pathLst>
              <a:path w="9525" h="19145">
                <a:moveTo>
                  <a:pt x="0" y="0"/>
                </a:moveTo>
                <a:lnTo>
                  <a:pt x="0" y="19145"/>
                </a:lnTo>
              </a:path>
            </a:pathLst>
          </a:custGeom>
          <a:noFill xmlns:a="http://schemas.openxmlformats.org/drawingml/2006/main"/>
          <a:ln xmlns:a="http://schemas.openxmlformats.org/drawingml/2006/main" w="5424">
            <a:solidFill>
              <a:srgbClr val="231F20"/>
            </a:solidFill>
          </a:ln>
        </p:spPr>
      </p:sp>
      <p:sp>
        <p:nvSpPr>
          <p:cNvPr id="517" name="wire-1103">
            <a:extLst xmlns:a="http://schemas.openxmlformats.org/drawingml/2006/main">
              <a:ext uri="{FF2B5EF4-FFF2-40B4-BE49-F238E27FC236}">
                <a16:creationId xmlns:a16="http://schemas.microsoft.com/office/drawing/2014/main" id="{758821A7-AD53-40AD-8590-B728693F3E47}"/>
              </a:ext>
            </a:extLst>
          </p:cNvPr>
          <p:cNvSpPr>
            <a:spLocks xmlns:a="http://schemas.openxmlformats.org/drawingml/2006/main" noGrp="1"/>
          </p:cNvSpPr>
          <p:nvPr/>
        </p:nvSpPr>
        <p:spPr>
          <a:xfrm xmlns:a="http://schemas.openxmlformats.org/drawingml/2006/main">
            <a:off x="1245013" y="4279487"/>
            <a:ext cx="57436" cy="9525"/>
          </a:xfrm>
          <a:custGeom xmlns:a="http://schemas.openxmlformats.org/drawingml/2006/main">
            <a:pathLst>
              <a:path w="57436" h="9525">
                <a:moveTo>
                  <a:pt x="57436" y="0"/>
                </a:moveTo>
                <a:lnTo>
                  <a:pt x="0" y="0"/>
                </a:lnTo>
              </a:path>
            </a:pathLst>
          </a:custGeom>
          <a:noFill xmlns:a="http://schemas.openxmlformats.org/drawingml/2006/main"/>
          <a:ln xmlns:a="http://schemas.openxmlformats.org/drawingml/2006/main" w="5424">
            <a:solidFill>
              <a:srgbClr val="231F20"/>
            </a:solidFill>
          </a:ln>
        </p:spPr>
      </p:sp>
      <p:sp>
        <p:nvSpPr>
          <p:cNvPr id="518" name="wire-1104">
            <a:extLst xmlns:a="http://schemas.openxmlformats.org/drawingml/2006/main">
              <a:ext uri="{FF2B5EF4-FFF2-40B4-BE49-F238E27FC236}">
                <a16:creationId xmlns:a16="http://schemas.microsoft.com/office/drawing/2014/main" id="{CC74B91F-B80B-483F-BF04-1B9007D177D3}"/>
              </a:ext>
            </a:extLst>
          </p:cNvPr>
          <p:cNvSpPr>
            <a:spLocks xmlns:a="http://schemas.openxmlformats.org/drawingml/2006/main" noGrp="1"/>
          </p:cNvSpPr>
          <p:nvPr/>
        </p:nvSpPr>
        <p:spPr>
          <a:xfrm xmlns:a="http://schemas.openxmlformats.org/drawingml/2006/main">
            <a:off x="1245013" y="4279487"/>
            <a:ext cx="9525" cy="140399"/>
          </a:xfrm>
          <a:custGeom xmlns:a="http://schemas.openxmlformats.org/drawingml/2006/main">
            <a:pathLst>
              <a:path w="9525" h="140399">
                <a:moveTo>
                  <a:pt x="0" y="0"/>
                </a:moveTo>
                <a:lnTo>
                  <a:pt x="0" y="140399"/>
                </a:lnTo>
              </a:path>
            </a:pathLst>
          </a:custGeom>
          <a:noFill xmlns:a="http://schemas.openxmlformats.org/drawingml/2006/main"/>
          <a:ln xmlns:a="http://schemas.openxmlformats.org/drawingml/2006/main" w="5424">
            <a:solidFill>
              <a:srgbClr val="231F20"/>
            </a:solidFill>
          </a:ln>
        </p:spPr>
      </p:sp>
      <p:sp>
        <p:nvSpPr>
          <p:cNvPr id="519" name="wire-1105">
            <a:extLst xmlns:a="http://schemas.openxmlformats.org/drawingml/2006/main">
              <a:ext uri="{FF2B5EF4-FFF2-40B4-BE49-F238E27FC236}">
                <a16:creationId xmlns:a16="http://schemas.microsoft.com/office/drawing/2014/main" id="{06D3952E-6176-4874-86BE-7A192487A11B}"/>
              </a:ext>
            </a:extLst>
          </p:cNvPr>
          <p:cNvSpPr>
            <a:spLocks xmlns:a="http://schemas.openxmlformats.org/drawingml/2006/main" noGrp="1"/>
          </p:cNvSpPr>
          <p:nvPr/>
        </p:nvSpPr>
        <p:spPr>
          <a:xfrm xmlns:a="http://schemas.openxmlformats.org/drawingml/2006/main">
            <a:off x="1245013" y="4419886"/>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520" name="circuit-1106">
            <a:extLst xmlns:a="http://schemas.openxmlformats.org/drawingml/2006/main">
              <a:ext uri="{FF2B5EF4-FFF2-40B4-BE49-F238E27FC236}">
                <a16:creationId xmlns:a16="http://schemas.microsoft.com/office/drawing/2014/main" id="{2CB3060C-0A4F-4621-99C1-BBDCF2B5455D}"/>
              </a:ext>
            </a:extLst>
          </p:cNvPr>
          <p:cNvSpPr>
            <a:spLocks xmlns:a="http://schemas.openxmlformats.org/drawingml/2006/main" noGrp="1"/>
          </p:cNvSpPr>
          <p:nvPr/>
        </p:nvSpPr>
        <p:spPr>
          <a:xfrm xmlns:a="http://schemas.openxmlformats.org/drawingml/2006/main">
            <a:off x="1248204" y="4413504"/>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521" name="circuit-1107">
            <a:extLst xmlns:a="http://schemas.openxmlformats.org/drawingml/2006/main">
              <a:ext uri="{FF2B5EF4-FFF2-40B4-BE49-F238E27FC236}">
                <a16:creationId xmlns:a16="http://schemas.microsoft.com/office/drawing/2014/main" id="{47C7D0C6-100C-41DD-808E-24B3AB52677E}"/>
              </a:ext>
            </a:extLst>
          </p:cNvPr>
          <p:cNvSpPr>
            <a:spLocks xmlns:a="http://schemas.openxmlformats.org/drawingml/2006/main" noGrp="1"/>
          </p:cNvSpPr>
          <p:nvPr/>
        </p:nvSpPr>
        <p:spPr>
          <a:xfrm xmlns:a="http://schemas.openxmlformats.org/drawingml/2006/main">
            <a:off x="1513046" y="4298633"/>
            <a:ext cx="38290" cy="95726"/>
          </a:xfrm>
          <a:custGeom xmlns:a="http://schemas.openxmlformats.org/drawingml/2006/main">
            <a:pathLst>
              <a:path w="38290" h="95726">
                <a:moveTo>
                  <a:pt x="0" y="0"/>
                </a:moveTo>
                <a:lnTo>
                  <a:pt x="38290" y="19145"/>
                </a:lnTo>
                <a:lnTo>
                  <a:pt x="38290" y="76581"/>
                </a:lnTo>
                <a:lnTo>
                  <a:pt x="0" y="95726"/>
                </a:lnTo>
                <a:close/>
              </a:path>
            </a:pathLst>
          </a:custGeom>
          <a:solidFill xmlns:a="http://schemas.openxmlformats.org/drawingml/2006/main">
            <a:srgbClr val="FFFFFF"/>
          </a:solidFill>
          <a:ln xmlns:a="http://schemas.openxmlformats.org/drawingml/2006/main" w="5105">
            <a:solidFill>
              <a:srgbClr val="231F20"/>
            </a:solidFill>
          </a:ln>
        </p:spPr>
      </p:sp>
      <p:sp>
        <p:nvSpPr>
          <p:cNvPr id="522" name="wire-1108">
            <a:extLst xmlns:a="http://schemas.openxmlformats.org/drawingml/2006/main">
              <a:ext uri="{FF2B5EF4-FFF2-40B4-BE49-F238E27FC236}">
                <a16:creationId xmlns:a16="http://schemas.microsoft.com/office/drawing/2014/main" id="{1D0210CD-B2ED-4422-8E1B-6E751CA274F0}"/>
              </a:ext>
            </a:extLst>
          </p:cNvPr>
          <p:cNvSpPr>
            <a:spLocks xmlns:a="http://schemas.openxmlformats.org/drawingml/2006/main" noGrp="1"/>
          </p:cNvSpPr>
          <p:nvPr/>
        </p:nvSpPr>
        <p:spPr>
          <a:xfrm xmlns:a="http://schemas.openxmlformats.org/drawingml/2006/main">
            <a:off x="1487519" y="4330541"/>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523" name="circuit-1109">
            <a:extLst xmlns:a="http://schemas.openxmlformats.org/drawingml/2006/main">
              <a:ext uri="{FF2B5EF4-FFF2-40B4-BE49-F238E27FC236}">
                <a16:creationId xmlns:a16="http://schemas.microsoft.com/office/drawing/2014/main" id="{9916FEF6-AF31-44A4-B0A4-59A1038A63ED}"/>
              </a:ext>
            </a:extLst>
          </p:cNvPr>
          <p:cNvSpPr>
            <a:spLocks xmlns:a="http://schemas.openxmlformats.org/drawingml/2006/main" noGrp="1"/>
          </p:cNvSpPr>
          <p:nvPr/>
        </p:nvSpPr>
        <p:spPr>
          <a:xfrm xmlns:a="http://schemas.openxmlformats.org/drawingml/2006/main">
            <a:off x="1497092" y="4324160"/>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524" name="wire-1110">
            <a:extLst xmlns:a="http://schemas.openxmlformats.org/drawingml/2006/main">
              <a:ext uri="{FF2B5EF4-FFF2-40B4-BE49-F238E27FC236}">
                <a16:creationId xmlns:a16="http://schemas.microsoft.com/office/drawing/2014/main" id="{2F9CCBA4-E864-4CE5-A256-E471C9D5E3AA}"/>
              </a:ext>
            </a:extLst>
          </p:cNvPr>
          <p:cNvSpPr>
            <a:spLocks xmlns:a="http://schemas.openxmlformats.org/drawingml/2006/main" noGrp="1"/>
          </p:cNvSpPr>
          <p:nvPr/>
        </p:nvSpPr>
        <p:spPr>
          <a:xfrm xmlns:a="http://schemas.openxmlformats.org/drawingml/2006/main">
            <a:off x="1551337" y="4343305"/>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525" name="wire-1111">
            <a:extLst xmlns:a="http://schemas.openxmlformats.org/drawingml/2006/main">
              <a:ext uri="{FF2B5EF4-FFF2-40B4-BE49-F238E27FC236}">
                <a16:creationId xmlns:a16="http://schemas.microsoft.com/office/drawing/2014/main" id="{6F884543-A067-4A72-BC63-3545DBD911B0}"/>
              </a:ext>
            </a:extLst>
          </p:cNvPr>
          <p:cNvSpPr>
            <a:spLocks xmlns:a="http://schemas.openxmlformats.org/drawingml/2006/main" noGrp="1"/>
          </p:cNvSpPr>
          <p:nvPr/>
        </p:nvSpPr>
        <p:spPr>
          <a:xfrm xmlns:a="http://schemas.openxmlformats.org/drawingml/2006/main">
            <a:off x="1576864" y="4330541"/>
            <a:ext cx="9525" cy="12763"/>
          </a:xfrm>
          <a:custGeom xmlns:a="http://schemas.openxmlformats.org/drawingml/2006/main">
            <a:pathLst>
              <a:path w="9525" h="12763">
                <a:moveTo>
                  <a:pt x="0" y="12763"/>
                </a:moveTo>
                <a:lnTo>
                  <a:pt x="0" y="0"/>
                </a:lnTo>
              </a:path>
            </a:pathLst>
          </a:custGeom>
          <a:noFill xmlns:a="http://schemas.openxmlformats.org/drawingml/2006/main"/>
          <a:ln xmlns:a="http://schemas.openxmlformats.org/drawingml/2006/main" w="5424">
            <a:solidFill>
              <a:srgbClr val="231F20"/>
            </a:solidFill>
          </a:ln>
        </p:spPr>
      </p:sp>
      <p:sp>
        <p:nvSpPr>
          <p:cNvPr id="526" name="wire-1112">
            <a:extLst xmlns:a="http://schemas.openxmlformats.org/drawingml/2006/main">
              <a:ext uri="{FF2B5EF4-FFF2-40B4-BE49-F238E27FC236}">
                <a16:creationId xmlns:a16="http://schemas.microsoft.com/office/drawing/2014/main" id="{D8A0BA00-B48A-4EEA-857D-7D5F2EFE8185}"/>
              </a:ext>
            </a:extLst>
          </p:cNvPr>
          <p:cNvSpPr>
            <a:spLocks xmlns:a="http://schemas.openxmlformats.org/drawingml/2006/main" noGrp="1"/>
          </p:cNvSpPr>
          <p:nvPr/>
        </p:nvSpPr>
        <p:spPr>
          <a:xfrm xmlns:a="http://schemas.openxmlformats.org/drawingml/2006/main">
            <a:off x="1576864" y="4330541"/>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527" name="block-1113">
            <a:extLst xmlns:a="http://schemas.openxmlformats.org/drawingml/2006/main">
              <a:ext uri="{FF2B5EF4-FFF2-40B4-BE49-F238E27FC236}">
                <a16:creationId xmlns:a16="http://schemas.microsoft.com/office/drawing/2014/main" id="{72B49BE0-9A5D-4020-B290-142A2E073AA8}"/>
              </a:ext>
            </a:extLst>
          </p:cNvPr>
          <p:cNvSpPr>
            <a:spLocks xmlns:a="http://schemas.openxmlformats.org/drawingml/2006/main" noGrp="1"/>
          </p:cNvSpPr>
          <p:nvPr/>
        </p:nvSpPr>
        <p:spPr>
          <a:xfrm xmlns:a="http://schemas.openxmlformats.org/drawingml/2006/main">
            <a:off x="1353503" y="4387977"/>
            <a:ext cx="108490" cy="51054"/>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528" name="text-1114">
            <a:extLst xmlns:a="http://schemas.openxmlformats.org/drawingml/2006/main">
              <a:ext uri="{FF2B5EF4-FFF2-40B4-BE49-F238E27FC236}">
                <a16:creationId xmlns:a16="http://schemas.microsoft.com/office/drawing/2014/main" id="{5A783A70-9050-44CA-9876-32874229BB35}"/>
              </a:ext>
            </a:extLst>
          </p:cNvPr>
          <p:cNvSpPr>
            <a:spLocks xmlns:a="http://schemas.openxmlformats.org/drawingml/2006/main" noGrp="1"/>
          </p:cNvSpPr>
          <p:nvPr/>
        </p:nvSpPr>
        <p:spPr>
          <a:xfrm xmlns:a="http://schemas.openxmlformats.org/drawingml/2006/main">
            <a:off x="1359884" y="4391168"/>
            <a:ext cx="95726"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91" b="0">
                <a:solidFill>
                  <a:srgbClr val="231F20"/>
                </a:solidFill>
                <a:latin typeface="Arial"/>
                <a:ea typeface="Arial"/>
                <a:cs typeface="Arial"/>
              </a:defRPr>
            </a:defPPr>
            <a:lvl1pPr algn="ctr">
              <a:defRPr sz="291" b="0">
                <a:solidFill>
                  <a:srgbClr val="231F20"/>
                </a:solidFill>
                <a:latin typeface="Arial"/>
                <a:ea typeface="Arial"/>
                <a:cs typeface="Arial"/>
              </a:defRPr>
            </a:lvl1pPr>
            <a:lvl2pPr algn="ctr">
              <a:defRPr sz="291" b="0">
                <a:solidFill>
                  <a:srgbClr val="231F20"/>
                </a:solidFill>
                <a:latin typeface="Arial"/>
                <a:ea typeface="Arial"/>
                <a:cs typeface="Arial"/>
              </a:defRPr>
            </a:lvl2pPr>
            <a:lvl3pPr algn="ctr">
              <a:defRPr sz="291" b="0">
                <a:solidFill>
                  <a:srgbClr val="231F20"/>
                </a:solidFill>
                <a:latin typeface="Arial"/>
                <a:ea typeface="Arial"/>
                <a:cs typeface="Arial"/>
              </a:defRPr>
            </a:lvl3pPr>
            <a:lvl4pPr algn="ctr">
              <a:defRPr sz="291" b="0">
                <a:solidFill>
                  <a:srgbClr val="231F20"/>
                </a:solidFill>
                <a:latin typeface="Arial"/>
                <a:ea typeface="Arial"/>
                <a:cs typeface="Arial"/>
              </a:defRPr>
            </a:lvl4pPr>
            <a:lvl5pPr algn="ctr">
              <a:defRPr sz="291" b="0">
                <a:solidFill>
                  <a:srgbClr val="231F20"/>
                </a:solidFill>
                <a:latin typeface="Arial"/>
                <a:ea typeface="Arial"/>
                <a:cs typeface="Arial"/>
              </a:defRPr>
            </a:lvl5pPr>
            <a:lvl6pPr algn="ctr">
              <a:defRPr sz="291" b="0">
                <a:solidFill>
                  <a:srgbClr val="231F20"/>
                </a:solidFill>
                <a:latin typeface="Arial"/>
                <a:ea typeface="Arial"/>
                <a:cs typeface="Arial"/>
              </a:defRPr>
            </a:lvl6pPr>
            <a:lvl7pPr algn="ctr">
              <a:defRPr sz="291" b="0">
                <a:solidFill>
                  <a:srgbClr val="231F20"/>
                </a:solidFill>
                <a:latin typeface="Arial"/>
                <a:ea typeface="Arial"/>
                <a:cs typeface="Arial"/>
              </a:defRPr>
            </a:lvl7pPr>
            <a:lvl8pPr algn="ctr">
              <a:defRPr sz="291" b="0">
                <a:solidFill>
                  <a:srgbClr val="231F20"/>
                </a:solidFill>
                <a:latin typeface="Arial"/>
                <a:ea typeface="Arial"/>
                <a:cs typeface="Arial"/>
              </a:defRPr>
            </a:lvl8pPr>
            <a:lvl9pPr algn="ctr">
              <a:defRPr sz="291" b="0">
                <a:solidFill>
                  <a:srgbClr val="231F20"/>
                </a:solidFill>
                <a:latin typeface="Arial"/>
                <a:ea typeface="Arial"/>
                <a:cs typeface="Arial"/>
              </a:defRPr>
            </a:lvl9pPr>
          </a:lstStyle>
          <a:p xmlns:a="http://schemas.openxmlformats.org/drawingml/2006/main">
            <a:pPr algn="ctr">
              <a:defRPr sz="291" b="0">
                <a:solidFill>
                  <a:srgbClr val="231F20"/>
                </a:solidFill>
                <a:latin typeface="Arial"/>
                <a:ea typeface="Arial"/>
                <a:cs typeface="Arial"/>
              </a:defRPr>
            </a:pPr>
            <a:r>
              <a:rPr sz="291" b="0">
                <a:solidFill>
                  <a:srgbClr val="231F20"/>
                </a:solidFill>
                <a:latin typeface="Arial"/>
                <a:ea typeface="Arial"/>
                <a:cs typeface="Arial"/>
              </a:rPr>
              <a:t>FSM</a:t>
            </a:r>
          </a:p>
        </p:txBody>
      </p:sp>
      <p:sp>
        <p:nvSpPr>
          <p:cNvPr id="529" name="wire-1115">
            <a:extLst xmlns:a="http://schemas.openxmlformats.org/drawingml/2006/main">
              <a:ext uri="{FF2B5EF4-FFF2-40B4-BE49-F238E27FC236}">
                <a16:creationId xmlns:a16="http://schemas.microsoft.com/office/drawing/2014/main" id="{B1F96BA7-E0D2-4218-915B-A28568B51625}"/>
              </a:ext>
            </a:extLst>
          </p:cNvPr>
          <p:cNvSpPr>
            <a:spLocks xmlns:a="http://schemas.openxmlformats.org/drawingml/2006/main" noGrp="1"/>
          </p:cNvSpPr>
          <p:nvPr/>
        </p:nvSpPr>
        <p:spPr>
          <a:xfrm xmlns:a="http://schemas.openxmlformats.org/drawingml/2006/main">
            <a:off x="1340739" y="4419886"/>
            <a:ext cx="12764" cy="9525"/>
          </a:xfrm>
          <a:custGeom xmlns:a="http://schemas.openxmlformats.org/drawingml/2006/main">
            <a:pathLst>
              <a:path w="12764" h="9525">
                <a:moveTo>
                  <a:pt x="0" y="0"/>
                </a:moveTo>
                <a:lnTo>
                  <a:pt x="12764" y="0"/>
                </a:lnTo>
              </a:path>
            </a:pathLst>
          </a:custGeom>
          <a:noFill xmlns:a="http://schemas.openxmlformats.org/drawingml/2006/main"/>
          <a:ln xmlns:a="http://schemas.openxmlformats.org/drawingml/2006/main" w="5424">
            <a:solidFill>
              <a:srgbClr val="231F20"/>
            </a:solidFill>
          </a:ln>
        </p:spPr>
      </p:sp>
      <p:sp>
        <p:nvSpPr>
          <p:cNvPr id="530" name="wire-1116">
            <a:extLst xmlns:a="http://schemas.openxmlformats.org/drawingml/2006/main">
              <a:ext uri="{FF2B5EF4-FFF2-40B4-BE49-F238E27FC236}">
                <a16:creationId xmlns:a16="http://schemas.microsoft.com/office/drawing/2014/main" id="{8E442467-69FE-4530-83D0-49DBB1B6B979}"/>
              </a:ext>
            </a:extLst>
          </p:cNvPr>
          <p:cNvSpPr>
            <a:spLocks xmlns:a="http://schemas.openxmlformats.org/drawingml/2006/main" noGrp="1"/>
          </p:cNvSpPr>
          <p:nvPr/>
        </p:nvSpPr>
        <p:spPr>
          <a:xfrm xmlns:a="http://schemas.openxmlformats.org/drawingml/2006/main">
            <a:off x="1461992" y="4413504"/>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5424">
            <a:solidFill>
              <a:srgbClr val="231F20"/>
            </a:solidFill>
          </a:ln>
        </p:spPr>
      </p:sp>
      <p:sp>
        <p:nvSpPr>
          <p:cNvPr id="531" name="wire-1117">
            <a:extLst xmlns:a="http://schemas.openxmlformats.org/drawingml/2006/main">
              <a:ext uri="{FF2B5EF4-FFF2-40B4-BE49-F238E27FC236}">
                <a16:creationId xmlns:a16="http://schemas.microsoft.com/office/drawing/2014/main" id="{408D4CD0-EEF6-420C-B492-05E6A7826E3E}"/>
              </a:ext>
            </a:extLst>
          </p:cNvPr>
          <p:cNvSpPr>
            <a:spLocks xmlns:a="http://schemas.openxmlformats.org/drawingml/2006/main" noGrp="1"/>
          </p:cNvSpPr>
          <p:nvPr/>
        </p:nvSpPr>
        <p:spPr>
          <a:xfrm xmlns:a="http://schemas.openxmlformats.org/drawingml/2006/main">
            <a:off x="1532192" y="4394359"/>
            <a:ext cx="9525" cy="19145"/>
          </a:xfrm>
          <a:custGeom xmlns:a="http://schemas.openxmlformats.org/drawingml/2006/main">
            <a:pathLst>
              <a:path w="9525" h="19145">
                <a:moveTo>
                  <a:pt x="0" y="19145"/>
                </a:moveTo>
                <a:lnTo>
                  <a:pt x="0" y="0"/>
                </a:lnTo>
              </a:path>
            </a:pathLst>
          </a:custGeom>
          <a:noFill xmlns:a="http://schemas.openxmlformats.org/drawingml/2006/main"/>
          <a:ln xmlns:a="http://schemas.openxmlformats.org/drawingml/2006/main" w="5424">
            <a:solidFill>
              <a:srgbClr val="231F20"/>
            </a:solidFill>
          </a:ln>
        </p:spPr>
      </p:sp>
      <p:sp>
        <p:nvSpPr>
          <p:cNvPr id="532" name="circuit-1118">
            <a:extLst xmlns:a="http://schemas.openxmlformats.org/drawingml/2006/main">
              <a:ext uri="{FF2B5EF4-FFF2-40B4-BE49-F238E27FC236}">
                <a16:creationId xmlns:a16="http://schemas.microsoft.com/office/drawing/2014/main" id="{07B4A7AC-D731-44A7-926E-65E0DD867026}"/>
              </a:ext>
            </a:extLst>
          </p:cNvPr>
          <p:cNvSpPr>
            <a:spLocks xmlns:a="http://schemas.openxmlformats.org/drawingml/2006/main" noGrp="1"/>
          </p:cNvSpPr>
          <p:nvPr/>
        </p:nvSpPr>
        <p:spPr>
          <a:xfrm xmlns:a="http://schemas.openxmlformats.org/drawingml/2006/main">
            <a:off x="1525810" y="4394359"/>
            <a:ext cx="12764" cy="15954"/>
          </a:xfrm>
          <a:custGeom xmlns:a="http://schemas.openxmlformats.org/drawingml/2006/main">
            <a:pathLst>
              <a:path w="12764" h="15954">
                <a:moveTo>
                  <a:pt x="6382" y="0"/>
                </a:moveTo>
                <a:lnTo>
                  <a:pt x="0" y="15954"/>
                </a:lnTo>
                <a:lnTo>
                  <a:pt x="12764" y="15954"/>
                </a:lnTo>
                <a:close/>
              </a:path>
            </a:pathLst>
          </a:custGeom>
          <a:solidFill xmlns:a="http://schemas.openxmlformats.org/drawingml/2006/main">
            <a:srgbClr val="231F20"/>
          </a:solidFill>
          <a:ln xmlns:a="http://schemas.openxmlformats.org/drawingml/2006/main" w="1915">
            <a:solidFill>
              <a:srgbClr val="231F20"/>
            </a:solidFill>
          </a:ln>
        </p:spPr>
      </p:sp>
      <p:sp>
        <p:nvSpPr>
          <p:cNvPr id="533" name="wire-1119">
            <a:extLst xmlns:a="http://schemas.openxmlformats.org/drawingml/2006/main">
              <a:ext uri="{FF2B5EF4-FFF2-40B4-BE49-F238E27FC236}">
                <a16:creationId xmlns:a16="http://schemas.microsoft.com/office/drawing/2014/main" id="{DBB01680-D351-4544-B32C-ED68C4B9766C}"/>
              </a:ext>
            </a:extLst>
          </p:cNvPr>
          <p:cNvSpPr>
            <a:spLocks xmlns:a="http://schemas.openxmlformats.org/drawingml/2006/main" noGrp="1"/>
          </p:cNvSpPr>
          <p:nvPr/>
        </p:nvSpPr>
        <p:spPr>
          <a:xfrm xmlns:a="http://schemas.openxmlformats.org/drawingml/2006/main">
            <a:off x="1410938" y="4451795"/>
            <a:ext cx="9525" cy="9525"/>
          </a:xfrm>
          <a:custGeom xmlns:a="http://schemas.openxmlformats.org/drawingml/2006/main">
            <a:pathLst>
              <a:path w="9525" h="9525">
                <a:moveTo>
                  <a:pt x="0" y="6382"/>
                </a:moveTo>
                <a:lnTo>
                  <a:pt x="0" y="0"/>
                </a:lnTo>
              </a:path>
            </a:pathLst>
          </a:custGeom>
          <a:noFill xmlns:a="http://schemas.openxmlformats.org/drawingml/2006/main"/>
          <a:ln xmlns:a="http://schemas.openxmlformats.org/drawingml/2006/main" w="5424">
            <a:solidFill>
              <a:srgbClr val="231F20"/>
            </a:solidFill>
          </a:ln>
        </p:spPr>
      </p:sp>
      <p:sp>
        <p:nvSpPr>
          <p:cNvPr id="534" name="wire-1120">
            <a:extLst xmlns:a="http://schemas.openxmlformats.org/drawingml/2006/main">
              <a:ext uri="{FF2B5EF4-FFF2-40B4-BE49-F238E27FC236}">
                <a16:creationId xmlns:a16="http://schemas.microsoft.com/office/drawing/2014/main" id="{9553CB47-4865-4665-8A1B-EDA33CA333DD}"/>
              </a:ext>
            </a:extLst>
          </p:cNvPr>
          <p:cNvSpPr>
            <a:spLocks xmlns:a="http://schemas.openxmlformats.org/drawingml/2006/main" noGrp="1"/>
          </p:cNvSpPr>
          <p:nvPr/>
        </p:nvSpPr>
        <p:spPr>
          <a:xfrm xmlns:a="http://schemas.openxmlformats.org/drawingml/2006/main">
            <a:off x="1410938" y="4451795"/>
            <a:ext cx="89344" cy="9525"/>
          </a:xfrm>
          <a:custGeom xmlns:a="http://schemas.openxmlformats.org/drawingml/2006/main">
            <a:pathLst>
              <a:path w="89344" h="9525">
                <a:moveTo>
                  <a:pt x="0" y="0"/>
                </a:moveTo>
                <a:lnTo>
                  <a:pt x="89344" y="0"/>
                </a:lnTo>
              </a:path>
            </a:pathLst>
          </a:custGeom>
          <a:noFill xmlns:a="http://schemas.openxmlformats.org/drawingml/2006/main"/>
          <a:ln xmlns:a="http://schemas.openxmlformats.org/drawingml/2006/main" w="5424">
            <a:solidFill>
              <a:srgbClr val="231F20"/>
            </a:solidFill>
          </a:ln>
        </p:spPr>
      </p:sp>
      <p:sp>
        <p:nvSpPr>
          <p:cNvPr id="535" name="wire-1121">
            <a:extLst xmlns:a="http://schemas.openxmlformats.org/drawingml/2006/main">
              <a:ext uri="{FF2B5EF4-FFF2-40B4-BE49-F238E27FC236}">
                <a16:creationId xmlns:a16="http://schemas.microsoft.com/office/drawing/2014/main" id="{0A65E55A-9440-4F85-AFED-F841E30A3805}"/>
              </a:ext>
            </a:extLst>
          </p:cNvPr>
          <p:cNvSpPr>
            <a:spLocks xmlns:a="http://schemas.openxmlformats.org/drawingml/2006/main" noGrp="1"/>
          </p:cNvSpPr>
          <p:nvPr/>
        </p:nvSpPr>
        <p:spPr>
          <a:xfrm xmlns:a="http://schemas.openxmlformats.org/drawingml/2006/main">
            <a:off x="1500283" y="4362450"/>
            <a:ext cx="9525" cy="89344"/>
          </a:xfrm>
          <a:custGeom xmlns:a="http://schemas.openxmlformats.org/drawingml/2006/main">
            <a:pathLst>
              <a:path w="9525" h="89344">
                <a:moveTo>
                  <a:pt x="0" y="89344"/>
                </a:moveTo>
                <a:lnTo>
                  <a:pt x="0" y="0"/>
                </a:lnTo>
              </a:path>
            </a:pathLst>
          </a:custGeom>
          <a:noFill xmlns:a="http://schemas.openxmlformats.org/drawingml/2006/main"/>
          <a:ln xmlns:a="http://schemas.openxmlformats.org/drawingml/2006/main" w="5424">
            <a:solidFill>
              <a:srgbClr val="231F20"/>
            </a:solidFill>
          </a:ln>
        </p:spPr>
      </p:sp>
      <p:sp>
        <p:nvSpPr>
          <p:cNvPr id="536" name="wire-1122">
            <a:extLst xmlns:a="http://schemas.openxmlformats.org/drawingml/2006/main">
              <a:ext uri="{FF2B5EF4-FFF2-40B4-BE49-F238E27FC236}">
                <a16:creationId xmlns:a16="http://schemas.microsoft.com/office/drawing/2014/main" id="{77C987DC-1F34-4229-858A-CC67ADF0E845}"/>
              </a:ext>
            </a:extLst>
          </p:cNvPr>
          <p:cNvSpPr>
            <a:spLocks xmlns:a="http://schemas.openxmlformats.org/drawingml/2006/main" noGrp="1"/>
          </p:cNvSpPr>
          <p:nvPr/>
        </p:nvSpPr>
        <p:spPr>
          <a:xfrm xmlns:a="http://schemas.openxmlformats.org/drawingml/2006/main">
            <a:off x="1500283" y="4362450"/>
            <a:ext cx="12764" cy="9525"/>
          </a:xfrm>
          <a:custGeom xmlns:a="http://schemas.openxmlformats.org/drawingml/2006/main">
            <a:pathLst>
              <a:path w="12764" h="9525">
                <a:moveTo>
                  <a:pt x="0" y="0"/>
                </a:moveTo>
                <a:lnTo>
                  <a:pt x="12764" y="0"/>
                </a:lnTo>
              </a:path>
            </a:pathLst>
          </a:custGeom>
          <a:noFill xmlns:a="http://schemas.openxmlformats.org/drawingml/2006/main"/>
          <a:ln xmlns:a="http://schemas.openxmlformats.org/drawingml/2006/main" w="5424">
            <a:solidFill>
              <a:srgbClr val="231F20"/>
            </a:solidFill>
          </a:ln>
        </p:spPr>
      </p:sp>
      <p:sp>
        <p:nvSpPr>
          <p:cNvPr id="537" name="circuit-1123">
            <a:extLst xmlns:a="http://schemas.openxmlformats.org/drawingml/2006/main">
              <a:ext uri="{FF2B5EF4-FFF2-40B4-BE49-F238E27FC236}">
                <a16:creationId xmlns:a16="http://schemas.microsoft.com/office/drawing/2014/main" id="{AF63B551-BEBF-491D-8919-64C526DC0348}"/>
              </a:ext>
            </a:extLst>
          </p:cNvPr>
          <p:cNvSpPr>
            <a:spLocks xmlns:a="http://schemas.openxmlformats.org/drawingml/2006/main" noGrp="1"/>
          </p:cNvSpPr>
          <p:nvPr/>
        </p:nvSpPr>
        <p:spPr>
          <a:xfrm xmlns:a="http://schemas.openxmlformats.org/drawingml/2006/main">
            <a:off x="1497092" y="4356068"/>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538" name="block-1124">
            <a:extLst xmlns:a="http://schemas.openxmlformats.org/drawingml/2006/main">
              <a:ext uri="{FF2B5EF4-FFF2-40B4-BE49-F238E27FC236}">
                <a16:creationId xmlns:a16="http://schemas.microsoft.com/office/drawing/2014/main" id="{B1F39253-249D-456E-84D1-A7C38D8B70B0}"/>
              </a:ext>
            </a:extLst>
          </p:cNvPr>
          <p:cNvSpPr>
            <a:spLocks xmlns:a="http://schemas.openxmlformats.org/drawingml/2006/main" noGrp="1"/>
          </p:cNvSpPr>
          <p:nvPr/>
        </p:nvSpPr>
        <p:spPr>
          <a:xfrm xmlns:a="http://schemas.openxmlformats.org/drawingml/2006/main">
            <a:off x="4232948" y="4338199"/>
            <a:ext cx="514369" cy="310153"/>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539" name="text-1125">
            <a:extLst xmlns:a="http://schemas.openxmlformats.org/drawingml/2006/main">
              <a:ext uri="{FF2B5EF4-FFF2-40B4-BE49-F238E27FC236}">
                <a16:creationId xmlns:a16="http://schemas.microsoft.com/office/drawing/2014/main" id="{B68EB2D5-8A82-4568-9BED-7A6E05A27B9F}"/>
              </a:ext>
            </a:extLst>
          </p:cNvPr>
          <p:cNvSpPr>
            <a:spLocks xmlns:a="http://schemas.openxmlformats.org/drawingml/2006/main" noGrp="1"/>
          </p:cNvSpPr>
          <p:nvPr/>
        </p:nvSpPr>
        <p:spPr>
          <a:xfrm xmlns:a="http://schemas.openxmlformats.org/drawingml/2006/main">
            <a:off x="4238054" y="4334370"/>
            <a:ext cx="504158"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77" b="1">
                <a:solidFill>
                  <a:srgbClr val="231F20"/>
                </a:solidFill>
                <a:latin typeface="Yu Gothic"/>
                <a:ea typeface="Yu Gothic"/>
                <a:cs typeface="Yu Gothic"/>
              </a:defRPr>
            </a:defPPr>
            <a:lvl1pPr algn="ctr">
              <a:defRPr sz="477" b="1">
                <a:solidFill>
                  <a:srgbClr val="231F20"/>
                </a:solidFill>
                <a:latin typeface="Yu Gothic"/>
                <a:ea typeface="Yu Gothic"/>
                <a:cs typeface="Yu Gothic"/>
              </a:defRPr>
            </a:lvl1pPr>
            <a:lvl2pPr algn="ctr">
              <a:defRPr sz="477" b="1">
                <a:solidFill>
                  <a:srgbClr val="231F20"/>
                </a:solidFill>
                <a:latin typeface="Yu Gothic"/>
                <a:ea typeface="Yu Gothic"/>
                <a:cs typeface="Yu Gothic"/>
              </a:defRPr>
            </a:lvl2pPr>
            <a:lvl3pPr algn="ctr">
              <a:defRPr sz="477" b="1">
                <a:solidFill>
                  <a:srgbClr val="231F20"/>
                </a:solidFill>
                <a:latin typeface="Yu Gothic"/>
                <a:ea typeface="Yu Gothic"/>
                <a:cs typeface="Yu Gothic"/>
              </a:defRPr>
            </a:lvl3pPr>
            <a:lvl4pPr algn="ctr">
              <a:defRPr sz="477" b="1">
                <a:solidFill>
                  <a:srgbClr val="231F20"/>
                </a:solidFill>
                <a:latin typeface="Yu Gothic"/>
                <a:ea typeface="Yu Gothic"/>
                <a:cs typeface="Yu Gothic"/>
              </a:defRPr>
            </a:lvl4pPr>
            <a:lvl5pPr algn="ctr">
              <a:defRPr sz="477" b="1">
                <a:solidFill>
                  <a:srgbClr val="231F20"/>
                </a:solidFill>
                <a:latin typeface="Yu Gothic"/>
                <a:ea typeface="Yu Gothic"/>
                <a:cs typeface="Yu Gothic"/>
              </a:defRPr>
            </a:lvl5pPr>
            <a:lvl6pPr algn="ctr">
              <a:defRPr sz="477" b="1">
                <a:solidFill>
                  <a:srgbClr val="231F20"/>
                </a:solidFill>
                <a:latin typeface="Yu Gothic"/>
                <a:ea typeface="Yu Gothic"/>
                <a:cs typeface="Yu Gothic"/>
              </a:defRPr>
            </a:lvl6pPr>
            <a:lvl7pPr algn="ctr">
              <a:defRPr sz="477" b="1">
                <a:solidFill>
                  <a:srgbClr val="231F20"/>
                </a:solidFill>
                <a:latin typeface="Yu Gothic"/>
                <a:ea typeface="Yu Gothic"/>
                <a:cs typeface="Yu Gothic"/>
              </a:defRPr>
            </a:lvl7pPr>
            <a:lvl8pPr algn="ctr">
              <a:defRPr sz="477" b="1">
                <a:solidFill>
                  <a:srgbClr val="231F20"/>
                </a:solidFill>
                <a:latin typeface="Yu Gothic"/>
                <a:ea typeface="Yu Gothic"/>
                <a:cs typeface="Yu Gothic"/>
              </a:defRPr>
            </a:lvl8pPr>
            <a:lvl9pPr algn="ctr">
              <a:defRPr sz="477" b="1">
                <a:solidFill>
                  <a:srgbClr val="231F20"/>
                </a:solidFill>
                <a:latin typeface="Yu Gothic"/>
                <a:ea typeface="Yu Gothic"/>
                <a:cs typeface="Yu Gothic"/>
              </a:defRPr>
            </a:lvl9pPr>
          </a:lstStyle>
          <a:p xmlns:a="http://schemas.openxmlformats.org/drawingml/2006/main">
            <a:r>
              <a:t/>
            </a:r>
          </a:p>
        </p:txBody>
      </p:sp>
      <p:sp>
        <p:nvSpPr>
          <p:cNvPr id="540" name="text-1126">
            <a:extLst xmlns:a="http://schemas.openxmlformats.org/drawingml/2006/main">
              <a:ext uri="{FF2B5EF4-FFF2-40B4-BE49-F238E27FC236}">
                <a16:creationId xmlns:a16="http://schemas.microsoft.com/office/drawing/2014/main" id="{FAA6A0AB-B58E-497D-B1BE-EB86101DDB88}"/>
              </a:ext>
            </a:extLst>
          </p:cNvPr>
          <p:cNvSpPr>
            <a:spLocks xmlns:a="http://schemas.openxmlformats.org/drawingml/2006/main" noGrp="1"/>
          </p:cNvSpPr>
          <p:nvPr/>
        </p:nvSpPr>
        <p:spPr>
          <a:xfrm xmlns:a="http://schemas.openxmlformats.org/drawingml/2006/main">
            <a:off x="4486942" y="4336923"/>
            <a:ext cx="255270"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27" b="1">
                <a:solidFill>
                  <a:srgbClr val="231F20"/>
                </a:solidFill>
                <a:latin typeface="Arial"/>
                <a:ea typeface="Arial"/>
                <a:cs typeface="Arial"/>
              </a:defRPr>
            </a:defPPr>
            <a:lvl1pPr algn="ctr">
              <a:defRPr sz="427" b="1">
                <a:solidFill>
                  <a:srgbClr val="231F20"/>
                </a:solidFill>
                <a:latin typeface="Arial"/>
                <a:ea typeface="Arial"/>
                <a:cs typeface="Arial"/>
              </a:defRPr>
            </a:lvl1pPr>
            <a:lvl2pPr algn="ctr">
              <a:defRPr sz="427" b="1">
                <a:solidFill>
                  <a:srgbClr val="231F20"/>
                </a:solidFill>
                <a:latin typeface="Arial"/>
                <a:ea typeface="Arial"/>
                <a:cs typeface="Arial"/>
              </a:defRPr>
            </a:lvl2pPr>
            <a:lvl3pPr algn="ctr">
              <a:defRPr sz="427" b="1">
                <a:solidFill>
                  <a:srgbClr val="231F20"/>
                </a:solidFill>
                <a:latin typeface="Arial"/>
                <a:ea typeface="Arial"/>
                <a:cs typeface="Arial"/>
              </a:defRPr>
            </a:lvl3pPr>
            <a:lvl4pPr algn="ctr">
              <a:defRPr sz="427" b="1">
                <a:solidFill>
                  <a:srgbClr val="231F20"/>
                </a:solidFill>
                <a:latin typeface="Arial"/>
                <a:ea typeface="Arial"/>
                <a:cs typeface="Arial"/>
              </a:defRPr>
            </a:lvl4pPr>
            <a:lvl5pPr algn="ctr">
              <a:defRPr sz="427" b="1">
                <a:solidFill>
                  <a:srgbClr val="231F20"/>
                </a:solidFill>
                <a:latin typeface="Arial"/>
                <a:ea typeface="Arial"/>
                <a:cs typeface="Arial"/>
              </a:defRPr>
            </a:lvl5pPr>
            <a:lvl6pPr algn="ctr">
              <a:defRPr sz="427" b="1">
                <a:solidFill>
                  <a:srgbClr val="231F20"/>
                </a:solidFill>
                <a:latin typeface="Arial"/>
                <a:ea typeface="Arial"/>
                <a:cs typeface="Arial"/>
              </a:defRPr>
            </a:lvl6pPr>
            <a:lvl7pPr algn="ctr">
              <a:defRPr sz="427" b="1">
                <a:solidFill>
                  <a:srgbClr val="231F20"/>
                </a:solidFill>
                <a:latin typeface="Arial"/>
                <a:ea typeface="Arial"/>
                <a:cs typeface="Arial"/>
              </a:defRPr>
            </a:lvl7pPr>
            <a:lvl8pPr algn="ctr">
              <a:defRPr sz="427" b="1">
                <a:solidFill>
                  <a:srgbClr val="231F20"/>
                </a:solidFill>
                <a:latin typeface="Arial"/>
                <a:ea typeface="Arial"/>
                <a:cs typeface="Arial"/>
              </a:defRPr>
            </a:lvl8pPr>
            <a:lvl9pPr algn="ctr">
              <a:defRPr sz="427" b="1">
                <a:solidFill>
                  <a:srgbClr val="231F20"/>
                </a:solidFill>
                <a:latin typeface="Arial"/>
                <a:ea typeface="Arial"/>
                <a:cs typeface="Arial"/>
              </a:defRPr>
            </a:lvl9pPr>
          </a:lstStyle>
          <a:p xmlns:a="http://schemas.openxmlformats.org/drawingml/2006/main">
            <a:pPr algn="ctr">
              <a:defRPr sz="427" b="1">
                <a:solidFill>
                  <a:srgbClr val="231F20"/>
                </a:solidFill>
                <a:latin typeface="Arial"/>
                <a:ea typeface="Arial"/>
                <a:cs typeface="Arial"/>
              </a:defRPr>
            </a:pPr>
            <a:r>
              <a:rPr sz="427" b="1">
                <a:solidFill>
                  <a:srgbClr val="231F20"/>
                </a:solidFill>
                <a:latin typeface="Arial"/>
                <a:ea typeface="Arial"/>
                <a:cs typeface="Arial"/>
              </a:rPr>
              <a:t>D-cache</a:t>
            </a:r>
          </a:p>
        </p:txBody>
      </p:sp>
      <p:sp>
        <p:nvSpPr>
          <p:cNvPr id="541" name="block-1127">
            <a:extLst xmlns:a="http://schemas.openxmlformats.org/drawingml/2006/main">
              <a:ext uri="{FF2B5EF4-FFF2-40B4-BE49-F238E27FC236}">
                <a16:creationId xmlns:a16="http://schemas.microsoft.com/office/drawing/2014/main" id="{6DBE0B19-D3F2-4B6F-8251-9D3B98914DDC}"/>
              </a:ext>
            </a:extLst>
          </p:cNvPr>
          <p:cNvSpPr>
            <a:spLocks xmlns:a="http://schemas.openxmlformats.org/drawingml/2006/main" noGrp="1"/>
          </p:cNvSpPr>
          <p:nvPr/>
        </p:nvSpPr>
        <p:spPr>
          <a:xfrm xmlns:a="http://schemas.openxmlformats.org/drawingml/2006/main">
            <a:off x="4257199" y="4426268"/>
            <a:ext cx="146780" cy="89345"/>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42" name="wire-1128">
            <a:extLst xmlns:a="http://schemas.openxmlformats.org/drawingml/2006/main">
              <a:ext uri="{FF2B5EF4-FFF2-40B4-BE49-F238E27FC236}">
                <a16:creationId xmlns:a16="http://schemas.microsoft.com/office/drawing/2014/main" id="{5214C45D-BBBB-4A8E-84F7-4068C05AA3F3}"/>
              </a:ext>
            </a:extLst>
          </p:cNvPr>
          <p:cNvSpPr>
            <a:spLocks xmlns:a="http://schemas.openxmlformats.org/drawingml/2006/main" noGrp="1"/>
          </p:cNvSpPr>
          <p:nvPr/>
        </p:nvSpPr>
        <p:spPr>
          <a:xfrm xmlns:a="http://schemas.openxmlformats.org/drawingml/2006/main">
            <a:off x="4257199" y="4445413"/>
            <a:ext cx="146780" cy="9525"/>
          </a:xfrm>
          <a:custGeom xmlns:a="http://schemas.openxmlformats.org/drawingml/2006/main">
            <a:pathLst>
              <a:path w="146780" h="9525">
                <a:moveTo>
                  <a:pt x="0" y="0"/>
                </a:moveTo>
                <a:lnTo>
                  <a:pt x="146780" y="0"/>
                </a:lnTo>
              </a:path>
            </a:pathLst>
          </a:custGeom>
          <a:noFill xmlns:a="http://schemas.openxmlformats.org/drawingml/2006/main"/>
          <a:ln xmlns:a="http://schemas.openxmlformats.org/drawingml/2006/main" w="3191">
            <a:solidFill>
              <a:srgbClr val="231F20"/>
            </a:solidFill>
          </a:ln>
        </p:spPr>
      </p:sp>
      <p:sp>
        <p:nvSpPr>
          <p:cNvPr id="543" name="wire-1129">
            <a:extLst xmlns:a="http://schemas.openxmlformats.org/drawingml/2006/main">
              <a:ext uri="{FF2B5EF4-FFF2-40B4-BE49-F238E27FC236}">
                <a16:creationId xmlns:a16="http://schemas.microsoft.com/office/drawing/2014/main" id="{4A98F2DB-323B-475F-B516-C20A6E3DFE65}"/>
              </a:ext>
            </a:extLst>
          </p:cNvPr>
          <p:cNvSpPr>
            <a:spLocks xmlns:a="http://schemas.openxmlformats.org/drawingml/2006/main" noGrp="1"/>
          </p:cNvSpPr>
          <p:nvPr/>
        </p:nvSpPr>
        <p:spPr>
          <a:xfrm xmlns:a="http://schemas.openxmlformats.org/drawingml/2006/main">
            <a:off x="4257199" y="4496467"/>
            <a:ext cx="146780" cy="9525"/>
          </a:xfrm>
          <a:custGeom xmlns:a="http://schemas.openxmlformats.org/drawingml/2006/main">
            <a:pathLst>
              <a:path w="146780" h="9525">
                <a:moveTo>
                  <a:pt x="0" y="0"/>
                </a:moveTo>
                <a:lnTo>
                  <a:pt x="146780" y="0"/>
                </a:lnTo>
              </a:path>
            </a:pathLst>
          </a:custGeom>
          <a:noFill xmlns:a="http://schemas.openxmlformats.org/drawingml/2006/main"/>
          <a:ln xmlns:a="http://schemas.openxmlformats.org/drawingml/2006/main" w="3191">
            <a:solidFill>
              <a:srgbClr val="231F20"/>
            </a:solidFill>
          </a:ln>
        </p:spPr>
      </p:sp>
      <p:sp>
        <p:nvSpPr>
          <p:cNvPr id="544" name="text-1130">
            <a:extLst xmlns:a="http://schemas.openxmlformats.org/drawingml/2006/main">
              <a:ext uri="{FF2B5EF4-FFF2-40B4-BE49-F238E27FC236}">
                <a16:creationId xmlns:a16="http://schemas.microsoft.com/office/drawing/2014/main" id="{54F012B1-F59E-4B11-A2F9-0CD5275452D0}"/>
              </a:ext>
            </a:extLst>
          </p:cNvPr>
          <p:cNvSpPr>
            <a:spLocks xmlns:a="http://schemas.openxmlformats.org/drawingml/2006/main" noGrp="1"/>
          </p:cNvSpPr>
          <p:nvPr/>
        </p:nvSpPr>
        <p:spPr>
          <a:xfrm xmlns:a="http://schemas.openxmlformats.org/drawingml/2006/main">
            <a:off x="4261666" y="4445413"/>
            <a:ext cx="137846" cy="510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Tag</a:t>
            </a:r>
          </a:p>
        </p:txBody>
      </p:sp>
      <p:sp>
        <p:nvSpPr>
          <p:cNvPr id="545" name="block-1131">
            <a:extLst xmlns:a="http://schemas.openxmlformats.org/drawingml/2006/main">
              <a:ext uri="{FF2B5EF4-FFF2-40B4-BE49-F238E27FC236}">
                <a16:creationId xmlns:a16="http://schemas.microsoft.com/office/drawing/2014/main" id="{6A6E4F1B-0903-4F11-ABB5-7F733D528A13}"/>
              </a:ext>
            </a:extLst>
          </p:cNvPr>
          <p:cNvSpPr>
            <a:spLocks xmlns:a="http://schemas.openxmlformats.org/drawingml/2006/main" noGrp="1"/>
          </p:cNvSpPr>
          <p:nvPr/>
        </p:nvSpPr>
        <p:spPr>
          <a:xfrm xmlns:a="http://schemas.openxmlformats.org/drawingml/2006/main">
            <a:off x="4461415" y="4426268"/>
            <a:ext cx="159544" cy="89345"/>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46" name="wire-1132">
            <a:extLst xmlns:a="http://schemas.openxmlformats.org/drawingml/2006/main">
              <a:ext uri="{FF2B5EF4-FFF2-40B4-BE49-F238E27FC236}">
                <a16:creationId xmlns:a16="http://schemas.microsoft.com/office/drawing/2014/main" id="{B6FC0C9A-4E1B-46C5-B231-3A774D982D4A}"/>
              </a:ext>
            </a:extLst>
          </p:cNvPr>
          <p:cNvSpPr>
            <a:spLocks xmlns:a="http://schemas.openxmlformats.org/drawingml/2006/main" noGrp="1"/>
          </p:cNvSpPr>
          <p:nvPr/>
        </p:nvSpPr>
        <p:spPr>
          <a:xfrm xmlns:a="http://schemas.openxmlformats.org/drawingml/2006/main">
            <a:off x="4461415" y="4445413"/>
            <a:ext cx="159544" cy="9525"/>
          </a:xfrm>
          <a:custGeom xmlns:a="http://schemas.openxmlformats.org/drawingml/2006/main">
            <a:pathLst>
              <a:path w="159544" h="9525">
                <a:moveTo>
                  <a:pt x="0" y="0"/>
                </a:moveTo>
                <a:lnTo>
                  <a:pt x="159544" y="0"/>
                </a:lnTo>
              </a:path>
            </a:pathLst>
          </a:custGeom>
          <a:noFill xmlns:a="http://schemas.openxmlformats.org/drawingml/2006/main"/>
          <a:ln xmlns:a="http://schemas.openxmlformats.org/drawingml/2006/main" w="3191">
            <a:solidFill>
              <a:srgbClr val="231F20"/>
            </a:solidFill>
          </a:ln>
        </p:spPr>
      </p:sp>
      <p:sp>
        <p:nvSpPr>
          <p:cNvPr id="547" name="wire-1133">
            <a:extLst xmlns:a="http://schemas.openxmlformats.org/drawingml/2006/main">
              <a:ext uri="{FF2B5EF4-FFF2-40B4-BE49-F238E27FC236}">
                <a16:creationId xmlns:a16="http://schemas.microsoft.com/office/drawing/2014/main" id="{65A759B0-E238-4FB8-A7AC-D1619C0D11C4}"/>
              </a:ext>
            </a:extLst>
          </p:cNvPr>
          <p:cNvSpPr>
            <a:spLocks xmlns:a="http://schemas.openxmlformats.org/drawingml/2006/main" noGrp="1"/>
          </p:cNvSpPr>
          <p:nvPr/>
        </p:nvSpPr>
        <p:spPr>
          <a:xfrm xmlns:a="http://schemas.openxmlformats.org/drawingml/2006/main">
            <a:off x="4461415" y="4496467"/>
            <a:ext cx="159544" cy="9525"/>
          </a:xfrm>
          <a:custGeom xmlns:a="http://schemas.openxmlformats.org/drawingml/2006/main">
            <a:pathLst>
              <a:path w="159544" h="9525">
                <a:moveTo>
                  <a:pt x="0" y="0"/>
                </a:moveTo>
                <a:lnTo>
                  <a:pt x="159544" y="0"/>
                </a:lnTo>
              </a:path>
            </a:pathLst>
          </a:custGeom>
          <a:noFill xmlns:a="http://schemas.openxmlformats.org/drawingml/2006/main"/>
          <a:ln xmlns:a="http://schemas.openxmlformats.org/drawingml/2006/main" w="3191">
            <a:solidFill>
              <a:srgbClr val="231F20"/>
            </a:solidFill>
          </a:ln>
        </p:spPr>
      </p:sp>
      <p:sp>
        <p:nvSpPr>
          <p:cNvPr id="548" name="text-1134">
            <a:extLst xmlns:a="http://schemas.openxmlformats.org/drawingml/2006/main">
              <a:ext uri="{FF2B5EF4-FFF2-40B4-BE49-F238E27FC236}">
                <a16:creationId xmlns:a16="http://schemas.microsoft.com/office/drawing/2014/main" id="{7557F66F-C4C5-4497-8CDC-19543AA98664}"/>
              </a:ext>
            </a:extLst>
          </p:cNvPr>
          <p:cNvSpPr>
            <a:spLocks xmlns:a="http://schemas.openxmlformats.org/drawingml/2006/main" noGrp="1"/>
          </p:cNvSpPr>
          <p:nvPr/>
        </p:nvSpPr>
        <p:spPr>
          <a:xfrm xmlns:a="http://schemas.openxmlformats.org/drawingml/2006/main">
            <a:off x="4465882" y="4445413"/>
            <a:ext cx="150609" cy="510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Data</a:t>
            </a:r>
          </a:p>
        </p:txBody>
      </p:sp>
      <p:sp>
        <p:nvSpPr>
          <p:cNvPr id="549" name="wire-1135">
            <a:extLst xmlns:a="http://schemas.openxmlformats.org/drawingml/2006/main">
              <a:ext uri="{FF2B5EF4-FFF2-40B4-BE49-F238E27FC236}">
                <a16:creationId xmlns:a16="http://schemas.microsoft.com/office/drawing/2014/main" id="{1294FCF3-8432-45CE-B839-A318AFC4D44E}"/>
              </a:ext>
            </a:extLst>
          </p:cNvPr>
          <p:cNvSpPr>
            <a:spLocks xmlns:a="http://schemas.openxmlformats.org/drawingml/2006/main" noGrp="1"/>
          </p:cNvSpPr>
          <p:nvPr/>
        </p:nvSpPr>
        <p:spPr>
          <a:xfrm xmlns:a="http://schemas.openxmlformats.org/drawingml/2006/main">
            <a:off x="4467797" y="4330541"/>
            <a:ext cx="9525" cy="76581"/>
          </a:xfrm>
          <a:custGeom xmlns:a="http://schemas.openxmlformats.org/drawingml/2006/main">
            <a:pathLst>
              <a:path w="9525" h="76581">
                <a:moveTo>
                  <a:pt x="0" y="0"/>
                </a:moveTo>
                <a:lnTo>
                  <a:pt x="0" y="76581"/>
                </a:lnTo>
              </a:path>
            </a:pathLst>
          </a:custGeom>
          <a:noFill xmlns:a="http://schemas.openxmlformats.org/drawingml/2006/main"/>
          <a:ln xmlns:a="http://schemas.openxmlformats.org/drawingml/2006/main" w="5424">
            <a:solidFill>
              <a:srgbClr val="231F20"/>
            </a:solidFill>
          </a:ln>
        </p:spPr>
      </p:sp>
      <p:sp>
        <p:nvSpPr>
          <p:cNvPr id="550" name="wire-1136">
            <a:extLst xmlns:a="http://schemas.openxmlformats.org/drawingml/2006/main">
              <a:ext uri="{FF2B5EF4-FFF2-40B4-BE49-F238E27FC236}">
                <a16:creationId xmlns:a16="http://schemas.microsoft.com/office/drawing/2014/main" id="{9CACA12F-5EE2-4BEB-A2F2-65EE64A71054}"/>
              </a:ext>
            </a:extLst>
          </p:cNvPr>
          <p:cNvSpPr>
            <a:spLocks xmlns:a="http://schemas.openxmlformats.org/drawingml/2006/main" noGrp="1"/>
          </p:cNvSpPr>
          <p:nvPr/>
        </p:nvSpPr>
        <p:spPr>
          <a:xfrm xmlns:a="http://schemas.openxmlformats.org/drawingml/2006/main">
            <a:off x="4327398" y="4407122"/>
            <a:ext cx="140398" cy="9525"/>
          </a:xfrm>
          <a:custGeom xmlns:a="http://schemas.openxmlformats.org/drawingml/2006/main">
            <a:pathLst>
              <a:path w="140398" h="9525">
                <a:moveTo>
                  <a:pt x="140398" y="0"/>
                </a:moveTo>
                <a:lnTo>
                  <a:pt x="0" y="0"/>
                </a:lnTo>
              </a:path>
            </a:pathLst>
          </a:custGeom>
          <a:noFill xmlns:a="http://schemas.openxmlformats.org/drawingml/2006/main"/>
          <a:ln xmlns:a="http://schemas.openxmlformats.org/drawingml/2006/main" w="5424">
            <a:solidFill>
              <a:srgbClr val="231F20"/>
            </a:solidFill>
          </a:ln>
        </p:spPr>
      </p:sp>
      <p:sp>
        <p:nvSpPr>
          <p:cNvPr id="551" name="wire-1137">
            <a:extLst xmlns:a="http://schemas.openxmlformats.org/drawingml/2006/main">
              <a:ext uri="{FF2B5EF4-FFF2-40B4-BE49-F238E27FC236}">
                <a16:creationId xmlns:a16="http://schemas.microsoft.com/office/drawing/2014/main" id="{A0AC3672-FC91-4CB4-A55D-2391C850C447}"/>
              </a:ext>
            </a:extLst>
          </p:cNvPr>
          <p:cNvSpPr>
            <a:spLocks xmlns:a="http://schemas.openxmlformats.org/drawingml/2006/main" noGrp="1"/>
          </p:cNvSpPr>
          <p:nvPr/>
        </p:nvSpPr>
        <p:spPr>
          <a:xfrm xmlns:a="http://schemas.openxmlformats.org/drawingml/2006/main">
            <a:off x="4327398" y="4407122"/>
            <a:ext cx="9525" cy="19145"/>
          </a:xfrm>
          <a:custGeom xmlns:a="http://schemas.openxmlformats.org/drawingml/2006/main">
            <a:pathLst>
              <a:path w="9525" h="19145">
                <a:moveTo>
                  <a:pt x="0" y="0"/>
                </a:moveTo>
                <a:lnTo>
                  <a:pt x="0" y="19145"/>
                </a:lnTo>
              </a:path>
            </a:pathLst>
          </a:custGeom>
          <a:noFill xmlns:a="http://schemas.openxmlformats.org/drawingml/2006/main"/>
          <a:ln xmlns:a="http://schemas.openxmlformats.org/drawingml/2006/main" w="5424">
            <a:solidFill>
              <a:srgbClr val="231F20"/>
            </a:solidFill>
          </a:ln>
        </p:spPr>
      </p:sp>
      <p:sp>
        <p:nvSpPr>
          <p:cNvPr id="552" name="wire-1138">
            <a:extLst xmlns:a="http://schemas.openxmlformats.org/drawingml/2006/main">
              <a:ext uri="{FF2B5EF4-FFF2-40B4-BE49-F238E27FC236}">
                <a16:creationId xmlns:a16="http://schemas.microsoft.com/office/drawing/2014/main" id="{5D3ADF9C-060C-4D58-8D10-0658E1EABF5B}"/>
              </a:ext>
            </a:extLst>
          </p:cNvPr>
          <p:cNvSpPr>
            <a:spLocks xmlns:a="http://schemas.openxmlformats.org/drawingml/2006/main" noGrp="1"/>
          </p:cNvSpPr>
          <p:nvPr/>
        </p:nvSpPr>
        <p:spPr>
          <a:xfrm xmlns:a="http://schemas.openxmlformats.org/drawingml/2006/main">
            <a:off x="4467797" y="4407122"/>
            <a:ext cx="70199" cy="9525"/>
          </a:xfrm>
          <a:custGeom xmlns:a="http://schemas.openxmlformats.org/drawingml/2006/main">
            <a:pathLst>
              <a:path w="70199" h="9525">
                <a:moveTo>
                  <a:pt x="0" y="0"/>
                </a:moveTo>
                <a:lnTo>
                  <a:pt x="70199" y="0"/>
                </a:lnTo>
              </a:path>
            </a:pathLst>
          </a:custGeom>
          <a:noFill xmlns:a="http://schemas.openxmlformats.org/drawingml/2006/main"/>
          <a:ln xmlns:a="http://schemas.openxmlformats.org/drawingml/2006/main" w="5424">
            <a:solidFill>
              <a:srgbClr val="231F20"/>
            </a:solidFill>
          </a:ln>
        </p:spPr>
      </p:sp>
      <p:sp>
        <p:nvSpPr>
          <p:cNvPr id="553" name="wire-1139">
            <a:extLst xmlns:a="http://schemas.openxmlformats.org/drawingml/2006/main">
              <a:ext uri="{FF2B5EF4-FFF2-40B4-BE49-F238E27FC236}">
                <a16:creationId xmlns:a16="http://schemas.microsoft.com/office/drawing/2014/main" id="{26EA4BFD-AC54-409D-9942-B052B6D2C95E}"/>
              </a:ext>
            </a:extLst>
          </p:cNvPr>
          <p:cNvSpPr>
            <a:spLocks xmlns:a="http://schemas.openxmlformats.org/drawingml/2006/main" noGrp="1"/>
          </p:cNvSpPr>
          <p:nvPr/>
        </p:nvSpPr>
        <p:spPr>
          <a:xfrm xmlns:a="http://schemas.openxmlformats.org/drawingml/2006/main">
            <a:off x="4537996" y="4407122"/>
            <a:ext cx="9525" cy="19145"/>
          </a:xfrm>
          <a:custGeom xmlns:a="http://schemas.openxmlformats.org/drawingml/2006/main">
            <a:pathLst>
              <a:path w="9525" h="19145">
                <a:moveTo>
                  <a:pt x="0" y="0"/>
                </a:moveTo>
                <a:lnTo>
                  <a:pt x="0" y="19145"/>
                </a:lnTo>
              </a:path>
            </a:pathLst>
          </a:custGeom>
          <a:noFill xmlns:a="http://schemas.openxmlformats.org/drawingml/2006/main"/>
          <a:ln xmlns:a="http://schemas.openxmlformats.org/drawingml/2006/main" w="5424">
            <a:solidFill>
              <a:srgbClr val="231F20"/>
            </a:solidFill>
          </a:ln>
        </p:spPr>
      </p:sp>
      <p:sp>
        <p:nvSpPr>
          <p:cNvPr id="554" name="">
            <a:extLst xmlns:a="http://schemas.openxmlformats.org/drawingml/2006/main">
              <a:ext uri="{FF2B5EF4-FFF2-40B4-BE49-F238E27FC236}">
                <a16:creationId xmlns:a16="http://schemas.microsoft.com/office/drawing/2014/main" id="{17E39F4D-3CBD-48AB-B596-F0990FCF8925}"/>
              </a:ext>
            </a:extLst>
          </p:cNvPr>
          <p:cNvSpPr>
            <a:spLocks xmlns:a="http://schemas.openxmlformats.org/drawingml/2006/main" noGrp="1"/>
          </p:cNvSpPr>
          <p:nvPr/>
        </p:nvSpPr>
        <p:spPr>
          <a:xfrm xmlns:a="http://schemas.openxmlformats.org/drawingml/2006/main">
            <a:off x="4463010" y="4402336"/>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555" name="block-1140">
            <a:extLst xmlns:a="http://schemas.openxmlformats.org/drawingml/2006/main">
              <a:ext uri="{FF2B5EF4-FFF2-40B4-BE49-F238E27FC236}">
                <a16:creationId xmlns:a16="http://schemas.microsoft.com/office/drawing/2014/main" id="{67113AD6-4EB8-430F-A1F6-6B41C12CDFFB}"/>
              </a:ext>
            </a:extLst>
          </p:cNvPr>
          <p:cNvSpPr>
            <a:spLocks xmlns:a="http://schemas.openxmlformats.org/drawingml/2006/main" noGrp="1"/>
          </p:cNvSpPr>
          <p:nvPr/>
        </p:nvSpPr>
        <p:spPr>
          <a:xfrm xmlns:a="http://schemas.openxmlformats.org/drawingml/2006/main">
            <a:off x="4461415" y="4547521"/>
            <a:ext cx="70199" cy="63818"/>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56" name="text-1141">
            <a:extLst xmlns:a="http://schemas.openxmlformats.org/drawingml/2006/main">
              <a:ext uri="{FF2B5EF4-FFF2-40B4-BE49-F238E27FC236}">
                <a16:creationId xmlns:a16="http://schemas.microsoft.com/office/drawing/2014/main" id="{826E70BB-266E-4B17-B901-0621F2439D0D}"/>
              </a:ext>
            </a:extLst>
          </p:cNvPr>
          <p:cNvSpPr>
            <a:spLocks xmlns:a="http://schemas.openxmlformats.org/drawingml/2006/main" noGrp="1"/>
          </p:cNvSpPr>
          <p:nvPr/>
        </p:nvSpPr>
        <p:spPr>
          <a:xfrm xmlns:a="http://schemas.openxmlformats.org/drawingml/2006/main">
            <a:off x="4467797" y="4550712"/>
            <a:ext cx="57436" cy="5743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02" b="0">
                <a:solidFill>
                  <a:srgbClr val="231F20"/>
                </a:solidFill>
                <a:latin typeface="Arial"/>
                <a:ea typeface="Arial"/>
                <a:cs typeface="Arial"/>
              </a:defRPr>
            </a:defPPr>
            <a:lvl1pPr algn="ctr">
              <a:defRPr sz="402" b="0">
                <a:solidFill>
                  <a:srgbClr val="231F20"/>
                </a:solidFill>
                <a:latin typeface="Arial"/>
                <a:ea typeface="Arial"/>
                <a:cs typeface="Arial"/>
              </a:defRPr>
            </a:lvl1pPr>
            <a:lvl2pPr algn="ctr">
              <a:defRPr sz="402" b="0">
                <a:solidFill>
                  <a:srgbClr val="231F20"/>
                </a:solidFill>
                <a:latin typeface="Arial"/>
                <a:ea typeface="Arial"/>
                <a:cs typeface="Arial"/>
              </a:defRPr>
            </a:lvl2pPr>
            <a:lvl3pPr algn="ctr">
              <a:defRPr sz="402" b="0">
                <a:solidFill>
                  <a:srgbClr val="231F20"/>
                </a:solidFill>
                <a:latin typeface="Arial"/>
                <a:ea typeface="Arial"/>
                <a:cs typeface="Arial"/>
              </a:defRPr>
            </a:lvl3pPr>
            <a:lvl4pPr algn="ctr">
              <a:defRPr sz="402" b="0">
                <a:solidFill>
                  <a:srgbClr val="231F20"/>
                </a:solidFill>
                <a:latin typeface="Arial"/>
                <a:ea typeface="Arial"/>
                <a:cs typeface="Arial"/>
              </a:defRPr>
            </a:lvl4pPr>
            <a:lvl5pPr algn="ctr">
              <a:defRPr sz="402" b="0">
                <a:solidFill>
                  <a:srgbClr val="231F20"/>
                </a:solidFill>
                <a:latin typeface="Arial"/>
                <a:ea typeface="Arial"/>
                <a:cs typeface="Arial"/>
              </a:defRPr>
            </a:lvl5pPr>
            <a:lvl6pPr algn="ctr">
              <a:defRPr sz="402" b="0">
                <a:solidFill>
                  <a:srgbClr val="231F20"/>
                </a:solidFill>
                <a:latin typeface="Arial"/>
                <a:ea typeface="Arial"/>
                <a:cs typeface="Arial"/>
              </a:defRPr>
            </a:lvl6pPr>
            <a:lvl7pPr algn="ctr">
              <a:defRPr sz="402" b="0">
                <a:solidFill>
                  <a:srgbClr val="231F20"/>
                </a:solidFill>
                <a:latin typeface="Arial"/>
                <a:ea typeface="Arial"/>
                <a:cs typeface="Arial"/>
              </a:defRPr>
            </a:lvl7pPr>
            <a:lvl8pPr algn="ctr">
              <a:defRPr sz="402" b="0">
                <a:solidFill>
                  <a:srgbClr val="231F20"/>
                </a:solidFill>
                <a:latin typeface="Arial"/>
                <a:ea typeface="Arial"/>
                <a:cs typeface="Arial"/>
              </a:defRPr>
            </a:lvl8pPr>
            <a:lvl9pPr algn="ctr">
              <a:defRPr sz="402" b="0">
                <a:solidFill>
                  <a:srgbClr val="231F20"/>
                </a:solidFill>
                <a:latin typeface="Arial"/>
                <a:ea typeface="Arial"/>
                <a:cs typeface="Arial"/>
              </a:defRPr>
            </a:lvl9pPr>
          </a:lstStyle>
          <a:p xmlns:a="http://schemas.openxmlformats.org/drawingml/2006/main">
            <a:pPr algn="ctr">
              <a:defRPr sz="402" b="0">
                <a:solidFill>
                  <a:srgbClr val="231F20"/>
                </a:solidFill>
                <a:latin typeface="Arial"/>
                <a:ea typeface="Arial"/>
                <a:cs typeface="Arial"/>
              </a:defRPr>
            </a:pPr>
            <a:r>
              <a:rPr sz="402" b="0">
                <a:solidFill>
                  <a:srgbClr val="231F20"/>
                </a:solidFill>
                <a:latin typeface="Arial"/>
                <a:ea typeface="Arial"/>
                <a:cs typeface="Arial"/>
              </a:rPr>
              <a:t>=</a:t>
            </a:r>
          </a:p>
        </p:txBody>
      </p:sp>
      <p:sp>
        <p:nvSpPr>
          <p:cNvPr id="557" name="wire-1142">
            <a:extLst xmlns:a="http://schemas.openxmlformats.org/drawingml/2006/main">
              <a:ext uri="{FF2B5EF4-FFF2-40B4-BE49-F238E27FC236}">
                <a16:creationId xmlns:a16="http://schemas.microsoft.com/office/drawing/2014/main" id="{D796F288-CFA3-443A-AD7B-99A36642D6CF}"/>
              </a:ext>
            </a:extLst>
          </p:cNvPr>
          <p:cNvSpPr>
            <a:spLocks xmlns:a="http://schemas.openxmlformats.org/drawingml/2006/main" noGrp="1"/>
          </p:cNvSpPr>
          <p:nvPr/>
        </p:nvSpPr>
        <p:spPr>
          <a:xfrm xmlns:a="http://schemas.openxmlformats.org/drawingml/2006/main">
            <a:off x="4327398" y="4515612"/>
            <a:ext cx="9525" cy="12763"/>
          </a:xfrm>
          <a:custGeom xmlns:a="http://schemas.openxmlformats.org/drawingml/2006/main">
            <a:pathLst>
              <a:path w="9525" h="12763">
                <a:moveTo>
                  <a:pt x="0" y="0"/>
                </a:moveTo>
                <a:lnTo>
                  <a:pt x="0" y="12763"/>
                </a:lnTo>
              </a:path>
            </a:pathLst>
          </a:custGeom>
          <a:noFill xmlns:a="http://schemas.openxmlformats.org/drawingml/2006/main"/>
          <a:ln xmlns:a="http://schemas.openxmlformats.org/drawingml/2006/main" w="5424">
            <a:solidFill>
              <a:srgbClr val="231F20"/>
            </a:solidFill>
          </a:ln>
        </p:spPr>
      </p:sp>
      <p:sp>
        <p:nvSpPr>
          <p:cNvPr id="558" name="wire-1143">
            <a:extLst xmlns:a="http://schemas.openxmlformats.org/drawingml/2006/main">
              <a:ext uri="{FF2B5EF4-FFF2-40B4-BE49-F238E27FC236}">
                <a16:creationId xmlns:a16="http://schemas.microsoft.com/office/drawing/2014/main" id="{1A78EA0A-D06F-4907-952B-19BAC8E7AD9F}"/>
              </a:ext>
            </a:extLst>
          </p:cNvPr>
          <p:cNvSpPr>
            <a:spLocks xmlns:a="http://schemas.openxmlformats.org/drawingml/2006/main" noGrp="1"/>
          </p:cNvSpPr>
          <p:nvPr/>
        </p:nvSpPr>
        <p:spPr>
          <a:xfrm xmlns:a="http://schemas.openxmlformats.org/drawingml/2006/main">
            <a:off x="4327398" y="4528376"/>
            <a:ext cx="165925" cy="9525"/>
          </a:xfrm>
          <a:custGeom xmlns:a="http://schemas.openxmlformats.org/drawingml/2006/main">
            <a:pathLst>
              <a:path w="165925" h="9525">
                <a:moveTo>
                  <a:pt x="0" y="0"/>
                </a:moveTo>
                <a:lnTo>
                  <a:pt x="165925" y="0"/>
                </a:lnTo>
              </a:path>
            </a:pathLst>
          </a:custGeom>
          <a:noFill xmlns:a="http://schemas.openxmlformats.org/drawingml/2006/main"/>
          <a:ln xmlns:a="http://schemas.openxmlformats.org/drawingml/2006/main" w="5424">
            <a:solidFill>
              <a:srgbClr val="231F20"/>
            </a:solidFill>
          </a:ln>
        </p:spPr>
      </p:sp>
      <p:sp>
        <p:nvSpPr>
          <p:cNvPr id="559" name="wire-1144">
            <a:extLst xmlns:a="http://schemas.openxmlformats.org/drawingml/2006/main">
              <a:ext uri="{FF2B5EF4-FFF2-40B4-BE49-F238E27FC236}">
                <a16:creationId xmlns:a16="http://schemas.microsoft.com/office/drawing/2014/main" id="{FBDC2523-38CD-4BA3-BCA0-5035F37151E2}"/>
              </a:ext>
            </a:extLst>
          </p:cNvPr>
          <p:cNvSpPr>
            <a:spLocks xmlns:a="http://schemas.openxmlformats.org/drawingml/2006/main" noGrp="1"/>
          </p:cNvSpPr>
          <p:nvPr/>
        </p:nvSpPr>
        <p:spPr>
          <a:xfrm xmlns:a="http://schemas.openxmlformats.org/drawingml/2006/main">
            <a:off x="4493324" y="4528376"/>
            <a:ext cx="9525" cy="19145"/>
          </a:xfrm>
          <a:custGeom xmlns:a="http://schemas.openxmlformats.org/drawingml/2006/main">
            <a:pathLst>
              <a:path w="9525" h="19145">
                <a:moveTo>
                  <a:pt x="0" y="0"/>
                </a:moveTo>
                <a:lnTo>
                  <a:pt x="0" y="19145"/>
                </a:lnTo>
              </a:path>
            </a:pathLst>
          </a:custGeom>
          <a:noFill xmlns:a="http://schemas.openxmlformats.org/drawingml/2006/main"/>
          <a:ln xmlns:a="http://schemas.openxmlformats.org/drawingml/2006/main" w="5424">
            <a:solidFill>
              <a:srgbClr val="231F20"/>
            </a:solidFill>
          </a:ln>
        </p:spPr>
      </p:sp>
      <p:sp>
        <p:nvSpPr>
          <p:cNvPr id="560" name="wire-1145">
            <a:extLst xmlns:a="http://schemas.openxmlformats.org/drawingml/2006/main">
              <a:ext uri="{FF2B5EF4-FFF2-40B4-BE49-F238E27FC236}">
                <a16:creationId xmlns:a16="http://schemas.microsoft.com/office/drawing/2014/main" id="{FFCD7DAB-563E-4DA8-8F3F-4A600D14EBAD}"/>
              </a:ext>
            </a:extLst>
          </p:cNvPr>
          <p:cNvSpPr>
            <a:spLocks xmlns:a="http://schemas.openxmlformats.org/drawingml/2006/main" noGrp="1"/>
          </p:cNvSpPr>
          <p:nvPr/>
        </p:nvSpPr>
        <p:spPr>
          <a:xfrm xmlns:a="http://schemas.openxmlformats.org/drawingml/2006/main">
            <a:off x="4442270" y="4407122"/>
            <a:ext cx="25527" cy="9525"/>
          </a:xfrm>
          <a:custGeom xmlns:a="http://schemas.openxmlformats.org/drawingml/2006/main">
            <a:pathLst>
              <a:path w="25527" h="9525">
                <a:moveTo>
                  <a:pt x="25527" y="0"/>
                </a:moveTo>
                <a:lnTo>
                  <a:pt x="0" y="0"/>
                </a:lnTo>
              </a:path>
            </a:pathLst>
          </a:custGeom>
          <a:noFill xmlns:a="http://schemas.openxmlformats.org/drawingml/2006/main"/>
          <a:ln xmlns:a="http://schemas.openxmlformats.org/drawingml/2006/main" w="5424">
            <a:solidFill>
              <a:srgbClr val="231F20"/>
            </a:solidFill>
          </a:ln>
        </p:spPr>
      </p:sp>
      <p:sp>
        <p:nvSpPr>
          <p:cNvPr id="561" name="wire-1146">
            <a:extLst xmlns:a="http://schemas.openxmlformats.org/drawingml/2006/main">
              <a:ext uri="{FF2B5EF4-FFF2-40B4-BE49-F238E27FC236}">
                <a16:creationId xmlns:a16="http://schemas.microsoft.com/office/drawing/2014/main" id="{516EFE50-AE48-4FF3-AB0F-1957F98108AA}"/>
              </a:ext>
            </a:extLst>
          </p:cNvPr>
          <p:cNvSpPr>
            <a:spLocks xmlns:a="http://schemas.openxmlformats.org/drawingml/2006/main" noGrp="1"/>
          </p:cNvSpPr>
          <p:nvPr/>
        </p:nvSpPr>
        <p:spPr>
          <a:xfrm xmlns:a="http://schemas.openxmlformats.org/drawingml/2006/main">
            <a:off x="4442270" y="4407122"/>
            <a:ext cx="9525" cy="172307"/>
          </a:xfrm>
          <a:custGeom xmlns:a="http://schemas.openxmlformats.org/drawingml/2006/main">
            <a:pathLst>
              <a:path w="9525" h="172307">
                <a:moveTo>
                  <a:pt x="0" y="0"/>
                </a:moveTo>
                <a:lnTo>
                  <a:pt x="0" y="172307"/>
                </a:lnTo>
              </a:path>
            </a:pathLst>
          </a:custGeom>
          <a:noFill xmlns:a="http://schemas.openxmlformats.org/drawingml/2006/main"/>
          <a:ln xmlns:a="http://schemas.openxmlformats.org/drawingml/2006/main" w="5424">
            <a:solidFill>
              <a:srgbClr val="231F20"/>
            </a:solidFill>
          </a:ln>
        </p:spPr>
      </p:sp>
      <p:sp>
        <p:nvSpPr>
          <p:cNvPr id="562" name="wire-1147">
            <a:extLst xmlns:a="http://schemas.openxmlformats.org/drawingml/2006/main">
              <a:ext uri="{FF2B5EF4-FFF2-40B4-BE49-F238E27FC236}">
                <a16:creationId xmlns:a16="http://schemas.microsoft.com/office/drawing/2014/main" id="{A38DC5B0-0452-4C82-AE23-909D7E902491}"/>
              </a:ext>
            </a:extLst>
          </p:cNvPr>
          <p:cNvSpPr>
            <a:spLocks xmlns:a="http://schemas.openxmlformats.org/drawingml/2006/main" noGrp="1"/>
          </p:cNvSpPr>
          <p:nvPr/>
        </p:nvSpPr>
        <p:spPr>
          <a:xfrm xmlns:a="http://schemas.openxmlformats.org/drawingml/2006/main">
            <a:off x="4442270" y="4579430"/>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563" name="circuit-1148">
            <a:extLst xmlns:a="http://schemas.openxmlformats.org/drawingml/2006/main">
              <a:ext uri="{FF2B5EF4-FFF2-40B4-BE49-F238E27FC236}">
                <a16:creationId xmlns:a16="http://schemas.microsoft.com/office/drawing/2014/main" id="{0B322698-9024-45B3-867F-8B348A55E705}"/>
              </a:ext>
            </a:extLst>
          </p:cNvPr>
          <p:cNvSpPr>
            <a:spLocks xmlns:a="http://schemas.openxmlformats.org/drawingml/2006/main" noGrp="1"/>
          </p:cNvSpPr>
          <p:nvPr/>
        </p:nvSpPr>
        <p:spPr>
          <a:xfrm xmlns:a="http://schemas.openxmlformats.org/drawingml/2006/main">
            <a:off x="4445460" y="4573048"/>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564" name="block-1149">
            <a:extLst xmlns:a="http://schemas.openxmlformats.org/drawingml/2006/main">
              <a:ext uri="{FF2B5EF4-FFF2-40B4-BE49-F238E27FC236}">
                <a16:creationId xmlns:a16="http://schemas.microsoft.com/office/drawing/2014/main" id="{0F172743-320D-4839-B9DA-33B7A6CB1B7E}"/>
              </a:ext>
            </a:extLst>
          </p:cNvPr>
          <p:cNvSpPr>
            <a:spLocks xmlns:a="http://schemas.openxmlformats.org/drawingml/2006/main" noGrp="1"/>
          </p:cNvSpPr>
          <p:nvPr/>
        </p:nvSpPr>
        <p:spPr>
          <a:xfrm xmlns:a="http://schemas.openxmlformats.org/drawingml/2006/main">
            <a:off x="4250817" y="4547521"/>
            <a:ext cx="178689" cy="70199"/>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565" name="text-1150">
            <a:extLst xmlns:a="http://schemas.openxmlformats.org/drawingml/2006/main">
              <a:ext uri="{FF2B5EF4-FFF2-40B4-BE49-F238E27FC236}">
                <a16:creationId xmlns:a16="http://schemas.microsoft.com/office/drawing/2014/main" id="{48EFC133-B27F-4938-B276-028170C4C549}"/>
              </a:ext>
            </a:extLst>
          </p:cNvPr>
          <p:cNvSpPr>
            <a:spLocks xmlns:a="http://schemas.openxmlformats.org/drawingml/2006/main" noGrp="1"/>
          </p:cNvSpPr>
          <p:nvPr/>
        </p:nvSpPr>
        <p:spPr>
          <a:xfrm xmlns:a="http://schemas.openxmlformats.org/drawingml/2006/main">
            <a:off x="4257199" y="4550712"/>
            <a:ext cx="165926"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cachefsm</a:t>
            </a:r>
          </a:p>
        </p:txBody>
      </p:sp>
      <p:sp>
        <p:nvSpPr>
          <p:cNvPr id="566" name="wire-1151">
            <a:extLst xmlns:a="http://schemas.openxmlformats.org/drawingml/2006/main">
              <a:ext uri="{FF2B5EF4-FFF2-40B4-BE49-F238E27FC236}">
                <a16:creationId xmlns:a16="http://schemas.microsoft.com/office/drawing/2014/main" id="{B2B7245B-BF16-4969-8DCE-BD046BB2C4AC}"/>
              </a:ext>
            </a:extLst>
          </p:cNvPr>
          <p:cNvSpPr>
            <a:spLocks xmlns:a="http://schemas.openxmlformats.org/drawingml/2006/main" noGrp="1"/>
          </p:cNvSpPr>
          <p:nvPr/>
        </p:nvSpPr>
        <p:spPr>
          <a:xfrm xmlns:a="http://schemas.openxmlformats.org/drawingml/2006/main">
            <a:off x="4531614" y="4579430"/>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567" name="wire-1152">
            <a:extLst xmlns:a="http://schemas.openxmlformats.org/drawingml/2006/main">
              <a:ext uri="{FF2B5EF4-FFF2-40B4-BE49-F238E27FC236}">
                <a16:creationId xmlns:a16="http://schemas.microsoft.com/office/drawing/2014/main" id="{2DD5B228-A18B-44F7-9306-F6C84527F3DA}"/>
              </a:ext>
            </a:extLst>
          </p:cNvPr>
          <p:cNvSpPr>
            <a:spLocks xmlns:a="http://schemas.openxmlformats.org/drawingml/2006/main" noGrp="1"/>
          </p:cNvSpPr>
          <p:nvPr/>
        </p:nvSpPr>
        <p:spPr>
          <a:xfrm xmlns:a="http://schemas.openxmlformats.org/drawingml/2006/main">
            <a:off x="4557141" y="4579430"/>
            <a:ext cx="9525" cy="51054"/>
          </a:xfrm>
          <a:custGeom xmlns:a="http://schemas.openxmlformats.org/drawingml/2006/main">
            <a:pathLst>
              <a:path w="9525" h="51054">
                <a:moveTo>
                  <a:pt x="0" y="0"/>
                </a:moveTo>
                <a:lnTo>
                  <a:pt x="0" y="51054"/>
                </a:lnTo>
              </a:path>
            </a:pathLst>
          </a:custGeom>
          <a:noFill xmlns:a="http://schemas.openxmlformats.org/drawingml/2006/main"/>
          <a:ln xmlns:a="http://schemas.openxmlformats.org/drawingml/2006/main" w="5424">
            <a:solidFill>
              <a:srgbClr val="231F20"/>
            </a:solidFill>
          </a:ln>
        </p:spPr>
      </p:sp>
      <p:sp>
        <p:nvSpPr>
          <p:cNvPr id="568" name="wire-1153">
            <a:extLst xmlns:a="http://schemas.openxmlformats.org/drawingml/2006/main">
              <a:ext uri="{FF2B5EF4-FFF2-40B4-BE49-F238E27FC236}">
                <a16:creationId xmlns:a16="http://schemas.microsoft.com/office/drawing/2014/main" id="{44AED96E-A200-4668-A973-38692F485FF5}"/>
              </a:ext>
            </a:extLst>
          </p:cNvPr>
          <p:cNvSpPr>
            <a:spLocks xmlns:a="http://schemas.openxmlformats.org/drawingml/2006/main" noGrp="1"/>
          </p:cNvSpPr>
          <p:nvPr/>
        </p:nvSpPr>
        <p:spPr>
          <a:xfrm xmlns:a="http://schemas.openxmlformats.org/drawingml/2006/main">
            <a:off x="4403979" y="4630484"/>
            <a:ext cx="153162" cy="9525"/>
          </a:xfrm>
          <a:custGeom xmlns:a="http://schemas.openxmlformats.org/drawingml/2006/main">
            <a:pathLst>
              <a:path w="153162" h="9525">
                <a:moveTo>
                  <a:pt x="153162" y="0"/>
                </a:moveTo>
                <a:lnTo>
                  <a:pt x="0" y="0"/>
                </a:lnTo>
              </a:path>
            </a:pathLst>
          </a:custGeom>
          <a:noFill xmlns:a="http://schemas.openxmlformats.org/drawingml/2006/main"/>
          <a:ln xmlns:a="http://schemas.openxmlformats.org/drawingml/2006/main" w="5424">
            <a:solidFill>
              <a:srgbClr val="231F20"/>
            </a:solidFill>
          </a:ln>
        </p:spPr>
      </p:sp>
      <p:sp>
        <p:nvSpPr>
          <p:cNvPr id="569" name="wire-1154">
            <a:extLst xmlns:a="http://schemas.openxmlformats.org/drawingml/2006/main">
              <a:ext uri="{FF2B5EF4-FFF2-40B4-BE49-F238E27FC236}">
                <a16:creationId xmlns:a16="http://schemas.microsoft.com/office/drawing/2014/main" id="{F99EA38A-666C-437B-A83C-C6AA5BAC6DD2}"/>
              </a:ext>
            </a:extLst>
          </p:cNvPr>
          <p:cNvSpPr>
            <a:spLocks xmlns:a="http://schemas.openxmlformats.org/drawingml/2006/main" noGrp="1"/>
          </p:cNvSpPr>
          <p:nvPr/>
        </p:nvSpPr>
        <p:spPr>
          <a:xfrm xmlns:a="http://schemas.openxmlformats.org/drawingml/2006/main">
            <a:off x="4403979" y="4617720"/>
            <a:ext cx="9525" cy="12764"/>
          </a:xfrm>
          <a:custGeom xmlns:a="http://schemas.openxmlformats.org/drawingml/2006/main">
            <a:pathLst>
              <a:path w="9525" h="12764">
                <a:moveTo>
                  <a:pt x="0" y="12764"/>
                </a:moveTo>
                <a:lnTo>
                  <a:pt x="0" y="0"/>
                </a:lnTo>
              </a:path>
            </a:pathLst>
          </a:custGeom>
          <a:noFill xmlns:a="http://schemas.openxmlformats.org/drawingml/2006/main"/>
          <a:ln xmlns:a="http://schemas.openxmlformats.org/drawingml/2006/main" w="5424">
            <a:solidFill>
              <a:srgbClr val="231F20"/>
            </a:solidFill>
          </a:ln>
        </p:spPr>
      </p:sp>
      <p:sp>
        <p:nvSpPr>
          <p:cNvPr id="570" name="circuit-1155">
            <a:extLst xmlns:a="http://schemas.openxmlformats.org/drawingml/2006/main">
              <a:ext uri="{FF2B5EF4-FFF2-40B4-BE49-F238E27FC236}">
                <a16:creationId xmlns:a16="http://schemas.microsoft.com/office/drawing/2014/main" id="{3B9A7EA7-AC1F-4E72-AD12-AB2E2C0C3B72}"/>
              </a:ext>
            </a:extLst>
          </p:cNvPr>
          <p:cNvSpPr>
            <a:spLocks xmlns:a="http://schemas.openxmlformats.org/drawingml/2006/main" noGrp="1"/>
          </p:cNvSpPr>
          <p:nvPr/>
        </p:nvSpPr>
        <p:spPr>
          <a:xfrm xmlns:a="http://schemas.openxmlformats.org/drawingml/2006/main">
            <a:off x="4672013" y="4426268"/>
            <a:ext cx="44672" cy="134017"/>
          </a:xfrm>
          <a:custGeom xmlns:a="http://schemas.openxmlformats.org/drawingml/2006/main">
            <a:pathLst>
              <a:path w="44672" h="134017">
                <a:moveTo>
                  <a:pt x="0" y="0"/>
                </a:moveTo>
                <a:lnTo>
                  <a:pt x="44672" y="19145"/>
                </a:lnTo>
                <a:lnTo>
                  <a:pt x="44672" y="114872"/>
                </a:lnTo>
                <a:lnTo>
                  <a:pt x="0" y="134017"/>
                </a:lnTo>
                <a:close/>
              </a:path>
            </a:pathLst>
          </a:custGeom>
          <a:solidFill xmlns:a="http://schemas.openxmlformats.org/drawingml/2006/main">
            <a:srgbClr val="FFFFFF"/>
          </a:solidFill>
          <a:ln xmlns:a="http://schemas.openxmlformats.org/drawingml/2006/main" w="5105">
            <a:solidFill>
              <a:srgbClr val="231F20"/>
            </a:solidFill>
          </a:ln>
        </p:spPr>
      </p:sp>
      <p:sp>
        <p:nvSpPr>
          <p:cNvPr id="571" name="wire-1156">
            <a:extLst xmlns:a="http://schemas.openxmlformats.org/drawingml/2006/main">
              <a:ext uri="{FF2B5EF4-FFF2-40B4-BE49-F238E27FC236}">
                <a16:creationId xmlns:a16="http://schemas.microsoft.com/office/drawing/2014/main" id="{DB657BF8-65EB-476B-8A1A-BE1DF668FF0B}"/>
              </a:ext>
            </a:extLst>
          </p:cNvPr>
          <p:cNvSpPr>
            <a:spLocks xmlns:a="http://schemas.openxmlformats.org/drawingml/2006/main" noGrp="1"/>
          </p:cNvSpPr>
          <p:nvPr/>
        </p:nvSpPr>
        <p:spPr>
          <a:xfrm xmlns:a="http://schemas.openxmlformats.org/drawingml/2006/main">
            <a:off x="4620959" y="4464558"/>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572" name="circuit-1157">
            <a:extLst xmlns:a="http://schemas.openxmlformats.org/drawingml/2006/main">
              <a:ext uri="{FF2B5EF4-FFF2-40B4-BE49-F238E27FC236}">
                <a16:creationId xmlns:a16="http://schemas.microsoft.com/office/drawing/2014/main" id="{6A2448E1-5EA6-4768-A33E-1908DB1B08CB}"/>
              </a:ext>
            </a:extLst>
          </p:cNvPr>
          <p:cNvSpPr>
            <a:spLocks xmlns:a="http://schemas.openxmlformats.org/drawingml/2006/main" noGrp="1"/>
          </p:cNvSpPr>
          <p:nvPr/>
        </p:nvSpPr>
        <p:spPr>
          <a:xfrm xmlns:a="http://schemas.openxmlformats.org/drawingml/2006/main">
            <a:off x="4656058" y="4458176"/>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573" name="wire-1158">
            <a:extLst xmlns:a="http://schemas.openxmlformats.org/drawingml/2006/main">
              <a:ext uri="{FF2B5EF4-FFF2-40B4-BE49-F238E27FC236}">
                <a16:creationId xmlns:a16="http://schemas.microsoft.com/office/drawing/2014/main" id="{7CBE9D97-8B0E-4BA2-8939-177A71711963}"/>
              </a:ext>
            </a:extLst>
          </p:cNvPr>
          <p:cNvSpPr>
            <a:spLocks xmlns:a="http://schemas.openxmlformats.org/drawingml/2006/main" noGrp="1"/>
          </p:cNvSpPr>
          <p:nvPr/>
        </p:nvSpPr>
        <p:spPr>
          <a:xfrm xmlns:a="http://schemas.openxmlformats.org/drawingml/2006/main">
            <a:off x="4716685" y="4490085"/>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5424">
            <a:solidFill>
              <a:srgbClr val="231F20"/>
            </a:solidFill>
          </a:ln>
        </p:spPr>
      </p:sp>
      <p:sp>
        <p:nvSpPr>
          <p:cNvPr id="574" name="wire-1159">
            <a:extLst xmlns:a="http://schemas.openxmlformats.org/drawingml/2006/main">
              <a:ext uri="{FF2B5EF4-FFF2-40B4-BE49-F238E27FC236}">
                <a16:creationId xmlns:a16="http://schemas.microsoft.com/office/drawing/2014/main" id="{1DD712AB-3A91-4162-B682-39219655373D}"/>
              </a:ext>
            </a:extLst>
          </p:cNvPr>
          <p:cNvSpPr>
            <a:spLocks xmlns:a="http://schemas.openxmlformats.org/drawingml/2006/main" noGrp="1"/>
          </p:cNvSpPr>
          <p:nvPr/>
        </p:nvSpPr>
        <p:spPr>
          <a:xfrm xmlns:a="http://schemas.openxmlformats.org/drawingml/2006/main">
            <a:off x="4429506" y="4585811"/>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575" name="wire-1160">
            <a:extLst xmlns:a="http://schemas.openxmlformats.org/drawingml/2006/main">
              <a:ext uri="{FF2B5EF4-FFF2-40B4-BE49-F238E27FC236}">
                <a16:creationId xmlns:a16="http://schemas.microsoft.com/office/drawing/2014/main" id="{BD4E9352-0F15-4EA3-B3A5-F66FCB9F8958}"/>
              </a:ext>
            </a:extLst>
          </p:cNvPr>
          <p:cNvSpPr>
            <a:spLocks xmlns:a="http://schemas.openxmlformats.org/drawingml/2006/main" noGrp="1"/>
          </p:cNvSpPr>
          <p:nvPr/>
        </p:nvSpPr>
        <p:spPr>
          <a:xfrm xmlns:a="http://schemas.openxmlformats.org/drawingml/2006/main">
            <a:off x="4448651" y="4585811"/>
            <a:ext cx="9525" cy="38290"/>
          </a:xfrm>
          <a:custGeom xmlns:a="http://schemas.openxmlformats.org/drawingml/2006/main">
            <a:pathLst>
              <a:path w="9525" h="38290">
                <a:moveTo>
                  <a:pt x="0" y="0"/>
                </a:moveTo>
                <a:lnTo>
                  <a:pt x="0" y="38290"/>
                </a:lnTo>
              </a:path>
            </a:pathLst>
          </a:custGeom>
          <a:noFill xmlns:a="http://schemas.openxmlformats.org/drawingml/2006/main"/>
          <a:ln xmlns:a="http://schemas.openxmlformats.org/drawingml/2006/main" w="5424">
            <a:solidFill>
              <a:srgbClr val="231F20"/>
            </a:solidFill>
          </a:ln>
        </p:spPr>
      </p:sp>
      <p:sp>
        <p:nvSpPr>
          <p:cNvPr id="576" name="wire-1161">
            <a:extLst xmlns:a="http://schemas.openxmlformats.org/drawingml/2006/main">
              <a:ext uri="{FF2B5EF4-FFF2-40B4-BE49-F238E27FC236}">
                <a16:creationId xmlns:a16="http://schemas.microsoft.com/office/drawing/2014/main" id="{78844247-DAA4-45D1-AF52-3D7EE4241A43}"/>
              </a:ext>
            </a:extLst>
          </p:cNvPr>
          <p:cNvSpPr>
            <a:spLocks xmlns:a="http://schemas.openxmlformats.org/drawingml/2006/main" noGrp="1"/>
          </p:cNvSpPr>
          <p:nvPr/>
        </p:nvSpPr>
        <p:spPr>
          <a:xfrm xmlns:a="http://schemas.openxmlformats.org/drawingml/2006/main">
            <a:off x="4448651" y="4624102"/>
            <a:ext cx="242507" cy="9525"/>
          </a:xfrm>
          <a:custGeom xmlns:a="http://schemas.openxmlformats.org/drawingml/2006/main">
            <a:pathLst>
              <a:path w="242507" h="9525">
                <a:moveTo>
                  <a:pt x="0" y="0"/>
                </a:moveTo>
                <a:lnTo>
                  <a:pt x="242507" y="0"/>
                </a:lnTo>
              </a:path>
            </a:pathLst>
          </a:custGeom>
          <a:noFill xmlns:a="http://schemas.openxmlformats.org/drawingml/2006/main"/>
          <a:ln xmlns:a="http://schemas.openxmlformats.org/drawingml/2006/main" w="5424">
            <a:solidFill>
              <a:srgbClr val="231F20"/>
            </a:solidFill>
          </a:ln>
        </p:spPr>
      </p:sp>
      <p:sp>
        <p:nvSpPr>
          <p:cNvPr id="577" name="wire-1162">
            <a:extLst xmlns:a="http://schemas.openxmlformats.org/drawingml/2006/main">
              <a:ext uri="{FF2B5EF4-FFF2-40B4-BE49-F238E27FC236}">
                <a16:creationId xmlns:a16="http://schemas.microsoft.com/office/drawing/2014/main" id="{24755BDA-C55A-484E-8D3C-FD47544737EB}"/>
              </a:ext>
            </a:extLst>
          </p:cNvPr>
          <p:cNvSpPr>
            <a:spLocks xmlns:a="http://schemas.openxmlformats.org/drawingml/2006/main" noGrp="1"/>
          </p:cNvSpPr>
          <p:nvPr/>
        </p:nvSpPr>
        <p:spPr>
          <a:xfrm xmlns:a="http://schemas.openxmlformats.org/drawingml/2006/main">
            <a:off x="4691158" y="4560284"/>
            <a:ext cx="9525" cy="63817"/>
          </a:xfrm>
          <a:custGeom xmlns:a="http://schemas.openxmlformats.org/drawingml/2006/main">
            <a:pathLst>
              <a:path w="9525" h="63817">
                <a:moveTo>
                  <a:pt x="0" y="63817"/>
                </a:moveTo>
                <a:lnTo>
                  <a:pt x="0" y="0"/>
                </a:lnTo>
              </a:path>
            </a:pathLst>
          </a:custGeom>
          <a:noFill xmlns:a="http://schemas.openxmlformats.org/drawingml/2006/main"/>
          <a:ln xmlns:a="http://schemas.openxmlformats.org/drawingml/2006/main" w="5424">
            <a:solidFill>
              <a:srgbClr val="231F20"/>
            </a:solidFill>
          </a:ln>
        </p:spPr>
      </p:sp>
      <p:sp>
        <p:nvSpPr>
          <p:cNvPr id="578" name="circuit-1163">
            <a:extLst xmlns:a="http://schemas.openxmlformats.org/drawingml/2006/main">
              <a:ext uri="{FF2B5EF4-FFF2-40B4-BE49-F238E27FC236}">
                <a16:creationId xmlns:a16="http://schemas.microsoft.com/office/drawing/2014/main" id="{1CA4C53A-6297-439D-8ADA-EA0F9D71D41D}"/>
              </a:ext>
            </a:extLst>
          </p:cNvPr>
          <p:cNvSpPr>
            <a:spLocks xmlns:a="http://schemas.openxmlformats.org/drawingml/2006/main" noGrp="1"/>
          </p:cNvSpPr>
          <p:nvPr/>
        </p:nvSpPr>
        <p:spPr>
          <a:xfrm xmlns:a="http://schemas.openxmlformats.org/drawingml/2006/main">
            <a:off x="4684776" y="4560284"/>
            <a:ext cx="12763" cy="15954"/>
          </a:xfrm>
          <a:custGeom xmlns:a="http://schemas.openxmlformats.org/drawingml/2006/main">
            <a:pathLst>
              <a:path w="12763" h="15954">
                <a:moveTo>
                  <a:pt x="6382" y="0"/>
                </a:moveTo>
                <a:lnTo>
                  <a:pt x="0" y="15954"/>
                </a:lnTo>
                <a:lnTo>
                  <a:pt x="12763" y="15954"/>
                </a:lnTo>
                <a:close/>
              </a:path>
            </a:pathLst>
          </a:custGeom>
          <a:solidFill xmlns:a="http://schemas.openxmlformats.org/drawingml/2006/main">
            <a:srgbClr val="231F20"/>
          </a:solidFill>
          <a:ln xmlns:a="http://schemas.openxmlformats.org/drawingml/2006/main" w="1915">
            <a:solidFill>
              <a:srgbClr val="231F20"/>
            </a:solidFill>
          </a:ln>
        </p:spPr>
      </p:sp>
      <p:sp>
        <p:nvSpPr>
          <p:cNvPr id="579" name="wire-1164">
            <a:extLst xmlns:a="http://schemas.openxmlformats.org/drawingml/2006/main">
              <a:ext uri="{FF2B5EF4-FFF2-40B4-BE49-F238E27FC236}">
                <a16:creationId xmlns:a16="http://schemas.microsoft.com/office/drawing/2014/main" id="{850DBB0B-0AB4-4EFC-82B5-2FD692B9A616}"/>
              </a:ext>
            </a:extLst>
          </p:cNvPr>
          <p:cNvSpPr>
            <a:spLocks xmlns:a="http://schemas.openxmlformats.org/drawingml/2006/main" noGrp="1"/>
          </p:cNvSpPr>
          <p:nvPr/>
        </p:nvSpPr>
        <p:spPr>
          <a:xfrm xmlns:a="http://schemas.openxmlformats.org/drawingml/2006/main">
            <a:off x="4493324" y="4643247"/>
            <a:ext cx="9525" cy="12763"/>
          </a:xfrm>
          <a:custGeom xmlns:a="http://schemas.openxmlformats.org/drawingml/2006/main">
            <a:pathLst>
              <a:path w="9525" h="12763">
                <a:moveTo>
                  <a:pt x="0" y="12763"/>
                </a:moveTo>
                <a:lnTo>
                  <a:pt x="0" y="0"/>
                </a:lnTo>
              </a:path>
            </a:pathLst>
          </a:custGeom>
          <a:noFill xmlns:a="http://schemas.openxmlformats.org/drawingml/2006/main"/>
          <a:ln xmlns:a="http://schemas.openxmlformats.org/drawingml/2006/main" w="5424">
            <a:solidFill>
              <a:srgbClr val="231F20"/>
            </a:solidFill>
          </a:ln>
        </p:spPr>
      </p:sp>
      <p:sp>
        <p:nvSpPr>
          <p:cNvPr id="580" name="wire-1165">
            <a:extLst xmlns:a="http://schemas.openxmlformats.org/drawingml/2006/main">
              <a:ext uri="{FF2B5EF4-FFF2-40B4-BE49-F238E27FC236}">
                <a16:creationId xmlns:a16="http://schemas.microsoft.com/office/drawing/2014/main" id="{79CC9097-BC04-462D-8512-EBBB6CB74957}"/>
              </a:ext>
            </a:extLst>
          </p:cNvPr>
          <p:cNvSpPr>
            <a:spLocks xmlns:a="http://schemas.openxmlformats.org/drawingml/2006/main" noGrp="1"/>
          </p:cNvSpPr>
          <p:nvPr/>
        </p:nvSpPr>
        <p:spPr>
          <a:xfrm xmlns:a="http://schemas.openxmlformats.org/drawingml/2006/main">
            <a:off x="4493324" y="4643247"/>
            <a:ext cx="146780" cy="9525"/>
          </a:xfrm>
          <a:custGeom xmlns:a="http://schemas.openxmlformats.org/drawingml/2006/main">
            <a:pathLst>
              <a:path w="146780" h="9525">
                <a:moveTo>
                  <a:pt x="0" y="0"/>
                </a:moveTo>
                <a:lnTo>
                  <a:pt x="146780" y="0"/>
                </a:lnTo>
              </a:path>
            </a:pathLst>
          </a:custGeom>
          <a:noFill xmlns:a="http://schemas.openxmlformats.org/drawingml/2006/main"/>
          <a:ln xmlns:a="http://schemas.openxmlformats.org/drawingml/2006/main" w="5424">
            <a:solidFill>
              <a:srgbClr val="231F20"/>
            </a:solidFill>
          </a:ln>
        </p:spPr>
      </p:sp>
      <p:sp>
        <p:nvSpPr>
          <p:cNvPr id="581" name="wire-1166">
            <a:extLst xmlns:a="http://schemas.openxmlformats.org/drawingml/2006/main">
              <a:ext uri="{FF2B5EF4-FFF2-40B4-BE49-F238E27FC236}">
                <a16:creationId xmlns:a16="http://schemas.microsoft.com/office/drawing/2014/main" id="{6348B45F-ACAB-45E4-9E29-387745C32287}"/>
              </a:ext>
            </a:extLst>
          </p:cNvPr>
          <p:cNvSpPr>
            <a:spLocks xmlns:a="http://schemas.openxmlformats.org/drawingml/2006/main" noGrp="1"/>
          </p:cNvSpPr>
          <p:nvPr/>
        </p:nvSpPr>
        <p:spPr>
          <a:xfrm xmlns:a="http://schemas.openxmlformats.org/drawingml/2006/main">
            <a:off x="4640104" y="4521994"/>
            <a:ext cx="9525" cy="121253"/>
          </a:xfrm>
          <a:custGeom xmlns:a="http://schemas.openxmlformats.org/drawingml/2006/main">
            <a:pathLst>
              <a:path w="9525" h="121253">
                <a:moveTo>
                  <a:pt x="0" y="121253"/>
                </a:moveTo>
                <a:lnTo>
                  <a:pt x="0" y="0"/>
                </a:lnTo>
              </a:path>
            </a:pathLst>
          </a:custGeom>
          <a:noFill xmlns:a="http://schemas.openxmlformats.org/drawingml/2006/main"/>
          <a:ln xmlns:a="http://schemas.openxmlformats.org/drawingml/2006/main" w="5424">
            <a:solidFill>
              <a:srgbClr val="231F20"/>
            </a:solidFill>
          </a:ln>
        </p:spPr>
      </p:sp>
      <p:sp>
        <p:nvSpPr>
          <p:cNvPr id="582" name="wire-1167">
            <a:extLst xmlns:a="http://schemas.openxmlformats.org/drawingml/2006/main">
              <a:ext uri="{FF2B5EF4-FFF2-40B4-BE49-F238E27FC236}">
                <a16:creationId xmlns:a16="http://schemas.microsoft.com/office/drawing/2014/main" id="{C9823BE9-62A4-4B31-8FC3-B52633F2A4B4}"/>
              </a:ext>
            </a:extLst>
          </p:cNvPr>
          <p:cNvSpPr>
            <a:spLocks xmlns:a="http://schemas.openxmlformats.org/drawingml/2006/main" noGrp="1"/>
          </p:cNvSpPr>
          <p:nvPr/>
        </p:nvSpPr>
        <p:spPr>
          <a:xfrm xmlns:a="http://schemas.openxmlformats.org/drawingml/2006/main">
            <a:off x="4640104" y="4521994"/>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583" name="circuit-1168">
            <a:extLst xmlns:a="http://schemas.openxmlformats.org/drawingml/2006/main">
              <a:ext uri="{FF2B5EF4-FFF2-40B4-BE49-F238E27FC236}">
                <a16:creationId xmlns:a16="http://schemas.microsoft.com/office/drawing/2014/main" id="{46485473-9394-46BE-AC39-AD98F2004605}"/>
              </a:ext>
            </a:extLst>
          </p:cNvPr>
          <p:cNvSpPr>
            <a:spLocks xmlns:a="http://schemas.openxmlformats.org/drawingml/2006/main" noGrp="1"/>
          </p:cNvSpPr>
          <p:nvPr/>
        </p:nvSpPr>
        <p:spPr>
          <a:xfrm xmlns:a="http://schemas.openxmlformats.org/drawingml/2006/main">
            <a:off x="4656058" y="4515612"/>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584" name="wire-1169">
            <a:extLst xmlns:a="http://schemas.openxmlformats.org/drawingml/2006/main">
              <a:ext uri="{FF2B5EF4-FFF2-40B4-BE49-F238E27FC236}">
                <a16:creationId xmlns:a16="http://schemas.microsoft.com/office/drawing/2014/main" id="{1244AF12-AF18-48D2-963B-97C92223DBE1}"/>
              </a:ext>
            </a:extLst>
          </p:cNvPr>
          <p:cNvSpPr>
            <a:spLocks xmlns:a="http://schemas.openxmlformats.org/drawingml/2006/main" noGrp="1"/>
          </p:cNvSpPr>
          <p:nvPr/>
        </p:nvSpPr>
        <p:spPr>
          <a:xfrm xmlns:a="http://schemas.openxmlformats.org/drawingml/2006/main">
            <a:off x="4640104" y="4502849"/>
            <a:ext cx="9525" cy="19145"/>
          </a:xfrm>
          <a:custGeom xmlns:a="http://schemas.openxmlformats.org/drawingml/2006/main">
            <a:pathLst>
              <a:path w="9525" h="19145">
                <a:moveTo>
                  <a:pt x="0" y="19145"/>
                </a:moveTo>
                <a:lnTo>
                  <a:pt x="0" y="0"/>
                </a:lnTo>
              </a:path>
            </a:pathLst>
          </a:custGeom>
          <a:noFill xmlns:a="http://schemas.openxmlformats.org/drawingml/2006/main"/>
          <a:ln xmlns:a="http://schemas.openxmlformats.org/drawingml/2006/main" w="5424">
            <a:solidFill>
              <a:srgbClr val="231F20"/>
            </a:solidFill>
          </a:ln>
        </p:spPr>
      </p:sp>
      <p:sp>
        <p:nvSpPr>
          <p:cNvPr id="585" name="wire-1170">
            <a:extLst xmlns:a="http://schemas.openxmlformats.org/drawingml/2006/main">
              <a:ext uri="{FF2B5EF4-FFF2-40B4-BE49-F238E27FC236}">
                <a16:creationId xmlns:a16="http://schemas.microsoft.com/office/drawing/2014/main" id="{47DC0F9B-BBF1-46E1-9258-1B59AFAE9FA2}"/>
              </a:ext>
            </a:extLst>
          </p:cNvPr>
          <p:cNvSpPr>
            <a:spLocks xmlns:a="http://schemas.openxmlformats.org/drawingml/2006/main" noGrp="1"/>
          </p:cNvSpPr>
          <p:nvPr/>
        </p:nvSpPr>
        <p:spPr>
          <a:xfrm xmlns:a="http://schemas.openxmlformats.org/drawingml/2006/main">
            <a:off x="4620959" y="4502849"/>
            <a:ext cx="19145" cy="9525"/>
          </a:xfrm>
          <a:custGeom xmlns:a="http://schemas.openxmlformats.org/drawingml/2006/main">
            <a:pathLst>
              <a:path w="19145" h="9525">
                <a:moveTo>
                  <a:pt x="19145" y="0"/>
                </a:moveTo>
                <a:lnTo>
                  <a:pt x="0" y="0"/>
                </a:lnTo>
              </a:path>
            </a:pathLst>
          </a:custGeom>
          <a:noFill xmlns:a="http://schemas.openxmlformats.org/drawingml/2006/main"/>
          <a:ln xmlns:a="http://schemas.openxmlformats.org/drawingml/2006/main" w="5424">
            <a:solidFill>
              <a:srgbClr val="231F20"/>
            </a:solidFill>
          </a:ln>
        </p:spPr>
      </p:sp>
      <p:sp>
        <p:nvSpPr>
          <p:cNvPr id="586" name="circuit-1171">
            <a:extLst xmlns:a="http://schemas.openxmlformats.org/drawingml/2006/main">
              <a:ext uri="{FF2B5EF4-FFF2-40B4-BE49-F238E27FC236}">
                <a16:creationId xmlns:a16="http://schemas.microsoft.com/office/drawing/2014/main" id="{77DAD047-647A-4688-8F61-05B9BE31028E}"/>
              </a:ext>
            </a:extLst>
          </p:cNvPr>
          <p:cNvSpPr>
            <a:spLocks xmlns:a="http://schemas.openxmlformats.org/drawingml/2006/main" noGrp="1"/>
          </p:cNvSpPr>
          <p:nvPr/>
        </p:nvSpPr>
        <p:spPr>
          <a:xfrm xmlns:a="http://schemas.openxmlformats.org/drawingml/2006/main">
            <a:off x="4620959" y="4496467"/>
            <a:ext cx="15954" cy="12764"/>
          </a:xfrm>
          <a:custGeom xmlns:a="http://schemas.openxmlformats.org/drawingml/2006/main">
            <a:pathLst>
              <a:path w="15954" h="12764">
                <a:moveTo>
                  <a:pt x="0" y="6382"/>
                </a:moveTo>
                <a:lnTo>
                  <a:pt x="15954" y="12764"/>
                </a:lnTo>
                <a:lnTo>
                  <a:pt x="15954" y="0"/>
                </a:lnTo>
                <a:close/>
              </a:path>
            </a:pathLst>
          </a:custGeom>
          <a:solidFill xmlns:a="http://schemas.openxmlformats.org/drawingml/2006/main">
            <a:srgbClr val="231F20"/>
          </a:solidFill>
          <a:ln xmlns:a="http://schemas.openxmlformats.org/drawingml/2006/main" w="1915">
            <a:solidFill>
              <a:srgbClr val="231F20"/>
            </a:solidFill>
          </a:ln>
        </p:spPr>
      </p:sp>
      <p:sp>
        <p:nvSpPr>
          <p:cNvPr id="587" name="">
            <a:extLst xmlns:a="http://schemas.openxmlformats.org/drawingml/2006/main">
              <a:ext uri="{FF2B5EF4-FFF2-40B4-BE49-F238E27FC236}">
                <a16:creationId xmlns:a16="http://schemas.microsoft.com/office/drawing/2014/main" id="{626F8C2A-85EA-4C5C-BD2F-7C511943D875}"/>
              </a:ext>
            </a:extLst>
          </p:cNvPr>
          <p:cNvSpPr>
            <a:spLocks xmlns:a="http://schemas.openxmlformats.org/drawingml/2006/main" noGrp="1"/>
          </p:cNvSpPr>
          <p:nvPr/>
        </p:nvSpPr>
        <p:spPr>
          <a:xfrm xmlns:a="http://schemas.openxmlformats.org/drawingml/2006/main">
            <a:off x="4635317" y="4517207"/>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588" name="block-1172">
            <a:extLst xmlns:a="http://schemas.openxmlformats.org/drawingml/2006/main">
              <a:ext uri="{FF2B5EF4-FFF2-40B4-BE49-F238E27FC236}">
                <a16:creationId xmlns:a16="http://schemas.microsoft.com/office/drawing/2014/main" id="{C7288AAA-E1A1-4504-ABBF-8EF01BF5CB38}"/>
              </a:ext>
            </a:extLst>
          </p:cNvPr>
          <p:cNvSpPr>
            <a:spLocks xmlns:a="http://schemas.openxmlformats.org/drawingml/2006/main" noGrp="1"/>
          </p:cNvSpPr>
          <p:nvPr/>
        </p:nvSpPr>
        <p:spPr>
          <a:xfrm xmlns:a="http://schemas.openxmlformats.org/drawingml/2006/main">
            <a:off x="1835325" y="4190143"/>
            <a:ext cx="631793" cy="536067"/>
          </a:xfrm>
          <a:prstGeom xmlns:a="http://schemas.openxmlformats.org/drawingml/2006/main" prst="rect">
            <a:avLst/>
          </a:prstGeom>
          <a:solidFill xmlns:a="http://schemas.openxmlformats.org/drawingml/2006/main">
            <a:srgbClr val="77A3DC"/>
          </a:solidFill>
          <a:ln xmlns:a="http://schemas.openxmlformats.org/drawingml/2006/main" w="0">
            <a:noFill/>
          </a:ln>
        </p:spPr>
      </p:sp>
      <p:sp>
        <p:nvSpPr>
          <p:cNvPr id="589" name="text-1173">
            <a:extLst xmlns:a="http://schemas.openxmlformats.org/drawingml/2006/main">
              <a:ext uri="{FF2B5EF4-FFF2-40B4-BE49-F238E27FC236}">
                <a16:creationId xmlns:a16="http://schemas.microsoft.com/office/drawing/2014/main" id="{8F1A8C6F-6A3A-4D82-8DFF-84AE3D0FA5F7}"/>
              </a:ext>
            </a:extLst>
          </p:cNvPr>
          <p:cNvSpPr>
            <a:spLocks xmlns:a="http://schemas.openxmlformats.org/drawingml/2006/main" noGrp="1"/>
          </p:cNvSpPr>
          <p:nvPr/>
        </p:nvSpPr>
        <p:spPr>
          <a:xfrm xmlns:a="http://schemas.openxmlformats.org/drawingml/2006/main">
            <a:off x="2010823" y="4183761"/>
            <a:ext cx="274415"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77" b="1">
                <a:solidFill>
                  <a:srgbClr val="231F20"/>
                </a:solidFill>
                <a:latin typeface="Arial"/>
                <a:ea typeface="Arial"/>
                <a:cs typeface="Arial"/>
              </a:defRPr>
            </a:defPPr>
            <a:lvl1pPr algn="ctr">
              <a:defRPr sz="477" b="1">
                <a:solidFill>
                  <a:srgbClr val="231F20"/>
                </a:solidFill>
                <a:latin typeface="Arial"/>
                <a:ea typeface="Arial"/>
                <a:cs typeface="Arial"/>
              </a:defRPr>
            </a:lvl1pPr>
            <a:lvl2pPr algn="ctr">
              <a:defRPr sz="477" b="1">
                <a:solidFill>
                  <a:srgbClr val="231F20"/>
                </a:solidFill>
                <a:latin typeface="Arial"/>
                <a:ea typeface="Arial"/>
                <a:cs typeface="Arial"/>
              </a:defRPr>
            </a:lvl2pPr>
            <a:lvl3pPr algn="ctr">
              <a:defRPr sz="477" b="1">
                <a:solidFill>
                  <a:srgbClr val="231F20"/>
                </a:solidFill>
                <a:latin typeface="Arial"/>
                <a:ea typeface="Arial"/>
                <a:cs typeface="Arial"/>
              </a:defRPr>
            </a:lvl3pPr>
            <a:lvl4pPr algn="ctr">
              <a:defRPr sz="477" b="1">
                <a:solidFill>
                  <a:srgbClr val="231F20"/>
                </a:solidFill>
                <a:latin typeface="Arial"/>
                <a:ea typeface="Arial"/>
                <a:cs typeface="Arial"/>
              </a:defRPr>
            </a:lvl4pPr>
            <a:lvl5pPr algn="ctr">
              <a:defRPr sz="477" b="1">
                <a:solidFill>
                  <a:srgbClr val="231F20"/>
                </a:solidFill>
                <a:latin typeface="Arial"/>
                <a:ea typeface="Arial"/>
                <a:cs typeface="Arial"/>
              </a:defRPr>
            </a:lvl5pPr>
            <a:lvl6pPr algn="ctr">
              <a:defRPr sz="477" b="1">
                <a:solidFill>
                  <a:srgbClr val="231F20"/>
                </a:solidFill>
                <a:latin typeface="Arial"/>
                <a:ea typeface="Arial"/>
                <a:cs typeface="Arial"/>
              </a:defRPr>
            </a:lvl6pPr>
            <a:lvl7pPr algn="ctr">
              <a:defRPr sz="477" b="1">
                <a:solidFill>
                  <a:srgbClr val="231F20"/>
                </a:solidFill>
                <a:latin typeface="Arial"/>
                <a:ea typeface="Arial"/>
                <a:cs typeface="Arial"/>
              </a:defRPr>
            </a:lvl7pPr>
            <a:lvl8pPr algn="ctr">
              <a:defRPr sz="477" b="1">
                <a:solidFill>
                  <a:srgbClr val="231F20"/>
                </a:solidFill>
                <a:latin typeface="Arial"/>
                <a:ea typeface="Arial"/>
                <a:cs typeface="Arial"/>
              </a:defRPr>
            </a:lvl8pPr>
            <a:lvl9pPr algn="ctr">
              <a:defRPr sz="477" b="1">
                <a:solidFill>
                  <a:srgbClr val="231F20"/>
                </a:solidFill>
                <a:latin typeface="Arial"/>
                <a:ea typeface="Arial"/>
                <a:cs typeface="Arial"/>
              </a:defRPr>
            </a:lvl9pPr>
          </a:lstStyle>
          <a:p xmlns:a="http://schemas.openxmlformats.org/drawingml/2006/main">
            <a:pPr algn="ctr">
              <a:defRPr sz="477" b="1">
                <a:solidFill>
                  <a:srgbClr val="231F20"/>
                </a:solidFill>
                <a:latin typeface="Arial"/>
                <a:ea typeface="Arial"/>
                <a:cs typeface="Arial"/>
              </a:defRPr>
            </a:pPr>
            <a:r>
              <a:rPr sz="477" b="1">
                <a:solidFill>
                  <a:srgbClr val="231F20"/>
                </a:solidFill>
                <a:latin typeface="Arial"/>
                <a:ea typeface="Arial"/>
                <a:cs typeface="Arial"/>
              </a:rPr>
              <a:t>regfile</a:t>
            </a:r>
          </a:p>
        </p:txBody>
      </p:sp>
      <p:sp>
        <p:nvSpPr>
          <p:cNvPr id="590" name="text-1174">
            <a:extLst xmlns:a="http://schemas.openxmlformats.org/drawingml/2006/main">
              <a:ext uri="{FF2B5EF4-FFF2-40B4-BE49-F238E27FC236}">
                <a16:creationId xmlns:a16="http://schemas.microsoft.com/office/drawing/2014/main" id="{521A4F8F-4812-49CF-94AE-D53E619CFBD8}"/>
              </a:ext>
            </a:extLst>
          </p:cNvPr>
          <p:cNvSpPr>
            <a:spLocks xmlns:a="http://schemas.openxmlformats.org/drawingml/2006/main" noGrp="1"/>
          </p:cNvSpPr>
          <p:nvPr/>
        </p:nvSpPr>
        <p:spPr>
          <a:xfrm xmlns:a="http://schemas.openxmlformats.org/drawingml/2006/main">
            <a:off x="2004441" y="4142280"/>
            <a:ext cx="140399"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86" b="0">
                <a:solidFill>
                  <a:srgbClr val="231F20"/>
                </a:solidFill>
                <a:latin typeface="Arial"/>
                <a:ea typeface="Arial"/>
                <a:cs typeface="Arial"/>
              </a:defRPr>
            </a:defPPr>
            <a:lvl1pPr algn="ctr">
              <a:defRPr sz="286" b="0">
                <a:solidFill>
                  <a:srgbClr val="231F20"/>
                </a:solidFill>
                <a:latin typeface="Arial"/>
                <a:ea typeface="Arial"/>
                <a:cs typeface="Arial"/>
              </a:defRPr>
            </a:lvl1pPr>
            <a:lvl2pPr algn="ctr">
              <a:defRPr sz="286" b="0">
                <a:solidFill>
                  <a:srgbClr val="231F20"/>
                </a:solidFill>
                <a:latin typeface="Arial"/>
                <a:ea typeface="Arial"/>
                <a:cs typeface="Arial"/>
              </a:defRPr>
            </a:lvl2pPr>
            <a:lvl3pPr algn="ctr">
              <a:defRPr sz="286" b="0">
                <a:solidFill>
                  <a:srgbClr val="231F20"/>
                </a:solidFill>
                <a:latin typeface="Arial"/>
                <a:ea typeface="Arial"/>
                <a:cs typeface="Arial"/>
              </a:defRPr>
            </a:lvl3pPr>
            <a:lvl4pPr algn="ctr">
              <a:defRPr sz="286" b="0">
                <a:solidFill>
                  <a:srgbClr val="231F20"/>
                </a:solidFill>
                <a:latin typeface="Arial"/>
                <a:ea typeface="Arial"/>
                <a:cs typeface="Arial"/>
              </a:defRPr>
            </a:lvl4pPr>
            <a:lvl5pPr algn="ctr">
              <a:defRPr sz="286" b="0">
                <a:solidFill>
                  <a:srgbClr val="231F20"/>
                </a:solidFill>
                <a:latin typeface="Arial"/>
                <a:ea typeface="Arial"/>
                <a:cs typeface="Arial"/>
              </a:defRPr>
            </a:lvl5pPr>
            <a:lvl6pPr algn="ctr">
              <a:defRPr sz="286" b="0">
                <a:solidFill>
                  <a:srgbClr val="231F20"/>
                </a:solidFill>
                <a:latin typeface="Arial"/>
                <a:ea typeface="Arial"/>
                <a:cs typeface="Arial"/>
              </a:defRPr>
            </a:lvl6pPr>
            <a:lvl7pPr algn="ctr">
              <a:defRPr sz="286" b="0">
                <a:solidFill>
                  <a:srgbClr val="231F20"/>
                </a:solidFill>
                <a:latin typeface="Arial"/>
                <a:ea typeface="Arial"/>
                <a:cs typeface="Arial"/>
              </a:defRPr>
            </a:lvl7pPr>
            <a:lvl8pPr algn="ctr">
              <a:defRPr sz="286" b="0">
                <a:solidFill>
                  <a:srgbClr val="231F20"/>
                </a:solidFill>
                <a:latin typeface="Arial"/>
                <a:ea typeface="Arial"/>
                <a:cs typeface="Arial"/>
              </a:defRPr>
            </a:lvl8pPr>
            <a:lvl9pPr algn="ctr">
              <a:defRPr sz="286" b="0">
                <a:solidFill>
                  <a:srgbClr val="231F20"/>
                </a:solidFill>
                <a:latin typeface="Arial"/>
                <a:ea typeface="Arial"/>
                <a:cs typeface="Arial"/>
              </a:defRPr>
            </a:lvl9pPr>
          </a:lstStyle>
          <a:p xmlns:a="http://schemas.openxmlformats.org/drawingml/2006/main">
            <a:pPr algn="ctr">
              <a:defRPr sz="286" b="0">
                <a:solidFill>
                  <a:srgbClr val="231F20"/>
                </a:solidFill>
                <a:latin typeface="Arial"/>
                <a:ea typeface="Arial"/>
                <a:cs typeface="Arial"/>
              </a:defRPr>
            </a:pPr>
            <a:r>
              <a:rPr sz="286" b="0">
                <a:solidFill>
                  <a:srgbClr val="231F20"/>
                </a:solidFill>
                <a:latin typeface="Arial"/>
                <a:ea typeface="Arial"/>
                <a:cs typeface="Arial"/>
              </a:rPr>
              <a:t>WE3</a:t>
            </a:r>
          </a:p>
        </p:txBody>
      </p:sp>
      <p:sp>
        <p:nvSpPr>
          <p:cNvPr id="591" name="block-1175">
            <a:extLst xmlns:a="http://schemas.openxmlformats.org/drawingml/2006/main">
              <a:ext uri="{FF2B5EF4-FFF2-40B4-BE49-F238E27FC236}">
                <a16:creationId xmlns:a16="http://schemas.microsoft.com/office/drawing/2014/main" id="{460BB0CA-C1E8-4837-9309-848F00F87A19}"/>
              </a:ext>
            </a:extLst>
          </p:cNvPr>
          <p:cNvSpPr>
            <a:spLocks xmlns:a="http://schemas.openxmlformats.org/drawingml/2006/main" noGrp="1"/>
          </p:cNvSpPr>
          <p:nvPr/>
        </p:nvSpPr>
        <p:spPr>
          <a:xfrm xmlns:a="http://schemas.openxmlformats.org/drawingml/2006/main">
            <a:off x="2023586" y="4330541"/>
            <a:ext cx="178689" cy="22336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92" name="wire-1176">
            <a:extLst xmlns:a="http://schemas.openxmlformats.org/drawingml/2006/main">
              <a:ext uri="{FF2B5EF4-FFF2-40B4-BE49-F238E27FC236}">
                <a16:creationId xmlns:a16="http://schemas.microsoft.com/office/drawing/2014/main" id="{7CB26CB9-5CBB-4563-9780-ADE583A4AC3E}"/>
              </a:ext>
            </a:extLst>
          </p:cNvPr>
          <p:cNvSpPr>
            <a:spLocks xmlns:a="http://schemas.openxmlformats.org/drawingml/2006/main" noGrp="1"/>
          </p:cNvSpPr>
          <p:nvPr/>
        </p:nvSpPr>
        <p:spPr>
          <a:xfrm xmlns:a="http://schemas.openxmlformats.org/drawingml/2006/main">
            <a:off x="2023586" y="4349687"/>
            <a:ext cx="178689" cy="9525"/>
          </a:xfrm>
          <a:custGeom xmlns:a="http://schemas.openxmlformats.org/drawingml/2006/main">
            <a:pathLst>
              <a:path w="178689" h="9525">
                <a:moveTo>
                  <a:pt x="0" y="0"/>
                </a:moveTo>
                <a:lnTo>
                  <a:pt x="178689" y="0"/>
                </a:lnTo>
              </a:path>
            </a:pathLst>
          </a:custGeom>
          <a:noFill xmlns:a="http://schemas.openxmlformats.org/drawingml/2006/main"/>
          <a:ln xmlns:a="http://schemas.openxmlformats.org/drawingml/2006/main" w="3191">
            <a:solidFill>
              <a:srgbClr val="231F20"/>
            </a:solidFill>
          </a:ln>
        </p:spPr>
      </p:sp>
      <p:sp>
        <p:nvSpPr>
          <p:cNvPr id="593" name="wire-1177">
            <a:extLst xmlns:a="http://schemas.openxmlformats.org/drawingml/2006/main">
              <a:ext uri="{FF2B5EF4-FFF2-40B4-BE49-F238E27FC236}">
                <a16:creationId xmlns:a16="http://schemas.microsoft.com/office/drawing/2014/main" id="{DEFE2A2A-82A7-4AA0-84CA-20761AECDBB8}"/>
              </a:ext>
            </a:extLst>
          </p:cNvPr>
          <p:cNvSpPr>
            <a:spLocks xmlns:a="http://schemas.openxmlformats.org/drawingml/2006/main" noGrp="1"/>
          </p:cNvSpPr>
          <p:nvPr/>
        </p:nvSpPr>
        <p:spPr>
          <a:xfrm xmlns:a="http://schemas.openxmlformats.org/drawingml/2006/main">
            <a:off x="2023586" y="4534757"/>
            <a:ext cx="178689" cy="9525"/>
          </a:xfrm>
          <a:custGeom xmlns:a="http://schemas.openxmlformats.org/drawingml/2006/main">
            <a:pathLst>
              <a:path w="178689" h="9525">
                <a:moveTo>
                  <a:pt x="0" y="0"/>
                </a:moveTo>
                <a:lnTo>
                  <a:pt x="178689" y="0"/>
                </a:lnTo>
              </a:path>
            </a:pathLst>
          </a:custGeom>
          <a:noFill xmlns:a="http://schemas.openxmlformats.org/drawingml/2006/main"/>
          <a:ln xmlns:a="http://schemas.openxmlformats.org/drawingml/2006/main" w="3191">
            <a:solidFill>
              <a:srgbClr val="231F20"/>
            </a:solidFill>
          </a:ln>
        </p:spPr>
      </p:sp>
      <p:sp>
        <p:nvSpPr>
          <p:cNvPr id="594" name="text-1178">
            <a:extLst xmlns:a="http://schemas.openxmlformats.org/drawingml/2006/main">
              <a:ext uri="{FF2B5EF4-FFF2-40B4-BE49-F238E27FC236}">
                <a16:creationId xmlns:a16="http://schemas.microsoft.com/office/drawing/2014/main" id="{1FC8CE6B-D569-4227-89A9-4D4492C279A7}"/>
              </a:ext>
            </a:extLst>
          </p:cNvPr>
          <p:cNvSpPr>
            <a:spLocks xmlns:a="http://schemas.openxmlformats.org/drawingml/2006/main" noGrp="1"/>
          </p:cNvSpPr>
          <p:nvPr/>
        </p:nvSpPr>
        <p:spPr>
          <a:xfrm xmlns:a="http://schemas.openxmlformats.org/drawingml/2006/main">
            <a:off x="2028053" y="4349687"/>
            <a:ext cx="169755" cy="18507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52" b="0">
                <a:solidFill>
                  <a:srgbClr val="231F20"/>
                </a:solidFill>
                <a:latin typeface="Arial"/>
                <a:ea typeface="Arial"/>
                <a:cs typeface="Arial"/>
              </a:defRPr>
            </a:defPPr>
            <a:lvl1pPr algn="ctr">
              <a:defRPr sz="352" b="0">
                <a:solidFill>
                  <a:srgbClr val="231F20"/>
                </a:solidFill>
                <a:latin typeface="Arial"/>
                <a:ea typeface="Arial"/>
                <a:cs typeface="Arial"/>
              </a:defRPr>
            </a:lvl1pPr>
            <a:lvl2pPr algn="ctr">
              <a:defRPr sz="352" b="0">
                <a:solidFill>
                  <a:srgbClr val="231F20"/>
                </a:solidFill>
                <a:latin typeface="Arial"/>
                <a:ea typeface="Arial"/>
                <a:cs typeface="Arial"/>
              </a:defRPr>
            </a:lvl2pPr>
            <a:lvl3pPr algn="ctr">
              <a:defRPr sz="352" b="0">
                <a:solidFill>
                  <a:srgbClr val="231F20"/>
                </a:solidFill>
                <a:latin typeface="Arial"/>
                <a:ea typeface="Arial"/>
                <a:cs typeface="Arial"/>
              </a:defRPr>
            </a:lvl3pPr>
            <a:lvl4pPr algn="ctr">
              <a:defRPr sz="352" b="0">
                <a:solidFill>
                  <a:srgbClr val="231F20"/>
                </a:solidFill>
                <a:latin typeface="Arial"/>
                <a:ea typeface="Arial"/>
                <a:cs typeface="Arial"/>
              </a:defRPr>
            </a:lvl4pPr>
            <a:lvl5pPr algn="ctr">
              <a:defRPr sz="352" b="0">
                <a:solidFill>
                  <a:srgbClr val="231F20"/>
                </a:solidFill>
                <a:latin typeface="Arial"/>
                <a:ea typeface="Arial"/>
                <a:cs typeface="Arial"/>
              </a:defRPr>
            </a:lvl5pPr>
            <a:lvl6pPr algn="ctr">
              <a:defRPr sz="352" b="0">
                <a:solidFill>
                  <a:srgbClr val="231F20"/>
                </a:solidFill>
                <a:latin typeface="Arial"/>
                <a:ea typeface="Arial"/>
                <a:cs typeface="Arial"/>
              </a:defRPr>
            </a:lvl6pPr>
            <a:lvl7pPr algn="ctr">
              <a:defRPr sz="352" b="0">
                <a:solidFill>
                  <a:srgbClr val="231F20"/>
                </a:solidFill>
                <a:latin typeface="Arial"/>
                <a:ea typeface="Arial"/>
                <a:cs typeface="Arial"/>
              </a:defRPr>
            </a:lvl7pPr>
            <a:lvl8pPr algn="ctr">
              <a:defRPr sz="352" b="0">
                <a:solidFill>
                  <a:srgbClr val="231F20"/>
                </a:solidFill>
                <a:latin typeface="Arial"/>
                <a:ea typeface="Arial"/>
                <a:cs typeface="Arial"/>
              </a:defRPr>
            </a:lvl8pPr>
            <a:lvl9pPr algn="ctr">
              <a:defRPr sz="352" b="0">
                <a:solidFill>
                  <a:srgbClr val="231F20"/>
                </a:solidFill>
                <a:latin typeface="Arial"/>
                <a:ea typeface="Arial"/>
                <a:cs typeface="Arial"/>
              </a:defRPr>
            </a:lvl9pPr>
          </a:lstStyle>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x1</a:t>
            </a:r>
          </a:p>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a:t>
            </a:r>
          </a:p>
          <a:p xmlns:a="http://schemas.openxmlformats.org/drawingml/2006/main">
            <a:pPr algn="ctr">
              <a:defRPr sz="352" b="0">
                <a:solidFill>
                  <a:srgbClr val="231F20"/>
                </a:solidFill>
                <a:latin typeface="Arial"/>
                <a:ea typeface="Arial"/>
                <a:cs typeface="Arial"/>
              </a:defRPr>
            </a:pPr>
            <a:r>
              <a:rPr sz="352" b="0">
                <a:solidFill>
                  <a:srgbClr val="231F20"/>
                </a:solidFill>
                <a:latin typeface="Arial"/>
                <a:ea typeface="Arial"/>
                <a:cs typeface="Arial"/>
              </a:rPr>
              <a:t>x31</a:t>
            </a:r>
          </a:p>
        </p:txBody>
      </p:sp>
      <p:sp>
        <p:nvSpPr>
          <p:cNvPr id="595" name="circuit-1179">
            <a:extLst xmlns:a="http://schemas.openxmlformats.org/drawingml/2006/main">
              <a:ext uri="{FF2B5EF4-FFF2-40B4-BE49-F238E27FC236}">
                <a16:creationId xmlns:a16="http://schemas.microsoft.com/office/drawing/2014/main" id="{15BA47AB-FD1B-49B1-95FA-E492CA7E7FC7}"/>
              </a:ext>
            </a:extLst>
          </p:cNvPr>
          <p:cNvSpPr>
            <a:spLocks xmlns:a="http://schemas.openxmlformats.org/drawingml/2006/main" noGrp="1"/>
          </p:cNvSpPr>
          <p:nvPr/>
        </p:nvSpPr>
        <p:spPr>
          <a:xfrm xmlns:a="http://schemas.openxmlformats.org/drawingml/2006/main">
            <a:off x="2093786" y="4330541"/>
            <a:ext cx="38290" cy="19145"/>
          </a:xfrm>
          <a:custGeom xmlns:a="http://schemas.openxmlformats.org/drawingml/2006/main">
            <a:pathLst>
              <a:path w="38290" h="19145">
                <a:moveTo>
                  <a:pt x="0" y="0"/>
                </a:moveTo>
                <a:lnTo>
                  <a:pt x="19145" y="19145"/>
                </a:lnTo>
                <a:lnTo>
                  <a:pt x="38290" y="0"/>
                </a:lnTo>
                <a:close/>
              </a:path>
            </a:pathLst>
          </a:custGeom>
          <a:noFill xmlns:a="http://schemas.openxmlformats.org/drawingml/2006/main"/>
          <a:ln xmlns:a="http://schemas.openxmlformats.org/drawingml/2006/main" w="4148">
            <a:solidFill>
              <a:srgbClr val="231F20"/>
            </a:solidFill>
          </a:ln>
        </p:spPr>
      </p:sp>
      <p:sp>
        <p:nvSpPr>
          <p:cNvPr id="596" name="block-1180">
            <a:extLst xmlns:a="http://schemas.openxmlformats.org/drawingml/2006/main">
              <a:ext uri="{FF2B5EF4-FFF2-40B4-BE49-F238E27FC236}">
                <a16:creationId xmlns:a16="http://schemas.microsoft.com/office/drawing/2014/main" id="{A153CC13-EF26-429A-A123-05D636E62059}"/>
              </a:ext>
            </a:extLst>
          </p:cNvPr>
          <p:cNvSpPr>
            <a:spLocks xmlns:a="http://schemas.openxmlformats.org/drawingml/2006/main" noGrp="1"/>
          </p:cNvSpPr>
          <p:nvPr/>
        </p:nvSpPr>
        <p:spPr>
          <a:xfrm xmlns:a="http://schemas.openxmlformats.org/drawingml/2006/main">
            <a:off x="1902333" y="4490085"/>
            <a:ext cx="89345" cy="108490"/>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597" name="text-1181">
            <a:extLst xmlns:a="http://schemas.openxmlformats.org/drawingml/2006/main">
              <a:ext uri="{FF2B5EF4-FFF2-40B4-BE49-F238E27FC236}">
                <a16:creationId xmlns:a16="http://schemas.microsoft.com/office/drawing/2014/main" id="{7C0A9297-9719-4CA0-8B6E-433794855157}"/>
              </a:ext>
            </a:extLst>
          </p:cNvPr>
          <p:cNvSpPr>
            <a:spLocks xmlns:a="http://schemas.openxmlformats.org/drawingml/2006/main" noGrp="1"/>
          </p:cNvSpPr>
          <p:nvPr/>
        </p:nvSpPr>
        <p:spPr>
          <a:xfrm xmlns:a="http://schemas.openxmlformats.org/drawingml/2006/main">
            <a:off x="1908715" y="4493276"/>
            <a:ext cx="76581" cy="1021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51" b="0">
                <a:solidFill>
                  <a:srgbClr val="231F20"/>
                </a:solidFill>
                <a:latin typeface="Arial"/>
                <a:ea typeface="Arial"/>
                <a:cs typeface="Arial"/>
              </a:defRPr>
            </a:defPPr>
            <a:lvl1pPr algn="ctr">
              <a:defRPr sz="251" b="0">
                <a:solidFill>
                  <a:srgbClr val="231F20"/>
                </a:solidFill>
                <a:latin typeface="Arial"/>
                <a:ea typeface="Arial"/>
                <a:cs typeface="Arial"/>
              </a:defRPr>
            </a:lvl1pPr>
            <a:lvl2pPr algn="ctr">
              <a:defRPr sz="251" b="0">
                <a:solidFill>
                  <a:srgbClr val="231F20"/>
                </a:solidFill>
                <a:latin typeface="Arial"/>
                <a:ea typeface="Arial"/>
                <a:cs typeface="Arial"/>
              </a:defRPr>
            </a:lvl2pPr>
            <a:lvl3pPr algn="ctr">
              <a:defRPr sz="251" b="0">
                <a:solidFill>
                  <a:srgbClr val="231F20"/>
                </a:solidFill>
                <a:latin typeface="Arial"/>
                <a:ea typeface="Arial"/>
                <a:cs typeface="Arial"/>
              </a:defRPr>
            </a:lvl3pPr>
            <a:lvl4pPr algn="ctr">
              <a:defRPr sz="251" b="0">
                <a:solidFill>
                  <a:srgbClr val="231F20"/>
                </a:solidFill>
                <a:latin typeface="Arial"/>
                <a:ea typeface="Arial"/>
                <a:cs typeface="Arial"/>
              </a:defRPr>
            </a:lvl4pPr>
            <a:lvl5pPr algn="ctr">
              <a:defRPr sz="251" b="0">
                <a:solidFill>
                  <a:srgbClr val="231F20"/>
                </a:solidFill>
                <a:latin typeface="Arial"/>
                <a:ea typeface="Arial"/>
                <a:cs typeface="Arial"/>
              </a:defRPr>
            </a:lvl5pPr>
            <a:lvl6pPr algn="ctr">
              <a:defRPr sz="251" b="0">
                <a:solidFill>
                  <a:srgbClr val="231F20"/>
                </a:solidFill>
                <a:latin typeface="Arial"/>
                <a:ea typeface="Arial"/>
                <a:cs typeface="Arial"/>
              </a:defRPr>
            </a:lvl6pPr>
            <a:lvl7pPr algn="ctr">
              <a:defRPr sz="251" b="0">
                <a:solidFill>
                  <a:srgbClr val="231F20"/>
                </a:solidFill>
                <a:latin typeface="Arial"/>
                <a:ea typeface="Arial"/>
                <a:cs typeface="Arial"/>
              </a:defRPr>
            </a:lvl7pPr>
            <a:lvl8pPr algn="ctr">
              <a:defRPr sz="251" b="0">
                <a:solidFill>
                  <a:srgbClr val="231F20"/>
                </a:solidFill>
                <a:latin typeface="Arial"/>
                <a:ea typeface="Arial"/>
                <a:cs typeface="Arial"/>
              </a:defRPr>
            </a:lvl8pPr>
            <a:lvl9pPr algn="ctr">
              <a:defRPr sz="251" b="0">
                <a:solidFill>
                  <a:srgbClr val="231F20"/>
                </a:solidFill>
                <a:latin typeface="Arial"/>
                <a:ea typeface="Arial"/>
                <a:cs typeface="Arial"/>
              </a:defRPr>
            </a:lvl9pPr>
          </a:lstStyle>
          <a:p xmlns:a="http://schemas.openxmlformats.org/drawingml/2006/main">
            <a:pPr algn="ctr">
              <a:defRPr sz="251" b="0">
                <a:solidFill>
                  <a:srgbClr val="231F20"/>
                </a:solidFill>
                <a:latin typeface="Arial"/>
                <a:ea typeface="Arial"/>
                <a:cs typeface="Arial"/>
              </a:defRPr>
            </a:pPr>
            <a:r>
              <a:rPr sz="251" b="0">
                <a:solidFill>
                  <a:srgbClr val="231F20"/>
                </a:solidFill>
                <a:latin typeface="Arial"/>
                <a:ea typeface="Arial"/>
                <a:cs typeface="Arial"/>
              </a:rPr>
              <a:t>DEC</a:t>
            </a:r>
          </a:p>
        </p:txBody>
      </p:sp>
      <p:sp>
        <p:nvSpPr>
          <p:cNvPr id="598" name="circuit-1182">
            <a:extLst xmlns:a="http://schemas.openxmlformats.org/drawingml/2006/main">
              <a:ext uri="{FF2B5EF4-FFF2-40B4-BE49-F238E27FC236}">
                <a16:creationId xmlns:a16="http://schemas.microsoft.com/office/drawing/2014/main" id="{66EA2672-9C3F-4049-B01D-E6BAE8F38044}"/>
              </a:ext>
            </a:extLst>
          </p:cNvPr>
          <p:cNvSpPr>
            <a:spLocks xmlns:a="http://schemas.openxmlformats.org/drawingml/2006/main" noGrp="1"/>
          </p:cNvSpPr>
          <p:nvPr/>
        </p:nvSpPr>
        <p:spPr>
          <a:xfrm xmlns:a="http://schemas.openxmlformats.org/drawingml/2006/main">
            <a:off x="2317147" y="4253960"/>
            <a:ext cx="57436" cy="140399"/>
          </a:xfrm>
          <a:custGeom xmlns:a="http://schemas.openxmlformats.org/drawingml/2006/main">
            <a:pathLst>
              <a:path w="57436" h="140399">
                <a:moveTo>
                  <a:pt x="0" y="0"/>
                </a:moveTo>
                <a:lnTo>
                  <a:pt x="57436" y="19145"/>
                </a:lnTo>
                <a:lnTo>
                  <a:pt x="57436" y="121253"/>
                </a:lnTo>
                <a:lnTo>
                  <a:pt x="0" y="140399"/>
                </a:lnTo>
                <a:close/>
              </a:path>
            </a:pathLst>
          </a:custGeom>
          <a:solidFill xmlns:a="http://schemas.openxmlformats.org/drawingml/2006/main">
            <a:srgbClr val="FFFFFF"/>
          </a:solidFill>
          <a:ln xmlns:a="http://schemas.openxmlformats.org/drawingml/2006/main" w="5105">
            <a:solidFill>
              <a:srgbClr val="231F20"/>
            </a:solidFill>
          </a:ln>
        </p:spPr>
      </p:sp>
      <p:sp>
        <p:nvSpPr>
          <p:cNvPr id="599" name="circuit-1183">
            <a:extLst xmlns:a="http://schemas.openxmlformats.org/drawingml/2006/main">
              <a:ext uri="{FF2B5EF4-FFF2-40B4-BE49-F238E27FC236}">
                <a16:creationId xmlns:a16="http://schemas.microsoft.com/office/drawing/2014/main" id="{EA4B01E2-6064-4288-A5C8-D7C3E0DD412F}"/>
              </a:ext>
            </a:extLst>
          </p:cNvPr>
          <p:cNvSpPr>
            <a:spLocks xmlns:a="http://schemas.openxmlformats.org/drawingml/2006/main" noGrp="1"/>
          </p:cNvSpPr>
          <p:nvPr/>
        </p:nvSpPr>
        <p:spPr>
          <a:xfrm xmlns:a="http://schemas.openxmlformats.org/drawingml/2006/main">
            <a:off x="2317147" y="4439031"/>
            <a:ext cx="57436" cy="140399"/>
          </a:xfrm>
          <a:custGeom xmlns:a="http://schemas.openxmlformats.org/drawingml/2006/main">
            <a:pathLst>
              <a:path w="57436" h="140399">
                <a:moveTo>
                  <a:pt x="0" y="0"/>
                </a:moveTo>
                <a:lnTo>
                  <a:pt x="57436" y="19145"/>
                </a:lnTo>
                <a:lnTo>
                  <a:pt x="57436" y="121253"/>
                </a:lnTo>
                <a:lnTo>
                  <a:pt x="0" y="140399"/>
                </a:lnTo>
                <a:close/>
              </a:path>
            </a:pathLst>
          </a:custGeom>
          <a:solidFill xmlns:a="http://schemas.openxmlformats.org/drawingml/2006/main">
            <a:srgbClr val="FFFFFF"/>
          </a:solidFill>
          <a:ln xmlns:a="http://schemas.openxmlformats.org/drawingml/2006/main" w="5105">
            <a:solidFill>
              <a:srgbClr val="231F20"/>
            </a:solidFill>
          </a:ln>
        </p:spPr>
      </p:sp>
      <p:sp>
        <p:nvSpPr>
          <p:cNvPr id="600" name="text-1184">
            <a:extLst xmlns:a="http://schemas.openxmlformats.org/drawingml/2006/main">
              <a:ext uri="{FF2B5EF4-FFF2-40B4-BE49-F238E27FC236}">
                <a16:creationId xmlns:a16="http://schemas.microsoft.com/office/drawing/2014/main" id="{5253B264-4CE4-4E1D-B9A5-4CEBDC3A56CD}"/>
              </a:ext>
            </a:extLst>
          </p:cNvPr>
          <p:cNvSpPr>
            <a:spLocks xmlns:a="http://schemas.openxmlformats.org/drawingml/2006/main" noGrp="1"/>
          </p:cNvSpPr>
          <p:nvPr/>
        </p:nvSpPr>
        <p:spPr>
          <a:xfrm xmlns:a="http://schemas.openxmlformats.org/drawingml/2006/main">
            <a:off x="1838516" y="4215670"/>
            <a:ext cx="121253"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7" b="0">
                <a:solidFill>
                  <a:srgbClr val="231F20"/>
                </a:solidFill>
                <a:latin typeface="Arial"/>
                <a:ea typeface="Arial"/>
                <a:cs typeface="Arial"/>
              </a:defRPr>
            </a:defPPr>
            <a:lvl1pPr algn="ctr">
              <a:defRPr sz="317" b="0">
                <a:solidFill>
                  <a:srgbClr val="231F20"/>
                </a:solidFill>
                <a:latin typeface="Arial"/>
                <a:ea typeface="Arial"/>
                <a:cs typeface="Arial"/>
              </a:defRPr>
            </a:lvl1pPr>
            <a:lvl2pPr algn="ctr">
              <a:defRPr sz="317" b="0">
                <a:solidFill>
                  <a:srgbClr val="231F20"/>
                </a:solidFill>
                <a:latin typeface="Arial"/>
                <a:ea typeface="Arial"/>
                <a:cs typeface="Arial"/>
              </a:defRPr>
            </a:lvl2pPr>
            <a:lvl3pPr algn="ctr">
              <a:defRPr sz="317" b="0">
                <a:solidFill>
                  <a:srgbClr val="231F20"/>
                </a:solidFill>
                <a:latin typeface="Arial"/>
                <a:ea typeface="Arial"/>
                <a:cs typeface="Arial"/>
              </a:defRPr>
            </a:lvl3pPr>
            <a:lvl4pPr algn="ctr">
              <a:defRPr sz="317" b="0">
                <a:solidFill>
                  <a:srgbClr val="231F20"/>
                </a:solidFill>
                <a:latin typeface="Arial"/>
                <a:ea typeface="Arial"/>
                <a:cs typeface="Arial"/>
              </a:defRPr>
            </a:lvl4pPr>
            <a:lvl5pPr algn="ctr">
              <a:defRPr sz="317" b="0">
                <a:solidFill>
                  <a:srgbClr val="231F20"/>
                </a:solidFill>
                <a:latin typeface="Arial"/>
                <a:ea typeface="Arial"/>
                <a:cs typeface="Arial"/>
              </a:defRPr>
            </a:lvl5pPr>
            <a:lvl6pPr algn="ctr">
              <a:defRPr sz="317" b="0">
                <a:solidFill>
                  <a:srgbClr val="231F20"/>
                </a:solidFill>
                <a:latin typeface="Arial"/>
                <a:ea typeface="Arial"/>
                <a:cs typeface="Arial"/>
              </a:defRPr>
            </a:lvl6pPr>
            <a:lvl7pPr algn="ctr">
              <a:defRPr sz="317" b="0">
                <a:solidFill>
                  <a:srgbClr val="231F20"/>
                </a:solidFill>
                <a:latin typeface="Arial"/>
                <a:ea typeface="Arial"/>
                <a:cs typeface="Arial"/>
              </a:defRPr>
            </a:lvl7pPr>
            <a:lvl8pPr algn="ctr">
              <a:defRPr sz="317" b="0">
                <a:solidFill>
                  <a:srgbClr val="231F20"/>
                </a:solidFill>
                <a:latin typeface="Arial"/>
                <a:ea typeface="Arial"/>
                <a:cs typeface="Arial"/>
              </a:defRPr>
            </a:lvl8pPr>
            <a:lvl9pPr algn="ctr">
              <a:defRPr sz="317" b="0">
                <a:solidFill>
                  <a:srgbClr val="231F20"/>
                </a:solidFill>
                <a:latin typeface="Arial"/>
                <a:ea typeface="Arial"/>
                <a:cs typeface="Arial"/>
              </a:defRPr>
            </a:lvl9pPr>
          </a:lstStyle>
          <a:p xmlns:a="http://schemas.openxmlformats.org/drawingml/2006/main">
            <a:pPr algn="ctr">
              <a:defRPr sz="317" b="0">
                <a:solidFill>
                  <a:srgbClr val="231F20"/>
                </a:solidFill>
                <a:latin typeface="Arial"/>
                <a:ea typeface="Arial"/>
                <a:cs typeface="Arial"/>
              </a:defRPr>
            </a:pPr>
            <a:r>
              <a:rPr sz="317" b="0">
                <a:solidFill>
                  <a:srgbClr val="231F20"/>
                </a:solidFill>
                <a:latin typeface="Arial"/>
                <a:ea typeface="Arial"/>
                <a:cs typeface="Arial"/>
              </a:rPr>
              <a:t>A1</a:t>
            </a:r>
          </a:p>
        </p:txBody>
      </p:sp>
      <p:sp>
        <p:nvSpPr>
          <p:cNvPr id="601" name="text-1185">
            <a:extLst xmlns:a="http://schemas.openxmlformats.org/drawingml/2006/main">
              <a:ext uri="{FF2B5EF4-FFF2-40B4-BE49-F238E27FC236}">
                <a16:creationId xmlns:a16="http://schemas.microsoft.com/office/drawing/2014/main" id="{107F2279-A4D2-43AD-A3F9-382281F6824B}"/>
              </a:ext>
            </a:extLst>
          </p:cNvPr>
          <p:cNvSpPr>
            <a:spLocks xmlns:a="http://schemas.openxmlformats.org/drawingml/2006/main" noGrp="1"/>
          </p:cNvSpPr>
          <p:nvPr/>
        </p:nvSpPr>
        <p:spPr>
          <a:xfrm xmlns:a="http://schemas.openxmlformats.org/drawingml/2006/main">
            <a:off x="1838516" y="4349687"/>
            <a:ext cx="121253"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7" b="0">
                <a:solidFill>
                  <a:srgbClr val="231F20"/>
                </a:solidFill>
                <a:latin typeface="Arial"/>
                <a:ea typeface="Arial"/>
                <a:cs typeface="Arial"/>
              </a:defRPr>
            </a:defPPr>
            <a:lvl1pPr algn="ctr">
              <a:defRPr sz="317" b="0">
                <a:solidFill>
                  <a:srgbClr val="231F20"/>
                </a:solidFill>
                <a:latin typeface="Arial"/>
                <a:ea typeface="Arial"/>
                <a:cs typeface="Arial"/>
              </a:defRPr>
            </a:lvl1pPr>
            <a:lvl2pPr algn="ctr">
              <a:defRPr sz="317" b="0">
                <a:solidFill>
                  <a:srgbClr val="231F20"/>
                </a:solidFill>
                <a:latin typeface="Arial"/>
                <a:ea typeface="Arial"/>
                <a:cs typeface="Arial"/>
              </a:defRPr>
            </a:lvl2pPr>
            <a:lvl3pPr algn="ctr">
              <a:defRPr sz="317" b="0">
                <a:solidFill>
                  <a:srgbClr val="231F20"/>
                </a:solidFill>
                <a:latin typeface="Arial"/>
                <a:ea typeface="Arial"/>
                <a:cs typeface="Arial"/>
              </a:defRPr>
            </a:lvl3pPr>
            <a:lvl4pPr algn="ctr">
              <a:defRPr sz="317" b="0">
                <a:solidFill>
                  <a:srgbClr val="231F20"/>
                </a:solidFill>
                <a:latin typeface="Arial"/>
                <a:ea typeface="Arial"/>
                <a:cs typeface="Arial"/>
              </a:defRPr>
            </a:lvl4pPr>
            <a:lvl5pPr algn="ctr">
              <a:defRPr sz="317" b="0">
                <a:solidFill>
                  <a:srgbClr val="231F20"/>
                </a:solidFill>
                <a:latin typeface="Arial"/>
                <a:ea typeface="Arial"/>
                <a:cs typeface="Arial"/>
              </a:defRPr>
            </a:lvl5pPr>
            <a:lvl6pPr algn="ctr">
              <a:defRPr sz="317" b="0">
                <a:solidFill>
                  <a:srgbClr val="231F20"/>
                </a:solidFill>
                <a:latin typeface="Arial"/>
                <a:ea typeface="Arial"/>
                <a:cs typeface="Arial"/>
              </a:defRPr>
            </a:lvl6pPr>
            <a:lvl7pPr algn="ctr">
              <a:defRPr sz="317" b="0">
                <a:solidFill>
                  <a:srgbClr val="231F20"/>
                </a:solidFill>
                <a:latin typeface="Arial"/>
                <a:ea typeface="Arial"/>
                <a:cs typeface="Arial"/>
              </a:defRPr>
            </a:lvl7pPr>
            <a:lvl8pPr algn="ctr">
              <a:defRPr sz="317" b="0">
                <a:solidFill>
                  <a:srgbClr val="231F20"/>
                </a:solidFill>
                <a:latin typeface="Arial"/>
                <a:ea typeface="Arial"/>
                <a:cs typeface="Arial"/>
              </a:defRPr>
            </a:lvl8pPr>
            <a:lvl9pPr algn="ctr">
              <a:defRPr sz="317" b="0">
                <a:solidFill>
                  <a:srgbClr val="231F20"/>
                </a:solidFill>
                <a:latin typeface="Arial"/>
                <a:ea typeface="Arial"/>
                <a:cs typeface="Arial"/>
              </a:defRPr>
            </a:lvl9pPr>
          </a:lstStyle>
          <a:p xmlns:a="http://schemas.openxmlformats.org/drawingml/2006/main">
            <a:pPr algn="ctr">
              <a:defRPr sz="317" b="0">
                <a:solidFill>
                  <a:srgbClr val="231F20"/>
                </a:solidFill>
                <a:latin typeface="Arial"/>
                <a:ea typeface="Arial"/>
                <a:cs typeface="Arial"/>
              </a:defRPr>
            </a:pPr>
            <a:r>
              <a:rPr sz="317" b="0">
                <a:solidFill>
                  <a:srgbClr val="231F20"/>
                </a:solidFill>
                <a:latin typeface="Arial"/>
                <a:ea typeface="Arial"/>
                <a:cs typeface="Arial"/>
              </a:rPr>
              <a:t>A2</a:t>
            </a:r>
          </a:p>
        </p:txBody>
      </p:sp>
      <p:sp>
        <p:nvSpPr>
          <p:cNvPr id="602" name="text-1186">
            <a:extLst xmlns:a="http://schemas.openxmlformats.org/drawingml/2006/main">
              <a:ext uri="{FF2B5EF4-FFF2-40B4-BE49-F238E27FC236}">
                <a16:creationId xmlns:a16="http://schemas.microsoft.com/office/drawing/2014/main" id="{73476B5F-E0A6-4242-B0EF-CA3FD5074BE8}"/>
              </a:ext>
            </a:extLst>
          </p:cNvPr>
          <p:cNvSpPr>
            <a:spLocks xmlns:a="http://schemas.openxmlformats.org/drawingml/2006/main" noGrp="1"/>
          </p:cNvSpPr>
          <p:nvPr/>
        </p:nvSpPr>
        <p:spPr>
          <a:xfrm xmlns:a="http://schemas.openxmlformats.org/drawingml/2006/main">
            <a:off x="1838516" y="4630484"/>
            <a:ext cx="121253"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7" b="0">
                <a:solidFill>
                  <a:srgbClr val="231F20"/>
                </a:solidFill>
                <a:latin typeface="Arial"/>
                <a:ea typeface="Arial"/>
                <a:cs typeface="Arial"/>
              </a:defRPr>
            </a:defPPr>
            <a:lvl1pPr algn="ctr">
              <a:defRPr sz="317" b="0">
                <a:solidFill>
                  <a:srgbClr val="231F20"/>
                </a:solidFill>
                <a:latin typeface="Arial"/>
                <a:ea typeface="Arial"/>
                <a:cs typeface="Arial"/>
              </a:defRPr>
            </a:lvl1pPr>
            <a:lvl2pPr algn="ctr">
              <a:defRPr sz="317" b="0">
                <a:solidFill>
                  <a:srgbClr val="231F20"/>
                </a:solidFill>
                <a:latin typeface="Arial"/>
                <a:ea typeface="Arial"/>
                <a:cs typeface="Arial"/>
              </a:defRPr>
            </a:lvl2pPr>
            <a:lvl3pPr algn="ctr">
              <a:defRPr sz="317" b="0">
                <a:solidFill>
                  <a:srgbClr val="231F20"/>
                </a:solidFill>
                <a:latin typeface="Arial"/>
                <a:ea typeface="Arial"/>
                <a:cs typeface="Arial"/>
              </a:defRPr>
            </a:lvl3pPr>
            <a:lvl4pPr algn="ctr">
              <a:defRPr sz="317" b="0">
                <a:solidFill>
                  <a:srgbClr val="231F20"/>
                </a:solidFill>
                <a:latin typeface="Arial"/>
                <a:ea typeface="Arial"/>
                <a:cs typeface="Arial"/>
              </a:defRPr>
            </a:lvl4pPr>
            <a:lvl5pPr algn="ctr">
              <a:defRPr sz="317" b="0">
                <a:solidFill>
                  <a:srgbClr val="231F20"/>
                </a:solidFill>
                <a:latin typeface="Arial"/>
                <a:ea typeface="Arial"/>
                <a:cs typeface="Arial"/>
              </a:defRPr>
            </a:lvl5pPr>
            <a:lvl6pPr algn="ctr">
              <a:defRPr sz="317" b="0">
                <a:solidFill>
                  <a:srgbClr val="231F20"/>
                </a:solidFill>
                <a:latin typeface="Arial"/>
                <a:ea typeface="Arial"/>
                <a:cs typeface="Arial"/>
              </a:defRPr>
            </a:lvl6pPr>
            <a:lvl7pPr algn="ctr">
              <a:defRPr sz="317" b="0">
                <a:solidFill>
                  <a:srgbClr val="231F20"/>
                </a:solidFill>
                <a:latin typeface="Arial"/>
                <a:ea typeface="Arial"/>
                <a:cs typeface="Arial"/>
              </a:defRPr>
            </a:lvl7pPr>
            <a:lvl8pPr algn="ctr">
              <a:defRPr sz="317" b="0">
                <a:solidFill>
                  <a:srgbClr val="231F20"/>
                </a:solidFill>
                <a:latin typeface="Arial"/>
                <a:ea typeface="Arial"/>
                <a:cs typeface="Arial"/>
              </a:defRPr>
            </a:lvl8pPr>
            <a:lvl9pPr algn="ctr">
              <a:defRPr sz="317" b="0">
                <a:solidFill>
                  <a:srgbClr val="231F20"/>
                </a:solidFill>
                <a:latin typeface="Arial"/>
                <a:ea typeface="Arial"/>
                <a:cs typeface="Arial"/>
              </a:defRPr>
            </a:lvl9pPr>
          </a:lstStyle>
          <a:p xmlns:a="http://schemas.openxmlformats.org/drawingml/2006/main">
            <a:pPr algn="ctr">
              <a:defRPr sz="317" b="0">
                <a:solidFill>
                  <a:srgbClr val="231F20"/>
                </a:solidFill>
                <a:latin typeface="Arial"/>
                <a:ea typeface="Arial"/>
                <a:cs typeface="Arial"/>
              </a:defRPr>
            </a:pPr>
            <a:r>
              <a:rPr sz="317" b="0">
                <a:solidFill>
                  <a:srgbClr val="231F20"/>
                </a:solidFill>
                <a:latin typeface="Arial"/>
                <a:ea typeface="Arial"/>
                <a:cs typeface="Arial"/>
              </a:rPr>
              <a:t>WD3</a:t>
            </a:r>
          </a:p>
        </p:txBody>
      </p:sp>
      <p:sp>
        <p:nvSpPr>
          <p:cNvPr id="603" name="text-1187">
            <a:extLst xmlns:a="http://schemas.openxmlformats.org/drawingml/2006/main">
              <a:ext uri="{FF2B5EF4-FFF2-40B4-BE49-F238E27FC236}">
                <a16:creationId xmlns:a16="http://schemas.microsoft.com/office/drawing/2014/main" id="{5A0C8B77-E8EA-4128-9A66-FB8364E78CC4}"/>
              </a:ext>
            </a:extLst>
          </p:cNvPr>
          <p:cNvSpPr>
            <a:spLocks xmlns:a="http://schemas.openxmlformats.org/drawingml/2006/main" noGrp="1"/>
          </p:cNvSpPr>
          <p:nvPr/>
        </p:nvSpPr>
        <p:spPr>
          <a:xfrm xmlns:a="http://schemas.openxmlformats.org/drawingml/2006/main">
            <a:off x="2349056" y="4196525"/>
            <a:ext cx="121253"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7" b="0">
                <a:solidFill>
                  <a:srgbClr val="231F20"/>
                </a:solidFill>
                <a:latin typeface="Arial"/>
                <a:ea typeface="Arial"/>
                <a:cs typeface="Arial"/>
              </a:defRPr>
            </a:defPPr>
            <a:lvl1pPr algn="ctr">
              <a:defRPr sz="317" b="0">
                <a:solidFill>
                  <a:srgbClr val="231F20"/>
                </a:solidFill>
                <a:latin typeface="Arial"/>
                <a:ea typeface="Arial"/>
                <a:cs typeface="Arial"/>
              </a:defRPr>
            </a:lvl1pPr>
            <a:lvl2pPr algn="ctr">
              <a:defRPr sz="317" b="0">
                <a:solidFill>
                  <a:srgbClr val="231F20"/>
                </a:solidFill>
                <a:latin typeface="Arial"/>
                <a:ea typeface="Arial"/>
                <a:cs typeface="Arial"/>
              </a:defRPr>
            </a:lvl2pPr>
            <a:lvl3pPr algn="ctr">
              <a:defRPr sz="317" b="0">
                <a:solidFill>
                  <a:srgbClr val="231F20"/>
                </a:solidFill>
                <a:latin typeface="Arial"/>
                <a:ea typeface="Arial"/>
                <a:cs typeface="Arial"/>
              </a:defRPr>
            </a:lvl3pPr>
            <a:lvl4pPr algn="ctr">
              <a:defRPr sz="317" b="0">
                <a:solidFill>
                  <a:srgbClr val="231F20"/>
                </a:solidFill>
                <a:latin typeface="Arial"/>
                <a:ea typeface="Arial"/>
                <a:cs typeface="Arial"/>
              </a:defRPr>
            </a:lvl4pPr>
            <a:lvl5pPr algn="ctr">
              <a:defRPr sz="317" b="0">
                <a:solidFill>
                  <a:srgbClr val="231F20"/>
                </a:solidFill>
                <a:latin typeface="Arial"/>
                <a:ea typeface="Arial"/>
                <a:cs typeface="Arial"/>
              </a:defRPr>
            </a:lvl5pPr>
            <a:lvl6pPr algn="ctr">
              <a:defRPr sz="317" b="0">
                <a:solidFill>
                  <a:srgbClr val="231F20"/>
                </a:solidFill>
                <a:latin typeface="Arial"/>
                <a:ea typeface="Arial"/>
                <a:cs typeface="Arial"/>
              </a:defRPr>
            </a:lvl6pPr>
            <a:lvl7pPr algn="ctr">
              <a:defRPr sz="317" b="0">
                <a:solidFill>
                  <a:srgbClr val="231F20"/>
                </a:solidFill>
                <a:latin typeface="Arial"/>
                <a:ea typeface="Arial"/>
                <a:cs typeface="Arial"/>
              </a:defRPr>
            </a:lvl7pPr>
            <a:lvl8pPr algn="ctr">
              <a:defRPr sz="317" b="0">
                <a:solidFill>
                  <a:srgbClr val="231F20"/>
                </a:solidFill>
                <a:latin typeface="Arial"/>
                <a:ea typeface="Arial"/>
                <a:cs typeface="Arial"/>
              </a:defRPr>
            </a:lvl8pPr>
            <a:lvl9pPr algn="ctr">
              <a:defRPr sz="317" b="0">
                <a:solidFill>
                  <a:srgbClr val="231F20"/>
                </a:solidFill>
                <a:latin typeface="Arial"/>
                <a:ea typeface="Arial"/>
                <a:cs typeface="Arial"/>
              </a:defRPr>
            </a:lvl9pPr>
          </a:lstStyle>
          <a:p xmlns:a="http://schemas.openxmlformats.org/drawingml/2006/main">
            <a:pPr algn="ctr">
              <a:defRPr sz="317" b="0">
                <a:solidFill>
                  <a:srgbClr val="231F20"/>
                </a:solidFill>
                <a:latin typeface="Arial"/>
                <a:ea typeface="Arial"/>
                <a:cs typeface="Arial"/>
              </a:defRPr>
            </a:pPr>
            <a:r>
              <a:rPr sz="317" b="0">
                <a:solidFill>
                  <a:srgbClr val="231F20"/>
                </a:solidFill>
                <a:latin typeface="Arial"/>
                <a:ea typeface="Arial"/>
                <a:cs typeface="Arial"/>
              </a:rPr>
              <a:t>RD1</a:t>
            </a:r>
          </a:p>
        </p:txBody>
      </p:sp>
      <p:sp>
        <p:nvSpPr>
          <p:cNvPr id="604" name="text-1188">
            <a:extLst xmlns:a="http://schemas.openxmlformats.org/drawingml/2006/main">
              <a:ext uri="{FF2B5EF4-FFF2-40B4-BE49-F238E27FC236}">
                <a16:creationId xmlns:a16="http://schemas.microsoft.com/office/drawing/2014/main" id="{6F294856-CEC8-4B0D-8248-84207D3EC49A}"/>
              </a:ext>
            </a:extLst>
          </p:cNvPr>
          <p:cNvSpPr>
            <a:spLocks xmlns:a="http://schemas.openxmlformats.org/drawingml/2006/main" noGrp="1"/>
          </p:cNvSpPr>
          <p:nvPr/>
        </p:nvSpPr>
        <p:spPr>
          <a:xfrm xmlns:a="http://schemas.openxmlformats.org/drawingml/2006/main">
            <a:off x="2349056" y="4419886"/>
            <a:ext cx="121253"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7" b="0">
                <a:solidFill>
                  <a:srgbClr val="231F20"/>
                </a:solidFill>
                <a:latin typeface="Arial"/>
                <a:ea typeface="Arial"/>
                <a:cs typeface="Arial"/>
              </a:defRPr>
            </a:defPPr>
            <a:lvl1pPr algn="ctr">
              <a:defRPr sz="317" b="0">
                <a:solidFill>
                  <a:srgbClr val="231F20"/>
                </a:solidFill>
                <a:latin typeface="Arial"/>
                <a:ea typeface="Arial"/>
                <a:cs typeface="Arial"/>
              </a:defRPr>
            </a:lvl1pPr>
            <a:lvl2pPr algn="ctr">
              <a:defRPr sz="317" b="0">
                <a:solidFill>
                  <a:srgbClr val="231F20"/>
                </a:solidFill>
                <a:latin typeface="Arial"/>
                <a:ea typeface="Arial"/>
                <a:cs typeface="Arial"/>
              </a:defRPr>
            </a:lvl2pPr>
            <a:lvl3pPr algn="ctr">
              <a:defRPr sz="317" b="0">
                <a:solidFill>
                  <a:srgbClr val="231F20"/>
                </a:solidFill>
                <a:latin typeface="Arial"/>
                <a:ea typeface="Arial"/>
                <a:cs typeface="Arial"/>
              </a:defRPr>
            </a:lvl3pPr>
            <a:lvl4pPr algn="ctr">
              <a:defRPr sz="317" b="0">
                <a:solidFill>
                  <a:srgbClr val="231F20"/>
                </a:solidFill>
                <a:latin typeface="Arial"/>
                <a:ea typeface="Arial"/>
                <a:cs typeface="Arial"/>
              </a:defRPr>
            </a:lvl4pPr>
            <a:lvl5pPr algn="ctr">
              <a:defRPr sz="317" b="0">
                <a:solidFill>
                  <a:srgbClr val="231F20"/>
                </a:solidFill>
                <a:latin typeface="Arial"/>
                <a:ea typeface="Arial"/>
                <a:cs typeface="Arial"/>
              </a:defRPr>
            </a:lvl5pPr>
            <a:lvl6pPr algn="ctr">
              <a:defRPr sz="317" b="0">
                <a:solidFill>
                  <a:srgbClr val="231F20"/>
                </a:solidFill>
                <a:latin typeface="Arial"/>
                <a:ea typeface="Arial"/>
                <a:cs typeface="Arial"/>
              </a:defRPr>
            </a:lvl6pPr>
            <a:lvl7pPr algn="ctr">
              <a:defRPr sz="317" b="0">
                <a:solidFill>
                  <a:srgbClr val="231F20"/>
                </a:solidFill>
                <a:latin typeface="Arial"/>
                <a:ea typeface="Arial"/>
                <a:cs typeface="Arial"/>
              </a:defRPr>
            </a:lvl7pPr>
            <a:lvl8pPr algn="ctr">
              <a:defRPr sz="317" b="0">
                <a:solidFill>
                  <a:srgbClr val="231F20"/>
                </a:solidFill>
                <a:latin typeface="Arial"/>
                <a:ea typeface="Arial"/>
                <a:cs typeface="Arial"/>
              </a:defRPr>
            </a:lvl8pPr>
            <a:lvl9pPr algn="ctr">
              <a:defRPr sz="317" b="0">
                <a:solidFill>
                  <a:srgbClr val="231F20"/>
                </a:solidFill>
                <a:latin typeface="Arial"/>
                <a:ea typeface="Arial"/>
                <a:cs typeface="Arial"/>
              </a:defRPr>
            </a:lvl9pPr>
          </a:lstStyle>
          <a:p xmlns:a="http://schemas.openxmlformats.org/drawingml/2006/main">
            <a:pPr algn="ctr">
              <a:defRPr sz="317" b="0">
                <a:solidFill>
                  <a:srgbClr val="231F20"/>
                </a:solidFill>
                <a:latin typeface="Arial"/>
                <a:ea typeface="Arial"/>
                <a:cs typeface="Arial"/>
              </a:defRPr>
            </a:pPr>
            <a:r>
              <a:rPr sz="317" b="0">
                <a:solidFill>
                  <a:srgbClr val="231F20"/>
                </a:solidFill>
                <a:latin typeface="Arial"/>
                <a:ea typeface="Arial"/>
                <a:cs typeface="Arial"/>
              </a:rPr>
              <a:t>RD2</a:t>
            </a:r>
          </a:p>
        </p:txBody>
      </p:sp>
      <p:sp>
        <p:nvSpPr>
          <p:cNvPr id="605" name="text-1189">
            <a:extLst xmlns:a="http://schemas.openxmlformats.org/drawingml/2006/main">
              <a:ext uri="{FF2B5EF4-FFF2-40B4-BE49-F238E27FC236}">
                <a16:creationId xmlns:a16="http://schemas.microsoft.com/office/drawing/2014/main" id="{1BD5B055-FE3D-4C25-B318-BC2DCD278A1C}"/>
              </a:ext>
            </a:extLst>
          </p:cNvPr>
          <p:cNvSpPr>
            <a:spLocks xmlns:a="http://schemas.openxmlformats.org/drawingml/2006/main" noGrp="1"/>
          </p:cNvSpPr>
          <p:nvPr/>
        </p:nvSpPr>
        <p:spPr>
          <a:xfrm xmlns:a="http://schemas.openxmlformats.org/drawingml/2006/main">
            <a:off x="1832134" y="4477322"/>
            <a:ext cx="63818"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A3</a:t>
            </a:r>
          </a:p>
        </p:txBody>
      </p:sp>
      <p:sp>
        <p:nvSpPr>
          <p:cNvPr id="606" name="wire-1190">
            <a:extLst xmlns:a="http://schemas.openxmlformats.org/drawingml/2006/main">
              <a:ext uri="{FF2B5EF4-FFF2-40B4-BE49-F238E27FC236}">
                <a16:creationId xmlns:a16="http://schemas.microsoft.com/office/drawing/2014/main" id="{B31E0DE0-4452-4D53-A462-A64D683694C2}"/>
              </a:ext>
            </a:extLst>
          </p:cNvPr>
          <p:cNvSpPr>
            <a:spLocks xmlns:a="http://schemas.openxmlformats.org/drawingml/2006/main" noGrp="1"/>
          </p:cNvSpPr>
          <p:nvPr/>
        </p:nvSpPr>
        <p:spPr>
          <a:xfrm xmlns:a="http://schemas.openxmlformats.org/drawingml/2006/main">
            <a:off x="1825752" y="4273106"/>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5424">
            <a:solidFill>
              <a:srgbClr val="231F20"/>
            </a:solidFill>
          </a:ln>
        </p:spPr>
      </p:sp>
      <p:sp>
        <p:nvSpPr>
          <p:cNvPr id="607" name="wire-1191">
            <a:extLst xmlns:a="http://schemas.openxmlformats.org/drawingml/2006/main">
              <a:ext uri="{FF2B5EF4-FFF2-40B4-BE49-F238E27FC236}">
                <a16:creationId xmlns:a16="http://schemas.microsoft.com/office/drawing/2014/main" id="{01FC8DD7-8E2D-4688-8C68-CA2260A8CD51}"/>
              </a:ext>
            </a:extLst>
          </p:cNvPr>
          <p:cNvSpPr>
            <a:spLocks xmlns:a="http://schemas.openxmlformats.org/drawingml/2006/main" noGrp="1"/>
          </p:cNvSpPr>
          <p:nvPr/>
        </p:nvSpPr>
        <p:spPr>
          <a:xfrm xmlns:a="http://schemas.openxmlformats.org/drawingml/2006/main">
            <a:off x="1959769" y="4273106"/>
            <a:ext cx="9525" cy="25527"/>
          </a:xfrm>
          <a:custGeom xmlns:a="http://schemas.openxmlformats.org/drawingml/2006/main">
            <a:pathLst>
              <a:path w="9525" h="25527">
                <a:moveTo>
                  <a:pt x="0" y="0"/>
                </a:moveTo>
                <a:lnTo>
                  <a:pt x="0" y="25527"/>
                </a:lnTo>
              </a:path>
            </a:pathLst>
          </a:custGeom>
          <a:noFill xmlns:a="http://schemas.openxmlformats.org/drawingml/2006/main"/>
          <a:ln xmlns:a="http://schemas.openxmlformats.org/drawingml/2006/main" w="5424">
            <a:solidFill>
              <a:srgbClr val="231F20"/>
            </a:solidFill>
          </a:ln>
        </p:spPr>
      </p:sp>
      <p:sp>
        <p:nvSpPr>
          <p:cNvPr id="608" name="wire-1192">
            <a:extLst xmlns:a="http://schemas.openxmlformats.org/drawingml/2006/main">
              <a:ext uri="{FF2B5EF4-FFF2-40B4-BE49-F238E27FC236}">
                <a16:creationId xmlns:a16="http://schemas.microsoft.com/office/drawing/2014/main" id="{D71CC7C3-6079-4698-9ADD-91F255C81023}"/>
              </a:ext>
            </a:extLst>
          </p:cNvPr>
          <p:cNvSpPr>
            <a:spLocks xmlns:a="http://schemas.openxmlformats.org/drawingml/2006/main" noGrp="1"/>
          </p:cNvSpPr>
          <p:nvPr/>
        </p:nvSpPr>
        <p:spPr>
          <a:xfrm xmlns:a="http://schemas.openxmlformats.org/drawingml/2006/main">
            <a:off x="1959769" y="4298633"/>
            <a:ext cx="331851" cy="9525"/>
          </a:xfrm>
          <a:custGeom xmlns:a="http://schemas.openxmlformats.org/drawingml/2006/main">
            <a:pathLst>
              <a:path w="331851" h="9525">
                <a:moveTo>
                  <a:pt x="0" y="0"/>
                </a:moveTo>
                <a:lnTo>
                  <a:pt x="331851" y="0"/>
                </a:lnTo>
              </a:path>
            </a:pathLst>
          </a:custGeom>
          <a:noFill xmlns:a="http://schemas.openxmlformats.org/drawingml/2006/main"/>
          <a:ln xmlns:a="http://schemas.openxmlformats.org/drawingml/2006/main" w="5424">
            <a:solidFill>
              <a:srgbClr val="231F20"/>
            </a:solidFill>
          </a:ln>
        </p:spPr>
      </p:sp>
      <p:sp>
        <p:nvSpPr>
          <p:cNvPr id="609" name="wire-1193">
            <a:extLst xmlns:a="http://schemas.openxmlformats.org/drawingml/2006/main">
              <a:ext uri="{FF2B5EF4-FFF2-40B4-BE49-F238E27FC236}">
                <a16:creationId xmlns:a16="http://schemas.microsoft.com/office/drawing/2014/main" id="{80F1295F-C1B2-4651-892A-4D016DA710E7}"/>
              </a:ext>
            </a:extLst>
          </p:cNvPr>
          <p:cNvSpPr>
            <a:spLocks xmlns:a="http://schemas.openxmlformats.org/drawingml/2006/main" noGrp="1"/>
          </p:cNvSpPr>
          <p:nvPr/>
        </p:nvSpPr>
        <p:spPr>
          <a:xfrm xmlns:a="http://schemas.openxmlformats.org/drawingml/2006/main">
            <a:off x="2291620" y="4241197"/>
            <a:ext cx="9525" cy="57436"/>
          </a:xfrm>
          <a:custGeom xmlns:a="http://schemas.openxmlformats.org/drawingml/2006/main">
            <a:pathLst>
              <a:path w="9525" h="57436">
                <a:moveTo>
                  <a:pt x="0" y="57436"/>
                </a:moveTo>
                <a:lnTo>
                  <a:pt x="0" y="0"/>
                </a:lnTo>
              </a:path>
            </a:pathLst>
          </a:custGeom>
          <a:noFill xmlns:a="http://schemas.openxmlformats.org/drawingml/2006/main"/>
          <a:ln xmlns:a="http://schemas.openxmlformats.org/drawingml/2006/main" w="5424">
            <a:solidFill>
              <a:srgbClr val="231F20"/>
            </a:solidFill>
          </a:ln>
        </p:spPr>
      </p:sp>
      <p:sp>
        <p:nvSpPr>
          <p:cNvPr id="610" name="wire-1194">
            <a:extLst xmlns:a="http://schemas.openxmlformats.org/drawingml/2006/main">
              <a:ext uri="{FF2B5EF4-FFF2-40B4-BE49-F238E27FC236}">
                <a16:creationId xmlns:a16="http://schemas.microsoft.com/office/drawing/2014/main" id="{1252D036-5CBE-4FCA-B78D-ADFEEC7949EA}"/>
              </a:ext>
            </a:extLst>
          </p:cNvPr>
          <p:cNvSpPr>
            <a:spLocks xmlns:a="http://schemas.openxmlformats.org/drawingml/2006/main" noGrp="1"/>
          </p:cNvSpPr>
          <p:nvPr/>
        </p:nvSpPr>
        <p:spPr>
          <a:xfrm xmlns:a="http://schemas.openxmlformats.org/drawingml/2006/main">
            <a:off x="2291620" y="4241197"/>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611" name="wire-1195">
            <a:extLst xmlns:a="http://schemas.openxmlformats.org/drawingml/2006/main">
              <a:ext uri="{FF2B5EF4-FFF2-40B4-BE49-F238E27FC236}">
                <a16:creationId xmlns:a16="http://schemas.microsoft.com/office/drawing/2014/main" id="{E4E50002-95CB-45D2-93BC-F091833F9DCF}"/>
              </a:ext>
            </a:extLst>
          </p:cNvPr>
          <p:cNvSpPr>
            <a:spLocks xmlns:a="http://schemas.openxmlformats.org/drawingml/2006/main" noGrp="1"/>
          </p:cNvSpPr>
          <p:nvPr/>
        </p:nvSpPr>
        <p:spPr>
          <a:xfrm xmlns:a="http://schemas.openxmlformats.org/drawingml/2006/main">
            <a:off x="2342674" y="4241197"/>
            <a:ext cx="9525" cy="12764"/>
          </a:xfrm>
          <a:custGeom xmlns:a="http://schemas.openxmlformats.org/drawingml/2006/main">
            <a:pathLst>
              <a:path w="9525" h="12764">
                <a:moveTo>
                  <a:pt x="0" y="0"/>
                </a:moveTo>
                <a:lnTo>
                  <a:pt x="0" y="12764"/>
                </a:lnTo>
              </a:path>
            </a:pathLst>
          </a:custGeom>
          <a:noFill xmlns:a="http://schemas.openxmlformats.org/drawingml/2006/main"/>
          <a:ln xmlns:a="http://schemas.openxmlformats.org/drawingml/2006/main" w="5424">
            <a:solidFill>
              <a:srgbClr val="231F20"/>
            </a:solidFill>
          </a:ln>
        </p:spPr>
      </p:sp>
      <p:sp>
        <p:nvSpPr>
          <p:cNvPr id="612" name="wire-1196">
            <a:extLst xmlns:a="http://schemas.openxmlformats.org/drawingml/2006/main">
              <a:ext uri="{FF2B5EF4-FFF2-40B4-BE49-F238E27FC236}">
                <a16:creationId xmlns:a16="http://schemas.microsoft.com/office/drawing/2014/main" id="{1F5C10DE-36ED-4961-BED5-9986F079AA94}"/>
              </a:ext>
            </a:extLst>
          </p:cNvPr>
          <p:cNvSpPr>
            <a:spLocks xmlns:a="http://schemas.openxmlformats.org/drawingml/2006/main" noGrp="1"/>
          </p:cNvSpPr>
          <p:nvPr/>
        </p:nvSpPr>
        <p:spPr>
          <a:xfrm xmlns:a="http://schemas.openxmlformats.org/drawingml/2006/main">
            <a:off x="1825752" y="4400741"/>
            <a:ext cx="178689" cy="9525"/>
          </a:xfrm>
          <a:custGeom xmlns:a="http://schemas.openxmlformats.org/drawingml/2006/main">
            <a:pathLst>
              <a:path w="178689" h="9525">
                <a:moveTo>
                  <a:pt x="0" y="0"/>
                </a:moveTo>
                <a:lnTo>
                  <a:pt x="178689" y="0"/>
                </a:lnTo>
              </a:path>
            </a:pathLst>
          </a:custGeom>
          <a:noFill xmlns:a="http://schemas.openxmlformats.org/drawingml/2006/main"/>
          <a:ln xmlns:a="http://schemas.openxmlformats.org/drawingml/2006/main" w="5424">
            <a:solidFill>
              <a:srgbClr val="231F20"/>
            </a:solidFill>
          </a:ln>
        </p:spPr>
      </p:sp>
      <p:sp>
        <p:nvSpPr>
          <p:cNvPr id="613" name="wire-1197">
            <a:extLst xmlns:a="http://schemas.openxmlformats.org/drawingml/2006/main">
              <a:ext uri="{FF2B5EF4-FFF2-40B4-BE49-F238E27FC236}">
                <a16:creationId xmlns:a16="http://schemas.microsoft.com/office/drawing/2014/main" id="{C19A36C5-E00C-44A3-BB45-D9E17A9DF33C}"/>
              </a:ext>
            </a:extLst>
          </p:cNvPr>
          <p:cNvSpPr>
            <a:spLocks xmlns:a="http://schemas.openxmlformats.org/drawingml/2006/main" noGrp="1"/>
          </p:cNvSpPr>
          <p:nvPr/>
        </p:nvSpPr>
        <p:spPr>
          <a:xfrm xmlns:a="http://schemas.openxmlformats.org/drawingml/2006/main">
            <a:off x="2004441" y="4400741"/>
            <a:ext cx="9525" cy="216979"/>
          </a:xfrm>
          <a:custGeom xmlns:a="http://schemas.openxmlformats.org/drawingml/2006/main">
            <a:pathLst>
              <a:path w="9525" h="216979">
                <a:moveTo>
                  <a:pt x="0" y="0"/>
                </a:moveTo>
                <a:lnTo>
                  <a:pt x="0" y="216979"/>
                </a:lnTo>
              </a:path>
            </a:pathLst>
          </a:custGeom>
          <a:noFill xmlns:a="http://schemas.openxmlformats.org/drawingml/2006/main"/>
          <a:ln xmlns:a="http://schemas.openxmlformats.org/drawingml/2006/main" w="5424">
            <a:solidFill>
              <a:srgbClr val="231F20"/>
            </a:solidFill>
          </a:ln>
        </p:spPr>
      </p:sp>
      <p:sp>
        <p:nvSpPr>
          <p:cNvPr id="614" name="wire-1198">
            <a:extLst xmlns:a="http://schemas.openxmlformats.org/drawingml/2006/main">
              <a:ext uri="{FF2B5EF4-FFF2-40B4-BE49-F238E27FC236}">
                <a16:creationId xmlns:a16="http://schemas.microsoft.com/office/drawing/2014/main" id="{D8EAD406-3365-435C-A96D-85E05DAD831E}"/>
              </a:ext>
            </a:extLst>
          </p:cNvPr>
          <p:cNvSpPr>
            <a:spLocks xmlns:a="http://schemas.openxmlformats.org/drawingml/2006/main" noGrp="1"/>
          </p:cNvSpPr>
          <p:nvPr/>
        </p:nvSpPr>
        <p:spPr>
          <a:xfrm xmlns:a="http://schemas.openxmlformats.org/drawingml/2006/main">
            <a:off x="2004441" y="4617720"/>
            <a:ext cx="338233" cy="9525"/>
          </a:xfrm>
          <a:custGeom xmlns:a="http://schemas.openxmlformats.org/drawingml/2006/main">
            <a:pathLst>
              <a:path w="338233" h="9525">
                <a:moveTo>
                  <a:pt x="0" y="0"/>
                </a:moveTo>
                <a:lnTo>
                  <a:pt x="338233" y="0"/>
                </a:lnTo>
              </a:path>
            </a:pathLst>
          </a:custGeom>
          <a:noFill xmlns:a="http://schemas.openxmlformats.org/drawingml/2006/main"/>
          <a:ln xmlns:a="http://schemas.openxmlformats.org/drawingml/2006/main" w="5424">
            <a:solidFill>
              <a:srgbClr val="231F20"/>
            </a:solidFill>
          </a:ln>
        </p:spPr>
      </p:sp>
      <p:sp>
        <p:nvSpPr>
          <p:cNvPr id="615" name="wire-1199">
            <a:extLst xmlns:a="http://schemas.openxmlformats.org/drawingml/2006/main">
              <a:ext uri="{FF2B5EF4-FFF2-40B4-BE49-F238E27FC236}">
                <a16:creationId xmlns:a16="http://schemas.microsoft.com/office/drawing/2014/main" id="{837B4CF6-52A4-470B-84EB-B725DE8D511C}"/>
              </a:ext>
            </a:extLst>
          </p:cNvPr>
          <p:cNvSpPr>
            <a:spLocks xmlns:a="http://schemas.openxmlformats.org/drawingml/2006/main" noGrp="1"/>
          </p:cNvSpPr>
          <p:nvPr/>
        </p:nvSpPr>
        <p:spPr>
          <a:xfrm xmlns:a="http://schemas.openxmlformats.org/drawingml/2006/main">
            <a:off x="2342674" y="4579430"/>
            <a:ext cx="9525" cy="38290"/>
          </a:xfrm>
          <a:custGeom xmlns:a="http://schemas.openxmlformats.org/drawingml/2006/main">
            <a:pathLst>
              <a:path w="9525" h="38290">
                <a:moveTo>
                  <a:pt x="0" y="38290"/>
                </a:moveTo>
                <a:lnTo>
                  <a:pt x="0" y="0"/>
                </a:lnTo>
              </a:path>
            </a:pathLst>
          </a:custGeom>
          <a:noFill xmlns:a="http://schemas.openxmlformats.org/drawingml/2006/main"/>
          <a:ln xmlns:a="http://schemas.openxmlformats.org/drawingml/2006/main" w="5424">
            <a:solidFill>
              <a:srgbClr val="231F20"/>
            </a:solidFill>
          </a:ln>
        </p:spPr>
      </p:sp>
      <p:sp>
        <p:nvSpPr>
          <p:cNvPr id="616" name="wire-1200">
            <a:extLst xmlns:a="http://schemas.openxmlformats.org/drawingml/2006/main">
              <a:ext uri="{FF2B5EF4-FFF2-40B4-BE49-F238E27FC236}">
                <a16:creationId xmlns:a16="http://schemas.microsoft.com/office/drawing/2014/main" id="{8BE23757-3506-41E1-AF02-6D78062E8F17}"/>
              </a:ext>
            </a:extLst>
          </p:cNvPr>
          <p:cNvSpPr>
            <a:spLocks xmlns:a="http://schemas.openxmlformats.org/drawingml/2006/main" noGrp="1"/>
          </p:cNvSpPr>
          <p:nvPr/>
        </p:nvSpPr>
        <p:spPr>
          <a:xfrm xmlns:a="http://schemas.openxmlformats.org/drawingml/2006/main">
            <a:off x="1825752" y="4528376"/>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5424">
            <a:solidFill>
              <a:srgbClr val="231F20"/>
            </a:solidFill>
          </a:ln>
        </p:spPr>
      </p:sp>
      <p:sp>
        <p:nvSpPr>
          <p:cNvPr id="617" name="circuit-1201">
            <a:extLst xmlns:a="http://schemas.openxmlformats.org/drawingml/2006/main">
              <a:ext uri="{FF2B5EF4-FFF2-40B4-BE49-F238E27FC236}">
                <a16:creationId xmlns:a16="http://schemas.microsoft.com/office/drawing/2014/main" id="{3F06E9A8-C753-41B3-8A3B-A7386246F6FC}"/>
              </a:ext>
            </a:extLst>
          </p:cNvPr>
          <p:cNvSpPr>
            <a:spLocks xmlns:a="http://schemas.openxmlformats.org/drawingml/2006/main" noGrp="1"/>
          </p:cNvSpPr>
          <p:nvPr/>
        </p:nvSpPr>
        <p:spPr>
          <a:xfrm xmlns:a="http://schemas.openxmlformats.org/drawingml/2006/main">
            <a:off x="1886379" y="4521994"/>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18" name="wire-1202">
            <a:extLst xmlns:a="http://schemas.openxmlformats.org/drawingml/2006/main">
              <a:ext uri="{FF2B5EF4-FFF2-40B4-BE49-F238E27FC236}">
                <a16:creationId xmlns:a16="http://schemas.microsoft.com/office/drawing/2014/main" id="{F907DF47-528D-49DC-8A25-E015FDAC59B7}"/>
              </a:ext>
            </a:extLst>
          </p:cNvPr>
          <p:cNvSpPr>
            <a:spLocks xmlns:a="http://schemas.openxmlformats.org/drawingml/2006/main" noGrp="1"/>
          </p:cNvSpPr>
          <p:nvPr/>
        </p:nvSpPr>
        <p:spPr>
          <a:xfrm xmlns:a="http://schemas.openxmlformats.org/drawingml/2006/main">
            <a:off x="1991678" y="4534757"/>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619" name="circuit-1203">
            <a:extLst xmlns:a="http://schemas.openxmlformats.org/drawingml/2006/main">
              <a:ext uri="{FF2B5EF4-FFF2-40B4-BE49-F238E27FC236}">
                <a16:creationId xmlns:a16="http://schemas.microsoft.com/office/drawing/2014/main" id="{0C5C6453-9148-468F-A9F0-BC67721D7440}"/>
              </a:ext>
            </a:extLst>
          </p:cNvPr>
          <p:cNvSpPr>
            <a:spLocks xmlns:a="http://schemas.openxmlformats.org/drawingml/2006/main" noGrp="1"/>
          </p:cNvSpPr>
          <p:nvPr/>
        </p:nvSpPr>
        <p:spPr>
          <a:xfrm xmlns:a="http://schemas.openxmlformats.org/drawingml/2006/main">
            <a:off x="2007632" y="4528376"/>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620" name="wire-1204">
            <a:extLst xmlns:a="http://schemas.openxmlformats.org/drawingml/2006/main">
              <a:ext uri="{FF2B5EF4-FFF2-40B4-BE49-F238E27FC236}">
                <a16:creationId xmlns:a16="http://schemas.microsoft.com/office/drawing/2014/main" id="{D25962F8-7EB7-408C-8C89-94C9D64C6CFC}"/>
              </a:ext>
            </a:extLst>
          </p:cNvPr>
          <p:cNvSpPr>
            <a:spLocks xmlns:a="http://schemas.openxmlformats.org/drawingml/2006/main" noGrp="1"/>
          </p:cNvSpPr>
          <p:nvPr/>
        </p:nvSpPr>
        <p:spPr>
          <a:xfrm xmlns:a="http://schemas.openxmlformats.org/drawingml/2006/main">
            <a:off x="1825752" y="4681538"/>
            <a:ext cx="287179" cy="9525"/>
          </a:xfrm>
          <a:custGeom xmlns:a="http://schemas.openxmlformats.org/drawingml/2006/main">
            <a:pathLst>
              <a:path w="287179" h="9525">
                <a:moveTo>
                  <a:pt x="0" y="0"/>
                </a:moveTo>
                <a:lnTo>
                  <a:pt x="287179" y="0"/>
                </a:lnTo>
              </a:path>
            </a:pathLst>
          </a:custGeom>
          <a:noFill xmlns:a="http://schemas.openxmlformats.org/drawingml/2006/main"/>
          <a:ln xmlns:a="http://schemas.openxmlformats.org/drawingml/2006/main" w="5424">
            <a:solidFill>
              <a:srgbClr val="231F20"/>
            </a:solidFill>
          </a:ln>
        </p:spPr>
      </p:sp>
      <p:sp>
        <p:nvSpPr>
          <p:cNvPr id="621" name="wire-1205">
            <a:extLst xmlns:a="http://schemas.openxmlformats.org/drawingml/2006/main">
              <a:ext uri="{FF2B5EF4-FFF2-40B4-BE49-F238E27FC236}">
                <a16:creationId xmlns:a16="http://schemas.microsoft.com/office/drawing/2014/main" id="{A9CCA37E-2E70-4B5E-818E-4D0F12DA72B2}"/>
              </a:ext>
            </a:extLst>
          </p:cNvPr>
          <p:cNvSpPr>
            <a:spLocks xmlns:a="http://schemas.openxmlformats.org/drawingml/2006/main" noGrp="1"/>
          </p:cNvSpPr>
          <p:nvPr/>
        </p:nvSpPr>
        <p:spPr>
          <a:xfrm xmlns:a="http://schemas.openxmlformats.org/drawingml/2006/main">
            <a:off x="2112931" y="4553903"/>
            <a:ext cx="9525" cy="127635"/>
          </a:xfrm>
          <a:custGeom xmlns:a="http://schemas.openxmlformats.org/drawingml/2006/main">
            <a:pathLst>
              <a:path w="9525" h="127635">
                <a:moveTo>
                  <a:pt x="0" y="127635"/>
                </a:moveTo>
                <a:lnTo>
                  <a:pt x="0" y="0"/>
                </a:lnTo>
              </a:path>
            </a:pathLst>
          </a:custGeom>
          <a:noFill xmlns:a="http://schemas.openxmlformats.org/drawingml/2006/main"/>
          <a:ln xmlns:a="http://schemas.openxmlformats.org/drawingml/2006/main" w="5424">
            <a:solidFill>
              <a:srgbClr val="231F20"/>
            </a:solidFill>
          </a:ln>
        </p:spPr>
      </p:sp>
      <p:sp>
        <p:nvSpPr>
          <p:cNvPr id="622" name="circuit-1206">
            <a:extLst xmlns:a="http://schemas.openxmlformats.org/drawingml/2006/main">
              <a:ext uri="{FF2B5EF4-FFF2-40B4-BE49-F238E27FC236}">
                <a16:creationId xmlns:a16="http://schemas.microsoft.com/office/drawing/2014/main" id="{EC792F87-B71F-44E5-B316-A5E67DF58FBB}"/>
              </a:ext>
            </a:extLst>
          </p:cNvPr>
          <p:cNvSpPr>
            <a:spLocks xmlns:a="http://schemas.openxmlformats.org/drawingml/2006/main" noGrp="1"/>
          </p:cNvSpPr>
          <p:nvPr/>
        </p:nvSpPr>
        <p:spPr>
          <a:xfrm xmlns:a="http://schemas.openxmlformats.org/drawingml/2006/main">
            <a:off x="2106549" y="4553903"/>
            <a:ext cx="12764" cy="15954"/>
          </a:xfrm>
          <a:custGeom xmlns:a="http://schemas.openxmlformats.org/drawingml/2006/main">
            <a:pathLst>
              <a:path w="12764" h="15954">
                <a:moveTo>
                  <a:pt x="6382" y="0"/>
                </a:moveTo>
                <a:lnTo>
                  <a:pt x="0" y="15954"/>
                </a:lnTo>
                <a:lnTo>
                  <a:pt x="12764" y="15954"/>
                </a:lnTo>
                <a:close/>
              </a:path>
            </a:pathLst>
          </a:custGeom>
          <a:solidFill xmlns:a="http://schemas.openxmlformats.org/drawingml/2006/main">
            <a:srgbClr val="231F20"/>
          </a:solidFill>
          <a:ln xmlns:a="http://schemas.openxmlformats.org/drawingml/2006/main" w="1915">
            <a:solidFill>
              <a:srgbClr val="231F20"/>
            </a:solidFill>
          </a:ln>
        </p:spPr>
      </p:sp>
      <p:sp>
        <p:nvSpPr>
          <p:cNvPr id="623" name="wire-1207">
            <a:extLst xmlns:a="http://schemas.openxmlformats.org/drawingml/2006/main">
              <a:ext uri="{FF2B5EF4-FFF2-40B4-BE49-F238E27FC236}">
                <a16:creationId xmlns:a16="http://schemas.microsoft.com/office/drawing/2014/main" id="{CD1FA8A4-7A30-417F-A330-5B91B286064B}"/>
              </a:ext>
            </a:extLst>
          </p:cNvPr>
          <p:cNvSpPr>
            <a:spLocks xmlns:a="http://schemas.openxmlformats.org/drawingml/2006/main" noGrp="1"/>
          </p:cNvSpPr>
          <p:nvPr/>
        </p:nvSpPr>
        <p:spPr>
          <a:xfrm xmlns:a="http://schemas.openxmlformats.org/drawingml/2006/main">
            <a:off x="2202275" y="4387977"/>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624" name="wire-1208">
            <a:extLst xmlns:a="http://schemas.openxmlformats.org/drawingml/2006/main">
              <a:ext uri="{FF2B5EF4-FFF2-40B4-BE49-F238E27FC236}">
                <a16:creationId xmlns:a16="http://schemas.microsoft.com/office/drawing/2014/main" id="{33306153-1FC9-4ACD-A8B3-2EDB69C6D5A7}"/>
              </a:ext>
            </a:extLst>
          </p:cNvPr>
          <p:cNvSpPr>
            <a:spLocks xmlns:a="http://schemas.openxmlformats.org/drawingml/2006/main" noGrp="1"/>
          </p:cNvSpPr>
          <p:nvPr/>
        </p:nvSpPr>
        <p:spPr>
          <a:xfrm xmlns:a="http://schemas.openxmlformats.org/drawingml/2006/main">
            <a:off x="2259711" y="4349687"/>
            <a:ext cx="9525" cy="38290"/>
          </a:xfrm>
          <a:custGeom xmlns:a="http://schemas.openxmlformats.org/drawingml/2006/main">
            <a:pathLst>
              <a:path w="9525" h="38290">
                <a:moveTo>
                  <a:pt x="0" y="38290"/>
                </a:moveTo>
                <a:lnTo>
                  <a:pt x="0" y="0"/>
                </a:lnTo>
              </a:path>
            </a:pathLst>
          </a:custGeom>
          <a:noFill xmlns:a="http://schemas.openxmlformats.org/drawingml/2006/main"/>
          <a:ln xmlns:a="http://schemas.openxmlformats.org/drawingml/2006/main" w="5424">
            <a:solidFill>
              <a:srgbClr val="231F20"/>
            </a:solidFill>
          </a:ln>
        </p:spPr>
      </p:sp>
      <p:sp>
        <p:nvSpPr>
          <p:cNvPr id="625" name="wire-1209">
            <a:extLst xmlns:a="http://schemas.openxmlformats.org/drawingml/2006/main">
              <a:ext uri="{FF2B5EF4-FFF2-40B4-BE49-F238E27FC236}">
                <a16:creationId xmlns:a16="http://schemas.microsoft.com/office/drawing/2014/main" id="{F753E0E0-81A6-4769-9766-4021BD71839C}"/>
              </a:ext>
            </a:extLst>
          </p:cNvPr>
          <p:cNvSpPr>
            <a:spLocks xmlns:a="http://schemas.openxmlformats.org/drawingml/2006/main" noGrp="1"/>
          </p:cNvSpPr>
          <p:nvPr/>
        </p:nvSpPr>
        <p:spPr>
          <a:xfrm xmlns:a="http://schemas.openxmlformats.org/drawingml/2006/main">
            <a:off x="2259711" y="4349687"/>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626" name="circuit-1210">
            <a:extLst xmlns:a="http://schemas.openxmlformats.org/drawingml/2006/main">
              <a:ext uri="{FF2B5EF4-FFF2-40B4-BE49-F238E27FC236}">
                <a16:creationId xmlns:a16="http://schemas.microsoft.com/office/drawing/2014/main" id="{D502AAC6-BBEF-4D2A-BF83-1636766BA981}"/>
              </a:ext>
            </a:extLst>
          </p:cNvPr>
          <p:cNvSpPr>
            <a:spLocks xmlns:a="http://schemas.openxmlformats.org/drawingml/2006/main" noGrp="1"/>
          </p:cNvSpPr>
          <p:nvPr/>
        </p:nvSpPr>
        <p:spPr>
          <a:xfrm xmlns:a="http://schemas.openxmlformats.org/drawingml/2006/main">
            <a:off x="2301192" y="4343305"/>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27" name="wire-1211">
            <a:extLst xmlns:a="http://schemas.openxmlformats.org/drawingml/2006/main">
              <a:ext uri="{FF2B5EF4-FFF2-40B4-BE49-F238E27FC236}">
                <a16:creationId xmlns:a16="http://schemas.microsoft.com/office/drawing/2014/main" id="{1E39675E-85ED-4DF1-BB58-4B65F45532DD}"/>
              </a:ext>
            </a:extLst>
          </p:cNvPr>
          <p:cNvSpPr>
            <a:spLocks xmlns:a="http://schemas.openxmlformats.org/drawingml/2006/main" noGrp="1"/>
          </p:cNvSpPr>
          <p:nvPr/>
        </p:nvSpPr>
        <p:spPr>
          <a:xfrm xmlns:a="http://schemas.openxmlformats.org/drawingml/2006/main">
            <a:off x="2202275" y="4490085"/>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628" name="wire-1212">
            <a:extLst xmlns:a="http://schemas.openxmlformats.org/drawingml/2006/main">
              <a:ext uri="{FF2B5EF4-FFF2-40B4-BE49-F238E27FC236}">
                <a16:creationId xmlns:a16="http://schemas.microsoft.com/office/drawing/2014/main" id="{B206B4BD-C282-4FC7-AC5A-7A4948E83B81}"/>
              </a:ext>
            </a:extLst>
          </p:cNvPr>
          <p:cNvSpPr>
            <a:spLocks xmlns:a="http://schemas.openxmlformats.org/drawingml/2006/main" noGrp="1"/>
          </p:cNvSpPr>
          <p:nvPr/>
        </p:nvSpPr>
        <p:spPr>
          <a:xfrm xmlns:a="http://schemas.openxmlformats.org/drawingml/2006/main">
            <a:off x="2259711" y="4490085"/>
            <a:ext cx="9525" cy="31909"/>
          </a:xfrm>
          <a:custGeom xmlns:a="http://schemas.openxmlformats.org/drawingml/2006/main">
            <a:pathLst>
              <a:path w="9525" h="31909">
                <a:moveTo>
                  <a:pt x="0" y="0"/>
                </a:moveTo>
                <a:lnTo>
                  <a:pt x="0" y="31909"/>
                </a:lnTo>
              </a:path>
            </a:pathLst>
          </a:custGeom>
          <a:noFill xmlns:a="http://schemas.openxmlformats.org/drawingml/2006/main"/>
          <a:ln xmlns:a="http://schemas.openxmlformats.org/drawingml/2006/main" w="5424">
            <a:solidFill>
              <a:srgbClr val="231F20"/>
            </a:solidFill>
          </a:ln>
        </p:spPr>
      </p:sp>
      <p:sp>
        <p:nvSpPr>
          <p:cNvPr id="629" name="wire-1213">
            <a:extLst xmlns:a="http://schemas.openxmlformats.org/drawingml/2006/main">
              <a:ext uri="{FF2B5EF4-FFF2-40B4-BE49-F238E27FC236}">
                <a16:creationId xmlns:a16="http://schemas.microsoft.com/office/drawing/2014/main" id="{7681904C-2D64-49FC-905E-706D97191346}"/>
              </a:ext>
            </a:extLst>
          </p:cNvPr>
          <p:cNvSpPr>
            <a:spLocks xmlns:a="http://schemas.openxmlformats.org/drawingml/2006/main" noGrp="1"/>
          </p:cNvSpPr>
          <p:nvPr/>
        </p:nvSpPr>
        <p:spPr>
          <a:xfrm xmlns:a="http://schemas.openxmlformats.org/drawingml/2006/main">
            <a:off x="2259711" y="4521994"/>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630" name="circuit-1214">
            <a:extLst xmlns:a="http://schemas.openxmlformats.org/drawingml/2006/main">
              <a:ext uri="{FF2B5EF4-FFF2-40B4-BE49-F238E27FC236}">
                <a16:creationId xmlns:a16="http://schemas.microsoft.com/office/drawing/2014/main" id="{E4EFA11C-1C61-4E35-BCC4-76744FC4E2A1}"/>
              </a:ext>
            </a:extLst>
          </p:cNvPr>
          <p:cNvSpPr>
            <a:spLocks xmlns:a="http://schemas.openxmlformats.org/drawingml/2006/main" noGrp="1"/>
          </p:cNvSpPr>
          <p:nvPr/>
        </p:nvSpPr>
        <p:spPr>
          <a:xfrm xmlns:a="http://schemas.openxmlformats.org/drawingml/2006/main">
            <a:off x="2301192" y="4515612"/>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631" name="text-1215">
            <a:extLst xmlns:a="http://schemas.openxmlformats.org/drawingml/2006/main">
              <a:ext uri="{FF2B5EF4-FFF2-40B4-BE49-F238E27FC236}">
                <a16:creationId xmlns:a16="http://schemas.microsoft.com/office/drawing/2014/main" id="{98E0E681-6813-419C-BC95-FFBB676AFDE4}"/>
              </a:ext>
            </a:extLst>
          </p:cNvPr>
          <p:cNvSpPr>
            <a:spLocks xmlns:a="http://schemas.openxmlformats.org/drawingml/2006/main" noGrp="1"/>
          </p:cNvSpPr>
          <p:nvPr/>
        </p:nvSpPr>
        <p:spPr>
          <a:xfrm xmlns:a="http://schemas.openxmlformats.org/drawingml/2006/main">
            <a:off x="2240566" y="4253960"/>
            <a:ext cx="38291"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0</a:t>
            </a:r>
          </a:p>
        </p:txBody>
      </p:sp>
      <p:sp>
        <p:nvSpPr>
          <p:cNvPr id="632" name="wire-1216">
            <a:extLst xmlns:a="http://schemas.openxmlformats.org/drawingml/2006/main">
              <a:ext uri="{FF2B5EF4-FFF2-40B4-BE49-F238E27FC236}">
                <a16:creationId xmlns:a16="http://schemas.microsoft.com/office/drawing/2014/main" id="{21F0CFBF-AE4A-4348-8D3B-908B1607318A}"/>
              </a:ext>
            </a:extLst>
          </p:cNvPr>
          <p:cNvSpPr>
            <a:spLocks xmlns:a="http://schemas.openxmlformats.org/drawingml/2006/main" noGrp="1"/>
          </p:cNvSpPr>
          <p:nvPr/>
        </p:nvSpPr>
        <p:spPr>
          <a:xfrm xmlns:a="http://schemas.openxmlformats.org/drawingml/2006/main">
            <a:off x="2278856" y="4279487"/>
            <a:ext cx="38291" cy="12763"/>
          </a:xfrm>
          <a:custGeom xmlns:a="http://schemas.openxmlformats.org/drawingml/2006/main">
            <a:pathLst>
              <a:path w="38291" h="12763">
                <a:moveTo>
                  <a:pt x="0" y="0"/>
                </a:moveTo>
                <a:lnTo>
                  <a:pt x="38291" y="12763"/>
                </a:lnTo>
              </a:path>
            </a:pathLst>
          </a:custGeom>
          <a:noFill xmlns:a="http://schemas.openxmlformats.org/drawingml/2006/main"/>
          <a:ln xmlns:a="http://schemas.openxmlformats.org/drawingml/2006/main" w="5424">
            <a:solidFill>
              <a:srgbClr val="231F20"/>
            </a:solidFill>
          </a:ln>
        </p:spPr>
      </p:sp>
      <p:sp>
        <p:nvSpPr>
          <p:cNvPr id="633" name="circuit-1217">
            <a:extLst xmlns:a="http://schemas.openxmlformats.org/drawingml/2006/main">
              <a:ext uri="{FF2B5EF4-FFF2-40B4-BE49-F238E27FC236}">
                <a16:creationId xmlns:a16="http://schemas.microsoft.com/office/drawing/2014/main" id="{A80BDD46-D6F7-431A-ADF0-9B59EF0F3558}"/>
              </a:ext>
            </a:extLst>
          </p:cNvPr>
          <p:cNvSpPr>
            <a:spLocks xmlns:a="http://schemas.openxmlformats.org/drawingml/2006/main" noGrp="1"/>
          </p:cNvSpPr>
          <p:nvPr/>
        </p:nvSpPr>
        <p:spPr>
          <a:xfrm xmlns:a="http://schemas.openxmlformats.org/drawingml/2006/main">
            <a:off x="2299993" y="4281151"/>
            <a:ext cx="17154" cy="12109"/>
          </a:xfrm>
          <a:custGeom xmlns:a="http://schemas.openxmlformats.org/drawingml/2006/main">
            <a:pathLst>
              <a:path w="17154" h="12109">
                <a:moveTo>
                  <a:pt x="17154" y="11099"/>
                </a:moveTo>
                <a:lnTo>
                  <a:pt x="4036" y="0"/>
                </a:lnTo>
                <a:lnTo>
                  <a:pt x="0" y="12109"/>
                </a:lnTo>
                <a:close/>
              </a:path>
            </a:pathLst>
          </a:custGeom>
          <a:solidFill xmlns:a="http://schemas.openxmlformats.org/drawingml/2006/main">
            <a:srgbClr val="231F20"/>
          </a:solidFill>
          <a:ln xmlns:a="http://schemas.openxmlformats.org/drawingml/2006/main" w="1915">
            <a:solidFill>
              <a:srgbClr val="231F20"/>
            </a:solidFill>
          </a:ln>
        </p:spPr>
      </p:sp>
      <p:sp>
        <p:nvSpPr>
          <p:cNvPr id="634" name="text-1218">
            <a:extLst xmlns:a="http://schemas.openxmlformats.org/drawingml/2006/main">
              <a:ext uri="{FF2B5EF4-FFF2-40B4-BE49-F238E27FC236}">
                <a16:creationId xmlns:a16="http://schemas.microsoft.com/office/drawing/2014/main" id="{E06B46ED-7C6C-49A6-82E4-BD5053E678CC}"/>
              </a:ext>
            </a:extLst>
          </p:cNvPr>
          <p:cNvSpPr>
            <a:spLocks xmlns:a="http://schemas.openxmlformats.org/drawingml/2006/main" noGrp="1"/>
          </p:cNvSpPr>
          <p:nvPr/>
        </p:nvSpPr>
        <p:spPr>
          <a:xfrm xmlns:a="http://schemas.openxmlformats.org/drawingml/2006/main">
            <a:off x="2240566" y="4419886"/>
            <a:ext cx="38291"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0</a:t>
            </a:r>
          </a:p>
        </p:txBody>
      </p:sp>
      <p:sp>
        <p:nvSpPr>
          <p:cNvPr id="635" name="wire-1219">
            <a:extLst xmlns:a="http://schemas.openxmlformats.org/drawingml/2006/main">
              <a:ext uri="{FF2B5EF4-FFF2-40B4-BE49-F238E27FC236}">
                <a16:creationId xmlns:a16="http://schemas.microsoft.com/office/drawing/2014/main" id="{1929B48D-02C3-44D2-A6B7-B3B9802B9EFA}"/>
              </a:ext>
            </a:extLst>
          </p:cNvPr>
          <p:cNvSpPr>
            <a:spLocks xmlns:a="http://schemas.openxmlformats.org/drawingml/2006/main" noGrp="1"/>
          </p:cNvSpPr>
          <p:nvPr/>
        </p:nvSpPr>
        <p:spPr>
          <a:xfrm xmlns:a="http://schemas.openxmlformats.org/drawingml/2006/main">
            <a:off x="2278856" y="4451795"/>
            <a:ext cx="38291" cy="19145"/>
          </a:xfrm>
          <a:custGeom xmlns:a="http://schemas.openxmlformats.org/drawingml/2006/main">
            <a:pathLst>
              <a:path w="38291" h="19145">
                <a:moveTo>
                  <a:pt x="0" y="0"/>
                </a:moveTo>
                <a:lnTo>
                  <a:pt x="38291" y="19145"/>
                </a:lnTo>
              </a:path>
            </a:pathLst>
          </a:custGeom>
          <a:noFill xmlns:a="http://schemas.openxmlformats.org/drawingml/2006/main"/>
          <a:ln xmlns:a="http://schemas.openxmlformats.org/drawingml/2006/main" w="5424">
            <a:solidFill>
              <a:srgbClr val="231F20"/>
            </a:solidFill>
          </a:ln>
        </p:spPr>
      </p:sp>
      <p:sp>
        <p:nvSpPr>
          <p:cNvPr id="636" name="circuit-1220">
            <a:extLst xmlns:a="http://schemas.openxmlformats.org/drawingml/2006/main">
              <a:ext uri="{FF2B5EF4-FFF2-40B4-BE49-F238E27FC236}">
                <a16:creationId xmlns:a16="http://schemas.microsoft.com/office/drawing/2014/main" id="{8F3F1DEA-6B1A-4C52-A6E2-6A048FF9C662}"/>
              </a:ext>
            </a:extLst>
          </p:cNvPr>
          <p:cNvSpPr>
            <a:spLocks xmlns:a="http://schemas.openxmlformats.org/drawingml/2006/main" noGrp="1"/>
          </p:cNvSpPr>
          <p:nvPr/>
        </p:nvSpPr>
        <p:spPr>
          <a:xfrm xmlns:a="http://schemas.openxmlformats.org/drawingml/2006/main">
            <a:off x="2300023" y="4458097"/>
            <a:ext cx="17124" cy="12843"/>
          </a:xfrm>
          <a:custGeom xmlns:a="http://schemas.openxmlformats.org/drawingml/2006/main">
            <a:pathLst>
              <a:path w="17124" h="12843">
                <a:moveTo>
                  <a:pt x="17124" y="12843"/>
                </a:moveTo>
                <a:lnTo>
                  <a:pt x="5708" y="0"/>
                </a:lnTo>
                <a:lnTo>
                  <a:pt x="0" y="11416"/>
                </a:lnTo>
                <a:close/>
              </a:path>
            </a:pathLst>
          </a:custGeom>
          <a:solidFill xmlns:a="http://schemas.openxmlformats.org/drawingml/2006/main">
            <a:srgbClr val="231F20"/>
          </a:solidFill>
          <a:ln xmlns:a="http://schemas.openxmlformats.org/drawingml/2006/main" w="1915">
            <a:solidFill>
              <a:srgbClr val="231F20"/>
            </a:solidFill>
          </a:ln>
        </p:spPr>
      </p:sp>
      <p:sp>
        <p:nvSpPr>
          <p:cNvPr id="637" name="wire-1221">
            <a:extLst xmlns:a="http://schemas.openxmlformats.org/drawingml/2006/main">
              <a:ext uri="{FF2B5EF4-FFF2-40B4-BE49-F238E27FC236}">
                <a16:creationId xmlns:a16="http://schemas.microsoft.com/office/drawing/2014/main" id="{34000971-383F-4C24-BB77-2A7E4032057A}"/>
              </a:ext>
            </a:extLst>
          </p:cNvPr>
          <p:cNvSpPr>
            <a:spLocks xmlns:a="http://schemas.openxmlformats.org/drawingml/2006/main" noGrp="1"/>
          </p:cNvSpPr>
          <p:nvPr/>
        </p:nvSpPr>
        <p:spPr>
          <a:xfrm xmlns:a="http://schemas.openxmlformats.org/drawingml/2006/main">
            <a:off x="2374583" y="4324160"/>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638" name="wire-1222">
            <a:extLst xmlns:a="http://schemas.openxmlformats.org/drawingml/2006/main">
              <a:ext uri="{FF2B5EF4-FFF2-40B4-BE49-F238E27FC236}">
                <a16:creationId xmlns:a16="http://schemas.microsoft.com/office/drawing/2014/main" id="{E0EF0EF4-59CB-4A74-8CA4-C73FBF8E1961}"/>
              </a:ext>
            </a:extLst>
          </p:cNvPr>
          <p:cNvSpPr>
            <a:spLocks xmlns:a="http://schemas.openxmlformats.org/drawingml/2006/main" noGrp="1"/>
          </p:cNvSpPr>
          <p:nvPr/>
        </p:nvSpPr>
        <p:spPr>
          <a:xfrm xmlns:a="http://schemas.openxmlformats.org/drawingml/2006/main">
            <a:off x="2432018" y="4260342"/>
            <a:ext cx="9525" cy="63817"/>
          </a:xfrm>
          <a:custGeom xmlns:a="http://schemas.openxmlformats.org/drawingml/2006/main">
            <a:pathLst>
              <a:path w="9525" h="63817">
                <a:moveTo>
                  <a:pt x="0" y="63817"/>
                </a:moveTo>
                <a:lnTo>
                  <a:pt x="0" y="0"/>
                </a:lnTo>
              </a:path>
            </a:pathLst>
          </a:custGeom>
          <a:noFill xmlns:a="http://schemas.openxmlformats.org/drawingml/2006/main"/>
          <a:ln xmlns:a="http://schemas.openxmlformats.org/drawingml/2006/main" w="5424">
            <a:solidFill>
              <a:srgbClr val="231F20"/>
            </a:solidFill>
          </a:ln>
        </p:spPr>
      </p:sp>
      <p:sp>
        <p:nvSpPr>
          <p:cNvPr id="639" name="wire-1223">
            <a:extLst xmlns:a="http://schemas.openxmlformats.org/drawingml/2006/main">
              <a:ext uri="{FF2B5EF4-FFF2-40B4-BE49-F238E27FC236}">
                <a16:creationId xmlns:a16="http://schemas.microsoft.com/office/drawing/2014/main" id="{906E57FF-4AB6-4758-9D85-D8956131E374}"/>
              </a:ext>
            </a:extLst>
          </p:cNvPr>
          <p:cNvSpPr>
            <a:spLocks xmlns:a="http://schemas.openxmlformats.org/drawingml/2006/main" noGrp="1"/>
          </p:cNvSpPr>
          <p:nvPr/>
        </p:nvSpPr>
        <p:spPr>
          <a:xfrm xmlns:a="http://schemas.openxmlformats.org/drawingml/2006/main">
            <a:off x="2432018" y="4260342"/>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5424">
            <a:solidFill>
              <a:srgbClr val="231F20"/>
            </a:solidFill>
          </a:ln>
        </p:spPr>
      </p:sp>
      <p:sp>
        <p:nvSpPr>
          <p:cNvPr id="640" name="wire-1224">
            <a:extLst xmlns:a="http://schemas.openxmlformats.org/drawingml/2006/main">
              <a:ext uri="{FF2B5EF4-FFF2-40B4-BE49-F238E27FC236}">
                <a16:creationId xmlns:a16="http://schemas.microsoft.com/office/drawing/2014/main" id="{B2452DAF-1F82-4E4D-820D-DD809E7D1605}"/>
              </a:ext>
            </a:extLst>
          </p:cNvPr>
          <p:cNvSpPr>
            <a:spLocks xmlns:a="http://schemas.openxmlformats.org/drawingml/2006/main" noGrp="1"/>
          </p:cNvSpPr>
          <p:nvPr/>
        </p:nvSpPr>
        <p:spPr>
          <a:xfrm xmlns:a="http://schemas.openxmlformats.org/drawingml/2006/main">
            <a:off x="2374583" y="4509230"/>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641" name="wire-1225">
            <a:extLst xmlns:a="http://schemas.openxmlformats.org/drawingml/2006/main">
              <a:ext uri="{FF2B5EF4-FFF2-40B4-BE49-F238E27FC236}">
                <a16:creationId xmlns:a16="http://schemas.microsoft.com/office/drawing/2014/main" id="{E8DDC2B4-B58C-4B43-B86F-8B8DF6EF84BF}"/>
              </a:ext>
            </a:extLst>
          </p:cNvPr>
          <p:cNvSpPr>
            <a:spLocks xmlns:a="http://schemas.openxmlformats.org/drawingml/2006/main" noGrp="1"/>
          </p:cNvSpPr>
          <p:nvPr/>
        </p:nvSpPr>
        <p:spPr>
          <a:xfrm xmlns:a="http://schemas.openxmlformats.org/drawingml/2006/main">
            <a:off x="2432018" y="4483703"/>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642" name="wire-1226">
            <a:extLst xmlns:a="http://schemas.openxmlformats.org/drawingml/2006/main">
              <a:ext uri="{FF2B5EF4-FFF2-40B4-BE49-F238E27FC236}">
                <a16:creationId xmlns:a16="http://schemas.microsoft.com/office/drawing/2014/main" id="{EAE5FEF3-E68B-473F-80A2-210BC2A1FDE7}"/>
              </a:ext>
            </a:extLst>
          </p:cNvPr>
          <p:cNvSpPr>
            <a:spLocks xmlns:a="http://schemas.openxmlformats.org/drawingml/2006/main" noGrp="1"/>
          </p:cNvSpPr>
          <p:nvPr/>
        </p:nvSpPr>
        <p:spPr>
          <a:xfrm xmlns:a="http://schemas.openxmlformats.org/drawingml/2006/main">
            <a:off x="2432018" y="4483703"/>
            <a:ext cx="44672" cy="9525"/>
          </a:xfrm>
          <a:custGeom xmlns:a="http://schemas.openxmlformats.org/drawingml/2006/main">
            <a:pathLst>
              <a:path w="44672" h="9525">
                <a:moveTo>
                  <a:pt x="0" y="0"/>
                </a:moveTo>
                <a:lnTo>
                  <a:pt x="44672" y="0"/>
                </a:lnTo>
              </a:path>
            </a:pathLst>
          </a:custGeom>
          <a:noFill xmlns:a="http://schemas.openxmlformats.org/drawingml/2006/main"/>
          <a:ln xmlns:a="http://schemas.openxmlformats.org/drawingml/2006/main" w="5424">
            <a:solidFill>
              <a:srgbClr val="231F20"/>
            </a:solidFill>
          </a:ln>
        </p:spPr>
      </p:sp>
      <p:sp>
        <p:nvSpPr>
          <p:cNvPr id="643" name="text-1227">
            <a:extLst xmlns:a="http://schemas.openxmlformats.org/drawingml/2006/main">
              <a:ext uri="{FF2B5EF4-FFF2-40B4-BE49-F238E27FC236}">
                <a16:creationId xmlns:a16="http://schemas.microsoft.com/office/drawing/2014/main" id="{880BE89C-DFAF-4FE5-98EE-3EA043925B34}"/>
              </a:ext>
            </a:extLst>
          </p:cNvPr>
          <p:cNvSpPr>
            <a:spLocks xmlns:a="http://schemas.openxmlformats.org/drawingml/2006/main" noGrp="1"/>
          </p:cNvSpPr>
          <p:nvPr/>
        </p:nvSpPr>
        <p:spPr>
          <a:xfrm xmlns:a="http://schemas.openxmlformats.org/drawingml/2006/main">
            <a:off x="3523298" y="4241197"/>
            <a:ext cx="165926"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77" b="1">
                <a:solidFill>
                  <a:srgbClr val="231F20"/>
                </a:solidFill>
                <a:latin typeface="Arial"/>
                <a:ea typeface="Arial"/>
                <a:cs typeface="Arial"/>
              </a:defRPr>
            </a:defPPr>
            <a:lvl1pPr algn="ctr">
              <a:defRPr sz="477" b="1">
                <a:solidFill>
                  <a:srgbClr val="231F20"/>
                </a:solidFill>
                <a:latin typeface="Arial"/>
                <a:ea typeface="Arial"/>
                <a:cs typeface="Arial"/>
              </a:defRPr>
            </a:lvl1pPr>
            <a:lvl2pPr algn="ctr">
              <a:defRPr sz="477" b="1">
                <a:solidFill>
                  <a:srgbClr val="231F20"/>
                </a:solidFill>
                <a:latin typeface="Arial"/>
                <a:ea typeface="Arial"/>
                <a:cs typeface="Arial"/>
              </a:defRPr>
            </a:lvl2pPr>
            <a:lvl3pPr algn="ctr">
              <a:defRPr sz="477" b="1">
                <a:solidFill>
                  <a:srgbClr val="231F20"/>
                </a:solidFill>
                <a:latin typeface="Arial"/>
                <a:ea typeface="Arial"/>
                <a:cs typeface="Arial"/>
              </a:defRPr>
            </a:lvl3pPr>
            <a:lvl4pPr algn="ctr">
              <a:defRPr sz="477" b="1">
                <a:solidFill>
                  <a:srgbClr val="231F20"/>
                </a:solidFill>
                <a:latin typeface="Arial"/>
                <a:ea typeface="Arial"/>
                <a:cs typeface="Arial"/>
              </a:defRPr>
            </a:lvl4pPr>
            <a:lvl5pPr algn="ctr">
              <a:defRPr sz="477" b="1">
                <a:solidFill>
                  <a:srgbClr val="231F20"/>
                </a:solidFill>
                <a:latin typeface="Arial"/>
                <a:ea typeface="Arial"/>
                <a:cs typeface="Arial"/>
              </a:defRPr>
            </a:lvl5pPr>
            <a:lvl6pPr algn="ctr">
              <a:defRPr sz="477" b="1">
                <a:solidFill>
                  <a:srgbClr val="231F20"/>
                </a:solidFill>
                <a:latin typeface="Arial"/>
                <a:ea typeface="Arial"/>
                <a:cs typeface="Arial"/>
              </a:defRPr>
            </a:lvl6pPr>
            <a:lvl7pPr algn="ctr">
              <a:defRPr sz="477" b="1">
                <a:solidFill>
                  <a:srgbClr val="231F20"/>
                </a:solidFill>
                <a:latin typeface="Arial"/>
                <a:ea typeface="Arial"/>
                <a:cs typeface="Arial"/>
              </a:defRPr>
            </a:lvl7pPr>
            <a:lvl8pPr algn="ctr">
              <a:defRPr sz="477" b="1">
                <a:solidFill>
                  <a:srgbClr val="231F20"/>
                </a:solidFill>
                <a:latin typeface="Arial"/>
                <a:ea typeface="Arial"/>
                <a:cs typeface="Arial"/>
              </a:defRPr>
            </a:lvl8pPr>
            <a:lvl9pPr algn="ctr">
              <a:defRPr sz="477" b="1">
                <a:solidFill>
                  <a:srgbClr val="231F20"/>
                </a:solidFill>
                <a:latin typeface="Arial"/>
                <a:ea typeface="Arial"/>
                <a:cs typeface="Arial"/>
              </a:defRPr>
            </a:lvl9pPr>
          </a:lstStyle>
          <a:p xmlns:a="http://schemas.openxmlformats.org/drawingml/2006/main">
            <a:pPr algn="ctr">
              <a:defRPr sz="477" b="1">
                <a:solidFill>
                  <a:srgbClr val="231F20"/>
                </a:solidFill>
                <a:latin typeface="Arial"/>
                <a:ea typeface="Arial"/>
                <a:cs typeface="Arial"/>
              </a:defRPr>
            </a:pPr>
            <a:r>
              <a:rPr sz="477" b="1">
                <a:solidFill>
                  <a:srgbClr val="231F20"/>
                </a:solidFill>
                <a:latin typeface="Arial"/>
                <a:ea typeface="Arial"/>
                <a:cs typeface="Arial"/>
              </a:rPr>
              <a:t>alu</a:t>
            </a:r>
          </a:p>
        </p:txBody>
      </p:sp>
      <p:sp>
        <p:nvSpPr>
          <p:cNvPr id="644" name="wire-1228">
            <a:extLst xmlns:a="http://schemas.openxmlformats.org/drawingml/2006/main">
              <a:ext uri="{FF2B5EF4-FFF2-40B4-BE49-F238E27FC236}">
                <a16:creationId xmlns:a16="http://schemas.microsoft.com/office/drawing/2014/main" id="{41396EC4-727C-4BFF-B592-400D78E2DEC9}"/>
              </a:ext>
            </a:extLst>
          </p:cNvPr>
          <p:cNvSpPr>
            <a:spLocks xmlns:a="http://schemas.openxmlformats.org/drawingml/2006/main" noGrp="1"/>
          </p:cNvSpPr>
          <p:nvPr/>
        </p:nvSpPr>
        <p:spPr>
          <a:xfrm xmlns:a="http://schemas.openxmlformats.org/drawingml/2006/main">
            <a:off x="3389281" y="4298633"/>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6701">
            <a:solidFill>
              <a:srgbClr val="1572C3"/>
            </a:solidFill>
          </a:ln>
        </p:spPr>
      </p:sp>
      <p:sp>
        <p:nvSpPr>
          <p:cNvPr id="645" name="wire-1229">
            <a:extLst xmlns:a="http://schemas.openxmlformats.org/drawingml/2006/main">
              <a:ext uri="{FF2B5EF4-FFF2-40B4-BE49-F238E27FC236}">
                <a16:creationId xmlns:a16="http://schemas.microsoft.com/office/drawing/2014/main" id="{F6123766-AC70-43C0-99F6-A9911BE7EC54}"/>
              </a:ext>
            </a:extLst>
          </p:cNvPr>
          <p:cNvSpPr>
            <a:spLocks xmlns:a="http://schemas.openxmlformats.org/drawingml/2006/main" noGrp="1"/>
          </p:cNvSpPr>
          <p:nvPr/>
        </p:nvSpPr>
        <p:spPr>
          <a:xfrm xmlns:a="http://schemas.openxmlformats.org/drawingml/2006/main">
            <a:off x="3427571" y="4298633"/>
            <a:ext cx="9525" cy="31909"/>
          </a:xfrm>
          <a:custGeom xmlns:a="http://schemas.openxmlformats.org/drawingml/2006/main">
            <a:pathLst>
              <a:path w="9525" h="31909">
                <a:moveTo>
                  <a:pt x="0" y="0"/>
                </a:moveTo>
                <a:lnTo>
                  <a:pt x="0" y="31909"/>
                </a:lnTo>
              </a:path>
            </a:pathLst>
          </a:custGeom>
          <a:noFill xmlns:a="http://schemas.openxmlformats.org/drawingml/2006/main"/>
          <a:ln xmlns:a="http://schemas.openxmlformats.org/drawingml/2006/main" w="6701">
            <a:solidFill>
              <a:srgbClr val="1572C3"/>
            </a:solidFill>
          </a:ln>
        </p:spPr>
      </p:sp>
      <p:sp>
        <p:nvSpPr>
          <p:cNvPr id="646" name="wire-1230">
            <a:extLst xmlns:a="http://schemas.openxmlformats.org/drawingml/2006/main">
              <a:ext uri="{FF2B5EF4-FFF2-40B4-BE49-F238E27FC236}">
                <a16:creationId xmlns:a16="http://schemas.microsoft.com/office/drawing/2014/main" id="{883515A0-FBE1-4D8E-B1B6-D96A2F4F1BA1}"/>
              </a:ext>
            </a:extLst>
          </p:cNvPr>
          <p:cNvSpPr>
            <a:spLocks xmlns:a="http://schemas.openxmlformats.org/drawingml/2006/main" noGrp="1"/>
          </p:cNvSpPr>
          <p:nvPr/>
        </p:nvSpPr>
        <p:spPr>
          <a:xfrm xmlns:a="http://schemas.openxmlformats.org/drawingml/2006/main">
            <a:off x="3427571" y="4330541"/>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6701">
            <a:solidFill>
              <a:srgbClr val="1572C3"/>
            </a:solidFill>
          </a:ln>
        </p:spPr>
      </p:sp>
      <p:sp>
        <p:nvSpPr>
          <p:cNvPr id="647" name="wire-1231">
            <a:extLst xmlns:a="http://schemas.openxmlformats.org/drawingml/2006/main">
              <a:ext uri="{FF2B5EF4-FFF2-40B4-BE49-F238E27FC236}">
                <a16:creationId xmlns:a16="http://schemas.microsoft.com/office/drawing/2014/main" id="{FE06F26C-4051-42B8-8368-BAD8210A7F45}"/>
              </a:ext>
            </a:extLst>
          </p:cNvPr>
          <p:cNvSpPr>
            <a:spLocks xmlns:a="http://schemas.openxmlformats.org/drawingml/2006/main" noGrp="1"/>
          </p:cNvSpPr>
          <p:nvPr/>
        </p:nvSpPr>
        <p:spPr>
          <a:xfrm xmlns:a="http://schemas.openxmlformats.org/drawingml/2006/main">
            <a:off x="3389281" y="4617720"/>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6701">
            <a:solidFill>
              <a:srgbClr val="1572C3"/>
            </a:solidFill>
          </a:ln>
        </p:spPr>
      </p:sp>
      <p:sp>
        <p:nvSpPr>
          <p:cNvPr id="648" name="wire-1232">
            <a:extLst xmlns:a="http://schemas.openxmlformats.org/drawingml/2006/main">
              <a:ext uri="{FF2B5EF4-FFF2-40B4-BE49-F238E27FC236}">
                <a16:creationId xmlns:a16="http://schemas.microsoft.com/office/drawing/2014/main" id="{DCFA3891-05ED-4C33-B02D-4CA7C1CA7C90}"/>
              </a:ext>
            </a:extLst>
          </p:cNvPr>
          <p:cNvSpPr>
            <a:spLocks xmlns:a="http://schemas.openxmlformats.org/drawingml/2006/main" noGrp="1"/>
          </p:cNvSpPr>
          <p:nvPr/>
        </p:nvSpPr>
        <p:spPr>
          <a:xfrm xmlns:a="http://schemas.openxmlformats.org/drawingml/2006/main">
            <a:off x="3427571" y="4617720"/>
            <a:ext cx="9525" cy="57436"/>
          </a:xfrm>
          <a:custGeom xmlns:a="http://schemas.openxmlformats.org/drawingml/2006/main">
            <a:pathLst>
              <a:path w="9525" h="57436">
                <a:moveTo>
                  <a:pt x="0" y="0"/>
                </a:moveTo>
                <a:lnTo>
                  <a:pt x="0" y="57436"/>
                </a:lnTo>
              </a:path>
            </a:pathLst>
          </a:custGeom>
          <a:noFill xmlns:a="http://schemas.openxmlformats.org/drawingml/2006/main"/>
          <a:ln xmlns:a="http://schemas.openxmlformats.org/drawingml/2006/main" w="6701">
            <a:solidFill>
              <a:srgbClr val="1572C3"/>
            </a:solidFill>
          </a:ln>
        </p:spPr>
      </p:sp>
      <p:sp>
        <p:nvSpPr>
          <p:cNvPr id="649" name="wire-1233">
            <a:extLst xmlns:a="http://schemas.openxmlformats.org/drawingml/2006/main">
              <a:ext uri="{FF2B5EF4-FFF2-40B4-BE49-F238E27FC236}">
                <a16:creationId xmlns:a16="http://schemas.microsoft.com/office/drawing/2014/main" id="{55163FF7-35D2-4C48-B8E6-5B28005BB849}"/>
              </a:ext>
            </a:extLst>
          </p:cNvPr>
          <p:cNvSpPr>
            <a:spLocks xmlns:a="http://schemas.openxmlformats.org/drawingml/2006/main" noGrp="1"/>
          </p:cNvSpPr>
          <p:nvPr/>
        </p:nvSpPr>
        <p:spPr>
          <a:xfrm xmlns:a="http://schemas.openxmlformats.org/drawingml/2006/main">
            <a:off x="3427571" y="4675156"/>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6701">
            <a:solidFill>
              <a:srgbClr val="1572C3"/>
            </a:solidFill>
          </a:ln>
        </p:spPr>
      </p:sp>
      <p:sp>
        <p:nvSpPr>
          <p:cNvPr id="650" name="wire-1234">
            <a:extLst xmlns:a="http://schemas.openxmlformats.org/drawingml/2006/main">
              <a:ext uri="{FF2B5EF4-FFF2-40B4-BE49-F238E27FC236}">
                <a16:creationId xmlns:a16="http://schemas.microsoft.com/office/drawing/2014/main" id="{BAE9C36E-BCCE-4634-8E8F-2A3A175C3AB5}"/>
              </a:ext>
            </a:extLst>
          </p:cNvPr>
          <p:cNvSpPr>
            <a:spLocks xmlns:a="http://schemas.openxmlformats.org/drawingml/2006/main" noGrp="1"/>
          </p:cNvSpPr>
          <p:nvPr/>
        </p:nvSpPr>
        <p:spPr>
          <a:xfrm xmlns:a="http://schemas.openxmlformats.org/drawingml/2006/main">
            <a:off x="3504152" y="4343305"/>
            <a:ext cx="9525" cy="331851"/>
          </a:xfrm>
          <a:custGeom xmlns:a="http://schemas.openxmlformats.org/drawingml/2006/main">
            <a:pathLst>
              <a:path w="9525" h="331851">
                <a:moveTo>
                  <a:pt x="0" y="331851"/>
                </a:moveTo>
                <a:lnTo>
                  <a:pt x="0" y="0"/>
                </a:lnTo>
              </a:path>
            </a:pathLst>
          </a:custGeom>
          <a:noFill xmlns:a="http://schemas.openxmlformats.org/drawingml/2006/main"/>
          <a:ln xmlns:a="http://schemas.openxmlformats.org/drawingml/2006/main" w="6701">
            <a:solidFill>
              <a:srgbClr val="1572C3"/>
            </a:solidFill>
          </a:ln>
        </p:spPr>
      </p:sp>
      <p:sp>
        <p:nvSpPr>
          <p:cNvPr id="651" name="wire-1235">
            <a:extLst xmlns:a="http://schemas.openxmlformats.org/drawingml/2006/main">
              <a:ext uri="{FF2B5EF4-FFF2-40B4-BE49-F238E27FC236}">
                <a16:creationId xmlns:a16="http://schemas.microsoft.com/office/drawing/2014/main" id="{E045429A-8D5D-4417-AC0A-3430ED6E58AF}"/>
              </a:ext>
            </a:extLst>
          </p:cNvPr>
          <p:cNvSpPr>
            <a:spLocks xmlns:a="http://schemas.openxmlformats.org/drawingml/2006/main" noGrp="1"/>
          </p:cNvSpPr>
          <p:nvPr/>
        </p:nvSpPr>
        <p:spPr>
          <a:xfrm xmlns:a="http://schemas.openxmlformats.org/drawingml/2006/main">
            <a:off x="3504152" y="4343305"/>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6701">
            <a:solidFill>
              <a:srgbClr val="1572C3"/>
            </a:solidFill>
          </a:ln>
        </p:spPr>
      </p:sp>
      <p:sp>
        <p:nvSpPr>
          <p:cNvPr id="652" name="block-1236">
            <a:extLst xmlns:a="http://schemas.openxmlformats.org/drawingml/2006/main">
              <a:ext uri="{FF2B5EF4-FFF2-40B4-BE49-F238E27FC236}">
                <a16:creationId xmlns:a16="http://schemas.microsoft.com/office/drawing/2014/main" id="{C4C441DB-05E1-4456-B6D4-69AA265A27BD}"/>
              </a:ext>
            </a:extLst>
          </p:cNvPr>
          <p:cNvSpPr>
            <a:spLocks xmlns:a="http://schemas.openxmlformats.org/drawingml/2006/main" noGrp="1"/>
          </p:cNvSpPr>
          <p:nvPr/>
        </p:nvSpPr>
        <p:spPr>
          <a:xfrm xmlns:a="http://schemas.openxmlformats.org/drawingml/2006/main">
            <a:off x="3529679" y="4305014"/>
            <a:ext cx="134017" cy="70199"/>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653" name="text-1237">
            <a:extLst xmlns:a="http://schemas.openxmlformats.org/drawingml/2006/main">
              <a:ext uri="{FF2B5EF4-FFF2-40B4-BE49-F238E27FC236}">
                <a16:creationId xmlns:a16="http://schemas.microsoft.com/office/drawing/2014/main" id="{36ECACEC-761A-4DF1-AC98-125B65352436}"/>
              </a:ext>
            </a:extLst>
          </p:cNvPr>
          <p:cNvSpPr>
            <a:spLocks xmlns:a="http://schemas.openxmlformats.org/drawingml/2006/main" noGrp="1"/>
          </p:cNvSpPr>
          <p:nvPr/>
        </p:nvSpPr>
        <p:spPr>
          <a:xfrm xmlns:a="http://schemas.openxmlformats.org/drawingml/2006/main">
            <a:off x="3536061" y="4308205"/>
            <a:ext cx="121253"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67" b="0">
                <a:solidFill>
                  <a:srgbClr val="231F20"/>
                </a:solidFill>
                <a:latin typeface="Arial"/>
                <a:ea typeface="Arial"/>
                <a:cs typeface="Arial"/>
              </a:defRPr>
            </a:defPPr>
            <a:lvl1pPr algn="ctr">
              <a:defRPr sz="367" b="0">
                <a:solidFill>
                  <a:srgbClr val="231F20"/>
                </a:solidFill>
                <a:latin typeface="Arial"/>
                <a:ea typeface="Arial"/>
                <a:cs typeface="Arial"/>
              </a:defRPr>
            </a:lvl1pPr>
            <a:lvl2pPr algn="ctr">
              <a:defRPr sz="367" b="0">
                <a:solidFill>
                  <a:srgbClr val="231F20"/>
                </a:solidFill>
                <a:latin typeface="Arial"/>
                <a:ea typeface="Arial"/>
                <a:cs typeface="Arial"/>
              </a:defRPr>
            </a:lvl2pPr>
            <a:lvl3pPr algn="ctr">
              <a:defRPr sz="367" b="0">
                <a:solidFill>
                  <a:srgbClr val="231F20"/>
                </a:solidFill>
                <a:latin typeface="Arial"/>
                <a:ea typeface="Arial"/>
                <a:cs typeface="Arial"/>
              </a:defRPr>
            </a:lvl3pPr>
            <a:lvl4pPr algn="ctr">
              <a:defRPr sz="367" b="0">
                <a:solidFill>
                  <a:srgbClr val="231F20"/>
                </a:solidFill>
                <a:latin typeface="Arial"/>
                <a:ea typeface="Arial"/>
                <a:cs typeface="Arial"/>
              </a:defRPr>
            </a:lvl4pPr>
            <a:lvl5pPr algn="ctr">
              <a:defRPr sz="367" b="0">
                <a:solidFill>
                  <a:srgbClr val="231F20"/>
                </a:solidFill>
                <a:latin typeface="Arial"/>
                <a:ea typeface="Arial"/>
                <a:cs typeface="Arial"/>
              </a:defRPr>
            </a:lvl5pPr>
            <a:lvl6pPr algn="ctr">
              <a:defRPr sz="367" b="0">
                <a:solidFill>
                  <a:srgbClr val="231F20"/>
                </a:solidFill>
                <a:latin typeface="Arial"/>
                <a:ea typeface="Arial"/>
                <a:cs typeface="Arial"/>
              </a:defRPr>
            </a:lvl6pPr>
            <a:lvl7pPr algn="ctr">
              <a:defRPr sz="367" b="0">
                <a:solidFill>
                  <a:srgbClr val="231F20"/>
                </a:solidFill>
                <a:latin typeface="Arial"/>
                <a:ea typeface="Arial"/>
                <a:cs typeface="Arial"/>
              </a:defRPr>
            </a:lvl7pPr>
            <a:lvl8pPr algn="ctr">
              <a:defRPr sz="367" b="0">
                <a:solidFill>
                  <a:srgbClr val="231F20"/>
                </a:solidFill>
                <a:latin typeface="Arial"/>
                <a:ea typeface="Arial"/>
                <a:cs typeface="Arial"/>
              </a:defRPr>
            </a:lvl8pPr>
            <a:lvl9pPr algn="ctr">
              <a:defRPr sz="367" b="0">
                <a:solidFill>
                  <a:srgbClr val="231F20"/>
                </a:solidFill>
                <a:latin typeface="Arial"/>
                <a:ea typeface="Arial"/>
                <a:cs typeface="Arial"/>
              </a:defRPr>
            </a:lvl9pPr>
          </a:lstStyle>
          <a:p xmlns:a="http://schemas.openxmlformats.org/drawingml/2006/main">
            <a:pPr algn="ctr">
              <a:defRPr sz="367" b="0">
                <a:solidFill>
                  <a:srgbClr val="231F20"/>
                </a:solidFill>
                <a:latin typeface="Arial"/>
                <a:ea typeface="Arial"/>
                <a:cs typeface="Arial"/>
              </a:defRPr>
            </a:pPr>
            <a:r>
              <a:rPr sz="367" b="0">
                <a:solidFill>
                  <a:srgbClr val="231F20"/>
                </a:solidFill>
                <a:latin typeface="Arial"/>
                <a:ea typeface="Arial"/>
                <a:cs typeface="Arial"/>
              </a:rPr>
              <a:t>+ / -</a:t>
            </a:r>
          </a:p>
        </p:txBody>
      </p:sp>
      <p:sp>
        <p:nvSpPr>
          <p:cNvPr id="654" name="wire-1238">
            <a:extLst xmlns:a="http://schemas.openxmlformats.org/drawingml/2006/main">
              <a:ext uri="{FF2B5EF4-FFF2-40B4-BE49-F238E27FC236}">
                <a16:creationId xmlns:a16="http://schemas.microsoft.com/office/drawing/2014/main" id="{9E197FFE-430A-47DF-A415-094DC747752F}"/>
              </a:ext>
            </a:extLst>
          </p:cNvPr>
          <p:cNvSpPr>
            <a:spLocks xmlns:a="http://schemas.openxmlformats.org/drawingml/2006/main" noGrp="1"/>
          </p:cNvSpPr>
          <p:nvPr/>
        </p:nvSpPr>
        <p:spPr>
          <a:xfrm xmlns:a="http://schemas.openxmlformats.org/drawingml/2006/main">
            <a:off x="3663696" y="4336923"/>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6701">
            <a:solidFill>
              <a:srgbClr val="1572C3"/>
            </a:solidFill>
          </a:ln>
        </p:spPr>
      </p:sp>
      <p:sp>
        <p:nvSpPr>
          <p:cNvPr id="655" name="wire-1239">
            <a:extLst xmlns:a="http://schemas.openxmlformats.org/drawingml/2006/main">
              <a:ext uri="{FF2B5EF4-FFF2-40B4-BE49-F238E27FC236}">
                <a16:creationId xmlns:a16="http://schemas.microsoft.com/office/drawing/2014/main" id="{35D671E3-FEB8-41BB-93AF-75ED8A0C6D7E}"/>
              </a:ext>
            </a:extLst>
          </p:cNvPr>
          <p:cNvSpPr>
            <a:spLocks xmlns:a="http://schemas.openxmlformats.org/drawingml/2006/main" noGrp="1"/>
          </p:cNvSpPr>
          <p:nvPr/>
        </p:nvSpPr>
        <p:spPr>
          <a:xfrm xmlns:a="http://schemas.openxmlformats.org/drawingml/2006/main">
            <a:off x="3765804" y="4336923"/>
            <a:ext cx="9525" cy="12764"/>
          </a:xfrm>
          <a:custGeom xmlns:a="http://schemas.openxmlformats.org/drawingml/2006/main">
            <a:pathLst>
              <a:path w="9525" h="12764">
                <a:moveTo>
                  <a:pt x="0" y="0"/>
                </a:moveTo>
                <a:lnTo>
                  <a:pt x="0" y="12764"/>
                </a:lnTo>
              </a:path>
            </a:pathLst>
          </a:custGeom>
          <a:noFill xmlns:a="http://schemas.openxmlformats.org/drawingml/2006/main"/>
          <a:ln xmlns:a="http://schemas.openxmlformats.org/drawingml/2006/main" w="6701">
            <a:solidFill>
              <a:srgbClr val="1572C3"/>
            </a:solidFill>
          </a:ln>
        </p:spPr>
      </p:sp>
      <p:sp>
        <p:nvSpPr>
          <p:cNvPr id="656" name="wire-1240">
            <a:extLst xmlns:a="http://schemas.openxmlformats.org/drawingml/2006/main">
              <a:ext uri="{FF2B5EF4-FFF2-40B4-BE49-F238E27FC236}">
                <a16:creationId xmlns:a16="http://schemas.microsoft.com/office/drawing/2014/main" id="{B81FAF84-82E9-4CF6-816B-B9B1527D6E52}"/>
              </a:ext>
            </a:extLst>
          </p:cNvPr>
          <p:cNvSpPr>
            <a:spLocks xmlns:a="http://schemas.openxmlformats.org/drawingml/2006/main" noGrp="1"/>
          </p:cNvSpPr>
          <p:nvPr/>
        </p:nvSpPr>
        <p:spPr>
          <a:xfrm xmlns:a="http://schemas.openxmlformats.org/drawingml/2006/main">
            <a:off x="3765804" y="4349687"/>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6701">
            <a:solidFill>
              <a:srgbClr val="1572C3"/>
            </a:solidFill>
          </a:ln>
        </p:spPr>
      </p:sp>
      <p:sp>
        <p:nvSpPr>
          <p:cNvPr id="657" name="circuit-1241">
            <a:extLst xmlns:a="http://schemas.openxmlformats.org/drawingml/2006/main">
              <a:ext uri="{FF2B5EF4-FFF2-40B4-BE49-F238E27FC236}">
                <a16:creationId xmlns:a16="http://schemas.microsoft.com/office/drawing/2014/main" id="{3A760B11-D9C7-476D-BD2D-5E67C373EDE3}"/>
              </a:ext>
            </a:extLst>
          </p:cNvPr>
          <p:cNvSpPr>
            <a:spLocks xmlns:a="http://schemas.openxmlformats.org/drawingml/2006/main" noGrp="1"/>
          </p:cNvSpPr>
          <p:nvPr/>
        </p:nvSpPr>
        <p:spPr>
          <a:xfrm xmlns:a="http://schemas.openxmlformats.org/drawingml/2006/main">
            <a:off x="3714750" y="4394359"/>
            <a:ext cx="44672" cy="210598"/>
          </a:xfrm>
          <a:custGeom xmlns:a="http://schemas.openxmlformats.org/drawingml/2006/main">
            <a:pathLst>
              <a:path w="44672" h="210598">
                <a:moveTo>
                  <a:pt x="0" y="0"/>
                </a:moveTo>
                <a:lnTo>
                  <a:pt x="44672" y="19145"/>
                </a:lnTo>
                <a:lnTo>
                  <a:pt x="44672" y="191453"/>
                </a:lnTo>
                <a:lnTo>
                  <a:pt x="0" y="210598"/>
                </a:lnTo>
                <a:close/>
              </a:path>
            </a:pathLst>
          </a:custGeom>
          <a:solidFill xmlns:a="http://schemas.openxmlformats.org/drawingml/2006/main">
            <a:srgbClr val="FFFFFF"/>
          </a:solidFill>
          <a:ln xmlns:a="http://schemas.openxmlformats.org/drawingml/2006/main" w="5105">
            <a:solidFill>
              <a:srgbClr val="231F20"/>
            </a:solidFill>
          </a:ln>
        </p:spPr>
      </p:sp>
      <p:sp>
        <p:nvSpPr>
          <p:cNvPr id="658" name="wire-1242">
            <a:extLst xmlns:a="http://schemas.openxmlformats.org/drawingml/2006/main">
              <a:ext uri="{FF2B5EF4-FFF2-40B4-BE49-F238E27FC236}">
                <a16:creationId xmlns:a16="http://schemas.microsoft.com/office/drawing/2014/main" id="{1473BF8E-D455-418A-BF7F-C31BB2330795}"/>
              </a:ext>
            </a:extLst>
          </p:cNvPr>
          <p:cNvSpPr>
            <a:spLocks xmlns:a="http://schemas.openxmlformats.org/drawingml/2006/main" noGrp="1"/>
          </p:cNvSpPr>
          <p:nvPr/>
        </p:nvSpPr>
        <p:spPr>
          <a:xfrm xmlns:a="http://schemas.openxmlformats.org/drawingml/2006/main">
            <a:off x="3689223" y="4336923"/>
            <a:ext cx="9525" cy="95726"/>
          </a:xfrm>
          <a:custGeom xmlns:a="http://schemas.openxmlformats.org/drawingml/2006/main">
            <a:pathLst>
              <a:path w="9525" h="95726">
                <a:moveTo>
                  <a:pt x="0" y="0"/>
                </a:moveTo>
                <a:lnTo>
                  <a:pt x="0" y="95726"/>
                </a:lnTo>
              </a:path>
            </a:pathLst>
          </a:custGeom>
          <a:noFill xmlns:a="http://schemas.openxmlformats.org/drawingml/2006/main"/>
          <a:ln xmlns:a="http://schemas.openxmlformats.org/drawingml/2006/main" w="5424">
            <a:solidFill>
              <a:srgbClr val="231F20"/>
            </a:solidFill>
          </a:ln>
        </p:spPr>
      </p:sp>
      <p:sp>
        <p:nvSpPr>
          <p:cNvPr id="659" name="wire-1243">
            <a:extLst xmlns:a="http://schemas.openxmlformats.org/drawingml/2006/main">
              <a:ext uri="{FF2B5EF4-FFF2-40B4-BE49-F238E27FC236}">
                <a16:creationId xmlns:a16="http://schemas.microsoft.com/office/drawing/2014/main" id="{73354651-A497-4E71-AF6B-680ECA732779}"/>
              </a:ext>
            </a:extLst>
          </p:cNvPr>
          <p:cNvSpPr>
            <a:spLocks xmlns:a="http://schemas.openxmlformats.org/drawingml/2006/main" noGrp="1"/>
          </p:cNvSpPr>
          <p:nvPr/>
        </p:nvSpPr>
        <p:spPr>
          <a:xfrm xmlns:a="http://schemas.openxmlformats.org/drawingml/2006/main">
            <a:off x="3689223" y="4432649"/>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660" name="circuit-1244">
            <a:extLst xmlns:a="http://schemas.openxmlformats.org/drawingml/2006/main">
              <a:ext uri="{FF2B5EF4-FFF2-40B4-BE49-F238E27FC236}">
                <a16:creationId xmlns:a16="http://schemas.microsoft.com/office/drawing/2014/main" id="{B65140DC-FF21-4CEC-A59D-03BC49C5B5DA}"/>
              </a:ext>
            </a:extLst>
          </p:cNvPr>
          <p:cNvSpPr>
            <a:spLocks xmlns:a="http://schemas.openxmlformats.org/drawingml/2006/main" noGrp="1"/>
          </p:cNvSpPr>
          <p:nvPr/>
        </p:nvSpPr>
        <p:spPr>
          <a:xfrm xmlns:a="http://schemas.openxmlformats.org/drawingml/2006/main">
            <a:off x="3698796" y="4426268"/>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61" name="">
            <a:extLst xmlns:a="http://schemas.openxmlformats.org/drawingml/2006/main">
              <a:ext uri="{FF2B5EF4-FFF2-40B4-BE49-F238E27FC236}">
                <a16:creationId xmlns:a16="http://schemas.microsoft.com/office/drawing/2014/main" id="{A4999B2A-9FCA-4568-9808-ACE461CBDCC9}"/>
              </a:ext>
            </a:extLst>
          </p:cNvPr>
          <p:cNvSpPr>
            <a:spLocks xmlns:a="http://schemas.openxmlformats.org/drawingml/2006/main" noGrp="1"/>
          </p:cNvSpPr>
          <p:nvPr/>
        </p:nvSpPr>
        <p:spPr>
          <a:xfrm xmlns:a="http://schemas.openxmlformats.org/drawingml/2006/main">
            <a:off x="3684437" y="4332137"/>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662" name="block-1245">
            <a:extLst xmlns:a="http://schemas.openxmlformats.org/drawingml/2006/main">
              <a:ext uri="{FF2B5EF4-FFF2-40B4-BE49-F238E27FC236}">
                <a16:creationId xmlns:a16="http://schemas.microsoft.com/office/drawing/2014/main" id="{16A31055-7524-4C6B-9239-2AF8F4CB512F}"/>
              </a:ext>
            </a:extLst>
          </p:cNvPr>
          <p:cNvSpPr>
            <a:spLocks xmlns:a="http://schemas.openxmlformats.org/drawingml/2006/main" noGrp="1"/>
          </p:cNvSpPr>
          <p:nvPr/>
        </p:nvSpPr>
        <p:spPr>
          <a:xfrm xmlns:a="http://schemas.openxmlformats.org/drawingml/2006/main">
            <a:off x="3529679" y="4426268"/>
            <a:ext cx="134017" cy="70199"/>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663" name="text-1246">
            <a:extLst xmlns:a="http://schemas.openxmlformats.org/drawingml/2006/main">
              <a:ext uri="{FF2B5EF4-FFF2-40B4-BE49-F238E27FC236}">
                <a16:creationId xmlns:a16="http://schemas.microsoft.com/office/drawing/2014/main" id="{6DCCAF88-8D21-4B89-BD5A-5D9F9D11258C}"/>
              </a:ext>
            </a:extLst>
          </p:cNvPr>
          <p:cNvSpPr>
            <a:spLocks xmlns:a="http://schemas.openxmlformats.org/drawingml/2006/main" noGrp="1"/>
          </p:cNvSpPr>
          <p:nvPr/>
        </p:nvSpPr>
        <p:spPr>
          <a:xfrm xmlns:a="http://schemas.openxmlformats.org/drawingml/2006/main">
            <a:off x="3536061" y="4429458"/>
            <a:ext cx="121253"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2" b="0">
                <a:solidFill>
                  <a:srgbClr val="231F20"/>
                </a:solidFill>
                <a:latin typeface="Arial"/>
                <a:ea typeface="Arial"/>
                <a:cs typeface="Arial"/>
              </a:defRPr>
            </a:defPPr>
            <a:lvl1pPr algn="ctr">
              <a:defRPr sz="312" b="0">
                <a:solidFill>
                  <a:srgbClr val="231F20"/>
                </a:solidFill>
                <a:latin typeface="Arial"/>
                <a:ea typeface="Arial"/>
                <a:cs typeface="Arial"/>
              </a:defRPr>
            </a:lvl1pPr>
            <a:lvl2pPr algn="ctr">
              <a:defRPr sz="312" b="0">
                <a:solidFill>
                  <a:srgbClr val="231F20"/>
                </a:solidFill>
                <a:latin typeface="Arial"/>
                <a:ea typeface="Arial"/>
                <a:cs typeface="Arial"/>
              </a:defRPr>
            </a:lvl2pPr>
            <a:lvl3pPr algn="ctr">
              <a:defRPr sz="312" b="0">
                <a:solidFill>
                  <a:srgbClr val="231F20"/>
                </a:solidFill>
                <a:latin typeface="Arial"/>
                <a:ea typeface="Arial"/>
                <a:cs typeface="Arial"/>
              </a:defRPr>
            </a:lvl3pPr>
            <a:lvl4pPr algn="ctr">
              <a:defRPr sz="312" b="0">
                <a:solidFill>
                  <a:srgbClr val="231F20"/>
                </a:solidFill>
                <a:latin typeface="Arial"/>
                <a:ea typeface="Arial"/>
                <a:cs typeface="Arial"/>
              </a:defRPr>
            </a:lvl4pPr>
            <a:lvl5pPr algn="ctr">
              <a:defRPr sz="312" b="0">
                <a:solidFill>
                  <a:srgbClr val="231F20"/>
                </a:solidFill>
                <a:latin typeface="Arial"/>
                <a:ea typeface="Arial"/>
                <a:cs typeface="Arial"/>
              </a:defRPr>
            </a:lvl5pPr>
            <a:lvl6pPr algn="ctr">
              <a:defRPr sz="312" b="0">
                <a:solidFill>
                  <a:srgbClr val="231F20"/>
                </a:solidFill>
                <a:latin typeface="Arial"/>
                <a:ea typeface="Arial"/>
                <a:cs typeface="Arial"/>
              </a:defRPr>
            </a:lvl6pPr>
            <a:lvl7pPr algn="ctr">
              <a:defRPr sz="312" b="0">
                <a:solidFill>
                  <a:srgbClr val="231F20"/>
                </a:solidFill>
                <a:latin typeface="Arial"/>
                <a:ea typeface="Arial"/>
                <a:cs typeface="Arial"/>
              </a:defRPr>
            </a:lvl7pPr>
            <a:lvl8pPr algn="ctr">
              <a:defRPr sz="312" b="0">
                <a:solidFill>
                  <a:srgbClr val="231F20"/>
                </a:solidFill>
                <a:latin typeface="Arial"/>
                <a:ea typeface="Arial"/>
                <a:cs typeface="Arial"/>
              </a:defRPr>
            </a:lvl8pPr>
            <a:lvl9pPr algn="ctr">
              <a:defRPr sz="312" b="0">
                <a:solidFill>
                  <a:srgbClr val="231F20"/>
                </a:solidFill>
                <a:latin typeface="Arial"/>
                <a:ea typeface="Arial"/>
                <a:cs typeface="Arial"/>
              </a:defRPr>
            </a:lvl9pPr>
          </a:lstStyle>
          <a:p xmlns:a="http://schemas.openxmlformats.org/drawingml/2006/main">
            <a:pPr algn="ctr">
              <a:defRPr sz="312" b="0">
                <a:solidFill>
                  <a:srgbClr val="231F20"/>
                </a:solidFill>
                <a:latin typeface="Arial"/>
                <a:ea typeface="Arial"/>
                <a:cs typeface="Arial"/>
              </a:defRPr>
            </a:pPr>
            <a:r>
              <a:rPr sz="312" b="0">
                <a:solidFill>
                  <a:srgbClr val="231F20"/>
                </a:solidFill>
                <a:latin typeface="Arial"/>
                <a:ea typeface="Arial"/>
                <a:cs typeface="Arial"/>
              </a:rPr>
              <a:t>shift</a:t>
            </a:r>
          </a:p>
        </p:txBody>
      </p:sp>
      <p:sp>
        <p:nvSpPr>
          <p:cNvPr id="664" name="circuit-1247">
            <a:extLst xmlns:a="http://schemas.openxmlformats.org/drawingml/2006/main">
              <a:ext uri="{FF2B5EF4-FFF2-40B4-BE49-F238E27FC236}">
                <a16:creationId xmlns:a16="http://schemas.microsoft.com/office/drawing/2014/main" id="{747863E7-BB45-465E-92E1-25EE2F4A1E0C}"/>
              </a:ext>
            </a:extLst>
          </p:cNvPr>
          <p:cNvSpPr>
            <a:spLocks xmlns:a="http://schemas.openxmlformats.org/drawingml/2006/main" noGrp="1"/>
          </p:cNvSpPr>
          <p:nvPr/>
        </p:nvSpPr>
        <p:spPr>
          <a:xfrm xmlns:a="http://schemas.openxmlformats.org/drawingml/2006/main">
            <a:off x="3542443" y="4553903"/>
            <a:ext cx="95726" cy="63817"/>
          </a:xfrm>
          <a:custGeom xmlns:a="http://schemas.openxmlformats.org/drawingml/2006/main">
            <a:pathLst>
              <a:path w="95726" h="63817">
                <a:moveTo>
                  <a:pt x="0" y="0"/>
                </a:moveTo>
                <a:lnTo>
                  <a:pt x="43077" y="0"/>
                </a:lnTo>
                <a:lnTo>
                  <a:pt x="43077" y="0"/>
                </a:lnTo>
                <a:lnTo>
                  <a:pt x="56703" y="1087"/>
                </a:lnTo>
                <a:lnTo>
                  <a:pt x="69402" y="4275"/>
                </a:lnTo>
                <a:lnTo>
                  <a:pt x="80306" y="9346"/>
                </a:lnTo>
                <a:lnTo>
                  <a:pt x="88673" y="15954"/>
                </a:lnTo>
                <a:lnTo>
                  <a:pt x="93932" y="23650"/>
                </a:lnTo>
                <a:lnTo>
                  <a:pt x="95726" y="31909"/>
                </a:lnTo>
                <a:lnTo>
                  <a:pt x="93932" y="40167"/>
                </a:lnTo>
                <a:lnTo>
                  <a:pt x="88673" y="47863"/>
                </a:lnTo>
                <a:lnTo>
                  <a:pt x="80306" y="54472"/>
                </a:lnTo>
                <a:lnTo>
                  <a:pt x="69402" y="59543"/>
                </a:lnTo>
                <a:lnTo>
                  <a:pt x="56703" y="62730"/>
                </a:lnTo>
                <a:lnTo>
                  <a:pt x="43077" y="63817"/>
                </a:lnTo>
                <a:lnTo>
                  <a:pt x="0" y="63817"/>
                </a:lnTo>
                <a:close/>
              </a:path>
            </a:pathLst>
          </a:custGeom>
          <a:solidFill xmlns:a="http://schemas.openxmlformats.org/drawingml/2006/main">
            <a:srgbClr val="FFFFFF"/>
          </a:solidFill>
          <a:ln xmlns:a="http://schemas.openxmlformats.org/drawingml/2006/main" w="5105">
            <a:solidFill>
              <a:srgbClr val="231F20"/>
            </a:solidFill>
          </a:ln>
        </p:spPr>
      </p:sp>
      <p:sp>
        <p:nvSpPr>
          <p:cNvPr id="665" name="wire-1248">
            <a:extLst xmlns:a="http://schemas.openxmlformats.org/drawingml/2006/main">
              <a:ext uri="{FF2B5EF4-FFF2-40B4-BE49-F238E27FC236}">
                <a16:creationId xmlns:a16="http://schemas.microsoft.com/office/drawing/2014/main" id="{0DA4D632-9B4A-4C53-9997-E4B0D1EB5C14}"/>
              </a:ext>
            </a:extLst>
          </p:cNvPr>
          <p:cNvSpPr>
            <a:spLocks xmlns:a="http://schemas.openxmlformats.org/drawingml/2006/main" noGrp="1"/>
          </p:cNvSpPr>
          <p:nvPr/>
        </p:nvSpPr>
        <p:spPr>
          <a:xfrm xmlns:a="http://schemas.openxmlformats.org/drawingml/2006/main">
            <a:off x="3465862" y="4330541"/>
            <a:ext cx="9525" cy="31909"/>
          </a:xfrm>
          <a:custGeom xmlns:a="http://schemas.openxmlformats.org/drawingml/2006/main">
            <a:pathLst>
              <a:path w="9525" h="31909">
                <a:moveTo>
                  <a:pt x="0" y="0"/>
                </a:moveTo>
                <a:lnTo>
                  <a:pt x="0" y="31909"/>
                </a:lnTo>
              </a:path>
            </a:pathLst>
          </a:custGeom>
          <a:noFill xmlns:a="http://schemas.openxmlformats.org/drawingml/2006/main"/>
          <a:ln xmlns:a="http://schemas.openxmlformats.org/drawingml/2006/main" w="5424">
            <a:solidFill>
              <a:srgbClr val="231F20"/>
            </a:solidFill>
          </a:ln>
        </p:spPr>
      </p:sp>
      <p:sp>
        <p:nvSpPr>
          <p:cNvPr id="666" name="wire-1249">
            <a:extLst xmlns:a="http://schemas.openxmlformats.org/drawingml/2006/main">
              <a:ext uri="{FF2B5EF4-FFF2-40B4-BE49-F238E27FC236}">
                <a16:creationId xmlns:a16="http://schemas.microsoft.com/office/drawing/2014/main" id="{0130CB1B-41D6-4316-ADF2-6E0F4B2C8D89}"/>
              </a:ext>
            </a:extLst>
          </p:cNvPr>
          <p:cNvSpPr>
            <a:spLocks xmlns:a="http://schemas.openxmlformats.org/drawingml/2006/main" noGrp="1"/>
          </p:cNvSpPr>
          <p:nvPr/>
        </p:nvSpPr>
        <p:spPr>
          <a:xfrm xmlns:a="http://schemas.openxmlformats.org/drawingml/2006/main">
            <a:off x="3465862" y="4362450"/>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667" name="wire-1250">
            <a:extLst xmlns:a="http://schemas.openxmlformats.org/drawingml/2006/main">
              <a:ext uri="{FF2B5EF4-FFF2-40B4-BE49-F238E27FC236}">
                <a16:creationId xmlns:a16="http://schemas.microsoft.com/office/drawing/2014/main" id="{D27F5F2E-B018-4F73-9932-A98A082EEA8B}"/>
              </a:ext>
            </a:extLst>
          </p:cNvPr>
          <p:cNvSpPr>
            <a:spLocks xmlns:a="http://schemas.openxmlformats.org/drawingml/2006/main" noGrp="1"/>
          </p:cNvSpPr>
          <p:nvPr/>
        </p:nvSpPr>
        <p:spPr>
          <a:xfrm xmlns:a="http://schemas.openxmlformats.org/drawingml/2006/main">
            <a:off x="3516916" y="4362450"/>
            <a:ext cx="9525" cy="82963"/>
          </a:xfrm>
          <a:custGeom xmlns:a="http://schemas.openxmlformats.org/drawingml/2006/main">
            <a:pathLst>
              <a:path w="9525" h="82963">
                <a:moveTo>
                  <a:pt x="0" y="0"/>
                </a:moveTo>
                <a:lnTo>
                  <a:pt x="0" y="82963"/>
                </a:lnTo>
              </a:path>
            </a:pathLst>
          </a:custGeom>
          <a:noFill xmlns:a="http://schemas.openxmlformats.org/drawingml/2006/main"/>
          <a:ln xmlns:a="http://schemas.openxmlformats.org/drawingml/2006/main" w="5424">
            <a:solidFill>
              <a:srgbClr val="231F20"/>
            </a:solidFill>
          </a:ln>
        </p:spPr>
      </p:sp>
      <p:sp>
        <p:nvSpPr>
          <p:cNvPr id="668" name="wire-1251">
            <a:extLst xmlns:a="http://schemas.openxmlformats.org/drawingml/2006/main">
              <a:ext uri="{FF2B5EF4-FFF2-40B4-BE49-F238E27FC236}">
                <a16:creationId xmlns:a16="http://schemas.microsoft.com/office/drawing/2014/main" id="{F1B0D08F-5EAE-404E-A72B-77088A873A7A}"/>
              </a:ext>
            </a:extLst>
          </p:cNvPr>
          <p:cNvSpPr>
            <a:spLocks xmlns:a="http://schemas.openxmlformats.org/drawingml/2006/main" noGrp="1"/>
          </p:cNvSpPr>
          <p:nvPr/>
        </p:nvSpPr>
        <p:spPr>
          <a:xfrm xmlns:a="http://schemas.openxmlformats.org/drawingml/2006/main">
            <a:off x="3516916" y="4445413"/>
            <a:ext cx="12763" cy="9525"/>
          </a:xfrm>
          <a:custGeom xmlns:a="http://schemas.openxmlformats.org/drawingml/2006/main">
            <a:pathLst>
              <a:path w="12763" h="9525">
                <a:moveTo>
                  <a:pt x="0" y="0"/>
                </a:moveTo>
                <a:lnTo>
                  <a:pt x="12763" y="0"/>
                </a:lnTo>
              </a:path>
            </a:pathLst>
          </a:custGeom>
          <a:noFill xmlns:a="http://schemas.openxmlformats.org/drawingml/2006/main"/>
          <a:ln xmlns:a="http://schemas.openxmlformats.org/drawingml/2006/main" w="5424">
            <a:solidFill>
              <a:srgbClr val="231F20"/>
            </a:solidFill>
          </a:ln>
        </p:spPr>
      </p:sp>
      <p:sp>
        <p:nvSpPr>
          <p:cNvPr id="669" name="circuit-1252">
            <a:extLst xmlns:a="http://schemas.openxmlformats.org/drawingml/2006/main">
              <a:ext uri="{FF2B5EF4-FFF2-40B4-BE49-F238E27FC236}">
                <a16:creationId xmlns:a16="http://schemas.microsoft.com/office/drawing/2014/main" id="{BA79D19F-E222-4E69-9316-EA58722A5323}"/>
              </a:ext>
            </a:extLst>
          </p:cNvPr>
          <p:cNvSpPr>
            <a:spLocks xmlns:a="http://schemas.openxmlformats.org/drawingml/2006/main" noGrp="1"/>
          </p:cNvSpPr>
          <p:nvPr/>
        </p:nvSpPr>
        <p:spPr>
          <a:xfrm xmlns:a="http://schemas.openxmlformats.org/drawingml/2006/main">
            <a:off x="3513725" y="4439031"/>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670" name="wire-1253">
            <a:extLst xmlns:a="http://schemas.openxmlformats.org/drawingml/2006/main">
              <a:ext uri="{FF2B5EF4-FFF2-40B4-BE49-F238E27FC236}">
                <a16:creationId xmlns:a16="http://schemas.microsoft.com/office/drawing/2014/main" id="{8E0DE00D-9B21-485E-9566-65A0D6C0EF81}"/>
              </a:ext>
            </a:extLst>
          </p:cNvPr>
          <p:cNvSpPr>
            <a:spLocks xmlns:a="http://schemas.openxmlformats.org/drawingml/2006/main" noGrp="1"/>
          </p:cNvSpPr>
          <p:nvPr/>
        </p:nvSpPr>
        <p:spPr>
          <a:xfrm xmlns:a="http://schemas.openxmlformats.org/drawingml/2006/main">
            <a:off x="3504152" y="4343305"/>
            <a:ext cx="9525" cy="140399"/>
          </a:xfrm>
          <a:custGeom xmlns:a="http://schemas.openxmlformats.org/drawingml/2006/main">
            <a:pathLst>
              <a:path w="9525" h="140399">
                <a:moveTo>
                  <a:pt x="0" y="0"/>
                </a:moveTo>
                <a:lnTo>
                  <a:pt x="0" y="140399"/>
                </a:lnTo>
              </a:path>
            </a:pathLst>
          </a:custGeom>
          <a:noFill xmlns:a="http://schemas.openxmlformats.org/drawingml/2006/main"/>
          <a:ln xmlns:a="http://schemas.openxmlformats.org/drawingml/2006/main" w="5424">
            <a:solidFill>
              <a:srgbClr val="231F20"/>
            </a:solidFill>
          </a:ln>
        </p:spPr>
      </p:sp>
      <p:sp>
        <p:nvSpPr>
          <p:cNvPr id="671" name="wire-1254">
            <a:extLst xmlns:a="http://schemas.openxmlformats.org/drawingml/2006/main">
              <a:ext uri="{FF2B5EF4-FFF2-40B4-BE49-F238E27FC236}">
                <a16:creationId xmlns:a16="http://schemas.microsoft.com/office/drawing/2014/main" id="{79024C50-0C9E-4779-8C21-9C2318E58442}"/>
              </a:ext>
            </a:extLst>
          </p:cNvPr>
          <p:cNvSpPr>
            <a:spLocks xmlns:a="http://schemas.openxmlformats.org/drawingml/2006/main" noGrp="1"/>
          </p:cNvSpPr>
          <p:nvPr/>
        </p:nvSpPr>
        <p:spPr>
          <a:xfrm xmlns:a="http://schemas.openxmlformats.org/drawingml/2006/main">
            <a:off x="3504152" y="4483703"/>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672" name="circuit-1255">
            <a:extLst xmlns:a="http://schemas.openxmlformats.org/drawingml/2006/main">
              <a:ext uri="{FF2B5EF4-FFF2-40B4-BE49-F238E27FC236}">
                <a16:creationId xmlns:a16="http://schemas.microsoft.com/office/drawing/2014/main" id="{7F70E9DB-B7A5-4D8B-B561-06EA4B54E62B}"/>
              </a:ext>
            </a:extLst>
          </p:cNvPr>
          <p:cNvSpPr>
            <a:spLocks xmlns:a="http://schemas.openxmlformats.org/drawingml/2006/main" noGrp="1"/>
          </p:cNvSpPr>
          <p:nvPr/>
        </p:nvSpPr>
        <p:spPr>
          <a:xfrm xmlns:a="http://schemas.openxmlformats.org/drawingml/2006/main">
            <a:off x="3513725" y="4477322"/>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73" name="">
            <a:extLst xmlns:a="http://schemas.openxmlformats.org/drawingml/2006/main">
              <a:ext uri="{FF2B5EF4-FFF2-40B4-BE49-F238E27FC236}">
                <a16:creationId xmlns:a16="http://schemas.microsoft.com/office/drawing/2014/main" id="{AD05D200-1EF1-4048-BDF6-1FE9A33E7288}"/>
              </a:ext>
            </a:extLst>
          </p:cNvPr>
          <p:cNvSpPr>
            <a:spLocks xmlns:a="http://schemas.openxmlformats.org/drawingml/2006/main" noGrp="1"/>
          </p:cNvSpPr>
          <p:nvPr/>
        </p:nvSpPr>
        <p:spPr>
          <a:xfrm xmlns:a="http://schemas.openxmlformats.org/drawingml/2006/main">
            <a:off x="3499366" y="4338518"/>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674" name="wire-1256">
            <a:extLst xmlns:a="http://schemas.openxmlformats.org/drawingml/2006/main">
              <a:ext uri="{FF2B5EF4-FFF2-40B4-BE49-F238E27FC236}">
                <a16:creationId xmlns:a16="http://schemas.microsoft.com/office/drawing/2014/main" id="{83AFF4D8-8CDC-4C8C-A9A1-5F5FE95F124E}"/>
              </a:ext>
            </a:extLst>
          </p:cNvPr>
          <p:cNvSpPr>
            <a:spLocks xmlns:a="http://schemas.openxmlformats.org/drawingml/2006/main" noGrp="1"/>
          </p:cNvSpPr>
          <p:nvPr/>
        </p:nvSpPr>
        <p:spPr>
          <a:xfrm xmlns:a="http://schemas.openxmlformats.org/drawingml/2006/main">
            <a:off x="3516916" y="4445413"/>
            <a:ext cx="9525" cy="127635"/>
          </a:xfrm>
          <a:custGeom xmlns:a="http://schemas.openxmlformats.org/drawingml/2006/main">
            <a:pathLst>
              <a:path w="9525" h="127635">
                <a:moveTo>
                  <a:pt x="0" y="0"/>
                </a:moveTo>
                <a:lnTo>
                  <a:pt x="0" y="127635"/>
                </a:lnTo>
              </a:path>
            </a:pathLst>
          </a:custGeom>
          <a:noFill xmlns:a="http://schemas.openxmlformats.org/drawingml/2006/main"/>
          <a:ln xmlns:a="http://schemas.openxmlformats.org/drawingml/2006/main" w="5424">
            <a:solidFill>
              <a:srgbClr val="231F20"/>
            </a:solidFill>
          </a:ln>
        </p:spPr>
      </p:sp>
      <p:sp>
        <p:nvSpPr>
          <p:cNvPr id="675" name="wire-1257">
            <a:extLst xmlns:a="http://schemas.openxmlformats.org/drawingml/2006/main">
              <a:ext uri="{FF2B5EF4-FFF2-40B4-BE49-F238E27FC236}">
                <a16:creationId xmlns:a16="http://schemas.microsoft.com/office/drawing/2014/main" id="{899D28F7-1B8E-4472-8DE6-640BAAEF9C13}"/>
              </a:ext>
            </a:extLst>
          </p:cNvPr>
          <p:cNvSpPr>
            <a:spLocks xmlns:a="http://schemas.openxmlformats.org/drawingml/2006/main" noGrp="1"/>
          </p:cNvSpPr>
          <p:nvPr/>
        </p:nvSpPr>
        <p:spPr>
          <a:xfrm xmlns:a="http://schemas.openxmlformats.org/drawingml/2006/main">
            <a:off x="3516916" y="4573048"/>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676" name="circuit-1258">
            <a:extLst xmlns:a="http://schemas.openxmlformats.org/drawingml/2006/main">
              <a:ext uri="{FF2B5EF4-FFF2-40B4-BE49-F238E27FC236}">
                <a16:creationId xmlns:a16="http://schemas.microsoft.com/office/drawing/2014/main" id="{DDA848D9-C0E1-4C1A-A72C-1711BC25D14F}"/>
              </a:ext>
            </a:extLst>
          </p:cNvPr>
          <p:cNvSpPr>
            <a:spLocks xmlns:a="http://schemas.openxmlformats.org/drawingml/2006/main" noGrp="1"/>
          </p:cNvSpPr>
          <p:nvPr/>
        </p:nvSpPr>
        <p:spPr>
          <a:xfrm xmlns:a="http://schemas.openxmlformats.org/drawingml/2006/main">
            <a:off x="3526488" y="4566666"/>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77" name="">
            <a:extLst xmlns:a="http://schemas.openxmlformats.org/drawingml/2006/main">
              <a:ext uri="{FF2B5EF4-FFF2-40B4-BE49-F238E27FC236}">
                <a16:creationId xmlns:a16="http://schemas.microsoft.com/office/drawing/2014/main" id="{B66A1248-E803-4C54-ACDC-96E37BC65E07}"/>
              </a:ext>
            </a:extLst>
          </p:cNvPr>
          <p:cNvSpPr>
            <a:spLocks xmlns:a="http://schemas.openxmlformats.org/drawingml/2006/main" noGrp="1"/>
          </p:cNvSpPr>
          <p:nvPr/>
        </p:nvSpPr>
        <p:spPr>
          <a:xfrm xmlns:a="http://schemas.openxmlformats.org/drawingml/2006/main">
            <a:off x="3512129" y="4440626"/>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678" name="wire-1259">
            <a:extLst xmlns:a="http://schemas.openxmlformats.org/drawingml/2006/main">
              <a:ext uri="{FF2B5EF4-FFF2-40B4-BE49-F238E27FC236}">
                <a16:creationId xmlns:a16="http://schemas.microsoft.com/office/drawing/2014/main" id="{E3BC1088-57A8-47BA-A25A-8036274D514A}"/>
              </a:ext>
            </a:extLst>
          </p:cNvPr>
          <p:cNvSpPr>
            <a:spLocks xmlns:a="http://schemas.openxmlformats.org/drawingml/2006/main" noGrp="1"/>
          </p:cNvSpPr>
          <p:nvPr/>
        </p:nvSpPr>
        <p:spPr>
          <a:xfrm xmlns:a="http://schemas.openxmlformats.org/drawingml/2006/main">
            <a:off x="3504152" y="4483703"/>
            <a:ext cx="9525" cy="114872"/>
          </a:xfrm>
          <a:custGeom xmlns:a="http://schemas.openxmlformats.org/drawingml/2006/main">
            <a:pathLst>
              <a:path w="9525" h="114872">
                <a:moveTo>
                  <a:pt x="0" y="0"/>
                </a:moveTo>
                <a:lnTo>
                  <a:pt x="0" y="114872"/>
                </a:lnTo>
              </a:path>
            </a:pathLst>
          </a:custGeom>
          <a:noFill xmlns:a="http://schemas.openxmlformats.org/drawingml/2006/main"/>
          <a:ln xmlns:a="http://schemas.openxmlformats.org/drawingml/2006/main" w="5424">
            <a:solidFill>
              <a:srgbClr val="231F20"/>
            </a:solidFill>
          </a:ln>
        </p:spPr>
      </p:sp>
      <p:sp>
        <p:nvSpPr>
          <p:cNvPr id="679" name="wire-1260">
            <a:extLst xmlns:a="http://schemas.openxmlformats.org/drawingml/2006/main">
              <a:ext uri="{FF2B5EF4-FFF2-40B4-BE49-F238E27FC236}">
                <a16:creationId xmlns:a16="http://schemas.microsoft.com/office/drawing/2014/main" id="{17CBC041-7204-4B09-8622-DAD998E7BFB6}"/>
              </a:ext>
            </a:extLst>
          </p:cNvPr>
          <p:cNvSpPr>
            <a:spLocks xmlns:a="http://schemas.openxmlformats.org/drawingml/2006/main" noGrp="1"/>
          </p:cNvSpPr>
          <p:nvPr/>
        </p:nvSpPr>
        <p:spPr>
          <a:xfrm xmlns:a="http://schemas.openxmlformats.org/drawingml/2006/main">
            <a:off x="3504152" y="4598575"/>
            <a:ext cx="38290" cy="9525"/>
          </a:xfrm>
          <a:custGeom xmlns:a="http://schemas.openxmlformats.org/drawingml/2006/main">
            <a:pathLst>
              <a:path w="38290" h="9525">
                <a:moveTo>
                  <a:pt x="0" y="0"/>
                </a:moveTo>
                <a:lnTo>
                  <a:pt x="38290" y="0"/>
                </a:lnTo>
              </a:path>
            </a:pathLst>
          </a:custGeom>
          <a:noFill xmlns:a="http://schemas.openxmlformats.org/drawingml/2006/main"/>
          <a:ln xmlns:a="http://schemas.openxmlformats.org/drawingml/2006/main" w="5424">
            <a:solidFill>
              <a:srgbClr val="231F20"/>
            </a:solidFill>
          </a:ln>
        </p:spPr>
      </p:sp>
      <p:sp>
        <p:nvSpPr>
          <p:cNvPr id="680" name="circuit-1261">
            <a:extLst xmlns:a="http://schemas.openxmlformats.org/drawingml/2006/main">
              <a:ext uri="{FF2B5EF4-FFF2-40B4-BE49-F238E27FC236}">
                <a16:creationId xmlns:a16="http://schemas.microsoft.com/office/drawing/2014/main" id="{0CB04C0F-FBB4-43C7-BB52-8ACA011B206C}"/>
              </a:ext>
            </a:extLst>
          </p:cNvPr>
          <p:cNvSpPr>
            <a:spLocks xmlns:a="http://schemas.openxmlformats.org/drawingml/2006/main" noGrp="1"/>
          </p:cNvSpPr>
          <p:nvPr/>
        </p:nvSpPr>
        <p:spPr>
          <a:xfrm xmlns:a="http://schemas.openxmlformats.org/drawingml/2006/main">
            <a:off x="3526488" y="4592193"/>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81" name="">
            <a:extLst xmlns:a="http://schemas.openxmlformats.org/drawingml/2006/main">
              <a:ext uri="{FF2B5EF4-FFF2-40B4-BE49-F238E27FC236}">
                <a16:creationId xmlns:a16="http://schemas.microsoft.com/office/drawing/2014/main" id="{506F24DD-3EAD-4158-8AFA-135A304EE6E4}"/>
              </a:ext>
            </a:extLst>
          </p:cNvPr>
          <p:cNvSpPr>
            <a:spLocks xmlns:a="http://schemas.openxmlformats.org/drawingml/2006/main" noGrp="1"/>
          </p:cNvSpPr>
          <p:nvPr/>
        </p:nvSpPr>
        <p:spPr>
          <a:xfrm xmlns:a="http://schemas.openxmlformats.org/drawingml/2006/main">
            <a:off x="3499366" y="4478917"/>
            <a:ext cx="9573" cy="9573"/>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682" name="wire-1262">
            <a:extLst xmlns:a="http://schemas.openxmlformats.org/drawingml/2006/main">
              <a:ext uri="{FF2B5EF4-FFF2-40B4-BE49-F238E27FC236}">
                <a16:creationId xmlns:a16="http://schemas.microsoft.com/office/drawing/2014/main" id="{E1C03539-0898-4A04-BA3A-F46F1E50B1C7}"/>
              </a:ext>
            </a:extLst>
          </p:cNvPr>
          <p:cNvSpPr>
            <a:spLocks xmlns:a="http://schemas.openxmlformats.org/drawingml/2006/main" noGrp="1"/>
          </p:cNvSpPr>
          <p:nvPr/>
        </p:nvSpPr>
        <p:spPr>
          <a:xfrm xmlns:a="http://schemas.openxmlformats.org/drawingml/2006/main">
            <a:off x="3663696" y="4464558"/>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683" name="circuit-1263">
            <a:extLst xmlns:a="http://schemas.openxmlformats.org/drawingml/2006/main">
              <a:ext uri="{FF2B5EF4-FFF2-40B4-BE49-F238E27FC236}">
                <a16:creationId xmlns:a16="http://schemas.microsoft.com/office/drawing/2014/main" id="{95DC27BB-F580-422B-8B4B-6F12AFB825F5}"/>
              </a:ext>
            </a:extLst>
          </p:cNvPr>
          <p:cNvSpPr>
            <a:spLocks xmlns:a="http://schemas.openxmlformats.org/drawingml/2006/main" noGrp="1"/>
          </p:cNvSpPr>
          <p:nvPr/>
        </p:nvSpPr>
        <p:spPr>
          <a:xfrm xmlns:a="http://schemas.openxmlformats.org/drawingml/2006/main">
            <a:off x="3698796" y="4458176"/>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684" name="wire-1264">
            <a:extLst xmlns:a="http://schemas.openxmlformats.org/drawingml/2006/main">
              <a:ext uri="{FF2B5EF4-FFF2-40B4-BE49-F238E27FC236}">
                <a16:creationId xmlns:a16="http://schemas.microsoft.com/office/drawing/2014/main" id="{FFA687D0-66CD-448B-8312-49322B5683B9}"/>
              </a:ext>
            </a:extLst>
          </p:cNvPr>
          <p:cNvSpPr>
            <a:spLocks xmlns:a="http://schemas.openxmlformats.org/drawingml/2006/main" noGrp="1"/>
          </p:cNvSpPr>
          <p:nvPr/>
        </p:nvSpPr>
        <p:spPr>
          <a:xfrm xmlns:a="http://schemas.openxmlformats.org/drawingml/2006/main">
            <a:off x="3638169" y="4585811"/>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685" name="wire-1265">
            <a:extLst xmlns:a="http://schemas.openxmlformats.org/drawingml/2006/main">
              <a:ext uri="{FF2B5EF4-FFF2-40B4-BE49-F238E27FC236}">
                <a16:creationId xmlns:a16="http://schemas.microsoft.com/office/drawing/2014/main" id="{718E12B8-F0C3-4529-8832-707231F2FF77}"/>
              </a:ext>
            </a:extLst>
          </p:cNvPr>
          <p:cNvSpPr>
            <a:spLocks xmlns:a="http://schemas.openxmlformats.org/drawingml/2006/main" noGrp="1"/>
          </p:cNvSpPr>
          <p:nvPr/>
        </p:nvSpPr>
        <p:spPr>
          <a:xfrm xmlns:a="http://schemas.openxmlformats.org/drawingml/2006/main">
            <a:off x="3689223" y="4560284"/>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686" name="wire-1266">
            <a:extLst xmlns:a="http://schemas.openxmlformats.org/drawingml/2006/main">
              <a:ext uri="{FF2B5EF4-FFF2-40B4-BE49-F238E27FC236}">
                <a16:creationId xmlns:a16="http://schemas.microsoft.com/office/drawing/2014/main" id="{84FD6D9C-9259-4939-BCFF-265770814697}"/>
              </a:ext>
            </a:extLst>
          </p:cNvPr>
          <p:cNvSpPr>
            <a:spLocks xmlns:a="http://schemas.openxmlformats.org/drawingml/2006/main" noGrp="1"/>
          </p:cNvSpPr>
          <p:nvPr/>
        </p:nvSpPr>
        <p:spPr>
          <a:xfrm xmlns:a="http://schemas.openxmlformats.org/drawingml/2006/main">
            <a:off x="3689223" y="4560284"/>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687" name="circuit-1267">
            <a:extLst xmlns:a="http://schemas.openxmlformats.org/drawingml/2006/main">
              <a:ext uri="{FF2B5EF4-FFF2-40B4-BE49-F238E27FC236}">
                <a16:creationId xmlns:a16="http://schemas.microsoft.com/office/drawing/2014/main" id="{C4F566F1-799C-4A14-B51C-F3AC3E2811C2}"/>
              </a:ext>
            </a:extLst>
          </p:cNvPr>
          <p:cNvSpPr>
            <a:spLocks xmlns:a="http://schemas.openxmlformats.org/drawingml/2006/main" noGrp="1"/>
          </p:cNvSpPr>
          <p:nvPr/>
        </p:nvSpPr>
        <p:spPr>
          <a:xfrm xmlns:a="http://schemas.openxmlformats.org/drawingml/2006/main">
            <a:off x="3698796" y="4553903"/>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688" name="wire-1268">
            <a:extLst xmlns:a="http://schemas.openxmlformats.org/drawingml/2006/main">
              <a:ext uri="{FF2B5EF4-FFF2-40B4-BE49-F238E27FC236}">
                <a16:creationId xmlns:a16="http://schemas.microsoft.com/office/drawing/2014/main" id="{BAFBCE5A-F97A-495B-8795-004C073CFBAC}"/>
              </a:ext>
            </a:extLst>
          </p:cNvPr>
          <p:cNvSpPr>
            <a:spLocks xmlns:a="http://schemas.openxmlformats.org/drawingml/2006/main" noGrp="1"/>
          </p:cNvSpPr>
          <p:nvPr/>
        </p:nvSpPr>
        <p:spPr>
          <a:xfrm xmlns:a="http://schemas.openxmlformats.org/drawingml/2006/main">
            <a:off x="3759422" y="4496467"/>
            <a:ext cx="12764" cy="9525"/>
          </a:xfrm>
          <a:custGeom xmlns:a="http://schemas.openxmlformats.org/drawingml/2006/main">
            <a:pathLst>
              <a:path w="12764" h="9525">
                <a:moveTo>
                  <a:pt x="0" y="0"/>
                </a:moveTo>
                <a:lnTo>
                  <a:pt x="12764" y="0"/>
                </a:lnTo>
              </a:path>
            </a:pathLst>
          </a:custGeom>
          <a:noFill xmlns:a="http://schemas.openxmlformats.org/drawingml/2006/main"/>
          <a:ln xmlns:a="http://schemas.openxmlformats.org/drawingml/2006/main" w="5424">
            <a:solidFill>
              <a:srgbClr val="231F20"/>
            </a:solidFill>
          </a:ln>
        </p:spPr>
      </p:sp>
      <p:sp>
        <p:nvSpPr>
          <p:cNvPr id="689" name="wire-1269">
            <a:extLst xmlns:a="http://schemas.openxmlformats.org/drawingml/2006/main">
              <a:ext uri="{FF2B5EF4-FFF2-40B4-BE49-F238E27FC236}">
                <a16:creationId xmlns:a16="http://schemas.microsoft.com/office/drawing/2014/main" id="{B3AFDC87-8940-4B4C-AF03-B9428096D5B0}"/>
              </a:ext>
            </a:extLst>
          </p:cNvPr>
          <p:cNvSpPr>
            <a:spLocks xmlns:a="http://schemas.openxmlformats.org/drawingml/2006/main" noGrp="1"/>
          </p:cNvSpPr>
          <p:nvPr/>
        </p:nvSpPr>
        <p:spPr>
          <a:xfrm xmlns:a="http://schemas.openxmlformats.org/drawingml/2006/main">
            <a:off x="3772186" y="4496467"/>
            <a:ext cx="9525" cy="63818"/>
          </a:xfrm>
          <a:custGeom xmlns:a="http://schemas.openxmlformats.org/drawingml/2006/main">
            <a:pathLst>
              <a:path w="9525" h="63818">
                <a:moveTo>
                  <a:pt x="0" y="0"/>
                </a:moveTo>
                <a:lnTo>
                  <a:pt x="0" y="63818"/>
                </a:lnTo>
              </a:path>
            </a:pathLst>
          </a:custGeom>
          <a:noFill xmlns:a="http://schemas.openxmlformats.org/drawingml/2006/main"/>
          <a:ln xmlns:a="http://schemas.openxmlformats.org/drawingml/2006/main" w="5424">
            <a:solidFill>
              <a:srgbClr val="231F20"/>
            </a:solidFill>
          </a:ln>
        </p:spPr>
      </p:sp>
      <p:sp>
        <p:nvSpPr>
          <p:cNvPr id="690" name="wire-1270">
            <a:extLst xmlns:a="http://schemas.openxmlformats.org/drawingml/2006/main">
              <a:ext uri="{FF2B5EF4-FFF2-40B4-BE49-F238E27FC236}">
                <a16:creationId xmlns:a16="http://schemas.microsoft.com/office/drawing/2014/main" id="{4074181D-C258-44A3-BB83-C11E4E61CCF5}"/>
              </a:ext>
            </a:extLst>
          </p:cNvPr>
          <p:cNvSpPr>
            <a:spLocks xmlns:a="http://schemas.openxmlformats.org/drawingml/2006/main" noGrp="1"/>
          </p:cNvSpPr>
          <p:nvPr/>
        </p:nvSpPr>
        <p:spPr>
          <a:xfrm xmlns:a="http://schemas.openxmlformats.org/drawingml/2006/main">
            <a:off x="3772186" y="4560284"/>
            <a:ext cx="12763" cy="9525"/>
          </a:xfrm>
          <a:custGeom xmlns:a="http://schemas.openxmlformats.org/drawingml/2006/main">
            <a:pathLst>
              <a:path w="12763" h="9525">
                <a:moveTo>
                  <a:pt x="0" y="0"/>
                </a:moveTo>
                <a:lnTo>
                  <a:pt x="12763" y="0"/>
                </a:lnTo>
              </a:path>
            </a:pathLst>
          </a:custGeom>
          <a:noFill xmlns:a="http://schemas.openxmlformats.org/drawingml/2006/main"/>
          <a:ln xmlns:a="http://schemas.openxmlformats.org/drawingml/2006/main" w="5424">
            <a:solidFill>
              <a:srgbClr val="231F20"/>
            </a:solidFill>
          </a:ln>
        </p:spPr>
      </p:sp>
      <p:sp>
        <p:nvSpPr>
          <p:cNvPr id="691" name="text-1271">
            <a:extLst xmlns:a="http://schemas.openxmlformats.org/drawingml/2006/main">
              <a:ext uri="{FF2B5EF4-FFF2-40B4-BE49-F238E27FC236}">
                <a16:creationId xmlns:a16="http://schemas.microsoft.com/office/drawing/2014/main" id="{BA6CDCB0-1FA3-4206-9C1F-74E2A9879F6B}"/>
              </a:ext>
            </a:extLst>
          </p:cNvPr>
          <p:cNvSpPr>
            <a:spLocks xmlns:a="http://schemas.openxmlformats.org/drawingml/2006/main" noGrp="1"/>
          </p:cNvSpPr>
          <p:nvPr/>
        </p:nvSpPr>
        <p:spPr>
          <a:xfrm xmlns:a="http://schemas.openxmlformats.org/drawingml/2006/main">
            <a:off x="3663696" y="4502849"/>
            <a:ext cx="44672"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a:t>
            </a:r>
          </a:p>
        </p:txBody>
      </p:sp>
      <p:sp>
        <p:nvSpPr>
          <p:cNvPr id="692" name="block-1272">
            <a:extLst xmlns:a="http://schemas.openxmlformats.org/drawingml/2006/main">
              <a:ext uri="{FF2B5EF4-FFF2-40B4-BE49-F238E27FC236}">
                <a16:creationId xmlns:a16="http://schemas.microsoft.com/office/drawing/2014/main" id="{A0BC1E1F-A558-49AD-AC12-DA30DED48D23}"/>
              </a:ext>
            </a:extLst>
          </p:cNvPr>
          <p:cNvSpPr>
            <a:spLocks xmlns:a="http://schemas.openxmlformats.org/drawingml/2006/main" noGrp="1"/>
          </p:cNvSpPr>
          <p:nvPr/>
        </p:nvSpPr>
        <p:spPr>
          <a:xfrm xmlns:a="http://schemas.openxmlformats.org/drawingml/2006/main">
            <a:off x="5349754" y="3400082"/>
            <a:ext cx="648386" cy="16975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693" name="text-1273">
            <a:extLst xmlns:a="http://schemas.openxmlformats.org/drawingml/2006/main">
              <a:ext uri="{FF2B5EF4-FFF2-40B4-BE49-F238E27FC236}">
                <a16:creationId xmlns:a16="http://schemas.microsoft.com/office/drawing/2014/main" id="{C0897087-D920-49AF-9FAB-CEFBA4C99219}"/>
              </a:ext>
            </a:extLst>
          </p:cNvPr>
          <p:cNvSpPr>
            <a:spLocks xmlns:a="http://schemas.openxmlformats.org/drawingml/2006/main" noGrp="1"/>
          </p:cNvSpPr>
          <p:nvPr/>
        </p:nvSpPr>
        <p:spPr>
          <a:xfrm xmlns:a="http://schemas.openxmlformats.org/drawingml/2006/main">
            <a:off x="5354860" y="3396253"/>
            <a:ext cx="638175"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Yu Gothic"/>
                <a:ea typeface="Yu Gothic"/>
                <a:cs typeface="Yu Gothic"/>
              </a:defRPr>
            </a:defPPr>
            <a:lvl1pPr algn="ctr">
              <a:defRPr sz="452" b="1">
                <a:solidFill>
                  <a:srgbClr val="231F20"/>
                </a:solidFill>
                <a:latin typeface="Yu Gothic"/>
                <a:ea typeface="Yu Gothic"/>
                <a:cs typeface="Yu Gothic"/>
              </a:defRPr>
            </a:lvl1pPr>
            <a:lvl2pPr algn="ctr">
              <a:defRPr sz="452" b="1">
                <a:solidFill>
                  <a:srgbClr val="231F20"/>
                </a:solidFill>
                <a:latin typeface="Yu Gothic"/>
                <a:ea typeface="Yu Gothic"/>
                <a:cs typeface="Yu Gothic"/>
              </a:defRPr>
            </a:lvl2pPr>
            <a:lvl3pPr algn="ctr">
              <a:defRPr sz="452" b="1">
                <a:solidFill>
                  <a:srgbClr val="231F20"/>
                </a:solidFill>
                <a:latin typeface="Yu Gothic"/>
                <a:ea typeface="Yu Gothic"/>
                <a:cs typeface="Yu Gothic"/>
              </a:defRPr>
            </a:lvl3pPr>
            <a:lvl4pPr algn="ctr">
              <a:defRPr sz="452" b="1">
                <a:solidFill>
                  <a:srgbClr val="231F20"/>
                </a:solidFill>
                <a:latin typeface="Yu Gothic"/>
                <a:ea typeface="Yu Gothic"/>
                <a:cs typeface="Yu Gothic"/>
              </a:defRPr>
            </a:lvl4pPr>
            <a:lvl5pPr algn="ctr">
              <a:defRPr sz="452" b="1">
                <a:solidFill>
                  <a:srgbClr val="231F20"/>
                </a:solidFill>
                <a:latin typeface="Yu Gothic"/>
                <a:ea typeface="Yu Gothic"/>
                <a:cs typeface="Yu Gothic"/>
              </a:defRPr>
            </a:lvl5pPr>
            <a:lvl6pPr algn="ctr">
              <a:defRPr sz="452" b="1">
                <a:solidFill>
                  <a:srgbClr val="231F20"/>
                </a:solidFill>
                <a:latin typeface="Yu Gothic"/>
                <a:ea typeface="Yu Gothic"/>
                <a:cs typeface="Yu Gothic"/>
              </a:defRPr>
            </a:lvl6pPr>
            <a:lvl7pPr algn="ctr">
              <a:defRPr sz="452" b="1">
                <a:solidFill>
                  <a:srgbClr val="231F20"/>
                </a:solidFill>
                <a:latin typeface="Yu Gothic"/>
                <a:ea typeface="Yu Gothic"/>
                <a:cs typeface="Yu Gothic"/>
              </a:defRPr>
            </a:lvl7pPr>
            <a:lvl8pPr algn="ctr">
              <a:defRPr sz="452" b="1">
                <a:solidFill>
                  <a:srgbClr val="231F20"/>
                </a:solidFill>
                <a:latin typeface="Yu Gothic"/>
                <a:ea typeface="Yu Gothic"/>
                <a:cs typeface="Yu Gothic"/>
              </a:defRPr>
            </a:lvl8pPr>
            <a:lvl9pPr algn="ctr">
              <a:defRPr sz="452" b="1">
                <a:solidFill>
                  <a:srgbClr val="231F20"/>
                </a:solidFill>
                <a:latin typeface="Yu Gothic"/>
                <a:ea typeface="Yu Gothic"/>
                <a:cs typeface="Yu Gothic"/>
              </a:defRPr>
            </a:lvl9pPr>
          </a:lstStyle>
          <a:p xmlns:a="http://schemas.openxmlformats.org/drawingml/2006/main">
            <a:r>
              <a:t/>
            </a:r>
          </a:p>
        </p:txBody>
      </p:sp>
      <p:sp>
        <p:nvSpPr>
          <p:cNvPr id="694" name="text-1274">
            <a:extLst xmlns:a="http://schemas.openxmlformats.org/drawingml/2006/main">
              <a:ext uri="{FF2B5EF4-FFF2-40B4-BE49-F238E27FC236}">
                <a16:creationId xmlns:a16="http://schemas.microsoft.com/office/drawing/2014/main" id="{A4225270-409F-4E63-A28F-C504F24BE8F2}"/>
              </a:ext>
            </a:extLst>
          </p:cNvPr>
          <p:cNvSpPr>
            <a:spLocks xmlns:a="http://schemas.openxmlformats.org/drawingml/2006/main" noGrp="1"/>
          </p:cNvSpPr>
          <p:nvPr/>
        </p:nvSpPr>
        <p:spPr>
          <a:xfrm xmlns:a="http://schemas.openxmlformats.org/drawingml/2006/main">
            <a:off x="5750528" y="3398806"/>
            <a:ext cx="229743"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77" b="1">
                <a:solidFill>
                  <a:srgbClr val="231F20"/>
                </a:solidFill>
                <a:latin typeface="Arial"/>
                <a:ea typeface="Arial"/>
                <a:cs typeface="Arial"/>
              </a:defRPr>
            </a:defPPr>
            <a:lvl1pPr algn="ctr">
              <a:defRPr sz="477" b="1">
                <a:solidFill>
                  <a:srgbClr val="231F20"/>
                </a:solidFill>
                <a:latin typeface="Arial"/>
                <a:ea typeface="Arial"/>
                <a:cs typeface="Arial"/>
              </a:defRPr>
            </a:lvl1pPr>
            <a:lvl2pPr algn="ctr">
              <a:defRPr sz="477" b="1">
                <a:solidFill>
                  <a:srgbClr val="231F20"/>
                </a:solidFill>
                <a:latin typeface="Arial"/>
                <a:ea typeface="Arial"/>
                <a:cs typeface="Arial"/>
              </a:defRPr>
            </a:lvl2pPr>
            <a:lvl3pPr algn="ctr">
              <a:defRPr sz="477" b="1">
                <a:solidFill>
                  <a:srgbClr val="231F20"/>
                </a:solidFill>
                <a:latin typeface="Arial"/>
                <a:ea typeface="Arial"/>
                <a:cs typeface="Arial"/>
              </a:defRPr>
            </a:lvl3pPr>
            <a:lvl4pPr algn="ctr">
              <a:defRPr sz="477" b="1">
                <a:solidFill>
                  <a:srgbClr val="231F20"/>
                </a:solidFill>
                <a:latin typeface="Arial"/>
                <a:ea typeface="Arial"/>
                <a:cs typeface="Arial"/>
              </a:defRPr>
            </a:lvl4pPr>
            <a:lvl5pPr algn="ctr">
              <a:defRPr sz="477" b="1">
                <a:solidFill>
                  <a:srgbClr val="231F20"/>
                </a:solidFill>
                <a:latin typeface="Arial"/>
                <a:ea typeface="Arial"/>
                <a:cs typeface="Arial"/>
              </a:defRPr>
            </a:lvl5pPr>
            <a:lvl6pPr algn="ctr">
              <a:defRPr sz="477" b="1">
                <a:solidFill>
                  <a:srgbClr val="231F20"/>
                </a:solidFill>
                <a:latin typeface="Arial"/>
                <a:ea typeface="Arial"/>
                <a:cs typeface="Arial"/>
              </a:defRPr>
            </a:lvl6pPr>
            <a:lvl7pPr algn="ctr">
              <a:defRPr sz="477" b="1">
                <a:solidFill>
                  <a:srgbClr val="231F20"/>
                </a:solidFill>
                <a:latin typeface="Arial"/>
                <a:ea typeface="Arial"/>
                <a:cs typeface="Arial"/>
              </a:defRPr>
            </a:lvl7pPr>
            <a:lvl8pPr algn="ctr">
              <a:defRPr sz="477" b="1">
                <a:solidFill>
                  <a:srgbClr val="231F20"/>
                </a:solidFill>
                <a:latin typeface="Arial"/>
                <a:ea typeface="Arial"/>
                <a:cs typeface="Arial"/>
              </a:defRPr>
            </a:lvl8pPr>
            <a:lvl9pPr algn="ctr">
              <a:defRPr sz="477" b="1">
                <a:solidFill>
                  <a:srgbClr val="231F20"/>
                </a:solidFill>
                <a:latin typeface="Arial"/>
                <a:ea typeface="Arial"/>
                <a:cs typeface="Arial"/>
              </a:defRPr>
            </a:lvl9pPr>
          </a:lstStyle>
          <a:p xmlns:a="http://schemas.openxmlformats.org/drawingml/2006/main">
            <a:pPr algn="ctr">
              <a:defRPr sz="477" b="1">
                <a:solidFill>
                  <a:srgbClr val="231F20"/>
                </a:solidFill>
                <a:latin typeface="Arial"/>
                <a:ea typeface="Arial"/>
                <a:cs typeface="Arial"/>
              </a:defRPr>
            </a:pPr>
            <a:r>
              <a:rPr sz="477" b="1">
                <a:solidFill>
                  <a:srgbClr val="231F20"/>
                </a:solidFill>
                <a:latin typeface="Arial"/>
                <a:ea typeface="Arial"/>
                <a:cs typeface="Arial"/>
              </a:rPr>
              <a:t>ebu</a:t>
            </a:r>
          </a:p>
        </p:txBody>
      </p:sp>
      <p:sp>
        <p:nvSpPr>
          <p:cNvPr id="695" name="text-1275">
            <a:extLst xmlns:a="http://schemas.openxmlformats.org/drawingml/2006/main">
              <a:ext uri="{FF2B5EF4-FFF2-40B4-BE49-F238E27FC236}">
                <a16:creationId xmlns:a16="http://schemas.microsoft.com/office/drawing/2014/main" id="{872E0FCF-A922-4451-8029-0C6913D2DEE6}"/>
              </a:ext>
            </a:extLst>
          </p:cNvPr>
          <p:cNvSpPr>
            <a:spLocks xmlns:a="http://schemas.openxmlformats.org/drawingml/2006/main" noGrp="1"/>
          </p:cNvSpPr>
          <p:nvPr/>
        </p:nvSpPr>
        <p:spPr>
          <a:xfrm xmlns:a="http://schemas.openxmlformats.org/drawingml/2006/main">
            <a:off x="5437823" y="3437096"/>
            <a:ext cx="38291"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I</a:t>
            </a:r>
          </a:p>
        </p:txBody>
      </p:sp>
      <p:sp>
        <p:nvSpPr>
          <p:cNvPr id="696" name="text-1276">
            <a:extLst xmlns:a="http://schemas.openxmlformats.org/drawingml/2006/main">
              <a:ext uri="{FF2B5EF4-FFF2-40B4-BE49-F238E27FC236}">
                <a16:creationId xmlns:a16="http://schemas.microsoft.com/office/drawing/2014/main" id="{21BE89EC-4101-4D04-A238-537E84AE1627}"/>
              </a:ext>
            </a:extLst>
          </p:cNvPr>
          <p:cNvSpPr>
            <a:spLocks xmlns:a="http://schemas.openxmlformats.org/drawingml/2006/main" noGrp="1"/>
          </p:cNvSpPr>
          <p:nvPr/>
        </p:nvSpPr>
        <p:spPr>
          <a:xfrm xmlns:a="http://schemas.openxmlformats.org/drawingml/2006/main">
            <a:off x="5437823" y="3520059"/>
            <a:ext cx="38291"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D</a:t>
            </a:r>
          </a:p>
        </p:txBody>
      </p:sp>
      <p:sp>
        <p:nvSpPr>
          <p:cNvPr id="697" name="block-1277">
            <a:extLst xmlns:a="http://schemas.openxmlformats.org/drawingml/2006/main">
              <a:ext uri="{FF2B5EF4-FFF2-40B4-BE49-F238E27FC236}">
                <a16:creationId xmlns:a16="http://schemas.microsoft.com/office/drawing/2014/main" id="{6D77CB09-8150-441C-8F63-8627E9348C25}"/>
              </a:ext>
            </a:extLst>
          </p:cNvPr>
          <p:cNvSpPr>
            <a:spLocks xmlns:a="http://schemas.openxmlformats.org/drawingml/2006/main" noGrp="1"/>
          </p:cNvSpPr>
          <p:nvPr/>
        </p:nvSpPr>
        <p:spPr>
          <a:xfrm xmlns:a="http://schemas.openxmlformats.org/drawingml/2006/main">
            <a:off x="5495258" y="3456242"/>
            <a:ext cx="38291" cy="51054"/>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698" name="circuit-1278">
            <a:extLst xmlns:a="http://schemas.openxmlformats.org/drawingml/2006/main">
              <a:ext uri="{FF2B5EF4-FFF2-40B4-BE49-F238E27FC236}">
                <a16:creationId xmlns:a16="http://schemas.microsoft.com/office/drawing/2014/main" id="{007EF0FD-B4AC-4BCC-BB15-64E1E5405777}"/>
              </a:ext>
            </a:extLst>
          </p:cNvPr>
          <p:cNvSpPr>
            <a:spLocks xmlns:a="http://schemas.openxmlformats.org/drawingml/2006/main" noGrp="1"/>
          </p:cNvSpPr>
          <p:nvPr/>
        </p:nvSpPr>
        <p:spPr>
          <a:xfrm xmlns:a="http://schemas.openxmlformats.org/drawingml/2006/main">
            <a:off x="5501640" y="3456242"/>
            <a:ext cx="25527" cy="17231"/>
          </a:xfrm>
          <a:custGeom xmlns:a="http://schemas.openxmlformats.org/drawingml/2006/main">
            <a:pathLst>
              <a:path w="25527" h="17231">
                <a:moveTo>
                  <a:pt x="0" y="0"/>
                </a:moveTo>
                <a:lnTo>
                  <a:pt x="12764" y="17231"/>
                </a:lnTo>
                <a:lnTo>
                  <a:pt x="25527" y="0"/>
                </a:lnTo>
                <a:close/>
              </a:path>
            </a:pathLst>
          </a:custGeom>
          <a:noFill xmlns:a="http://schemas.openxmlformats.org/drawingml/2006/main"/>
          <a:ln xmlns:a="http://schemas.openxmlformats.org/drawingml/2006/main" w="4148">
            <a:solidFill>
              <a:srgbClr val="231F20"/>
            </a:solidFill>
          </a:ln>
        </p:spPr>
      </p:sp>
      <p:sp>
        <p:nvSpPr>
          <p:cNvPr id="699" name="block-1279">
            <a:extLst xmlns:a="http://schemas.openxmlformats.org/drawingml/2006/main">
              <a:ext uri="{FF2B5EF4-FFF2-40B4-BE49-F238E27FC236}">
                <a16:creationId xmlns:a16="http://schemas.microsoft.com/office/drawing/2014/main" id="{82301162-FEC8-47CA-9E2D-A7D76FD4B90C}"/>
              </a:ext>
            </a:extLst>
          </p:cNvPr>
          <p:cNvSpPr>
            <a:spLocks xmlns:a="http://schemas.openxmlformats.org/drawingml/2006/main" noGrp="1"/>
          </p:cNvSpPr>
          <p:nvPr/>
        </p:nvSpPr>
        <p:spPr>
          <a:xfrm xmlns:a="http://schemas.openxmlformats.org/drawingml/2006/main">
            <a:off x="5495258" y="3520059"/>
            <a:ext cx="38291" cy="44672"/>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00" name="circuit-1280">
            <a:extLst xmlns:a="http://schemas.openxmlformats.org/drawingml/2006/main">
              <a:ext uri="{FF2B5EF4-FFF2-40B4-BE49-F238E27FC236}">
                <a16:creationId xmlns:a16="http://schemas.microsoft.com/office/drawing/2014/main" id="{5B5F172F-15B8-480B-9AF3-2138458CBC3B}"/>
              </a:ext>
            </a:extLst>
          </p:cNvPr>
          <p:cNvSpPr>
            <a:spLocks xmlns:a="http://schemas.openxmlformats.org/drawingml/2006/main" noGrp="1"/>
          </p:cNvSpPr>
          <p:nvPr/>
        </p:nvSpPr>
        <p:spPr>
          <a:xfrm xmlns:a="http://schemas.openxmlformats.org/drawingml/2006/main">
            <a:off x="5501640" y="3520059"/>
            <a:ext cx="25527" cy="17231"/>
          </a:xfrm>
          <a:custGeom xmlns:a="http://schemas.openxmlformats.org/drawingml/2006/main">
            <a:pathLst>
              <a:path w="25527" h="17231">
                <a:moveTo>
                  <a:pt x="0" y="0"/>
                </a:moveTo>
                <a:lnTo>
                  <a:pt x="12764" y="17231"/>
                </a:lnTo>
                <a:lnTo>
                  <a:pt x="25527" y="0"/>
                </a:lnTo>
                <a:close/>
              </a:path>
            </a:pathLst>
          </a:custGeom>
          <a:noFill xmlns:a="http://schemas.openxmlformats.org/drawingml/2006/main"/>
          <a:ln xmlns:a="http://schemas.openxmlformats.org/drawingml/2006/main" w="4148">
            <a:solidFill>
              <a:srgbClr val="231F20"/>
            </a:solidFill>
          </a:ln>
        </p:spPr>
      </p:sp>
      <p:sp>
        <p:nvSpPr>
          <p:cNvPr id="701" name="wire-1281">
            <a:extLst xmlns:a="http://schemas.openxmlformats.org/drawingml/2006/main">
              <a:ext uri="{FF2B5EF4-FFF2-40B4-BE49-F238E27FC236}">
                <a16:creationId xmlns:a16="http://schemas.microsoft.com/office/drawing/2014/main" id="{E0B3A0A4-9678-4273-A306-39B732AF47FF}"/>
              </a:ext>
            </a:extLst>
          </p:cNvPr>
          <p:cNvSpPr>
            <a:spLocks xmlns:a="http://schemas.openxmlformats.org/drawingml/2006/main" noGrp="1"/>
          </p:cNvSpPr>
          <p:nvPr/>
        </p:nvSpPr>
        <p:spPr>
          <a:xfrm xmlns:a="http://schemas.openxmlformats.org/drawingml/2006/main">
            <a:off x="5342096" y="3526441"/>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5424">
            <a:solidFill>
              <a:srgbClr val="231F20"/>
            </a:solidFill>
          </a:ln>
        </p:spPr>
      </p:sp>
      <p:sp>
        <p:nvSpPr>
          <p:cNvPr id="702" name="wire-1282">
            <a:extLst xmlns:a="http://schemas.openxmlformats.org/drawingml/2006/main">
              <a:ext uri="{FF2B5EF4-FFF2-40B4-BE49-F238E27FC236}">
                <a16:creationId xmlns:a16="http://schemas.microsoft.com/office/drawing/2014/main" id="{57083979-39A3-4D33-AD1D-45670814AB8A}"/>
              </a:ext>
            </a:extLst>
          </p:cNvPr>
          <p:cNvSpPr>
            <a:spLocks xmlns:a="http://schemas.openxmlformats.org/drawingml/2006/main" noGrp="1"/>
          </p:cNvSpPr>
          <p:nvPr/>
        </p:nvSpPr>
        <p:spPr>
          <a:xfrm xmlns:a="http://schemas.openxmlformats.org/drawingml/2006/main">
            <a:off x="5418677" y="3481769"/>
            <a:ext cx="9525" cy="44672"/>
          </a:xfrm>
          <a:custGeom xmlns:a="http://schemas.openxmlformats.org/drawingml/2006/main">
            <a:pathLst>
              <a:path w="9525" h="44672">
                <a:moveTo>
                  <a:pt x="0" y="44672"/>
                </a:moveTo>
                <a:lnTo>
                  <a:pt x="0" y="0"/>
                </a:lnTo>
              </a:path>
            </a:pathLst>
          </a:custGeom>
          <a:noFill xmlns:a="http://schemas.openxmlformats.org/drawingml/2006/main"/>
          <a:ln xmlns:a="http://schemas.openxmlformats.org/drawingml/2006/main" w="5424">
            <a:solidFill>
              <a:srgbClr val="231F20"/>
            </a:solidFill>
          </a:ln>
        </p:spPr>
      </p:sp>
      <p:sp>
        <p:nvSpPr>
          <p:cNvPr id="703" name="wire-1283">
            <a:extLst xmlns:a="http://schemas.openxmlformats.org/drawingml/2006/main">
              <a:ext uri="{FF2B5EF4-FFF2-40B4-BE49-F238E27FC236}">
                <a16:creationId xmlns:a16="http://schemas.microsoft.com/office/drawing/2014/main" id="{EB2E376B-B45E-4CFA-9BE6-2CB882A1F863}"/>
              </a:ext>
            </a:extLst>
          </p:cNvPr>
          <p:cNvSpPr>
            <a:spLocks xmlns:a="http://schemas.openxmlformats.org/drawingml/2006/main" noGrp="1"/>
          </p:cNvSpPr>
          <p:nvPr/>
        </p:nvSpPr>
        <p:spPr>
          <a:xfrm xmlns:a="http://schemas.openxmlformats.org/drawingml/2006/main">
            <a:off x="5418677" y="3481769"/>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5424">
            <a:solidFill>
              <a:srgbClr val="231F20"/>
            </a:solidFill>
          </a:ln>
        </p:spPr>
      </p:sp>
      <p:sp>
        <p:nvSpPr>
          <p:cNvPr id="704" name="wire-1284">
            <a:extLst xmlns:a="http://schemas.openxmlformats.org/drawingml/2006/main">
              <a:ext uri="{FF2B5EF4-FFF2-40B4-BE49-F238E27FC236}">
                <a16:creationId xmlns:a16="http://schemas.microsoft.com/office/drawing/2014/main" id="{ACA16C83-6FF2-492D-9F9E-686D670595F2}"/>
              </a:ext>
            </a:extLst>
          </p:cNvPr>
          <p:cNvSpPr>
            <a:spLocks xmlns:a="http://schemas.openxmlformats.org/drawingml/2006/main" noGrp="1"/>
          </p:cNvSpPr>
          <p:nvPr/>
        </p:nvSpPr>
        <p:spPr>
          <a:xfrm xmlns:a="http://schemas.openxmlformats.org/drawingml/2006/main">
            <a:off x="5610130" y="3571113"/>
            <a:ext cx="9525" cy="9525"/>
          </a:xfrm>
          <a:custGeom xmlns:a="http://schemas.openxmlformats.org/drawingml/2006/main">
            <a:pathLst>
              <a:path w="9525" h="9525">
                <a:moveTo>
                  <a:pt x="0" y="6382"/>
                </a:moveTo>
                <a:lnTo>
                  <a:pt x="0" y="0"/>
                </a:lnTo>
              </a:path>
            </a:pathLst>
          </a:custGeom>
          <a:noFill xmlns:a="http://schemas.openxmlformats.org/drawingml/2006/main"/>
          <a:ln xmlns:a="http://schemas.openxmlformats.org/drawingml/2006/main" w="5424">
            <a:solidFill>
              <a:srgbClr val="231F20"/>
            </a:solidFill>
          </a:ln>
        </p:spPr>
      </p:sp>
      <p:sp>
        <p:nvSpPr>
          <p:cNvPr id="705" name="wire-1285">
            <a:extLst xmlns:a="http://schemas.openxmlformats.org/drawingml/2006/main">
              <a:ext uri="{FF2B5EF4-FFF2-40B4-BE49-F238E27FC236}">
                <a16:creationId xmlns:a16="http://schemas.microsoft.com/office/drawing/2014/main" id="{C986E7A2-CC83-49AE-AB9B-CE6AB33A2DCA}"/>
              </a:ext>
            </a:extLst>
          </p:cNvPr>
          <p:cNvSpPr>
            <a:spLocks xmlns:a="http://schemas.openxmlformats.org/drawingml/2006/main" noGrp="1"/>
          </p:cNvSpPr>
          <p:nvPr/>
        </p:nvSpPr>
        <p:spPr>
          <a:xfrm xmlns:a="http://schemas.openxmlformats.org/drawingml/2006/main">
            <a:off x="5476113" y="3571113"/>
            <a:ext cx="134017" cy="9525"/>
          </a:xfrm>
          <a:custGeom xmlns:a="http://schemas.openxmlformats.org/drawingml/2006/main">
            <a:pathLst>
              <a:path w="134017" h="9525">
                <a:moveTo>
                  <a:pt x="134017" y="0"/>
                </a:moveTo>
                <a:lnTo>
                  <a:pt x="0" y="0"/>
                </a:lnTo>
              </a:path>
            </a:pathLst>
          </a:custGeom>
          <a:noFill xmlns:a="http://schemas.openxmlformats.org/drawingml/2006/main"/>
          <a:ln xmlns:a="http://schemas.openxmlformats.org/drawingml/2006/main" w="5424">
            <a:solidFill>
              <a:srgbClr val="231F20"/>
            </a:solidFill>
          </a:ln>
        </p:spPr>
      </p:sp>
      <p:sp>
        <p:nvSpPr>
          <p:cNvPr id="706" name="wire-1286">
            <a:extLst xmlns:a="http://schemas.openxmlformats.org/drawingml/2006/main">
              <a:ext uri="{FF2B5EF4-FFF2-40B4-BE49-F238E27FC236}">
                <a16:creationId xmlns:a16="http://schemas.microsoft.com/office/drawing/2014/main" id="{B51D4A74-03E2-424E-9811-083AC1617A54}"/>
              </a:ext>
            </a:extLst>
          </p:cNvPr>
          <p:cNvSpPr>
            <a:spLocks xmlns:a="http://schemas.openxmlformats.org/drawingml/2006/main" noGrp="1"/>
          </p:cNvSpPr>
          <p:nvPr/>
        </p:nvSpPr>
        <p:spPr>
          <a:xfrm xmlns:a="http://schemas.openxmlformats.org/drawingml/2006/main">
            <a:off x="5476113" y="3545586"/>
            <a:ext cx="9525" cy="25527"/>
          </a:xfrm>
          <a:custGeom xmlns:a="http://schemas.openxmlformats.org/drawingml/2006/main">
            <a:pathLst>
              <a:path w="9525" h="25527">
                <a:moveTo>
                  <a:pt x="0" y="25527"/>
                </a:moveTo>
                <a:lnTo>
                  <a:pt x="0" y="0"/>
                </a:lnTo>
              </a:path>
            </a:pathLst>
          </a:custGeom>
          <a:noFill xmlns:a="http://schemas.openxmlformats.org/drawingml/2006/main"/>
          <a:ln xmlns:a="http://schemas.openxmlformats.org/drawingml/2006/main" w="5424">
            <a:solidFill>
              <a:srgbClr val="231F20"/>
            </a:solidFill>
          </a:ln>
        </p:spPr>
      </p:sp>
      <p:sp>
        <p:nvSpPr>
          <p:cNvPr id="707" name="wire-1287">
            <a:extLst xmlns:a="http://schemas.openxmlformats.org/drawingml/2006/main">
              <a:ext uri="{FF2B5EF4-FFF2-40B4-BE49-F238E27FC236}">
                <a16:creationId xmlns:a16="http://schemas.microsoft.com/office/drawing/2014/main" id="{062E6659-BDF4-42F7-A2B3-AD472EC9AFA4}"/>
              </a:ext>
            </a:extLst>
          </p:cNvPr>
          <p:cNvSpPr>
            <a:spLocks xmlns:a="http://schemas.openxmlformats.org/drawingml/2006/main" noGrp="1"/>
          </p:cNvSpPr>
          <p:nvPr/>
        </p:nvSpPr>
        <p:spPr>
          <a:xfrm xmlns:a="http://schemas.openxmlformats.org/drawingml/2006/main">
            <a:off x="5476113" y="3545586"/>
            <a:ext cx="19145" cy="9525"/>
          </a:xfrm>
          <a:custGeom xmlns:a="http://schemas.openxmlformats.org/drawingml/2006/main">
            <a:pathLst>
              <a:path w="19145" h="9525">
                <a:moveTo>
                  <a:pt x="0" y="0"/>
                </a:moveTo>
                <a:lnTo>
                  <a:pt x="19145" y="0"/>
                </a:lnTo>
              </a:path>
            </a:pathLst>
          </a:custGeom>
          <a:noFill xmlns:a="http://schemas.openxmlformats.org/drawingml/2006/main"/>
          <a:ln xmlns:a="http://schemas.openxmlformats.org/drawingml/2006/main" w="5424">
            <a:solidFill>
              <a:srgbClr val="231F20"/>
            </a:solidFill>
          </a:ln>
        </p:spPr>
      </p:sp>
      <p:sp>
        <p:nvSpPr>
          <p:cNvPr id="708" name="circuit-1288">
            <a:extLst xmlns:a="http://schemas.openxmlformats.org/drawingml/2006/main">
              <a:ext uri="{FF2B5EF4-FFF2-40B4-BE49-F238E27FC236}">
                <a16:creationId xmlns:a16="http://schemas.microsoft.com/office/drawing/2014/main" id="{D319F70A-8678-4237-9A03-ECF9BF6489AB}"/>
              </a:ext>
            </a:extLst>
          </p:cNvPr>
          <p:cNvSpPr>
            <a:spLocks xmlns:a="http://schemas.openxmlformats.org/drawingml/2006/main" noGrp="1"/>
          </p:cNvSpPr>
          <p:nvPr/>
        </p:nvSpPr>
        <p:spPr>
          <a:xfrm xmlns:a="http://schemas.openxmlformats.org/drawingml/2006/main">
            <a:off x="5590985" y="3462623"/>
            <a:ext cx="44672" cy="95726"/>
          </a:xfrm>
          <a:custGeom xmlns:a="http://schemas.openxmlformats.org/drawingml/2006/main">
            <a:pathLst>
              <a:path w="44672" h="95726">
                <a:moveTo>
                  <a:pt x="0" y="0"/>
                </a:moveTo>
                <a:lnTo>
                  <a:pt x="44672" y="19145"/>
                </a:lnTo>
                <a:lnTo>
                  <a:pt x="44672" y="76581"/>
                </a:lnTo>
                <a:lnTo>
                  <a:pt x="0" y="95726"/>
                </a:lnTo>
                <a:close/>
              </a:path>
            </a:pathLst>
          </a:custGeom>
          <a:solidFill xmlns:a="http://schemas.openxmlformats.org/drawingml/2006/main">
            <a:srgbClr val="FFFFFF"/>
          </a:solidFill>
          <a:ln xmlns:a="http://schemas.openxmlformats.org/drawingml/2006/main" w="5105">
            <a:solidFill>
              <a:srgbClr val="231F20"/>
            </a:solidFill>
          </a:ln>
        </p:spPr>
      </p:sp>
      <p:sp>
        <p:nvSpPr>
          <p:cNvPr id="709" name="wire-1289">
            <a:extLst xmlns:a="http://schemas.openxmlformats.org/drawingml/2006/main">
              <a:ext uri="{FF2B5EF4-FFF2-40B4-BE49-F238E27FC236}">
                <a16:creationId xmlns:a16="http://schemas.microsoft.com/office/drawing/2014/main" id="{9B4FB2F0-4128-4845-9485-6E70C09C157C}"/>
              </a:ext>
            </a:extLst>
          </p:cNvPr>
          <p:cNvSpPr>
            <a:spLocks xmlns:a="http://schemas.openxmlformats.org/drawingml/2006/main" noGrp="1"/>
          </p:cNvSpPr>
          <p:nvPr/>
        </p:nvSpPr>
        <p:spPr>
          <a:xfrm xmlns:a="http://schemas.openxmlformats.org/drawingml/2006/main">
            <a:off x="5533549" y="3481769"/>
            <a:ext cx="57436" cy="9525"/>
          </a:xfrm>
          <a:custGeom xmlns:a="http://schemas.openxmlformats.org/drawingml/2006/main">
            <a:pathLst>
              <a:path w="57436" h="9525">
                <a:moveTo>
                  <a:pt x="0" y="0"/>
                </a:moveTo>
                <a:lnTo>
                  <a:pt x="57436" y="6382"/>
                </a:lnTo>
              </a:path>
            </a:pathLst>
          </a:custGeom>
          <a:noFill xmlns:a="http://schemas.openxmlformats.org/drawingml/2006/main"/>
          <a:ln xmlns:a="http://schemas.openxmlformats.org/drawingml/2006/main" w="5424">
            <a:solidFill>
              <a:srgbClr val="231F20"/>
            </a:solidFill>
          </a:ln>
        </p:spPr>
      </p:sp>
      <p:sp>
        <p:nvSpPr>
          <p:cNvPr id="710" name="circuit-1290">
            <a:extLst xmlns:a="http://schemas.openxmlformats.org/drawingml/2006/main">
              <a:ext uri="{FF2B5EF4-FFF2-40B4-BE49-F238E27FC236}">
                <a16:creationId xmlns:a16="http://schemas.microsoft.com/office/drawing/2014/main" id="{0ACA5314-BF68-4A4E-A9C6-652AC98EAA0A}"/>
              </a:ext>
            </a:extLst>
          </p:cNvPr>
          <p:cNvSpPr>
            <a:spLocks xmlns:a="http://schemas.openxmlformats.org/drawingml/2006/main" noGrp="1"/>
          </p:cNvSpPr>
          <p:nvPr/>
        </p:nvSpPr>
        <p:spPr>
          <a:xfrm xmlns:a="http://schemas.openxmlformats.org/drawingml/2006/main">
            <a:off x="5574423" y="3480046"/>
            <a:ext cx="16562" cy="12685"/>
          </a:xfrm>
          <a:custGeom xmlns:a="http://schemas.openxmlformats.org/drawingml/2006/main">
            <a:pathLst>
              <a:path w="16562" h="12685">
                <a:moveTo>
                  <a:pt x="16562" y="8105"/>
                </a:moveTo>
                <a:lnTo>
                  <a:pt x="1409" y="0"/>
                </a:lnTo>
                <a:lnTo>
                  <a:pt x="0" y="12685"/>
                </a:lnTo>
                <a:close/>
              </a:path>
            </a:pathLst>
          </a:custGeom>
          <a:solidFill xmlns:a="http://schemas.openxmlformats.org/drawingml/2006/main">
            <a:srgbClr val="231F20"/>
          </a:solidFill>
          <a:ln xmlns:a="http://schemas.openxmlformats.org/drawingml/2006/main" w="1915">
            <a:solidFill>
              <a:srgbClr val="231F20"/>
            </a:solidFill>
          </a:ln>
        </p:spPr>
      </p:sp>
      <p:sp>
        <p:nvSpPr>
          <p:cNvPr id="711" name="wire-1291">
            <a:extLst xmlns:a="http://schemas.openxmlformats.org/drawingml/2006/main">
              <a:ext uri="{FF2B5EF4-FFF2-40B4-BE49-F238E27FC236}">
                <a16:creationId xmlns:a16="http://schemas.microsoft.com/office/drawing/2014/main" id="{0820CC27-F507-4710-B266-14E35A9EA16B}"/>
              </a:ext>
            </a:extLst>
          </p:cNvPr>
          <p:cNvSpPr>
            <a:spLocks xmlns:a="http://schemas.openxmlformats.org/drawingml/2006/main" noGrp="1"/>
          </p:cNvSpPr>
          <p:nvPr/>
        </p:nvSpPr>
        <p:spPr>
          <a:xfrm xmlns:a="http://schemas.openxmlformats.org/drawingml/2006/main">
            <a:off x="5533549" y="3545586"/>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712" name="wire-1292">
            <a:extLst xmlns:a="http://schemas.openxmlformats.org/drawingml/2006/main">
              <a:ext uri="{FF2B5EF4-FFF2-40B4-BE49-F238E27FC236}">
                <a16:creationId xmlns:a16="http://schemas.microsoft.com/office/drawing/2014/main" id="{9910041A-E076-4A67-AE3B-55637E6BB50B}"/>
              </a:ext>
            </a:extLst>
          </p:cNvPr>
          <p:cNvSpPr>
            <a:spLocks xmlns:a="http://schemas.openxmlformats.org/drawingml/2006/main" noGrp="1"/>
          </p:cNvSpPr>
          <p:nvPr/>
        </p:nvSpPr>
        <p:spPr>
          <a:xfrm xmlns:a="http://schemas.openxmlformats.org/drawingml/2006/main">
            <a:off x="5565458" y="3532823"/>
            <a:ext cx="9525" cy="12764"/>
          </a:xfrm>
          <a:custGeom xmlns:a="http://schemas.openxmlformats.org/drawingml/2006/main">
            <a:pathLst>
              <a:path w="9525" h="12764">
                <a:moveTo>
                  <a:pt x="0" y="12764"/>
                </a:moveTo>
                <a:lnTo>
                  <a:pt x="0" y="0"/>
                </a:lnTo>
              </a:path>
            </a:pathLst>
          </a:custGeom>
          <a:noFill xmlns:a="http://schemas.openxmlformats.org/drawingml/2006/main"/>
          <a:ln xmlns:a="http://schemas.openxmlformats.org/drawingml/2006/main" w="5424">
            <a:solidFill>
              <a:srgbClr val="231F20"/>
            </a:solidFill>
          </a:ln>
        </p:spPr>
      </p:sp>
      <p:sp>
        <p:nvSpPr>
          <p:cNvPr id="713" name="wire-1293">
            <a:extLst xmlns:a="http://schemas.openxmlformats.org/drawingml/2006/main">
              <a:ext uri="{FF2B5EF4-FFF2-40B4-BE49-F238E27FC236}">
                <a16:creationId xmlns:a16="http://schemas.microsoft.com/office/drawing/2014/main" id="{F0325785-940E-438C-AF8A-33B64DB04DC2}"/>
              </a:ext>
            </a:extLst>
          </p:cNvPr>
          <p:cNvSpPr>
            <a:spLocks xmlns:a="http://schemas.openxmlformats.org/drawingml/2006/main" noGrp="1"/>
          </p:cNvSpPr>
          <p:nvPr/>
        </p:nvSpPr>
        <p:spPr>
          <a:xfrm xmlns:a="http://schemas.openxmlformats.org/drawingml/2006/main">
            <a:off x="5565458" y="3532823"/>
            <a:ext cx="25527" cy="9525"/>
          </a:xfrm>
          <a:custGeom xmlns:a="http://schemas.openxmlformats.org/drawingml/2006/main">
            <a:pathLst>
              <a:path w="25527" h="9525">
                <a:moveTo>
                  <a:pt x="0" y="0"/>
                </a:moveTo>
                <a:lnTo>
                  <a:pt x="25527" y="0"/>
                </a:lnTo>
              </a:path>
            </a:pathLst>
          </a:custGeom>
          <a:noFill xmlns:a="http://schemas.openxmlformats.org/drawingml/2006/main"/>
          <a:ln xmlns:a="http://schemas.openxmlformats.org/drawingml/2006/main" w="5424">
            <a:solidFill>
              <a:srgbClr val="231F20"/>
            </a:solidFill>
          </a:ln>
        </p:spPr>
      </p:sp>
      <p:sp>
        <p:nvSpPr>
          <p:cNvPr id="714" name="circuit-1294">
            <a:extLst xmlns:a="http://schemas.openxmlformats.org/drawingml/2006/main">
              <a:ext uri="{FF2B5EF4-FFF2-40B4-BE49-F238E27FC236}">
                <a16:creationId xmlns:a16="http://schemas.microsoft.com/office/drawing/2014/main" id="{39AC1310-BB94-4D04-B17E-4A46782FB7FE}"/>
              </a:ext>
            </a:extLst>
          </p:cNvPr>
          <p:cNvSpPr>
            <a:spLocks xmlns:a="http://schemas.openxmlformats.org/drawingml/2006/main" noGrp="1"/>
          </p:cNvSpPr>
          <p:nvPr/>
        </p:nvSpPr>
        <p:spPr>
          <a:xfrm xmlns:a="http://schemas.openxmlformats.org/drawingml/2006/main">
            <a:off x="5575030" y="3526441"/>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15" name="wire-1295">
            <a:extLst xmlns:a="http://schemas.openxmlformats.org/drawingml/2006/main">
              <a:ext uri="{FF2B5EF4-FFF2-40B4-BE49-F238E27FC236}">
                <a16:creationId xmlns:a16="http://schemas.microsoft.com/office/drawing/2014/main" id="{35AC2ABA-A2E2-4254-A46A-6B764B5D89BF}"/>
              </a:ext>
            </a:extLst>
          </p:cNvPr>
          <p:cNvSpPr>
            <a:spLocks xmlns:a="http://schemas.openxmlformats.org/drawingml/2006/main" noGrp="1"/>
          </p:cNvSpPr>
          <p:nvPr/>
        </p:nvSpPr>
        <p:spPr>
          <a:xfrm xmlns:a="http://schemas.openxmlformats.org/drawingml/2006/main">
            <a:off x="5635657" y="3507296"/>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7339">
            <a:solidFill>
              <a:srgbClr val="1572C3"/>
            </a:solidFill>
          </a:ln>
        </p:spPr>
      </p:sp>
      <p:sp>
        <p:nvSpPr>
          <p:cNvPr id="716" name="wire-1296">
            <a:extLst xmlns:a="http://schemas.openxmlformats.org/drawingml/2006/main">
              <a:ext uri="{FF2B5EF4-FFF2-40B4-BE49-F238E27FC236}">
                <a16:creationId xmlns:a16="http://schemas.microsoft.com/office/drawing/2014/main" id="{B8D75C02-D9D9-43C6-8230-F8FA72830DA3}"/>
              </a:ext>
            </a:extLst>
          </p:cNvPr>
          <p:cNvSpPr>
            <a:spLocks xmlns:a="http://schemas.openxmlformats.org/drawingml/2006/main" noGrp="1"/>
          </p:cNvSpPr>
          <p:nvPr/>
        </p:nvSpPr>
        <p:spPr>
          <a:xfrm xmlns:a="http://schemas.openxmlformats.org/drawingml/2006/main">
            <a:off x="5667566" y="3392424"/>
            <a:ext cx="9525" cy="114872"/>
          </a:xfrm>
          <a:custGeom xmlns:a="http://schemas.openxmlformats.org/drawingml/2006/main">
            <a:pathLst>
              <a:path w="9525" h="114872">
                <a:moveTo>
                  <a:pt x="0" y="114872"/>
                </a:moveTo>
                <a:lnTo>
                  <a:pt x="0" y="0"/>
                </a:lnTo>
              </a:path>
            </a:pathLst>
          </a:custGeom>
          <a:noFill xmlns:a="http://schemas.openxmlformats.org/drawingml/2006/main"/>
          <a:ln xmlns:a="http://schemas.openxmlformats.org/drawingml/2006/main" w="7339">
            <a:solidFill>
              <a:srgbClr val="1572C3"/>
            </a:solidFill>
          </a:ln>
        </p:spPr>
      </p:sp>
      <p:sp>
        <p:nvSpPr>
          <p:cNvPr id="717" name="block-1297">
            <a:extLst xmlns:a="http://schemas.openxmlformats.org/drawingml/2006/main">
              <a:ext uri="{FF2B5EF4-FFF2-40B4-BE49-F238E27FC236}">
                <a16:creationId xmlns:a16="http://schemas.microsoft.com/office/drawing/2014/main" id="{7C203C62-5D29-4AC8-8566-B09572A6F8ED}"/>
              </a:ext>
            </a:extLst>
          </p:cNvPr>
          <p:cNvSpPr>
            <a:spLocks xmlns:a="http://schemas.openxmlformats.org/drawingml/2006/main" noGrp="1"/>
          </p:cNvSpPr>
          <p:nvPr/>
        </p:nvSpPr>
        <p:spPr>
          <a:xfrm xmlns:a="http://schemas.openxmlformats.org/drawingml/2006/main">
            <a:off x="5744147" y="3488150"/>
            <a:ext cx="236125" cy="70199"/>
          </a:xfrm>
          <a:prstGeom xmlns:a="http://schemas.openxmlformats.org/drawingml/2006/main" prst="rect">
            <a:avLst/>
          </a:prstGeom>
          <a:solidFill xmlns:a="http://schemas.openxmlformats.org/drawingml/2006/main">
            <a:srgbClr val="E5EBF8"/>
          </a:solidFill>
          <a:ln xmlns:a="http://schemas.openxmlformats.org/drawingml/2006/main" w="5105">
            <a:solidFill>
              <a:srgbClr val="231F20"/>
            </a:solidFill>
          </a:ln>
        </p:spPr>
      </p:sp>
      <p:sp>
        <p:nvSpPr>
          <p:cNvPr id="718" name="text-1298">
            <a:extLst xmlns:a="http://schemas.openxmlformats.org/drawingml/2006/main">
              <a:ext uri="{FF2B5EF4-FFF2-40B4-BE49-F238E27FC236}">
                <a16:creationId xmlns:a16="http://schemas.microsoft.com/office/drawing/2014/main" id="{FD68B3F7-37A2-464D-9897-6CBB17122074}"/>
              </a:ext>
            </a:extLst>
          </p:cNvPr>
          <p:cNvSpPr>
            <a:spLocks xmlns:a="http://schemas.openxmlformats.org/drawingml/2006/main" noGrp="1"/>
          </p:cNvSpPr>
          <p:nvPr/>
        </p:nvSpPr>
        <p:spPr>
          <a:xfrm xmlns:a="http://schemas.openxmlformats.org/drawingml/2006/main">
            <a:off x="5750528" y="3491341"/>
            <a:ext cx="223361"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7" b="0">
                <a:solidFill>
                  <a:srgbClr val="231F20"/>
                </a:solidFill>
                <a:latin typeface="Arial"/>
                <a:ea typeface="Arial"/>
                <a:cs typeface="Arial"/>
              </a:defRPr>
            </a:defPPr>
            <a:lvl1pPr algn="ctr">
              <a:defRPr sz="307" b="0">
                <a:solidFill>
                  <a:srgbClr val="231F20"/>
                </a:solidFill>
                <a:latin typeface="Arial"/>
                <a:ea typeface="Arial"/>
                <a:cs typeface="Arial"/>
              </a:defRPr>
            </a:lvl1pPr>
            <a:lvl2pPr algn="ctr">
              <a:defRPr sz="307" b="0">
                <a:solidFill>
                  <a:srgbClr val="231F20"/>
                </a:solidFill>
                <a:latin typeface="Arial"/>
                <a:ea typeface="Arial"/>
                <a:cs typeface="Arial"/>
              </a:defRPr>
            </a:lvl2pPr>
            <a:lvl3pPr algn="ctr">
              <a:defRPr sz="307" b="0">
                <a:solidFill>
                  <a:srgbClr val="231F20"/>
                </a:solidFill>
                <a:latin typeface="Arial"/>
                <a:ea typeface="Arial"/>
                <a:cs typeface="Arial"/>
              </a:defRPr>
            </a:lvl3pPr>
            <a:lvl4pPr algn="ctr">
              <a:defRPr sz="307" b="0">
                <a:solidFill>
                  <a:srgbClr val="231F20"/>
                </a:solidFill>
                <a:latin typeface="Arial"/>
                <a:ea typeface="Arial"/>
                <a:cs typeface="Arial"/>
              </a:defRPr>
            </a:lvl4pPr>
            <a:lvl5pPr algn="ctr">
              <a:defRPr sz="307" b="0">
                <a:solidFill>
                  <a:srgbClr val="231F20"/>
                </a:solidFill>
                <a:latin typeface="Arial"/>
                <a:ea typeface="Arial"/>
                <a:cs typeface="Arial"/>
              </a:defRPr>
            </a:lvl5pPr>
            <a:lvl6pPr algn="ctr">
              <a:defRPr sz="307" b="0">
                <a:solidFill>
                  <a:srgbClr val="231F20"/>
                </a:solidFill>
                <a:latin typeface="Arial"/>
                <a:ea typeface="Arial"/>
                <a:cs typeface="Arial"/>
              </a:defRPr>
            </a:lvl6pPr>
            <a:lvl7pPr algn="ctr">
              <a:defRPr sz="307" b="0">
                <a:solidFill>
                  <a:srgbClr val="231F20"/>
                </a:solidFill>
                <a:latin typeface="Arial"/>
                <a:ea typeface="Arial"/>
                <a:cs typeface="Arial"/>
              </a:defRPr>
            </a:lvl7pPr>
            <a:lvl8pPr algn="ctr">
              <a:defRPr sz="307" b="0">
                <a:solidFill>
                  <a:srgbClr val="231F20"/>
                </a:solidFill>
                <a:latin typeface="Arial"/>
                <a:ea typeface="Arial"/>
                <a:cs typeface="Arial"/>
              </a:defRPr>
            </a:lvl8pPr>
            <a:lvl9pPr algn="ctr">
              <a:defRPr sz="307" b="0">
                <a:solidFill>
                  <a:srgbClr val="231F20"/>
                </a:solidFill>
                <a:latin typeface="Arial"/>
                <a:ea typeface="Arial"/>
                <a:cs typeface="Arial"/>
              </a:defRPr>
            </a:lvl9pPr>
          </a:lstStyle>
          <a:p xmlns:a="http://schemas.openxmlformats.org/drawingml/2006/main">
            <a:pPr algn="ctr">
              <a:defRPr sz="307" b="0">
                <a:solidFill>
                  <a:srgbClr val="231F20"/>
                </a:solidFill>
                <a:latin typeface="Arial"/>
                <a:ea typeface="Arial"/>
                <a:cs typeface="Arial"/>
              </a:defRPr>
            </a:pPr>
            <a:r>
              <a:rPr sz="307" b="0">
                <a:solidFill>
                  <a:srgbClr val="231F20"/>
                </a:solidFill>
                <a:latin typeface="Arial"/>
                <a:ea typeface="Arial"/>
                <a:cs typeface="Arial"/>
              </a:rPr>
              <a:t>ebufsmarb</a:t>
            </a:r>
          </a:p>
        </p:txBody>
      </p:sp>
      <p:sp>
        <p:nvSpPr>
          <p:cNvPr id="719" name="wire-1299">
            <a:extLst xmlns:a="http://schemas.openxmlformats.org/drawingml/2006/main">
              <a:ext uri="{FF2B5EF4-FFF2-40B4-BE49-F238E27FC236}">
                <a16:creationId xmlns:a16="http://schemas.microsoft.com/office/drawing/2014/main" id="{AB184B7D-1EA7-4EEE-A62A-690AB2E6B22F}"/>
              </a:ext>
            </a:extLst>
          </p:cNvPr>
          <p:cNvSpPr>
            <a:spLocks xmlns:a="http://schemas.openxmlformats.org/drawingml/2006/main" noGrp="1"/>
          </p:cNvSpPr>
          <p:nvPr/>
        </p:nvSpPr>
        <p:spPr>
          <a:xfrm xmlns:a="http://schemas.openxmlformats.org/drawingml/2006/main">
            <a:off x="5782437" y="3449860"/>
            <a:ext cx="9525" cy="38291"/>
          </a:xfrm>
          <a:custGeom xmlns:a="http://schemas.openxmlformats.org/drawingml/2006/main">
            <a:pathLst>
              <a:path w="9525" h="38291">
                <a:moveTo>
                  <a:pt x="0" y="38291"/>
                </a:moveTo>
                <a:lnTo>
                  <a:pt x="0" y="0"/>
                </a:lnTo>
              </a:path>
            </a:pathLst>
          </a:custGeom>
          <a:noFill xmlns:a="http://schemas.openxmlformats.org/drawingml/2006/main"/>
          <a:ln xmlns:a="http://schemas.openxmlformats.org/drawingml/2006/main" w="5424">
            <a:solidFill>
              <a:srgbClr val="231F20"/>
            </a:solidFill>
          </a:ln>
        </p:spPr>
      </p:sp>
      <p:sp>
        <p:nvSpPr>
          <p:cNvPr id="720" name="wire-1300">
            <a:extLst xmlns:a="http://schemas.openxmlformats.org/drawingml/2006/main">
              <a:ext uri="{FF2B5EF4-FFF2-40B4-BE49-F238E27FC236}">
                <a16:creationId xmlns:a16="http://schemas.microsoft.com/office/drawing/2014/main" id="{9976B284-1EF0-4CFB-9E0B-C9BEEC592F32}"/>
              </a:ext>
            </a:extLst>
          </p:cNvPr>
          <p:cNvSpPr>
            <a:spLocks xmlns:a="http://schemas.openxmlformats.org/drawingml/2006/main" noGrp="1"/>
          </p:cNvSpPr>
          <p:nvPr/>
        </p:nvSpPr>
        <p:spPr>
          <a:xfrm xmlns:a="http://schemas.openxmlformats.org/drawingml/2006/main">
            <a:off x="5616512" y="3449860"/>
            <a:ext cx="165925" cy="9525"/>
          </a:xfrm>
          <a:custGeom xmlns:a="http://schemas.openxmlformats.org/drawingml/2006/main">
            <a:pathLst>
              <a:path w="165925" h="9525">
                <a:moveTo>
                  <a:pt x="165925" y="0"/>
                </a:moveTo>
                <a:lnTo>
                  <a:pt x="0" y="0"/>
                </a:lnTo>
              </a:path>
            </a:pathLst>
          </a:custGeom>
          <a:noFill xmlns:a="http://schemas.openxmlformats.org/drawingml/2006/main"/>
          <a:ln xmlns:a="http://schemas.openxmlformats.org/drawingml/2006/main" w="5424">
            <a:solidFill>
              <a:srgbClr val="231F20"/>
            </a:solidFill>
          </a:ln>
        </p:spPr>
      </p:sp>
      <p:sp>
        <p:nvSpPr>
          <p:cNvPr id="721" name="wire-1301">
            <a:extLst xmlns:a="http://schemas.openxmlformats.org/drawingml/2006/main">
              <a:ext uri="{FF2B5EF4-FFF2-40B4-BE49-F238E27FC236}">
                <a16:creationId xmlns:a16="http://schemas.microsoft.com/office/drawing/2014/main" id="{EB3F6913-16E2-48F0-BC67-240499F764C3}"/>
              </a:ext>
            </a:extLst>
          </p:cNvPr>
          <p:cNvSpPr>
            <a:spLocks xmlns:a="http://schemas.openxmlformats.org/drawingml/2006/main" noGrp="1"/>
          </p:cNvSpPr>
          <p:nvPr/>
        </p:nvSpPr>
        <p:spPr>
          <a:xfrm xmlns:a="http://schemas.openxmlformats.org/drawingml/2006/main">
            <a:off x="5616512" y="3449860"/>
            <a:ext cx="9525" cy="12763"/>
          </a:xfrm>
          <a:custGeom xmlns:a="http://schemas.openxmlformats.org/drawingml/2006/main">
            <a:pathLst>
              <a:path w="9525" h="12763">
                <a:moveTo>
                  <a:pt x="0" y="0"/>
                </a:moveTo>
                <a:lnTo>
                  <a:pt x="0" y="12763"/>
                </a:lnTo>
              </a:path>
            </a:pathLst>
          </a:custGeom>
          <a:noFill xmlns:a="http://schemas.openxmlformats.org/drawingml/2006/main"/>
          <a:ln xmlns:a="http://schemas.openxmlformats.org/drawingml/2006/main" w="5424">
            <a:solidFill>
              <a:srgbClr val="231F20"/>
            </a:solidFill>
          </a:ln>
        </p:spPr>
      </p:sp>
      <p:sp>
        <p:nvSpPr>
          <p:cNvPr id="722" name="circuit-1302">
            <a:extLst xmlns:a="http://schemas.openxmlformats.org/drawingml/2006/main">
              <a:ext uri="{FF2B5EF4-FFF2-40B4-BE49-F238E27FC236}">
                <a16:creationId xmlns:a16="http://schemas.microsoft.com/office/drawing/2014/main" id="{2F8FFC2B-5E0A-4E95-ADE4-6BB67F725009}"/>
              </a:ext>
            </a:extLst>
          </p:cNvPr>
          <p:cNvSpPr>
            <a:spLocks xmlns:a="http://schemas.openxmlformats.org/drawingml/2006/main" noGrp="1"/>
          </p:cNvSpPr>
          <p:nvPr/>
        </p:nvSpPr>
        <p:spPr>
          <a:xfrm xmlns:a="http://schemas.openxmlformats.org/drawingml/2006/main">
            <a:off x="5610130" y="3446669"/>
            <a:ext cx="12764" cy="15954"/>
          </a:xfrm>
          <a:custGeom xmlns:a="http://schemas.openxmlformats.org/drawingml/2006/main">
            <a:pathLst>
              <a:path w="12764" h="15954">
                <a:moveTo>
                  <a:pt x="6382" y="15954"/>
                </a:moveTo>
                <a:lnTo>
                  <a:pt x="12764" y="0"/>
                </a:lnTo>
                <a:lnTo>
                  <a:pt x="0" y="0"/>
                </a:lnTo>
                <a:close/>
              </a:path>
            </a:pathLst>
          </a:custGeom>
          <a:solidFill xmlns:a="http://schemas.openxmlformats.org/drawingml/2006/main">
            <a:srgbClr val="231F20"/>
          </a:solidFill>
          <a:ln xmlns:a="http://schemas.openxmlformats.org/drawingml/2006/main" w="1915">
            <a:solidFill>
              <a:srgbClr val="231F20"/>
            </a:solidFill>
          </a:ln>
        </p:spPr>
      </p:sp>
      <p:sp>
        <p:nvSpPr>
          <p:cNvPr id="723" name="block-1303">
            <a:extLst xmlns:a="http://schemas.openxmlformats.org/drawingml/2006/main">
              <a:ext uri="{FF2B5EF4-FFF2-40B4-BE49-F238E27FC236}">
                <a16:creationId xmlns:a16="http://schemas.microsoft.com/office/drawing/2014/main" id="{E5936AB1-755F-40E8-9D68-4C605D1CA879}"/>
              </a:ext>
            </a:extLst>
          </p:cNvPr>
          <p:cNvSpPr>
            <a:spLocks xmlns:a="http://schemas.openxmlformats.org/drawingml/2006/main" noGrp="1"/>
          </p:cNvSpPr>
          <p:nvPr/>
        </p:nvSpPr>
        <p:spPr>
          <a:xfrm xmlns:a="http://schemas.openxmlformats.org/drawingml/2006/main">
            <a:off x="3250159" y="2781052"/>
            <a:ext cx="935565" cy="271863"/>
          </a:xfrm>
          <a:prstGeom xmlns:a="http://schemas.openxmlformats.org/drawingml/2006/main" prst="rect">
            <a:avLst/>
          </a:prstGeom>
          <a:solidFill xmlns:a="http://schemas.openxmlformats.org/drawingml/2006/main">
            <a:srgbClr val="77A3DC"/>
          </a:solidFill>
          <a:ln xmlns:a="http://schemas.openxmlformats.org/drawingml/2006/main" w="0">
            <a:noFill/>
          </a:ln>
        </p:spPr>
      </p:sp>
      <p:sp>
        <p:nvSpPr>
          <p:cNvPr id="724" name="text-1304">
            <a:extLst xmlns:a="http://schemas.openxmlformats.org/drawingml/2006/main">
              <a:ext uri="{FF2B5EF4-FFF2-40B4-BE49-F238E27FC236}">
                <a16:creationId xmlns:a16="http://schemas.microsoft.com/office/drawing/2014/main" id="{E46EA1C8-CBE7-489B-BD57-571F70E12EFE}"/>
              </a:ext>
            </a:extLst>
          </p:cNvPr>
          <p:cNvSpPr>
            <a:spLocks xmlns:a="http://schemas.openxmlformats.org/drawingml/2006/main" noGrp="1"/>
          </p:cNvSpPr>
          <p:nvPr/>
        </p:nvSpPr>
        <p:spPr>
          <a:xfrm xmlns:a="http://schemas.openxmlformats.org/drawingml/2006/main">
            <a:off x="3255264" y="2777223"/>
            <a:ext cx="925354"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503" b="1">
                <a:solidFill>
                  <a:srgbClr val="231F20"/>
                </a:solidFill>
                <a:latin typeface="Arial"/>
                <a:ea typeface="Arial"/>
                <a:cs typeface="Arial"/>
              </a:defRPr>
            </a:defPPr>
            <a:lvl1pPr algn="ctr">
              <a:defRPr sz="503" b="1">
                <a:solidFill>
                  <a:srgbClr val="231F20"/>
                </a:solidFill>
                <a:latin typeface="Arial"/>
                <a:ea typeface="Arial"/>
                <a:cs typeface="Arial"/>
              </a:defRPr>
            </a:lvl1pPr>
            <a:lvl2pPr algn="ctr">
              <a:defRPr sz="503" b="1">
                <a:solidFill>
                  <a:srgbClr val="231F20"/>
                </a:solidFill>
                <a:latin typeface="Arial"/>
                <a:ea typeface="Arial"/>
                <a:cs typeface="Arial"/>
              </a:defRPr>
            </a:lvl2pPr>
            <a:lvl3pPr algn="ctr">
              <a:defRPr sz="503" b="1">
                <a:solidFill>
                  <a:srgbClr val="231F20"/>
                </a:solidFill>
                <a:latin typeface="Arial"/>
                <a:ea typeface="Arial"/>
                <a:cs typeface="Arial"/>
              </a:defRPr>
            </a:lvl3pPr>
            <a:lvl4pPr algn="ctr">
              <a:defRPr sz="503" b="1">
                <a:solidFill>
                  <a:srgbClr val="231F20"/>
                </a:solidFill>
                <a:latin typeface="Arial"/>
                <a:ea typeface="Arial"/>
                <a:cs typeface="Arial"/>
              </a:defRPr>
            </a:lvl4pPr>
            <a:lvl5pPr algn="ctr">
              <a:defRPr sz="503" b="1">
                <a:solidFill>
                  <a:srgbClr val="231F20"/>
                </a:solidFill>
                <a:latin typeface="Arial"/>
                <a:ea typeface="Arial"/>
                <a:cs typeface="Arial"/>
              </a:defRPr>
            </a:lvl5pPr>
            <a:lvl6pPr algn="ctr">
              <a:defRPr sz="503" b="1">
                <a:solidFill>
                  <a:srgbClr val="231F20"/>
                </a:solidFill>
                <a:latin typeface="Arial"/>
                <a:ea typeface="Arial"/>
                <a:cs typeface="Arial"/>
              </a:defRPr>
            </a:lvl6pPr>
            <a:lvl7pPr algn="ctr">
              <a:defRPr sz="503" b="1">
                <a:solidFill>
                  <a:srgbClr val="231F20"/>
                </a:solidFill>
                <a:latin typeface="Arial"/>
                <a:ea typeface="Arial"/>
                <a:cs typeface="Arial"/>
              </a:defRPr>
            </a:lvl7pPr>
            <a:lvl8pPr algn="ctr">
              <a:defRPr sz="503" b="1">
                <a:solidFill>
                  <a:srgbClr val="231F20"/>
                </a:solidFill>
                <a:latin typeface="Arial"/>
                <a:ea typeface="Arial"/>
                <a:cs typeface="Arial"/>
              </a:defRPr>
            </a:lvl8pPr>
            <a:lvl9pPr algn="ctr">
              <a:defRPr sz="503" b="1">
                <a:solidFill>
                  <a:srgbClr val="231F20"/>
                </a:solidFill>
                <a:latin typeface="Arial"/>
                <a:ea typeface="Arial"/>
                <a:cs typeface="Arial"/>
              </a:defRPr>
            </a:lvl9pPr>
          </a:lstStyle>
          <a:p xmlns:a="http://schemas.openxmlformats.org/drawingml/2006/main">
            <a:pPr algn="ctr">
              <a:defRPr sz="503" b="1">
                <a:solidFill>
                  <a:srgbClr val="231F20"/>
                </a:solidFill>
                <a:latin typeface="Arial"/>
                <a:ea typeface="Arial"/>
                <a:cs typeface="Arial"/>
              </a:defRPr>
            </a:pPr>
            <a:r>
              <a:rPr sz="503" b="1">
                <a:solidFill>
                  <a:srgbClr val="231F20"/>
                </a:solidFill>
                <a:latin typeface="Arial"/>
                <a:ea typeface="Arial"/>
                <a:cs typeface="Arial"/>
              </a:rPr>
              <a:t>ahbapbbridge</a:t>
            </a:r>
          </a:p>
        </p:txBody>
      </p:sp>
      <p:sp>
        <p:nvSpPr>
          <p:cNvPr id="725" name="wire-1305">
            <a:extLst xmlns:a="http://schemas.openxmlformats.org/drawingml/2006/main">
              <a:ext uri="{FF2B5EF4-FFF2-40B4-BE49-F238E27FC236}">
                <a16:creationId xmlns:a16="http://schemas.microsoft.com/office/drawing/2014/main" id="{361E8FAE-608E-49E9-9D67-D990797097FC}"/>
              </a:ext>
            </a:extLst>
          </p:cNvPr>
          <p:cNvSpPr>
            <a:spLocks xmlns:a="http://schemas.openxmlformats.org/drawingml/2006/main" noGrp="1"/>
          </p:cNvSpPr>
          <p:nvPr/>
        </p:nvSpPr>
        <p:spPr>
          <a:xfrm xmlns:a="http://schemas.openxmlformats.org/drawingml/2006/main">
            <a:off x="3242501" y="2983992"/>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7020">
            <a:solidFill>
              <a:srgbClr val="1572C3"/>
            </a:solidFill>
          </a:ln>
        </p:spPr>
      </p:sp>
      <p:sp>
        <p:nvSpPr>
          <p:cNvPr id="726" name="wire-1306">
            <a:extLst xmlns:a="http://schemas.openxmlformats.org/drawingml/2006/main">
              <a:ext uri="{FF2B5EF4-FFF2-40B4-BE49-F238E27FC236}">
                <a16:creationId xmlns:a16="http://schemas.microsoft.com/office/drawing/2014/main" id="{53C0FD08-5360-4632-B24B-2DB7B004AB74}"/>
              </a:ext>
            </a:extLst>
          </p:cNvPr>
          <p:cNvSpPr>
            <a:spLocks xmlns:a="http://schemas.openxmlformats.org/drawingml/2006/main" noGrp="1"/>
          </p:cNvSpPr>
          <p:nvPr/>
        </p:nvSpPr>
        <p:spPr>
          <a:xfrm xmlns:a="http://schemas.openxmlformats.org/drawingml/2006/main">
            <a:off x="3293555" y="2856357"/>
            <a:ext cx="9525" cy="127635"/>
          </a:xfrm>
          <a:custGeom xmlns:a="http://schemas.openxmlformats.org/drawingml/2006/main">
            <a:pathLst>
              <a:path w="9525" h="127635">
                <a:moveTo>
                  <a:pt x="0" y="127635"/>
                </a:moveTo>
                <a:lnTo>
                  <a:pt x="0" y="0"/>
                </a:lnTo>
              </a:path>
            </a:pathLst>
          </a:custGeom>
          <a:noFill xmlns:a="http://schemas.openxmlformats.org/drawingml/2006/main"/>
          <a:ln xmlns:a="http://schemas.openxmlformats.org/drawingml/2006/main" w="7020">
            <a:solidFill>
              <a:srgbClr val="1572C3"/>
            </a:solidFill>
          </a:ln>
        </p:spPr>
      </p:sp>
      <p:sp>
        <p:nvSpPr>
          <p:cNvPr id="727" name="wire-1307">
            <a:extLst xmlns:a="http://schemas.openxmlformats.org/drawingml/2006/main">
              <a:ext uri="{FF2B5EF4-FFF2-40B4-BE49-F238E27FC236}">
                <a16:creationId xmlns:a16="http://schemas.microsoft.com/office/drawing/2014/main" id="{60D8B4AE-B459-4364-B6E8-3CAB0BE4646A}"/>
              </a:ext>
            </a:extLst>
          </p:cNvPr>
          <p:cNvSpPr>
            <a:spLocks xmlns:a="http://schemas.openxmlformats.org/drawingml/2006/main" noGrp="1"/>
          </p:cNvSpPr>
          <p:nvPr/>
        </p:nvSpPr>
        <p:spPr>
          <a:xfrm xmlns:a="http://schemas.openxmlformats.org/drawingml/2006/main">
            <a:off x="3293555" y="2983992"/>
            <a:ext cx="9525" cy="44672"/>
          </a:xfrm>
          <a:custGeom xmlns:a="http://schemas.openxmlformats.org/drawingml/2006/main">
            <a:pathLst>
              <a:path w="9525" h="44672">
                <a:moveTo>
                  <a:pt x="0" y="0"/>
                </a:moveTo>
                <a:lnTo>
                  <a:pt x="0" y="44672"/>
                </a:lnTo>
              </a:path>
            </a:pathLst>
          </a:custGeom>
          <a:noFill xmlns:a="http://schemas.openxmlformats.org/drawingml/2006/main"/>
          <a:ln xmlns:a="http://schemas.openxmlformats.org/drawingml/2006/main" w="7020">
            <a:solidFill>
              <a:srgbClr val="1572C3"/>
            </a:solidFill>
          </a:ln>
        </p:spPr>
      </p:sp>
      <p:sp>
        <p:nvSpPr>
          <p:cNvPr id="728" name="wire-1308">
            <a:extLst xmlns:a="http://schemas.openxmlformats.org/drawingml/2006/main">
              <a:ext uri="{FF2B5EF4-FFF2-40B4-BE49-F238E27FC236}">
                <a16:creationId xmlns:a16="http://schemas.microsoft.com/office/drawing/2014/main" id="{E217EB40-3A60-4211-A1E5-F5101E6610CA}"/>
              </a:ext>
            </a:extLst>
          </p:cNvPr>
          <p:cNvSpPr>
            <a:spLocks xmlns:a="http://schemas.openxmlformats.org/drawingml/2006/main" noGrp="1"/>
          </p:cNvSpPr>
          <p:nvPr/>
        </p:nvSpPr>
        <p:spPr>
          <a:xfrm xmlns:a="http://schemas.openxmlformats.org/drawingml/2006/main">
            <a:off x="4116800" y="2862739"/>
            <a:ext cx="9525" cy="165926"/>
          </a:xfrm>
          <a:custGeom xmlns:a="http://schemas.openxmlformats.org/drawingml/2006/main">
            <a:pathLst>
              <a:path w="9525" h="165926">
                <a:moveTo>
                  <a:pt x="0" y="0"/>
                </a:moveTo>
                <a:lnTo>
                  <a:pt x="0" y="165926"/>
                </a:lnTo>
              </a:path>
            </a:pathLst>
          </a:custGeom>
          <a:noFill xmlns:a="http://schemas.openxmlformats.org/drawingml/2006/main"/>
          <a:ln xmlns:a="http://schemas.openxmlformats.org/drawingml/2006/main" w="7020">
            <a:solidFill>
              <a:srgbClr val="1572C3"/>
            </a:solidFill>
          </a:ln>
        </p:spPr>
      </p:sp>
      <p:sp>
        <p:nvSpPr>
          <p:cNvPr id="729" name="wire-1309">
            <a:extLst xmlns:a="http://schemas.openxmlformats.org/drawingml/2006/main">
              <a:ext uri="{FF2B5EF4-FFF2-40B4-BE49-F238E27FC236}">
                <a16:creationId xmlns:a16="http://schemas.microsoft.com/office/drawing/2014/main" id="{6FAE3180-C0D8-4BDA-AE11-FF76FC5C5E1F}"/>
              </a:ext>
            </a:extLst>
          </p:cNvPr>
          <p:cNvSpPr>
            <a:spLocks xmlns:a="http://schemas.openxmlformats.org/drawingml/2006/main" noGrp="1"/>
          </p:cNvSpPr>
          <p:nvPr/>
        </p:nvSpPr>
        <p:spPr>
          <a:xfrm xmlns:a="http://schemas.openxmlformats.org/drawingml/2006/main">
            <a:off x="4116800" y="2926556"/>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7020">
            <a:solidFill>
              <a:srgbClr val="1572C3"/>
            </a:solidFill>
          </a:ln>
        </p:spPr>
      </p:sp>
      <p:sp>
        <p:nvSpPr>
          <p:cNvPr id="730" name="block-1310">
            <a:extLst xmlns:a="http://schemas.openxmlformats.org/drawingml/2006/main">
              <a:ext uri="{FF2B5EF4-FFF2-40B4-BE49-F238E27FC236}">
                <a16:creationId xmlns:a16="http://schemas.microsoft.com/office/drawing/2014/main" id="{50E07A06-520F-41FA-88BA-2614251F2A98}"/>
              </a:ext>
            </a:extLst>
          </p:cNvPr>
          <p:cNvSpPr>
            <a:spLocks xmlns:a="http://schemas.openxmlformats.org/drawingml/2006/main" noGrp="1"/>
          </p:cNvSpPr>
          <p:nvPr/>
        </p:nvSpPr>
        <p:spPr>
          <a:xfrm xmlns:a="http://schemas.openxmlformats.org/drawingml/2006/main">
            <a:off x="3516916" y="2849975"/>
            <a:ext cx="44672" cy="70199"/>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31" name="circuit-1311">
            <a:extLst xmlns:a="http://schemas.openxmlformats.org/drawingml/2006/main">
              <a:ext uri="{FF2B5EF4-FFF2-40B4-BE49-F238E27FC236}">
                <a16:creationId xmlns:a16="http://schemas.microsoft.com/office/drawing/2014/main" id="{DC5242EA-D1CE-48AD-BC73-DB57823F1EB5}"/>
              </a:ext>
            </a:extLst>
          </p:cNvPr>
          <p:cNvSpPr>
            <a:spLocks xmlns:a="http://schemas.openxmlformats.org/drawingml/2006/main" noGrp="1"/>
          </p:cNvSpPr>
          <p:nvPr/>
        </p:nvSpPr>
        <p:spPr>
          <a:xfrm xmlns:a="http://schemas.openxmlformats.org/drawingml/2006/main">
            <a:off x="3523298" y="2849975"/>
            <a:ext cx="31909" cy="17231"/>
          </a:xfrm>
          <a:custGeom xmlns:a="http://schemas.openxmlformats.org/drawingml/2006/main">
            <a:pathLst>
              <a:path w="31909" h="17231">
                <a:moveTo>
                  <a:pt x="0" y="0"/>
                </a:moveTo>
                <a:lnTo>
                  <a:pt x="15954" y="17231"/>
                </a:lnTo>
                <a:lnTo>
                  <a:pt x="31909" y="0"/>
                </a:lnTo>
                <a:close/>
              </a:path>
            </a:pathLst>
          </a:custGeom>
          <a:noFill xmlns:a="http://schemas.openxmlformats.org/drawingml/2006/main"/>
          <a:ln xmlns:a="http://schemas.openxmlformats.org/drawingml/2006/main" w="4148">
            <a:solidFill>
              <a:srgbClr val="231F20"/>
            </a:solidFill>
          </a:ln>
        </p:spPr>
      </p:sp>
      <p:sp>
        <p:nvSpPr>
          <p:cNvPr id="732" name="wire-1312">
            <a:extLst xmlns:a="http://schemas.openxmlformats.org/drawingml/2006/main">
              <a:ext uri="{FF2B5EF4-FFF2-40B4-BE49-F238E27FC236}">
                <a16:creationId xmlns:a16="http://schemas.microsoft.com/office/drawing/2014/main" id="{592C1E88-97A7-4B64-821E-7A0FCB04778E}"/>
              </a:ext>
            </a:extLst>
          </p:cNvPr>
          <p:cNvSpPr>
            <a:spLocks xmlns:a="http://schemas.openxmlformats.org/drawingml/2006/main" noGrp="1"/>
          </p:cNvSpPr>
          <p:nvPr/>
        </p:nvSpPr>
        <p:spPr>
          <a:xfrm xmlns:a="http://schemas.openxmlformats.org/drawingml/2006/main">
            <a:off x="3293555" y="2881884"/>
            <a:ext cx="223361" cy="9525"/>
          </a:xfrm>
          <a:custGeom xmlns:a="http://schemas.openxmlformats.org/drawingml/2006/main">
            <a:pathLst>
              <a:path w="223361" h="9525">
                <a:moveTo>
                  <a:pt x="0" y="0"/>
                </a:moveTo>
                <a:lnTo>
                  <a:pt x="223361" y="0"/>
                </a:lnTo>
              </a:path>
            </a:pathLst>
          </a:custGeom>
          <a:noFill xmlns:a="http://schemas.openxmlformats.org/drawingml/2006/main"/>
          <a:ln xmlns:a="http://schemas.openxmlformats.org/drawingml/2006/main" w="5424">
            <a:solidFill>
              <a:srgbClr val="231F20"/>
            </a:solidFill>
          </a:ln>
        </p:spPr>
      </p:sp>
      <p:sp>
        <p:nvSpPr>
          <p:cNvPr id="733" name="circuit-1313">
            <a:extLst xmlns:a="http://schemas.openxmlformats.org/drawingml/2006/main">
              <a:ext uri="{FF2B5EF4-FFF2-40B4-BE49-F238E27FC236}">
                <a16:creationId xmlns:a16="http://schemas.microsoft.com/office/drawing/2014/main" id="{1592AD72-8CCB-4DAA-88B6-FDA2D63BC1F8}"/>
              </a:ext>
            </a:extLst>
          </p:cNvPr>
          <p:cNvSpPr>
            <a:spLocks xmlns:a="http://schemas.openxmlformats.org/drawingml/2006/main" noGrp="1"/>
          </p:cNvSpPr>
          <p:nvPr/>
        </p:nvSpPr>
        <p:spPr>
          <a:xfrm xmlns:a="http://schemas.openxmlformats.org/drawingml/2006/main">
            <a:off x="3500961" y="2875502"/>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34" name="wire-1314">
            <a:extLst xmlns:a="http://schemas.openxmlformats.org/drawingml/2006/main">
              <a:ext uri="{FF2B5EF4-FFF2-40B4-BE49-F238E27FC236}">
                <a16:creationId xmlns:a16="http://schemas.microsoft.com/office/drawing/2014/main" id="{8D47A5FC-99A6-47D3-945D-9339CCC9A354}"/>
              </a:ext>
            </a:extLst>
          </p:cNvPr>
          <p:cNvSpPr>
            <a:spLocks xmlns:a="http://schemas.openxmlformats.org/drawingml/2006/main" noGrp="1"/>
          </p:cNvSpPr>
          <p:nvPr/>
        </p:nvSpPr>
        <p:spPr>
          <a:xfrm xmlns:a="http://schemas.openxmlformats.org/drawingml/2006/main">
            <a:off x="3561588" y="2881884"/>
            <a:ext cx="555212" cy="9525"/>
          </a:xfrm>
          <a:custGeom xmlns:a="http://schemas.openxmlformats.org/drawingml/2006/main">
            <a:pathLst>
              <a:path w="555212" h="9525">
                <a:moveTo>
                  <a:pt x="0" y="0"/>
                </a:moveTo>
                <a:lnTo>
                  <a:pt x="555212" y="0"/>
                </a:lnTo>
              </a:path>
            </a:pathLst>
          </a:custGeom>
          <a:noFill xmlns:a="http://schemas.openxmlformats.org/drawingml/2006/main"/>
          <a:ln xmlns:a="http://schemas.openxmlformats.org/drawingml/2006/main" w="5424">
            <a:solidFill>
              <a:srgbClr val="231F20"/>
            </a:solidFill>
          </a:ln>
        </p:spPr>
      </p:sp>
      <p:sp>
        <p:nvSpPr>
          <p:cNvPr id="735" name="circuit-1315">
            <a:extLst xmlns:a="http://schemas.openxmlformats.org/drawingml/2006/main">
              <a:ext uri="{FF2B5EF4-FFF2-40B4-BE49-F238E27FC236}">
                <a16:creationId xmlns:a16="http://schemas.microsoft.com/office/drawing/2014/main" id="{5E5FC28F-2E45-4D0C-87EF-B31BB17A7B78}"/>
              </a:ext>
            </a:extLst>
          </p:cNvPr>
          <p:cNvSpPr>
            <a:spLocks xmlns:a="http://schemas.openxmlformats.org/drawingml/2006/main" noGrp="1"/>
          </p:cNvSpPr>
          <p:nvPr/>
        </p:nvSpPr>
        <p:spPr>
          <a:xfrm xmlns:a="http://schemas.openxmlformats.org/drawingml/2006/main">
            <a:off x="4100846" y="2875502"/>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36" name="text-1316">
            <a:extLst xmlns:a="http://schemas.openxmlformats.org/drawingml/2006/main">
              <a:ext uri="{FF2B5EF4-FFF2-40B4-BE49-F238E27FC236}">
                <a16:creationId xmlns:a16="http://schemas.microsoft.com/office/drawing/2014/main" id="{2E8A0C0F-8A1F-46D4-885F-2717ED5101B1}"/>
              </a:ext>
            </a:extLst>
          </p:cNvPr>
          <p:cNvSpPr>
            <a:spLocks xmlns:a="http://schemas.openxmlformats.org/drawingml/2006/main" noGrp="1"/>
          </p:cNvSpPr>
          <p:nvPr/>
        </p:nvSpPr>
        <p:spPr>
          <a:xfrm xmlns:a="http://schemas.openxmlformats.org/drawingml/2006/main">
            <a:off x="3587115" y="2837212"/>
            <a:ext cx="510540"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66" b="0">
                <a:solidFill>
                  <a:srgbClr val="231F20"/>
                </a:solidFill>
                <a:latin typeface="Arial"/>
                <a:ea typeface="Arial"/>
                <a:cs typeface="Arial"/>
              </a:defRPr>
            </a:defPPr>
            <a:lvl1pPr algn="ctr">
              <a:defRPr sz="266" b="0">
                <a:solidFill>
                  <a:srgbClr val="231F20"/>
                </a:solidFill>
                <a:latin typeface="Arial"/>
                <a:ea typeface="Arial"/>
                <a:cs typeface="Arial"/>
              </a:defRPr>
            </a:lvl1pPr>
            <a:lvl2pPr algn="ctr">
              <a:defRPr sz="266" b="0">
                <a:solidFill>
                  <a:srgbClr val="231F20"/>
                </a:solidFill>
                <a:latin typeface="Arial"/>
                <a:ea typeface="Arial"/>
                <a:cs typeface="Arial"/>
              </a:defRPr>
            </a:lvl2pPr>
            <a:lvl3pPr algn="ctr">
              <a:defRPr sz="266" b="0">
                <a:solidFill>
                  <a:srgbClr val="231F20"/>
                </a:solidFill>
                <a:latin typeface="Arial"/>
                <a:ea typeface="Arial"/>
                <a:cs typeface="Arial"/>
              </a:defRPr>
            </a:lvl3pPr>
            <a:lvl4pPr algn="ctr">
              <a:defRPr sz="266" b="0">
                <a:solidFill>
                  <a:srgbClr val="231F20"/>
                </a:solidFill>
                <a:latin typeface="Arial"/>
                <a:ea typeface="Arial"/>
                <a:cs typeface="Arial"/>
              </a:defRPr>
            </a:lvl4pPr>
            <a:lvl5pPr algn="ctr">
              <a:defRPr sz="266" b="0">
                <a:solidFill>
                  <a:srgbClr val="231F20"/>
                </a:solidFill>
                <a:latin typeface="Arial"/>
                <a:ea typeface="Arial"/>
                <a:cs typeface="Arial"/>
              </a:defRPr>
            </a:lvl5pPr>
            <a:lvl6pPr algn="ctr">
              <a:defRPr sz="266" b="0">
                <a:solidFill>
                  <a:srgbClr val="231F20"/>
                </a:solidFill>
                <a:latin typeface="Arial"/>
                <a:ea typeface="Arial"/>
                <a:cs typeface="Arial"/>
              </a:defRPr>
            </a:lvl6pPr>
            <a:lvl7pPr algn="ctr">
              <a:defRPr sz="266" b="0">
                <a:solidFill>
                  <a:srgbClr val="231F20"/>
                </a:solidFill>
                <a:latin typeface="Arial"/>
                <a:ea typeface="Arial"/>
                <a:cs typeface="Arial"/>
              </a:defRPr>
            </a:lvl7pPr>
            <a:lvl8pPr algn="ctr">
              <a:defRPr sz="266" b="0">
                <a:solidFill>
                  <a:srgbClr val="231F20"/>
                </a:solidFill>
                <a:latin typeface="Arial"/>
                <a:ea typeface="Arial"/>
                <a:cs typeface="Arial"/>
              </a:defRPr>
            </a:lvl8pPr>
            <a:lvl9pPr algn="ctr">
              <a:defRPr sz="266" b="0">
                <a:solidFill>
                  <a:srgbClr val="231F20"/>
                </a:solidFill>
                <a:latin typeface="Arial"/>
                <a:ea typeface="Arial"/>
                <a:cs typeface="Arial"/>
              </a:defRPr>
            </a:lvl9pPr>
          </a:lstStyle>
          <a:p xmlns:a="http://schemas.openxmlformats.org/drawingml/2006/main">
            <a:pPr algn="ctr">
              <a:defRPr sz="266" b="0">
                <a:solidFill>
                  <a:srgbClr val="231F20"/>
                </a:solidFill>
                <a:latin typeface="Arial"/>
                <a:ea typeface="Arial"/>
                <a:cs typeface="Arial"/>
              </a:defRPr>
            </a:pPr>
            <a:r>
              <a:rPr sz="266" b="0">
                <a:solidFill>
                  <a:srgbClr val="231F20"/>
                </a:solidFill>
                <a:latin typeface="Arial"/>
                <a:ea typeface="Arial"/>
                <a:cs typeface="Arial"/>
              </a:rPr>
              <a:t>PADDR / PWRITE / PSEL</a:t>
            </a:r>
          </a:p>
        </p:txBody>
      </p:sp>
      <p:sp>
        <p:nvSpPr>
          <p:cNvPr id="737" name="wire-1317">
            <a:extLst xmlns:a="http://schemas.openxmlformats.org/drawingml/2006/main">
              <a:ext uri="{FF2B5EF4-FFF2-40B4-BE49-F238E27FC236}">
                <a16:creationId xmlns:a16="http://schemas.microsoft.com/office/drawing/2014/main" id="{93110F0D-B07E-4A37-93A1-1BCDEE021AFC}"/>
              </a:ext>
            </a:extLst>
          </p:cNvPr>
          <p:cNvSpPr>
            <a:spLocks xmlns:a="http://schemas.openxmlformats.org/drawingml/2006/main" noGrp="1"/>
          </p:cNvSpPr>
          <p:nvPr/>
        </p:nvSpPr>
        <p:spPr>
          <a:xfrm xmlns:a="http://schemas.openxmlformats.org/drawingml/2006/main">
            <a:off x="3293555" y="2932938"/>
            <a:ext cx="823246" cy="9525"/>
          </a:xfrm>
          <a:custGeom xmlns:a="http://schemas.openxmlformats.org/drawingml/2006/main">
            <a:pathLst>
              <a:path w="823246" h="9525">
                <a:moveTo>
                  <a:pt x="0" y="0"/>
                </a:moveTo>
                <a:lnTo>
                  <a:pt x="823246" y="0"/>
                </a:lnTo>
              </a:path>
            </a:pathLst>
          </a:custGeom>
          <a:noFill xmlns:a="http://schemas.openxmlformats.org/drawingml/2006/main"/>
          <a:ln xmlns:a="http://schemas.openxmlformats.org/drawingml/2006/main" w="5424">
            <a:solidFill>
              <a:srgbClr val="231F20"/>
            </a:solidFill>
          </a:ln>
        </p:spPr>
      </p:sp>
      <p:sp>
        <p:nvSpPr>
          <p:cNvPr id="738" name="circuit-1318">
            <a:extLst xmlns:a="http://schemas.openxmlformats.org/drawingml/2006/main">
              <a:ext uri="{FF2B5EF4-FFF2-40B4-BE49-F238E27FC236}">
                <a16:creationId xmlns:a16="http://schemas.microsoft.com/office/drawing/2014/main" id="{1461002F-D38B-42F4-B3A0-B00C0A0BE70B}"/>
              </a:ext>
            </a:extLst>
          </p:cNvPr>
          <p:cNvSpPr>
            <a:spLocks xmlns:a="http://schemas.openxmlformats.org/drawingml/2006/main" noGrp="1"/>
          </p:cNvSpPr>
          <p:nvPr/>
        </p:nvSpPr>
        <p:spPr>
          <a:xfrm xmlns:a="http://schemas.openxmlformats.org/drawingml/2006/main">
            <a:off x="4100846" y="2926556"/>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39" name="text-1319">
            <a:extLst xmlns:a="http://schemas.openxmlformats.org/drawingml/2006/main">
              <a:ext uri="{FF2B5EF4-FFF2-40B4-BE49-F238E27FC236}">
                <a16:creationId xmlns:a16="http://schemas.microsoft.com/office/drawing/2014/main" id="{FA69C280-B8C3-4B4F-937C-11B91BE1B240}"/>
              </a:ext>
            </a:extLst>
          </p:cNvPr>
          <p:cNvSpPr>
            <a:spLocks xmlns:a="http://schemas.openxmlformats.org/drawingml/2006/main" noGrp="1"/>
          </p:cNvSpPr>
          <p:nvPr/>
        </p:nvSpPr>
        <p:spPr>
          <a:xfrm xmlns:a="http://schemas.openxmlformats.org/drawingml/2006/main">
            <a:off x="3561588" y="2888266"/>
            <a:ext cx="478631"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91" b="0">
                <a:solidFill>
                  <a:srgbClr val="231F20"/>
                </a:solidFill>
                <a:latin typeface="Arial"/>
                <a:ea typeface="Arial"/>
                <a:cs typeface="Arial"/>
              </a:defRPr>
            </a:defPPr>
            <a:lvl1pPr algn="ctr">
              <a:defRPr sz="291" b="0">
                <a:solidFill>
                  <a:srgbClr val="231F20"/>
                </a:solidFill>
                <a:latin typeface="Arial"/>
                <a:ea typeface="Arial"/>
                <a:cs typeface="Arial"/>
              </a:defRPr>
            </a:lvl1pPr>
            <a:lvl2pPr algn="ctr">
              <a:defRPr sz="291" b="0">
                <a:solidFill>
                  <a:srgbClr val="231F20"/>
                </a:solidFill>
                <a:latin typeface="Arial"/>
                <a:ea typeface="Arial"/>
                <a:cs typeface="Arial"/>
              </a:defRPr>
            </a:lvl2pPr>
            <a:lvl3pPr algn="ctr">
              <a:defRPr sz="291" b="0">
                <a:solidFill>
                  <a:srgbClr val="231F20"/>
                </a:solidFill>
                <a:latin typeface="Arial"/>
                <a:ea typeface="Arial"/>
                <a:cs typeface="Arial"/>
              </a:defRPr>
            </a:lvl3pPr>
            <a:lvl4pPr algn="ctr">
              <a:defRPr sz="291" b="0">
                <a:solidFill>
                  <a:srgbClr val="231F20"/>
                </a:solidFill>
                <a:latin typeface="Arial"/>
                <a:ea typeface="Arial"/>
                <a:cs typeface="Arial"/>
              </a:defRPr>
            </a:lvl4pPr>
            <a:lvl5pPr algn="ctr">
              <a:defRPr sz="291" b="0">
                <a:solidFill>
                  <a:srgbClr val="231F20"/>
                </a:solidFill>
                <a:latin typeface="Arial"/>
                <a:ea typeface="Arial"/>
                <a:cs typeface="Arial"/>
              </a:defRPr>
            </a:lvl5pPr>
            <a:lvl6pPr algn="ctr">
              <a:defRPr sz="291" b="0">
                <a:solidFill>
                  <a:srgbClr val="231F20"/>
                </a:solidFill>
                <a:latin typeface="Arial"/>
                <a:ea typeface="Arial"/>
                <a:cs typeface="Arial"/>
              </a:defRPr>
            </a:lvl6pPr>
            <a:lvl7pPr algn="ctr">
              <a:defRPr sz="291" b="0">
                <a:solidFill>
                  <a:srgbClr val="231F20"/>
                </a:solidFill>
                <a:latin typeface="Arial"/>
                <a:ea typeface="Arial"/>
                <a:cs typeface="Arial"/>
              </a:defRPr>
            </a:lvl7pPr>
            <a:lvl8pPr algn="ctr">
              <a:defRPr sz="291" b="0">
                <a:solidFill>
                  <a:srgbClr val="231F20"/>
                </a:solidFill>
                <a:latin typeface="Arial"/>
                <a:ea typeface="Arial"/>
                <a:cs typeface="Arial"/>
              </a:defRPr>
            </a:lvl8pPr>
            <a:lvl9pPr algn="ctr">
              <a:defRPr sz="291" b="0">
                <a:solidFill>
                  <a:srgbClr val="231F20"/>
                </a:solidFill>
                <a:latin typeface="Arial"/>
                <a:ea typeface="Arial"/>
                <a:cs typeface="Arial"/>
              </a:defRPr>
            </a:lvl9pPr>
          </a:lstStyle>
          <a:p xmlns:a="http://schemas.openxmlformats.org/drawingml/2006/main">
            <a:pPr algn="ctr">
              <a:defRPr sz="291" b="0">
                <a:solidFill>
                  <a:srgbClr val="231F20"/>
                </a:solidFill>
                <a:latin typeface="Arial"/>
                <a:ea typeface="Arial"/>
                <a:cs typeface="Arial"/>
              </a:defRPr>
            </a:pPr>
            <a:r>
              <a:rPr sz="291" b="0">
                <a:solidFill>
                  <a:srgbClr val="231F20"/>
                </a:solidFill>
                <a:latin typeface="Arial"/>
                <a:ea typeface="Arial"/>
                <a:cs typeface="Arial"/>
              </a:rPr>
              <a:t>PWDATA / PSTRB</a:t>
            </a:r>
          </a:p>
        </p:txBody>
      </p:sp>
      <p:sp>
        <p:nvSpPr>
          <p:cNvPr id="740" name="block-1320">
            <a:extLst xmlns:a="http://schemas.openxmlformats.org/drawingml/2006/main">
              <a:ext uri="{FF2B5EF4-FFF2-40B4-BE49-F238E27FC236}">
                <a16:creationId xmlns:a16="http://schemas.microsoft.com/office/drawing/2014/main" id="{60347A66-5795-4A0E-BCA1-7D7621C04983}"/>
              </a:ext>
            </a:extLst>
          </p:cNvPr>
          <p:cNvSpPr>
            <a:spLocks xmlns:a="http://schemas.openxmlformats.org/drawingml/2006/main" noGrp="1"/>
          </p:cNvSpPr>
          <p:nvPr/>
        </p:nvSpPr>
        <p:spPr>
          <a:xfrm xmlns:a="http://schemas.openxmlformats.org/drawingml/2006/main">
            <a:off x="3427571" y="2939320"/>
            <a:ext cx="185071" cy="57436"/>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41" name="text-1321">
            <a:extLst xmlns:a="http://schemas.openxmlformats.org/drawingml/2006/main">
              <a:ext uri="{FF2B5EF4-FFF2-40B4-BE49-F238E27FC236}">
                <a16:creationId xmlns:a16="http://schemas.microsoft.com/office/drawing/2014/main" id="{BA035CB2-A783-4A81-B067-FF1D74D56258}"/>
              </a:ext>
            </a:extLst>
          </p:cNvPr>
          <p:cNvSpPr>
            <a:spLocks xmlns:a="http://schemas.openxmlformats.org/drawingml/2006/main" noGrp="1"/>
          </p:cNvSpPr>
          <p:nvPr/>
        </p:nvSpPr>
        <p:spPr>
          <a:xfrm xmlns:a="http://schemas.openxmlformats.org/drawingml/2006/main">
            <a:off x="3433953" y="2942511"/>
            <a:ext cx="172307" cy="510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12" b="0">
                <a:solidFill>
                  <a:srgbClr val="231F20"/>
                </a:solidFill>
                <a:latin typeface="Arial"/>
                <a:ea typeface="Arial"/>
                <a:cs typeface="Arial"/>
              </a:defRPr>
            </a:defPPr>
            <a:lvl1pPr algn="ctr">
              <a:defRPr sz="312" b="0">
                <a:solidFill>
                  <a:srgbClr val="231F20"/>
                </a:solidFill>
                <a:latin typeface="Arial"/>
                <a:ea typeface="Arial"/>
                <a:cs typeface="Arial"/>
              </a:defRPr>
            </a:lvl1pPr>
            <a:lvl2pPr algn="ctr">
              <a:defRPr sz="312" b="0">
                <a:solidFill>
                  <a:srgbClr val="231F20"/>
                </a:solidFill>
                <a:latin typeface="Arial"/>
                <a:ea typeface="Arial"/>
                <a:cs typeface="Arial"/>
              </a:defRPr>
            </a:lvl2pPr>
            <a:lvl3pPr algn="ctr">
              <a:defRPr sz="312" b="0">
                <a:solidFill>
                  <a:srgbClr val="231F20"/>
                </a:solidFill>
                <a:latin typeface="Arial"/>
                <a:ea typeface="Arial"/>
                <a:cs typeface="Arial"/>
              </a:defRPr>
            </a:lvl3pPr>
            <a:lvl4pPr algn="ctr">
              <a:defRPr sz="312" b="0">
                <a:solidFill>
                  <a:srgbClr val="231F20"/>
                </a:solidFill>
                <a:latin typeface="Arial"/>
                <a:ea typeface="Arial"/>
                <a:cs typeface="Arial"/>
              </a:defRPr>
            </a:lvl4pPr>
            <a:lvl5pPr algn="ctr">
              <a:defRPr sz="312" b="0">
                <a:solidFill>
                  <a:srgbClr val="231F20"/>
                </a:solidFill>
                <a:latin typeface="Arial"/>
                <a:ea typeface="Arial"/>
                <a:cs typeface="Arial"/>
              </a:defRPr>
            </a:lvl5pPr>
            <a:lvl6pPr algn="ctr">
              <a:defRPr sz="312" b="0">
                <a:solidFill>
                  <a:srgbClr val="231F20"/>
                </a:solidFill>
                <a:latin typeface="Arial"/>
                <a:ea typeface="Arial"/>
                <a:cs typeface="Arial"/>
              </a:defRPr>
            </a:lvl6pPr>
            <a:lvl7pPr algn="ctr">
              <a:defRPr sz="312" b="0">
                <a:solidFill>
                  <a:srgbClr val="231F20"/>
                </a:solidFill>
                <a:latin typeface="Arial"/>
                <a:ea typeface="Arial"/>
                <a:cs typeface="Arial"/>
              </a:defRPr>
            </a:lvl7pPr>
            <a:lvl8pPr algn="ctr">
              <a:defRPr sz="312" b="0">
                <a:solidFill>
                  <a:srgbClr val="231F20"/>
                </a:solidFill>
                <a:latin typeface="Arial"/>
                <a:ea typeface="Arial"/>
                <a:cs typeface="Arial"/>
              </a:defRPr>
            </a:lvl8pPr>
            <a:lvl9pPr algn="ctr">
              <a:defRPr sz="312" b="0">
                <a:solidFill>
                  <a:srgbClr val="231F20"/>
                </a:solidFill>
                <a:latin typeface="Arial"/>
                <a:ea typeface="Arial"/>
                <a:cs typeface="Arial"/>
              </a:defRPr>
            </a:lvl9pPr>
          </a:lstStyle>
          <a:p xmlns:a="http://schemas.openxmlformats.org/drawingml/2006/main">
            <a:pPr algn="ctr">
              <a:defRPr sz="312" b="0">
                <a:solidFill>
                  <a:srgbClr val="231F20"/>
                </a:solidFill>
                <a:latin typeface="Arial"/>
                <a:ea typeface="Arial"/>
                <a:cs typeface="Arial"/>
              </a:defRPr>
            </a:pPr>
            <a:r>
              <a:rPr sz="312" b="0">
                <a:solidFill>
                  <a:srgbClr val="231F20"/>
                </a:solidFill>
                <a:latin typeface="Arial"/>
                <a:ea typeface="Arial"/>
                <a:cs typeface="Arial"/>
              </a:rPr>
              <a:t>control</a:t>
            </a:r>
          </a:p>
        </p:txBody>
      </p:sp>
      <p:sp>
        <p:nvSpPr>
          <p:cNvPr id="742" name="block-1322">
            <a:extLst xmlns:a="http://schemas.openxmlformats.org/drawingml/2006/main">
              <a:ext uri="{FF2B5EF4-FFF2-40B4-BE49-F238E27FC236}">
                <a16:creationId xmlns:a16="http://schemas.microsoft.com/office/drawing/2014/main" id="{F0572985-4DC6-442F-8E3A-188950713A2A}"/>
              </a:ext>
            </a:extLst>
          </p:cNvPr>
          <p:cNvSpPr>
            <a:spLocks xmlns:a="http://schemas.openxmlformats.org/drawingml/2006/main" noGrp="1"/>
          </p:cNvSpPr>
          <p:nvPr/>
        </p:nvSpPr>
        <p:spPr>
          <a:xfrm xmlns:a="http://schemas.openxmlformats.org/drawingml/2006/main">
            <a:off x="3727514" y="2939320"/>
            <a:ext cx="44672" cy="57436"/>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43" name="circuit-1323">
            <a:extLst xmlns:a="http://schemas.openxmlformats.org/drawingml/2006/main">
              <a:ext uri="{FF2B5EF4-FFF2-40B4-BE49-F238E27FC236}">
                <a16:creationId xmlns:a16="http://schemas.microsoft.com/office/drawing/2014/main" id="{C2499365-1A40-4F17-938B-9079D0A888AF}"/>
              </a:ext>
            </a:extLst>
          </p:cNvPr>
          <p:cNvSpPr>
            <a:spLocks xmlns:a="http://schemas.openxmlformats.org/drawingml/2006/main" noGrp="1"/>
          </p:cNvSpPr>
          <p:nvPr/>
        </p:nvSpPr>
        <p:spPr>
          <a:xfrm xmlns:a="http://schemas.openxmlformats.org/drawingml/2006/main">
            <a:off x="3733895" y="2939320"/>
            <a:ext cx="31909" cy="17231"/>
          </a:xfrm>
          <a:custGeom xmlns:a="http://schemas.openxmlformats.org/drawingml/2006/main">
            <a:pathLst>
              <a:path w="31909" h="17231">
                <a:moveTo>
                  <a:pt x="0" y="0"/>
                </a:moveTo>
                <a:lnTo>
                  <a:pt x="15954" y="17231"/>
                </a:lnTo>
                <a:lnTo>
                  <a:pt x="31909" y="0"/>
                </a:lnTo>
                <a:close/>
              </a:path>
            </a:pathLst>
          </a:custGeom>
          <a:noFill xmlns:a="http://schemas.openxmlformats.org/drawingml/2006/main"/>
          <a:ln xmlns:a="http://schemas.openxmlformats.org/drawingml/2006/main" w="4148">
            <a:solidFill>
              <a:srgbClr val="231F20"/>
            </a:solidFill>
          </a:ln>
        </p:spPr>
      </p:sp>
      <p:sp>
        <p:nvSpPr>
          <p:cNvPr id="744" name="wire-1324">
            <a:extLst xmlns:a="http://schemas.openxmlformats.org/drawingml/2006/main">
              <a:ext uri="{FF2B5EF4-FFF2-40B4-BE49-F238E27FC236}">
                <a16:creationId xmlns:a16="http://schemas.microsoft.com/office/drawing/2014/main" id="{20E12B12-0125-4C99-84D5-E99E9673B1AA}"/>
              </a:ext>
            </a:extLst>
          </p:cNvPr>
          <p:cNvSpPr>
            <a:spLocks xmlns:a="http://schemas.openxmlformats.org/drawingml/2006/main" noGrp="1"/>
          </p:cNvSpPr>
          <p:nvPr/>
        </p:nvSpPr>
        <p:spPr>
          <a:xfrm xmlns:a="http://schemas.openxmlformats.org/drawingml/2006/main">
            <a:off x="3293555" y="2971229"/>
            <a:ext cx="134017" cy="9525"/>
          </a:xfrm>
          <a:custGeom xmlns:a="http://schemas.openxmlformats.org/drawingml/2006/main">
            <a:pathLst>
              <a:path w="134017" h="9525">
                <a:moveTo>
                  <a:pt x="0" y="0"/>
                </a:moveTo>
                <a:lnTo>
                  <a:pt x="134017" y="0"/>
                </a:lnTo>
              </a:path>
            </a:pathLst>
          </a:custGeom>
          <a:noFill xmlns:a="http://schemas.openxmlformats.org/drawingml/2006/main"/>
          <a:ln xmlns:a="http://schemas.openxmlformats.org/drawingml/2006/main" w="5424">
            <a:solidFill>
              <a:srgbClr val="231F20"/>
            </a:solidFill>
          </a:ln>
        </p:spPr>
      </p:sp>
      <p:sp>
        <p:nvSpPr>
          <p:cNvPr id="745" name="circuit-1325">
            <a:extLst xmlns:a="http://schemas.openxmlformats.org/drawingml/2006/main">
              <a:ext uri="{FF2B5EF4-FFF2-40B4-BE49-F238E27FC236}">
                <a16:creationId xmlns:a16="http://schemas.microsoft.com/office/drawing/2014/main" id="{97445D5A-D3EC-4062-9685-1BD7C5A23638}"/>
              </a:ext>
            </a:extLst>
          </p:cNvPr>
          <p:cNvSpPr>
            <a:spLocks xmlns:a="http://schemas.openxmlformats.org/drawingml/2006/main" noGrp="1"/>
          </p:cNvSpPr>
          <p:nvPr/>
        </p:nvSpPr>
        <p:spPr>
          <a:xfrm xmlns:a="http://schemas.openxmlformats.org/drawingml/2006/main">
            <a:off x="3411617" y="2964847"/>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46" name="wire-1326">
            <a:extLst xmlns:a="http://schemas.openxmlformats.org/drawingml/2006/main">
              <a:ext uri="{FF2B5EF4-FFF2-40B4-BE49-F238E27FC236}">
                <a16:creationId xmlns:a16="http://schemas.microsoft.com/office/drawing/2014/main" id="{69D751CD-58C6-4DF0-BAC6-D2FCCEB35027}"/>
              </a:ext>
            </a:extLst>
          </p:cNvPr>
          <p:cNvSpPr>
            <a:spLocks xmlns:a="http://schemas.openxmlformats.org/drawingml/2006/main" noGrp="1"/>
          </p:cNvSpPr>
          <p:nvPr/>
        </p:nvSpPr>
        <p:spPr>
          <a:xfrm xmlns:a="http://schemas.openxmlformats.org/drawingml/2006/main">
            <a:off x="3612642" y="2971229"/>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5424">
            <a:solidFill>
              <a:srgbClr val="231F20"/>
            </a:solidFill>
          </a:ln>
        </p:spPr>
      </p:sp>
      <p:sp>
        <p:nvSpPr>
          <p:cNvPr id="747" name="circuit-1327">
            <a:extLst xmlns:a="http://schemas.openxmlformats.org/drawingml/2006/main">
              <a:ext uri="{FF2B5EF4-FFF2-40B4-BE49-F238E27FC236}">
                <a16:creationId xmlns:a16="http://schemas.microsoft.com/office/drawing/2014/main" id="{82DAB227-8ABC-479F-81C3-70190E53C19D}"/>
              </a:ext>
            </a:extLst>
          </p:cNvPr>
          <p:cNvSpPr>
            <a:spLocks xmlns:a="http://schemas.openxmlformats.org/drawingml/2006/main" noGrp="1"/>
          </p:cNvSpPr>
          <p:nvPr/>
        </p:nvSpPr>
        <p:spPr>
          <a:xfrm xmlns:a="http://schemas.openxmlformats.org/drawingml/2006/main">
            <a:off x="3711559" y="2964847"/>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48" name="wire-1328">
            <a:extLst xmlns:a="http://schemas.openxmlformats.org/drawingml/2006/main">
              <a:ext uri="{FF2B5EF4-FFF2-40B4-BE49-F238E27FC236}">
                <a16:creationId xmlns:a16="http://schemas.microsoft.com/office/drawing/2014/main" id="{0F1B6B45-6A7B-46A6-9EA0-1CAC0AB74333}"/>
              </a:ext>
            </a:extLst>
          </p:cNvPr>
          <p:cNvSpPr>
            <a:spLocks xmlns:a="http://schemas.openxmlformats.org/drawingml/2006/main" noGrp="1"/>
          </p:cNvSpPr>
          <p:nvPr/>
        </p:nvSpPr>
        <p:spPr>
          <a:xfrm xmlns:a="http://schemas.openxmlformats.org/drawingml/2006/main">
            <a:off x="3772186" y="2971229"/>
            <a:ext cx="344615" cy="9525"/>
          </a:xfrm>
          <a:custGeom xmlns:a="http://schemas.openxmlformats.org/drawingml/2006/main">
            <a:pathLst>
              <a:path w="344615" h="9525">
                <a:moveTo>
                  <a:pt x="0" y="0"/>
                </a:moveTo>
                <a:lnTo>
                  <a:pt x="344615" y="0"/>
                </a:lnTo>
              </a:path>
            </a:pathLst>
          </a:custGeom>
          <a:noFill xmlns:a="http://schemas.openxmlformats.org/drawingml/2006/main"/>
          <a:ln xmlns:a="http://schemas.openxmlformats.org/drawingml/2006/main" w="5424">
            <a:solidFill>
              <a:srgbClr val="231F20"/>
            </a:solidFill>
          </a:ln>
        </p:spPr>
      </p:sp>
      <p:sp>
        <p:nvSpPr>
          <p:cNvPr id="749" name="circuit-1329">
            <a:extLst xmlns:a="http://schemas.openxmlformats.org/drawingml/2006/main">
              <a:ext uri="{FF2B5EF4-FFF2-40B4-BE49-F238E27FC236}">
                <a16:creationId xmlns:a16="http://schemas.microsoft.com/office/drawing/2014/main" id="{9EDB8F21-38FE-4488-A422-2C38BE6AE922}"/>
              </a:ext>
            </a:extLst>
          </p:cNvPr>
          <p:cNvSpPr>
            <a:spLocks xmlns:a="http://schemas.openxmlformats.org/drawingml/2006/main" noGrp="1"/>
          </p:cNvSpPr>
          <p:nvPr/>
        </p:nvSpPr>
        <p:spPr>
          <a:xfrm xmlns:a="http://schemas.openxmlformats.org/drawingml/2006/main">
            <a:off x="4100846" y="2964847"/>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750" name="text-1330">
            <a:extLst xmlns:a="http://schemas.openxmlformats.org/drawingml/2006/main">
              <a:ext uri="{FF2B5EF4-FFF2-40B4-BE49-F238E27FC236}">
                <a16:creationId xmlns:a16="http://schemas.microsoft.com/office/drawing/2014/main" id="{B99EAC14-2402-4D68-96EF-8D48A6015383}"/>
              </a:ext>
            </a:extLst>
          </p:cNvPr>
          <p:cNvSpPr>
            <a:spLocks xmlns:a="http://schemas.openxmlformats.org/drawingml/2006/main" noGrp="1"/>
          </p:cNvSpPr>
          <p:nvPr/>
        </p:nvSpPr>
        <p:spPr>
          <a:xfrm xmlns:a="http://schemas.openxmlformats.org/drawingml/2006/main">
            <a:off x="3816858" y="2932938"/>
            <a:ext cx="248888"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81" b="0">
                <a:solidFill>
                  <a:srgbClr val="231F20"/>
                </a:solidFill>
                <a:latin typeface="Arial"/>
                <a:ea typeface="Arial"/>
                <a:cs typeface="Arial"/>
              </a:defRPr>
            </a:defPPr>
            <a:lvl1pPr algn="ctr">
              <a:defRPr sz="281" b="0">
                <a:solidFill>
                  <a:srgbClr val="231F20"/>
                </a:solidFill>
                <a:latin typeface="Arial"/>
                <a:ea typeface="Arial"/>
                <a:cs typeface="Arial"/>
              </a:defRPr>
            </a:lvl1pPr>
            <a:lvl2pPr algn="ctr">
              <a:defRPr sz="281" b="0">
                <a:solidFill>
                  <a:srgbClr val="231F20"/>
                </a:solidFill>
                <a:latin typeface="Arial"/>
                <a:ea typeface="Arial"/>
                <a:cs typeface="Arial"/>
              </a:defRPr>
            </a:lvl2pPr>
            <a:lvl3pPr algn="ctr">
              <a:defRPr sz="281" b="0">
                <a:solidFill>
                  <a:srgbClr val="231F20"/>
                </a:solidFill>
                <a:latin typeface="Arial"/>
                <a:ea typeface="Arial"/>
                <a:cs typeface="Arial"/>
              </a:defRPr>
            </a:lvl3pPr>
            <a:lvl4pPr algn="ctr">
              <a:defRPr sz="281" b="0">
                <a:solidFill>
                  <a:srgbClr val="231F20"/>
                </a:solidFill>
                <a:latin typeface="Arial"/>
                <a:ea typeface="Arial"/>
                <a:cs typeface="Arial"/>
              </a:defRPr>
            </a:lvl4pPr>
            <a:lvl5pPr algn="ctr">
              <a:defRPr sz="281" b="0">
                <a:solidFill>
                  <a:srgbClr val="231F20"/>
                </a:solidFill>
                <a:latin typeface="Arial"/>
                <a:ea typeface="Arial"/>
                <a:cs typeface="Arial"/>
              </a:defRPr>
            </a:lvl5pPr>
            <a:lvl6pPr algn="ctr">
              <a:defRPr sz="281" b="0">
                <a:solidFill>
                  <a:srgbClr val="231F20"/>
                </a:solidFill>
                <a:latin typeface="Arial"/>
                <a:ea typeface="Arial"/>
                <a:cs typeface="Arial"/>
              </a:defRPr>
            </a:lvl6pPr>
            <a:lvl7pPr algn="ctr">
              <a:defRPr sz="281" b="0">
                <a:solidFill>
                  <a:srgbClr val="231F20"/>
                </a:solidFill>
                <a:latin typeface="Arial"/>
                <a:ea typeface="Arial"/>
                <a:cs typeface="Arial"/>
              </a:defRPr>
            </a:lvl7pPr>
            <a:lvl8pPr algn="ctr">
              <a:defRPr sz="281" b="0">
                <a:solidFill>
                  <a:srgbClr val="231F20"/>
                </a:solidFill>
                <a:latin typeface="Arial"/>
                <a:ea typeface="Arial"/>
                <a:cs typeface="Arial"/>
              </a:defRPr>
            </a:lvl8pPr>
            <a:lvl9pPr algn="ctr">
              <a:defRPr sz="281" b="0">
                <a:solidFill>
                  <a:srgbClr val="231F20"/>
                </a:solidFill>
                <a:latin typeface="Arial"/>
                <a:ea typeface="Arial"/>
                <a:cs typeface="Arial"/>
              </a:defRPr>
            </a:lvl9pPr>
          </a:lstStyle>
          <a:p xmlns:a="http://schemas.openxmlformats.org/drawingml/2006/main">
            <a:pPr algn="ctr">
              <a:defRPr sz="281" b="0">
                <a:solidFill>
                  <a:srgbClr val="231F20"/>
                </a:solidFill>
                <a:latin typeface="Arial"/>
                <a:ea typeface="Arial"/>
                <a:cs typeface="Arial"/>
              </a:defRPr>
            </a:pPr>
            <a:r>
              <a:rPr sz="281" b="0">
                <a:solidFill>
                  <a:srgbClr val="231F20"/>
                </a:solidFill>
                <a:latin typeface="Arial"/>
                <a:ea typeface="Arial"/>
                <a:cs typeface="Arial"/>
              </a:rPr>
              <a:t>PENABLE</a:t>
            </a:r>
          </a:p>
        </p:txBody>
      </p:sp>
      <p:sp>
        <p:nvSpPr>
          <p:cNvPr id="751" name="circuit-1331">
            <a:extLst xmlns:a="http://schemas.openxmlformats.org/drawingml/2006/main">
              <a:ext uri="{FF2B5EF4-FFF2-40B4-BE49-F238E27FC236}">
                <a16:creationId xmlns:a16="http://schemas.microsoft.com/office/drawing/2014/main" id="{07C0F294-09DB-490C-A983-841DB2B56E98}"/>
              </a:ext>
            </a:extLst>
          </p:cNvPr>
          <p:cNvSpPr>
            <a:spLocks xmlns:a="http://schemas.openxmlformats.org/drawingml/2006/main" noGrp="1"/>
          </p:cNvSpPr>
          <p:nvPr/>
        </p:nvSpPr>
        <p:spPr>
          <a:xfrm xmlns:a="http://schemas.openxmlformats.org/drawingml/2006/main">
            <a:off x="3950875" y="3003137"/>
            <a:ext cx="38290" cy="51054"/>
          </a:xfrm>
          <a:custGeom xmlns:a="http://schemas.openxmlformats.org/drawingml/2006/main">
            <a:pathLst>
              <a:path w="38290" h="51054">
                <a:moveTo>
                  <a:pt x="38290" y="0"/>
                </a:moveTo>
                <a:lnTo>
                  <a:pt x="0" y="19145"/>
                </a:lnTo>
                <a:lnTo>
                  <a:pt x="0" y="31909"/>
                </a:lnTo>
                <a:lnTo>
                  <a:pt x="38290" y="51054"/>
                </a:lnTo>
                <a:close/>
              </a:path>
            </a:pathLst>
          </a:custGeom>
          <a:solidFill xmlns:a="http://schemas.openxmlformats.org/drawingml/2006/main">
            <a:srgbClr val="FFFFFF"/>
          </a:solidFill>
          <a:ln xmlns:a="http://schemas.openxmlformats.org/drawingml/2006/main" w="5105">
            <a:solidFill>
              <a:srgbClr val="231F20"/>
            </a:solidFill>
          </a:ln>
        </p:spPr>
      </p:sp>
      <p:sp>
        <p:nvSpPr>
          <p:cNvPr id="752" name="wire-1332">
            <a:extLst xmlns:a="http://schemas.openxmlformats.org/drawingml/2006/main">
              <a:ext uri="{FF2B5EF4-FFF2-40B4-BE49-F238E27FC236}">
                <a16:creationId xmlns:a16="http://schemas.microsoft.com/office/drawing/2014/main" id="{F7902884-B6F9-4928-B05E-10149AC20DD5}"/>
              </a:ext>
            </a:extLst>
          </p:cNvPr>
          <p:cNvSpPr>
            <a:spLocks xmlns:a="http://schemas.openxmlformats.org/drawingml/2006/main" noGrp="1"/>
          </p:cNvSpPr>
          <p:nvPr/>
        </p:nvSpPr>
        <p:spPr>
          <a:xfrm xmlns:a="http://schemas.openxmlformats.org/drawingml/2006/main">
            <a:off x="3989165" y="3015901"/>
            <a:ext cx="127635" cy="9525"/>
          </a:xfrm>
          <a:custGeom xmlns:a="http://schemas.openxmlformats.org/drawingml/2006/main">
            <a:pathLst>
              <a:path w="127635" h="9525">
                <a:moveTo>
                  <a:pt x="127635" y="0"/>
                </a:moveTo>
                <a:lnTo>
                  <a:pt x="0" y="0"/>
                </a:lnTo>
              </a:path>
            </a:pathLst>
          </a:custGeom>
          <a:noFill xmlns:a="http://schemas.openxmlformats.org/drawingml/2006/main"/>
          <a:ln xmlns:a="http://schemas.openxmlformats.org/drawingml/2006/main" w="5424">
            <a:solidFill>
              <a:srgbClr val="231F20"/>
            </a:solidFill>
          </a:ln>
        </p:spPr>
      </p:sp>
      <p:sp>
        <p:nvSpPr>
          <p:cNvPr id="753" name="circuit-1333">
            <a:extLst xmlns:a="http://schemas.openxmlformats.org/drawingml/2006/main">
              <a:ext uri="{FF2B5EF4-FFF2-40B4-BE49-F238E27FC236}">
                <a16:creationId xmlns:a16="http://schemas.microsoft.com/office/drawing/2014/main" id="{4DEE19B3-D179-453B-A144-FDC0E4D6BBA1}"/>
              </a:ext>
            </a:extLst>
          </p:cNvPr>
          <p:cNvSpPr>
            <a:spLocks xmlns:a="http://schemas.openxmlformats.org/drawingml/2006/main" noGrp="1"/>
          </p:cNvSpPr>
          <p:nvPr/>
        </p:nvSpPr>
        <p:spPr>
          <a:xfrm xmlns:a="http://schemas.openxmlformats.org/drawingml/2006/main">
            <a:off x="3989165" y="3009519"/>
            <a:ext cx="15954" cy="12763"/>
          </a:xfrm>
          <a:custGeom xmlns:a="http://schemas.openxmlformats.org/drawingml/2006/main">
            <a:pathLst>
              <a:path w="15954" h="12763">
                <a:moveTo>
                  <a:pt x="0" y="6382"/>
                </a:moveTo>
                <a:lnTo>
                  <a:pt x="15954" y="12763"/>
                </a:lnTo>
                <a:lnTo>
                  <a:pt x="15954" y="0"/>
                </a:lnTo>
                <a:close/>
              </a:path>
            </a:pathLst>
          </a:custGeom>
          <a:solidFill xmlns:a="http://schemas.openxmlformats.org/drawingml/2006/main">
            <a:srgbClr val="231F20"/>
          </a:solidFill>
          <a:ln xmlns:a="http://schemas.openxmlformats.org/drawingml/2006/main" w="1915">
            <a:solidFill>
              <a:srgbClr val="231F20"/>
            </a:solidFill>
          </a:ln>
        </p:spPr>
      </p:sp>
      <p:sp>
        <p:nvSpPr>
          <p:cNvPr id="754" name="wire-1334">
            <a:extLst xmlns:a="http://schemas.openxmlformats.org/drawingml/2006/main">
              <a:ext uri="{FF2B5EF4-FFF2-40B4-BE49-F238E27FC236}">
                <a16:creationId xmlns:a16="http://schemas.microsoft.com/office/drawing/2014/main" id="{2D815D37-1942-4098-B714-C781A80436C2}"/>
              </a:ext>
            </a:extLst>
          </p:cNvPr>
          <p:cNvSpPr>
            <a:spLocks xmlns:a="http://schemas.openxmlformats.org/drawingml/2006/main" noGrp="1"/>
          </p:cNvSpPr>
          <p:nvPr/>
        </p:nvSpPr>
        <p:spPr>
          <a:xfrm xmlns:a="http://schemas.openxmlformats.org/drawingml/2006/main">
            <a:off x="3989165" y="3041428"/>
            <a:ext cx="127635" cy="9525"/>
          </a:xfrm>
          <a:custGeom xmlns:a="http://schemas.openxmlformats.org/drawingml/2006/main">
            <a:pathLst>
              <a:path w="127635" h="9525">
                <a:moveTo>
                  <a:pt x="127635" y="0"/>
                </a:moveTo>
                <a:lnTo>
                  <a:pt x="0" y="0"/>
                </a:lnTo>
              </a:path>
            </a:pathLst>
          </a:custGeom>
          <a:noFill xmlns:a="http://schemas.openxmlformats.org/drawingml/2006/main"/>
          <a:ln xmlns:a="http://schemas.openxmlformats.org/drawingml/2006/main" w="5424">
            <a:solidFill>
              <a:srgbClr val="231F20"/>
            </a:solidFill>
          </a:ln>
        </p:spPr>
      </p:sp>
      <p:sp>
        <p:nvSpPr>
          <p:cNvPr id="755" name="circuit-1335">
            <a:extLst xmlns:a="http://schemas.openxmlformats.org/drawingml/2006/main">
              <a:ext uri="{FF2B5EF4-FFF2-40B4-BE49-F238E27FC236}">
                <a16:creationId xmlns:a16="http://schemas.microsoft.com/office/drawing/2014/main" id="{5FC944E1-B540-4215-951A-B0A0DF4B92DF}"/>
              </a:ext>
            </a:extLst>
          </p:cNvPr>
          <p:cNvSpPr>
            <a:spLocks xmlns:a="http://schemas.openxmlformats.org/drawingml/2006/main" noGrp="1"/>
          </p:cNvSpPr>
          <p:nvPr/>
        </p:nvSpPr>
        <p:spPr>
          <a:xfrm xmlns:a="http://schemas.openxmlformats.org/drawingml/2006/main">
            <a:off x="3989165" y="3035046"/>
            <a:ext cx="15954" cy="12764"/>
          </a:xfrm>
          <a:custGeom xmlns:a="http://schemas.openxmlformats.org/drawingml/2006/main">
            <a:pathLst>
              <a:path w="15954" h="12764">
                <a:moveTo>
                  <a:pt x="0" y="6382"/>
                </a:moveTo>
                <a:lnTo>
                  <a:pt x="15954" y="12764"/>
                </a:lnTo>
                <a:lnTo>
                  <a:pt x="15954" y="0"/>
                </a:lnTo>
                <a:close/>
              </a:path>
            </a:pathLst>
          </a:custGeom>
          <a:solidFill xmlns:a="http://schemas.openxmlformats.org/drawingml/2006/main">
            <a:srgbClr val="231F20"/>
          </a:solidFill>
          <a:ln xmlns:a="http://schemas.openxmlformats.org/drawingml/2006/main" w="1915">
            <a:solidFill>
              <a:srgbClr val="231F20"/>
            </a:solidFill>
          </a:ln>
        </p:spPr>
      </p:sp>
      <p:sp>
        <p:nvSpPr>
          <p:cNvPr id="756" name="wire-1336">
            <a:extLst xmlns:a="http://schemas.openxmlformats.org/drawingml/2006/main">
              <a:ext uri="{FF2B5EF4-FFF2-40B4-BE49-F238E27FC236}">
                <a16:creationId xmlns:a16="http://schemas.microsoft.com/office/drawing/2014/main" id="{2367ACAC-B450-4CB7-9D92-5D6B00231A6D}"/>
              </a:ext>
            </a:extLst>
          </p:cNvPr>
          <p:cNvSpPr>
            <a:spLocks xmlns:a="http://schemas.openxmlformats.org/drawingml/2006/main" noGrp="1"/>
          </p:cNvSpPr>
          <p:nvPr/>
        </p:nvSpPr>
        <p:spPr>
          <a:xfrm xmlns:a="http://schemas.openxmlformats.org/drawingml/2006/main">
            <a:off x="3293555" y="3028664"/>
            <a:ext cx="657320" cy="9525"/>
          </a:xfrm>
          <a:custGeom xmlns:a="http://schemas.openxmlformats.org/drawingml/2006/main">
            <a:pathLst>
              <a:path w="657320" h="9525">
                <a:moveTo>
                  <a:pt x="657320" y="0"/>
                </a:moveTo>
                <a:lnTo>
                  <a:pt x="0" y="0"/>
                </a:lnTo>
              </a:path>
            </a:pathLst>
          </a:custGeom>
          <a:noFill xmlns:a="http://schemas.openxmlformats.org/drawingml/2006/main"/>
          <a:ln xmlns:a="http://schemas.openxmlformats.org/drawingml/2006/main" w="5424">
            <a:solidFill>
              <a:srgbClr val="231F20"/>
            </a:solidFill>
          </a:ln>
        </p:spPr>
      </p:sp>
      <p:sp>
        <p:nvSpPr>
          <p:cNvPr id="757" name="circuit-1337">
            <a:extLst xmlns:a="http://schemas.openxmlformats.org/drawingml/2006/main">
              <a:ext uri="{FF2B5EF4-FFF2-40B4-BE49-F238E27FC236}">
                <a16:creationId xmlns:a16="http://schemas.microsoft.com/office/drawing/2014/main" id="{1F77781C-852A-4B84-9E3D-1DE7942D52F2}"/>
              </a:ext>
            </a:extLst>
          </p:cNvPr>
          <p:cNvSpPr>
            <a:spLocks xmlns:a="http://schemas.openxmlformats.org/drawingml/2006/main" noGrp="1"/>
          </p:cNvSpPr>
          <p:nvPr/>
        </p:nvSpPr>
        <p:spPr>
          <a:xfrm xmlns:a="http://schemas.openxmlformats.org/drawingml/2006/main">
            <a:off x="3293555" y="3022283"/>
            <a:ext cx="15954" cy="12763"/>
          </a:xfrm>
          <a:custGeom xmlns:a="http://schemas.openxmlformats.org/drawingml/2006/main">
            <a:pathLst>
              <a:path w="15954" h="12763">
                <a:moveTo>
                  <a:pt x="0" y="6382"/>
                </a:moveTo>
                <a:lnTo>
                  <a:pt x="15954" y="12763"/>
                </a:lnTo>
                <a:lnTo>
                  <a:pt x="15954" y="0"/>
                </a:lnTo>
                <a:close/>
              </a:path>
            </a:pathLst>
          </a:custGeom>
          <a:solidFill xmlns:a="http://schemas.openxmlformats.org/drawingml/2006/main">
            <a:srgbClr val="231F20"/>
          </a:solidFill>
          <a:ln xmlns:a="http://schemas.openxmlformats.org/drawingml/2006/main" w="1915">
            <a:solidFill>
              <a:srgbClr val="231F20"/>
            </a:solidFill>
          </a:ln>
        </p:spPr>
      </p:sp>
      <p:sp>
        <p:nvSpPr>
          <p:cNvPr id="758" name="text-1338">
            <a:extLst xmlns:a="http://schemas.openxmlformats.org/drawingml/2006/main">
              <a:ext uri="{FF2B5EF4-FFF2-40B4-BE49-F238E27FC236}">
                <a16:creationId xmlns:a16="http://schemas.microsoft.com/office/drawing/2014/main" id="{535E82CC-E1B6-4324-A983-E07E2AE2F6F1}"/>
              </a:ext>
            </a:extLst>
          </p:cNvPr>
          <p:cNvSpPr>
            <a:spLocks xmlns:a="http://schemas.openxmlformats.org/drawingml/2006/main" noGrp="1"/>
          </p:cNvSpPr>
          <p:nvPr/>
        </p:nvSpPr>
        <p:spPr>
          <a:xfrm xmlns:a="http://schemas.openxmlformats.org/drawingml/2006/main">
            <a:off x="3478625" y="2996756"/>
            <a:ext cx="408432" cy="35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HRDATA</a:t>
            </a:r>
          </a:p>
        </p:txBody>
      </p:sp>
      <p:sp>
        <p:nvSpPr>
          <p:cNvPr id="759" name="block-1339">
            <a:extLst xmlns:a="http://schemas.openxmlformats.org/drawingml/2006/main">
              <a:ext uri="{FF2B5EF4-FFF2-40B4-BE49-F238E27FC236}">
                <a16:creationId xmlns:a16="http://schemas.microsoft.com/office/drawing/2014/main" id="{413D79DB-5767-47C5-A97C-3A40050CADCF}"/>
              </a:ext>
            </a:extLst>
          </p:cNvPr>
          <p:cNvSpPr>
            <a:spLocks xmlns:a="http://schemas.openxmlformats.org/drawingml/2006/main" noGrp="1"/>
          </p:cNvSpPr>
          <p:nvPr/>
        </p:nvSpPr>
        <p:spPr>
          <a:xfrm xmlns:a="http://schemas.openxmlformats.org/drawingml/2006/main">
            <a:off x="4315911" y="2685326"/>
            <a:ext cx="578187" cy="16975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60" name="text-1340">
            <a:extLst xmlns:a="http://schemas.openxmlformats.org/drawingml/2006/main">
              <a:ext uri="{FF2B5EF4-FFF2-40B4-BE49-F238E27FC236}">
                <a16:creationId xmlns:a16="http://schemas.microsoft.com/office/drawing/2014/main" id="{99338694-E364-4E12-810F-576C94BC88BD}"/>
              </a:ext>
            </a:extLst>
          </p:cNvPr>
          <p:cNvSpPr>
            <a:spLocks xmlns:a="http://schemas.openxmlformats.org/drawingml/2006/main" noGrp="1"/>
          </p:cNvSpPr>
          <p:nvPr/>
        </p:nvSpPr>
        <p:spPr>
          <a:xfrm xmlns:a="http://schemas.openxmlformats.org/drawingml/2006/main">
            <a:off x="4321016" y="2681497"/>
            <a:ext cx="567976"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Arial"/>
                <a:ea typeface="Arial"/>
                <a:cs typeface="Arial"/>
              </a:defRPr>
            </a:defPPr>
            <a:lvl1pPr algn="ctr">
              <a:defRPr sz="452" b="1">
                <a:solidFill>
                  <a:srgbClr val="231F20"/>
                </a:solidFill>
                <a:latin typeface="Arial"/>
                <a:ea typeface="Arial"/>
                <a:cs typeface="Arial"/>
              </a:defRPr>
            </a:lvl1pPr>
            <a:lvl2pPr algn="ctr">
              <a:defRPr sz="452" b="1">
                <a:solidFill>
                  <a:srgbClr val="231F20"/>
                </a:solidFill>
                <a:latin typeface="Arial"/>
                <a:ea typeface="Arial"/>
                <a:cs typeface="Arial"/>
              </a:defRPr>
            </a:lvl2pPr>
            <a:lvl3pPr algn="ctr">
              <a:defRPr sz="452" b="1">
                <a:solidFill>
                  <a:srgbClr val="231F20"/>
                </a:solidFill>
                <a:latin typeface="Arial"/>
                <a:ea typeface="Arial"/>
                <a:cs typeface="Arial"/>
              </a:defRPr>
            </a:lvl3pPr>
            <a:lvl4pPr algn="ctr">
              <a:defRPr sz="452" b="1">
                <a:solidFill>
                  <a:srgbClr val="231F20"/>
                </a:solidFill>
                <a:latin typeface="Arial"/>
                <a:ea typeface="Arial"/>
                <a:cs typeface="Arial"/>
              </a:defRPr>
            </a:lvl4pPr>
            <a:lvl5pPr algn="ctr">
              <a:defRPr sz="452" b="1">
                <a:solidFill>
                  <a:srgbClr val="231F20"/>
                </a:solidFill>
                <a:latin typeface="Arial"/>
                <a:ea typeface="Arial"/>
                <a:cs typeface="Arial"/>
              </a:defRPr>
            </a:lvl5pPr>
            <a:lvl6pPr algn="ctr">
              <a:defRPr sz="452" b="1">
                <a:solidFill>
                  <a:srgbClr val="231F20"/>
                </a:solidFill>
                <a:latin typeface="Arial"/>
                <a:ea typeface="Arial"/>
                <a:cs typeface="Arial"/>
              </a:defRPr>
            </a:lvl6pPr>
            <a:lvl7pPr algn="ctr">
              <a:defRPr sz="452" b="1">
                <a:solidFill>
                  <a:srgbClr val="231F20"/>
                </a:solidFill>
                <a:latin typeface="Arial"/>
                <a:ea typeface="Arial"/>
                <a:cs typeface="Arial"/>
              </a:defRPr>
            </a:lvl7pPr>
            <a:lvl8pPr algn="ctr">
              <a:defRPr sz="452" b="1">
                <a:solidFill>
                  <a:srgbClr val="231F20"/>
                </a:solidFill>
                <a:latin typeface="Arial"/>
                <a:ea typeface="Arial"/>
                <a:cs typeface="Arial"/>
              </a:defRPr>
            </a:lvl8pPr>
            <a:lvl9pPr algn="ctr">
              <a:defRPr sz="452" b="1">
                <a:solidFill>
                  <a:srgbClr val="231F20"/>
                </a:solidFill>
                <a:latin typeface="Arial"/>
                <a:ea typeface="Arial"/>
                <a:cs typeface="Arial"/>
              </a:defRPr>
            </a:lvl9pPr>
          </a:lstStyle>
          <a:p xmlns:a="http://schemas.openxmlformats.org/drawingml/2006/main">
            <a:pPr algn="ctr">
              <a:defRPr sz="452" b="1">
                <a:solidFill>
                  <a:srgbClr val="231F20"/>
                </a:solidFill>
                <a:latin typeface="Arial"/>
                <a:ea typeface="Arial"/>
                <a:cs typeface="Arial"/>
              </a:defRPr>
            </a:pPr>
            <a:r>
              <a:rPr sz="452" b="1">
                <a:solidFill>
                  <a:srgbClr val="231F20"/>
                </a:solidFill>
                <a:latin typeface="Arial"/>
                <a:ea typeface="Arial"/>
                <a:cs typeface="Arial"/>
              </a:rPr>
              <a:t>uart_apb</a:t>
            </a:r>
          </a:p>
        </p:txBody>
      </p:sp>
      <p:sp>
        <p:nvSpPr>
          <p:cNvPr id="761" name="block-1341">
            <a:extLst xmlns:a="http://schemas.openxmlformats.org/drawingml/2006/main">
              <a:ext uri="{FF2B5EF4-FFF2-40B4-BE49-F238E27FC236}">
                <a16:creationId xmlns:a16="http://schemas.microsoft.com/office/drawing/2014/main" id="{98FA9A3E-2E68-408F-967C-3FB2CFBDE7B5}"/>
              </a:ext>
            </a:extLst>
          </p:cNvPr>
          <p:cNvSpPr>
            <a:spLocks xmlns:a="http://schemas.openxmlformats.org/drawingml/2006/main" noGrp="1"/>
          </p:cNvSpPr>
          <p:nvPr/>
        </p:nvSpPr>
        <p:spPr>
          <a:xfrm xmlns:a="http://schemas.openxmlformats.org/drawingml/2006/main">
            <a:off x="4391216" y="2760631"/>
            <a:ext cx="140399" cy="7658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62" name="wire-1342">
            <a:extLst xmlns:a="http://schemas.openxmlformats.org/drawingml/2006/main">
              <a:ext uri="{FF2B5EF4-FFF2-40B4-BE49-F238E27FC236}">
                <a16:creationId xmlns:a16="http://schemas.microsoft.com/office/drawing/2014/main" id="{12F2D9BD-6F9A-4FE3-B9A4-FF8E61388290}"/>
              </a:ext>
            </a:extLst>
          </p:cNvPr>
          <p:cNvSpPr>
            <a:spLocks xmlns:a="http://schemas.openxmlformats.org/drawingml/2006/main" noGrp="1"/>
          </p:cNvSpPr>
          <p:nvPr/>
        </p:nvSpPr>
        <p:spPr>
          <a:xfrm xmlns:a="http://schemas.openxmlformats.org/drawingml/2006/main">
            <a:off x="4391216" y="2779776"/>
            <a:ext cx="140399" cy="9525"/>
          </a:xfrm>
          <a:custGeom xmlns:a="http://schemas.openxmlformats.org/drawingml/2006/main">
            <a:pathLst>
              <a:path w="140399" h="9525">
                <a:moveTo>
                  <a:pt x="0" y="0"/>
                </a:moveTo>
                <a:lnTo>
                  <a:pt x="140399" y="0"/>
                </a:lnTo>
              </a:path>
            </a:pathLst>
          </a:custGeom>
          <a:noFill xmlns:a="http://schemas.openxmlformats.org/drawingml/2006/main"/>
          <a:ln xmlns:a="http://schemas.openxmlformats.org/drawingml/2006/main" w="3191">
            <a:solidFill>
              <a:srgbClr val="231F20"/>
            </a:solidFill>
          </a:ln>
        </p:spPr>
      </p:sp>
      <p:sp>
        <p:nvSpPr>
          <p:cNvPr id="763" name="wire-1343">
            <a:extLst xmlns:a="http://schemas.openxmlformats.org/drawingml/2006/main">
              <a:ext uri="{FF2B5EF4-FFF2-40B4-BE49-F238E27FC236}">
                <a16:creationId xmlns:a16="http://schemas.microsoft.com/office/drawing/2014/main" id="{87929ECE-2E6B-4D76-8042-03DDB9ED472B}"/>
              </a:ext>
            </a:extLst>
          </p:cNvPr>
          <p:cNvSpPr>
            <a:spLocks xmlns:a="http://schemas.openxmlformats.org/drawingml/2006/main" noGrp="1"/>
          </p:cNvSpPr>
          <p:nvPr/>
        </p:nvSpPr>
        <p:spPr>
          <a:xfrm xmlns:a="http://schemas.openxmlformats.org/drawingml/2006/main">
            <a:off x="4391216" y="2818067"/>
            <a:ext cx="140399" cy="9525"/>
          </a:xfrm>
          <a:custGeom xmlns:a="http://schemas.openxmlformats.org/drawingml/2006/main">
            <a:pathLst>
              <a:path w="140399" h="9525">
                <a:moveTo>
                  <a:pt x="0" y="0"/>
                </a:moveTo>
                <a:lnTo>
                  <a:pt x="140399" y="0"/>
                </a:lnTo>
              </a:path>
            </a:pathLst>
          </a:custGeom>
          <a:noFill xmlns:a="http://schemas.openxmlformats.org/drawingml/2006/main"/>
          <a:ln xmlns:a="http://schemas.openxmlformats.org/drawingml/2006/main" w="3191">
            <a:solidFill>
              <a:srgbClr val="231F20"/>
            </a:solidFill>
          </a:ln>
        </p:spPr>
      </p:sp>
      <p:sp>
        <p:nvSpPr>
          <p:cNvPr id="764" name="text-1344">
            <a:extLst xmlns:a="http://schemas.openxmlformats.org/drawingml/2006/main">
              <a:ext uri="{FF2B5EF4-FFF2-40B4-BE49-F238E27FC236}">
                <a16:creationId xmlns:a16="http://schemas.microsoft.com/office/drawing/2014/main" id="{6ECE12A9-047B-45ED-9CA7-B5E8E93B54CE}"/>
              </a:ext>
            </a:extLst>
          </p:cNvPr>
          <p:cNvSpPr>
            <a:spLocks xmlns:a="http://schemas.openxmlformats.org/drawingml/2006/main" noGrp="1"/>
          </p:cNvSpPr>
          <p:nvPr/>
        </p:nvSpPr>
        <p:spPr>
          <a:xfrm xmlns:a="http://schemas.openxmlformats.org/drawingml/2006/main">
            <a:off x="4395683" y="2779776"/>
            <a:ext cx="131464"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FIFO</a:t>
            </a:r>
          </a:p>
        </p:txBody>
      </p:sp>
      <p:sp>
        <p:nvSpPr>
          <p:cNvPr id="765" name="block-1345">
            <a:extLst xmlns:a="http://schemas.openxmlformats.org/drawingml/2006/main">
              <a:ext uri="{FF2B5EF4-FFF2-40B4-BE49-F238E27FC236}">
                <a16:creationId xmlns:a16="http://schemas.microsoft.com/office/drawing/2014/main" id="{8E9665BF-A3E9-4A20-A920-B1C9DC040E56}"/>
              </a:ext>
            </a:extLst>
          </p:cNvPr>
          <p:cNvSpPr>
            <a:spLocks xmlns:a="http://schemas.openxmlformats.org/drawingml/2006/main" noGrp="1"/>
          </p:cNvSpPr>
          <p:nvPr/>
        </p:nvSpPr>
        <p:spPr>
          <a:xfrm xmlns:a="http://schemas.openxmlformats.org/drawingml/2006/main">
            <a:off x="4646486" y="2760631"/>
            <a:ext cx="38291" cy="7658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66" name="circuit-1346">
            <a:extLst xmlns:a="http://schemas.openxmlformats.org/drawingml/2006/main">
              <a:ext uri="{FF2B5EF4-FFF2-40B4-BE49-F238E27FC236}">
                <a16:creationId xmlns:a16="http://schemas.microsoft.com/office/drawing/2014/main" id="{47AE3D04-F756-43D1-80FB-F4D416D6A2B3}"/>
              </a:ext>
            </a:extLst>
          </p:cNvPr>
          <p:cNvSpPr>
            <a:spLocks xmlns:a="http://schemas.openxmlformats.org/drawingml/2006/main" noGrp="1"/>
          </p:cNvSpPr>
          <p:nvPr/>
        </p:nvSpPr>
        <p:spPr>
          <a:xfrm xmlns:a="http://schemas.openxmlformats.org/drawingml/2006/main">
            <a:off x="4652867" y="2760631"/>
            <a:ext cx="25527" cy="17231"/>
          </a:xfrm>
          <a:custGeom xmlns:a="http://schemas.openxmlformats.org/drawingml/2006/main">
            <a:pathLst>
              <a:path w="25527" h="17231">
                <a:moveTo>
                  <a:pt x="0" y="0"/>
                </a:moveTo>
                <a:lnTo>
                  <a:pt x="12764" y="17231"/>
                </a:lnTo>
                <a:lnTo>
                  <a:pt x="25527" y="0"/>
                </a:lnTo>
                <a:close/>
              </a:path>
            </a:pathLst>
          </a:custGeom>
          <a:noFill xmlns:a="http://schemas.openxmlformats.org/drawingml/2006/main"/>
          <a:ln xmlns:a="http://schemas.openxmlformats.org/drawingml/2006/main" w="4148">
            <a:solidFill>
              <a:srgbClr val="231F20"/>
            </a:solidFill>
          </a:ln>
        </p:spPr>
      </p:sp>
      <p:sp>
        <p:nvSpPr>
          <p:cNvPr id="767" name="block-1347">
            <a:extLst xmlns:a="http://schemas.openxmlformats.org/drawingml/2006/main">
              <a:ext uri="{FF2B5EF4-FFF2-40B4-BE49-F238E27FC236}">
                <a16:creationId xmlns:a16="http://schemas.microsoft.com/office/drawing/2014/main" id="{A055B254-3DD7-4086-AB69-8C4D8A40D89E}"/>
              </a:ext>
            </a:extLst>
          </p:cNvPr>
          <p:cNvSpPr>
            <a:spLocks xmlns:a="http://schemas.openxmlformats.org/drawingml/2006/main" noGrp="1"/>
          </p:cNvSpPr>
          <p:nvPr/>
        </p:nvSpPr>
        <p:spPr>
          <a:xfrm xmlns:a="http://schemas.openxmlformats.org/drawingml/2006/main">
            <a:off x="4684776" y="2760631"/>
            <a:ext cx="38291" cy="7658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68" name="circuit-1348">
            <a:extLst xmlns:a="http://schemas.openxmlformats.org/drawingml/2006/main">
              <a:ext uri="{FF2B5EF4-FFF2-40B4-BE49-F238E27FC236}">
                <a16:creationId xmlns:a16="http://schemas.microsoft.com/office/drawing/2014/main" id="{F0C6DF2A-FEB2-4DE8-8FD0-73052DE924D9}"/>
              </a:ext>
            </a:extLst>
          </p:cNvPr>
          <p:cNvSpPr>
            <a:spLocks xmlns:a="http://schemas.openxmlformats.org/drawingml/2006/main" noGrp="1"/>
          </p:cNvSpPr>
          <p:nvPr/>
        </p:nvSpPr>
        <p:spPr>
          <a:xfrm xmlns:a="http://schemas.openxmlformats.org/drawingml/2006/main">
            <a:off x="4691158" y="2760631"/>
            <a:ext cx="25527" cy="17231"/>
          </a:xfrm>
          <a:custGeom xmlns:a="http://schemas.openxmlformats.org/drawingml/2006/main">
            <a:pathLst>
              <a:path w="25527" h="17231">
                <a:moveTo>
                  <a:pt x="0" y="0"/>
                </a:moveTo>
                <a:lnTo>
                  <a:pt x="12763" y="17231"/>
                </a:lnTo>
                <a:lnTo>
                  <a:pt x="25527" y="0"/>
                </a:lnTo>
                <a:close/>
              </a:path>
            </a:pathLst>
          </a:custGeom>
          <a:noFill xmlns:a="http://schemas.openxmlformats.org/drawingml/2006/main"/>
          <a:ln xmlns:a="http://schemas.openxmlformats.org/drawingml/2006/main" w="4148">
            <a:solidFill>
              <a:srgbClr val="231F20"/>
            </a:solidFill>
          </a:ln>
        </p:spPr>
      </p:sp>
      <p:sp>
        <p:nvSpPr>
          <p:cNvPr id="769" name="block-1349">
            <a:extLst xmlns:a="http://schemas.openxmlformats.org/drawingml/2006/main">
              <a:ext uri="{FF2B5EF4-FFF2-40B4-BE49-F238E27FC236}">
                <a16:creationId xmlns:a16="http://schemas.microsoft.com/office/drawing/2014/main" id="{661BCD54-031A-4FE5-BAC8-1A47A21FEB6C}"/>
              </a:ext>
            </a:extLst>
          </p:cNvPr>
          <p:cNvSpPr>
            <a:spLocks xmlns:a="http://schemas.openxmlformats.org/drawingml/2006/main" noGrp="1"/>
          </p:cNvSpPr>
          <p:nvPr/>
        </p:nvSpPr>
        <p:spPr>
          <a:xfrm xmlns:a="http://schemas.openxmlformats.org/drawingml/2006/main">
            <a:off x="4723067" y="2760631"/>
            <a:ext cx="38291" cy="7658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70" name="circuit-1350">
            <a:extLst xmlns:a="http://schemas.openxmlformats.org/drawingml/2006/main">
              <a:ext uri="{FF2B5EF4-FFF2-40B4-BE49-F238E27FC236}">
                <a16:creationId xmlns:a16="http://schemas.microsoft.com/office/drawing/2014/main" id="{5A1641D9-5DE5-457A-AC7A-2510890A299F}"/>
              </a:ext>
            </a:extLst>
          </p:cNvPr>
          <p:cNvSpPr>
            <a:spLocks xmlns:a="http://schemas.openxmlformats.org/drawingml/2006/main" noGrp="1"/>
          </p:cNvSpPr>
          <p:nvPr/>
        </p:nvSpPr>
        <p:spPr>
          <a:xfrm xmlns:a="http://schemas.openxmlformats.org/drawingml/2006/main">
            <a:off x="4729448" y="2760631"/>
            <a:ext cx="25527" cy="17231"/>
          </a:xfrm>
          <a:custGeom xmlns:a="http://schemas.openxmlformats.org/drawingml/2006/main">
            <a:pathLst>
              <a:path w="25527" h="17231">
                <a:moveTo>
                  <a:pt x="0" y="0"/>
                </a:moveTo>
                <a:lnTo>
                  <a:pt x="12763" y="17231"/>
                </a:lnTo>
                <a:lnTo>
                  <a:pt x="25527" y="0"/>
                </a:lnTo>
                <a:close/>
              </a:path>
            </a:pathLst>
          </a:custGeom>
          <a:noFill xmlns:a="http://schemas.openxmlformats.org/drawingml/2006/main"/>
          <a:ln xmlns:a="http://schemas.openxmlformats.org/drawingml/2006/main" w="4148">
            <a:solidFill>
              <a:srgbClr val="231F20"/>
            </a:solidFill>
          </a:ln>
        </p:spPr>
      </p:sp>
      <p:sp>
        <p:nvSpPr>
          <p:cNvPr id="771" name="block-1351">
            <a:extLst xmlns:a="http://schemas.openxmlformats.org/drawingml/2006/main">
              <a:ext uri="{FF2B5EF4-FFF2-40B4-BE49-F238E27FC236}">
                <a16:creationId xmlns:a16="http://schemas.microsoft.com/office/drawing/2014/main" id="{7906BA8A-BFB8-4599-95DA-D6C4A37C5919}"/>
              </a:ext>
            </a:extLst>
          </p:cNvPr>
          <p:cNvSpPr>
            <a:spLocks xmlns:a="http://schemas.openxmlformats.org/drawingml/2006/main" noGrp="1"/>
          </p:cNvSpPr>
          <p:nvPr/>
        </p:nvSpPr>
        <p:spPr>
          <a:xfrm xmlns:a="http://schemas.openxmlformats.org/drawingml/2006/main">
            <a:off x="4761357" y="2760631"/>
            <a:ext cx="38291" cy="7658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72" name="circuit-1352">
            <a:extLst xmlns:a="http://schemas.openxmlformats.org/drawingml/2006/main">
              <a:ext uri="{FF2B5EF4-FFF2-40B4-BE49-F238E27FC236}">
                <a16:creationId xmlns:a16="http://schemas.microsoft.com/office/drawing/2014/main" id="{E8C40EC6-D8AF-453A-9FA1-81CBBACDE6CC}"/>
              </a:ext>
            </a:extLst>
          </p:cNvPr>
          <p:cNvSpPr>
            <a:spLocks xmlns:a="http://schemas.openxmlformats.org/drawingml/2006/main" noGrp="1"/>
          </p:cNvSpPr>
          <p:nvPr/>
        </p:nvSpPr>
        <p:spPr>
          <a:xfrm xmlns:a="http://schemas.openxmlformats.org/drawingml/2006/main">
            <a:off x="4767739" y="2760631"/>
            <a:ext cx="25527" cy="17231"/>
          </a:xfrm>
          <a:custGeom xmlns:a="http://schemas.openxmlformats.org/drawingml/2006/main">
            <a:pathLst>
              <a:path w="25527" h="17231">
                <a:moveTo>
                  <a:pt x="0" y="0"/>
                </a:moveTo>
                <a:lnTo>
                  <a:pt x="12764" y="17231"/>
                </a:lnTo>
                <a:lnTo>
                  <a:pt x="25527" y="0"/>
                </a:lnTo>
                <a:close/>
              </a:path>
            </a:pathLst>
          </a:custGeom>
          <a:noFill xmlns:a="http://schemas.openxmlformats.org/drawingml/2006/main"/>
          <a:ln xmlns:a="http://schemas.openxmlformats.org/drawingml/2006/main" w="4148">
            <a:solidFill>
              <a:srgbClr val="231F20"/>
            </a:solidFill>
          </a:ln>
        </p:spPr>
      </p:sp>
      <p:sp>
        <p:nvSpPr>
          <p:cNvPr id="773" name="text-1353">
            <a:extLst xmlns:a="http://schemas.openxmlformats.org/drawingml/2006/main">
              <a:ext uri="{FF2B5EF4-FFF2-40B4-BE49-F238E27FC236}">
                <a16:creationId xmlns:a16="http://schemas.microsoft.com/office/drawing/2014/main" id="{CF5374BA-D7A0-4F2D-89F5-811C9B605788}"/>
              </a:ext>
            </a:extLst>
          </p:cNvPr>
          <p:cNvSpPr>
            <a:spLocks xmlns:a="http://schemas.openxmlformats.org/drawingml/2006/main" noGrp="1"/>
          </p:cNvSpPr>
          <p:nvPr/>
        </p:nvSpPr>
        <p:spPr>
          <a:xfrm xmlns:a="http://schemas.openxmlformats.org/drawingml/2006/main">
            <a:off x="4818793" y="2747867"/>
            <a:ext cx="70199"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TX</a:t>
            </a:r>
          </a:p>
        </p:txBody>
      </p:sp>
      <p:sp>
        <p:nvSpPr>
          <p:cNvPr id="774" name="wire-1354">
            <a:extLst xmlns:a="http://schemas.openxmlformats.org/drawingml/2006/main">
              <a:ext uri="{FF2B5EF4-FFF2-40B4-BE49-F238E27FC236}">
                <a16:creationId xmlns:a16="http://schemas.microsoft.com/office/drawing/2014/main" id="{972EC831-DE72-4669-802A-CE7F9F21AFD9}"/>
              </a:ext>
            </a:extLst>
          </p:cNvPr>
          <p:cNvSpPr>
            <a:spLocks xmlns:a="http://schemas.openxmlformats.org/drawingml/2006/main" noGrp="1"/>
          </p:cNvSpPr>
          <p:nvPr/>
        </p:nvSpPr>
        <p:spPr>
          <a:xfrm xmlns:a="http://schemas.openxmlformats.org/drawingml/2006/main">
            <a:off x="4595432" y="2849975"/>
            <a:ext cx="9525" cy="12763"/>
          </a:xfrm>
          <a:custGeom xmlns:a="http://schemas.openxmlformats.org/drawingml/2006/main">
            <a:pathLst>
              <a:path w="9525" h="12763">
                <a:moveTo>
                  <a:pt x="0" y="12763"/>
                </a:moveTo>
                <a:lnTo>
                  <a:pt x="0" y="0"/>
                </a:lnTo>
              </a:path>
            </a:pathLst>
          </a:custGeom>
          <a:noFill xmlns:a="http://schemas.openxmlformats.org/drawingml/2006/main"/>
          <a:ln xmlns:a="http://schemas.openxmlformats.org/drawingml/2006/main" w="5424">
            <a:solidFill>
              <a:srgbClr val="231F20"/>
            </a:solidFill>
          </a:ln>
        </p:spPr>
      </p:sp>
      <p:sp>
        <p:nvSpPr>
          <p:cNvPr id="775" name="wire-1355">
            <a:extLst xmlns:a="http://schemas.openxmlformats.org/drawingml/2006/main">
              <a:ext uri="{FF2B5EF4-FFF2-40B4-BE49-F238E27FC236}">
                <a16:creationId xmlns:a16="http://schemas.microsoft.com/office/drawing/2014/main" id="{1C6744AE-9BA8-4CCE-A9EE-BB18D64EA6C5}"/>
              </a:ext>
            </a:extLst>
          </p:cNvPr>
          <p:cNvSpPr>
            <a:spLocks xmlns:a="http://schemas.openxmlformats.org/drawingml/2006/main" noGrp="1"/>
          </p:cNvSpPr>
          <p:nvPr/>
        </p:nvSpPr>
        <p:spPr>
          <a:xfrm xmlns:a="http://schemas.openxmlformats.org/drawingml/2006/main">
            <a:off x="4340162" y="2849975"/>
            <a:ext cx="255270" cy="9525"/>
          </a:xfrm>
          <a:custGeom xmlns:a="http://schemas.openxmlformats.org/drawingml/2006/main">
            <a:pathLst>
              <a:path w="255270" h="9525">
                <a:moveTo>
                  <a:pt x="255270" y="0"/>
                </a:moveTo>
                <a:lnTo>
                  <a:pt x="0" y="0"/>
                </a:lnTo>
              </a:path>
            </a:pathLst>
          </a:custGeom>
          <a:noFill xmlns:a="http://schemas.openxmlformats.org/drawingml/2006/main"/>
          <a:ln xmlns:a="http://schemas.openxmlformats.org/drawingml/2006/main" w="5424">
            <a:solidFill>
              <a:srgbClr val="231F20"/>
            </a:solidFill>
          </a:ln>
        </p:spPr>
      </p:sp>
      <p:sp>
        <p:nvSpPr>
          <p:cNvPr id="776" name="wire-1356">
            <a:extLst xmlns:a="http://schemas.openxmlformats.org/drawingml/2006/main">
              <a:ext uri="{FF2B5EF4-FFF2-40B4-BE49-F238E27FC236}">
                <a16:creationId xmlns:a16="http://schemas.microsoft.com/office/drawing/2014/main" id="{0440FD6D-9022-4870-A53F-EB678C2C0A9A}"/>
              </a:ext>
            </a:extLst>
          </p:cNvPr>
          <p:cNvSpPr>
            <a:spLocks xmlns:a="http://schemas.openxmlformats.org/drawingml/2006/main" noGrp="1"/>
          </p:cNvSpPr>
          <p:nvPr/>
        </p:nvSpPr>
        <p:spPr>
          <a:xfrm xmlns:a="http://schemas.openxmlformats.org/drawingml/2006/main">
            <a:off x="4340162" y="2798921"/>
            <a:ext cx="9525" cy="51054"/>
          </a:xfrm>
          <a:custGeom xmlns:a="http://schemas.openxmlformats.org/drawingml/2006/main">
            <a:pathLst>
              <a:path w="9525" h="51054">
                <a:moveTo>
                  <a:pt x="0" y="51054"/>
                </a:moveTo>
                <a:lnTo>
                  <a:pt x="0" y="0"/>
                </a:lnTo>
              </a:path>
            </a:pathLst>
          </a:custGeom>
          <a:noFill xmlns:a="http://schemas.openxmlformats.org/drawingml/2006/main"/>
          <a:ln xmlns:a="http://schemas.openxmlformats.org/drawingml/2006/main" w="5424">
            <a:solidFill>
              <a:srgbClr val="231F20"/>
            </a:solidFill>
          </a:ln>
        </p:spPr>
      </p:sp>
      <p:sp>
        <p:nvSpPr>
          <p:cNvPr id="777" name="wire-1357">
            <a:extLst xmlns:a="http://schemas.openxmlformats.org/drawingml/2006/main">
              <a:ext uri="{FF2B5EF4-FFF2-40B4-BE49-F238E27FC236}">
                <a16:creationId xmlns:a16="http://schemas.microsoft.com/office/drawing/2014/main" id="{67B4B917-9261-4A0B-B8C9-849325DD24E5}"/>
              </a:ext>
            </a:extLst>
          </p:cNvPr>
          <p:cNvSpPr>
            <a:spLocks xmlns:a="http://schemas.openxmlformats.org/drawingml/2006/main" noGrp="1"/>
          </p:cNvSpPr>
          <p:nvPr/>
        </p:nvSpPr>
        <p:spPr>
          <a:xfrm xmlns:a="http://schemas.openxmlformats.org/drawingml/2006/main">
            <a:off x="4340162" y="2798921"/>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778" name="circuit-1358">
            <a:extLst xmlns:a="http://schemas.openxmlformats.org/drawingml/2006/main">
              <a:ext uri="{FF2B5EF4-FFF2-40B4-BE49-F238E27FC236}">
                <a16:creationId xmlns:a16="http://schemas.microsoft.com/office/drawing/2014/main" id="{A0BF4211-9895-47D0-8B95-C1F90E0AE4A3}"/>
              </a:ext>
            </a:extLst>
          </p:cNvPr>
          <p:cNvSpPr>
            <a:spLocks xmlns:a="http://schemas.openxmlformats.org/drawingml/2006/main" noGrp="1"/>
          </p:cNvSpPr>
          <p:nvPr/>
        </p:nvSpPr>
        <p:spPr>
          <a:xfrm xmlns:a="http://schemas.openxmlformats.org/drawingml/2006/main">
            <a:off x="4375261" y="2792540"/>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779" name="wire-1359">
            <a:extLst xmlns:a="http://schemas.openxmlformats.org/drawingml/2006/main">
              <a:ext uri="{FF2B5EF4-FFF2-40B4-BE49-F238E27FC236}">
                <a16:creationId xmlns:a16="http://schemas.microsoft.com/office/drawing/2014/main" id="{C997D8BC-2D85-43E3-8AA6-26A9C665E7E0}"/>
              </a:ext>
            </a:extLst>
          </p:cNvPr>
          <p:cNvSpPr>
            <a:spLocks xmlns:a="http://schemas.openxmlformats.org/drawingml/2006/main" noGrp="1"/>
          </p:cNvSpPr>
          <p:nvPr/>
        </p:nvSpPr>
        <p:spPr>
          <a:xfrm xmlns:a="http://schemas.openxmlformats.org/drawingml/2006/main">
            <a:off x="4531614" y="2798921"/>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5424">
            <a:solidFill>
              <a:srgbClr val="231F20"/>
            </a:solidFill>
          </a:ln>
        </p:spPr>
      </p:sp>
      <p:sp>
        <p:nvSpPr>
          <p:cNvPr id="780" name="circuit-1360">
            <a:extLst xmlns:a="http://schemas.openxmlformats.org/drawingml/2006/main">
              <a:ext uri="{FF2B5EF4-FFF2-40B4-BE49-F238E27FC236}">
                <a16:creationId xmlns:a16="http://schemas.microsoft.com/office/drawing/2014/main" id="{9EB5F3BD-F2EF-4846-8889-42419D3269AD}"/>
              </a:ext>
            </a:extLst>
          </p:cNvPr>
          <p:cNvSpPr>
            <a:spLocks xmlns:a="http://schemas.openxmlformats.org/drawingml/2006/main" noGrp="1"/>
          </p:cNvSpPr>
          <p:nvPr/>
        </p:nvSpPr>
        <p:spPr>
          <a:xfrm xmlns:a="http://schemas.openxmlformats.org/drawingml/2006/main">
            <a:off x="4630531" y="2792540"/>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781" name="wire-1361">
            <a:extLst xmlns:a="http://schemas.openxmlformats.org/drawingml/2006/main">
              <a:ext uri="{FF2B5EF4-FFF2-40B4-BE49-F238E27FC236}">
                <a16:creationId xmlns:a16="http://schemas.microsoft.com/office/drawing/2014/main" id="{C629CE49-E315-48E4-99E7-AE5848C457F2}"/>
              </a:ext>
            </a:extLst>
          </p:cNvPr>
          <p:cNvSpPr>
            <a:spLocks xmlns:a="http://schemas.openxmlformats.org/drawingml/2006/main" noGrp="1"/>
          </p:cNvSpPr>
          <p:nvPr/>
        </p:nvSpPr>
        <p:spPr>
          <a:xfrm xmlns:a="http://schemas.openxmlformats.org/drawingml/2006/main">
            <a:off x="4799648" y="2798921"/>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5424">
            <a:solidFill>
              <a:srgbClr val="231F20"/>
            </a:solidFill>
          </a:ln>
        </p:spPr>
      </p:sp>
      <p:sp>
        <p:nvSpPr>
          <p:cNvPr id="782" name="circuit-1362">
            <a:extLst xmlns:a="http://schemas.openxmlformats.org/drawingml/2006/main">
              <a:ext uri="{FF2B5EF4-FFF2-40B4-BE49-F238E27FC236}">
                <a16:creationId xmlns:a16="http://schemas.microsoft.com/office/drawing/2014/main" id="{53DCD393-C77A-4557-88D9-C1AB92055081}"/>
              </a:ext>
            </a:extLst>
          </p:cNvPr>
          <p:cNvSpPr>
            <a:spLocks xmlns:a="http://schemas.openxmlformats.org/drawingml/2006/main" noGrp="1"/>
          </p:cNvSpPr>
          <p:nvPr/>
        </p:nvSpPr>
        <p:spPr>
          <a:xfrm xmlns:a="http://schemas.openxmlformats.org/drawingml/2006/main">
            <a:off x="4885801" y="2792540"/>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783" name="block-1363">
            <a:extLst xmlns:a="http://schemas.openxmlformats.org/drawingml/2006/main">
              <a:ext uri="{FF2B5EF4-FFF2-40B4-BE49-F238E27FC236}">
                <a16:creationId xmlns:a16="http://schemas.microsoft.com/office/drawing/2014/main" id="{0893E99A-2B71-481B-A331-B5A1217D81C6}"/>
              </a:ext>
            </a:extLst>
          </p:cNvPr>
          <p:cNvSpPr>
            <a:spLocks xmlns:a="http://schemas.openxmlformats.org/drawingml/2006/main" noGrp="1"/>
          </p:cNvSpPr>
          <p:nvPr/>
        </p:nvSpPr>
        <p:spPr>
          <a:xfrm xmlns:a="http://schemas.openxmlformats.org/drawingml/2006/main">
            <a:off x="4985995" y="2685326"/>
            <a:ext cx="546278" cy="16975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84" name="text-1364">
            <a:extLst xmlns:a="http://schemas.openxmlformats.org/drawingml/2006/main">
              <a:ext uri="{FF2B5EF4-FFF2-40B4-BE49-F238E27FC236}">
                <a16:creationId xmlns:a16="http://schemas.microsoft.com/office/drawing/2014/main" id="{4B87B96C-F588-4D2E-BB7D-F1ED3C4E5857}"/>
              </a:ext>
            </a:extLst>
          </p:cNvPr>
          <p:cNvSpPr>
            <a:spLocks xmlns:a="http://schemas.openxmlformats.org/drawingml/2006/main" noGrp="1"/>
          </p:cNvSpPr>
          <p:nvPr/>
        </p:nvSpPr>
        <p:spPr>
          <a:xfrm xmlns:a="http://schemas.openxmlformats.org/drawingml/2006/main">
            <a:off x="4991100" y="2681497"/>
            <a:ext cx="536067"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52" b="1">
                <a:solidFill>
                  <a:srgbClr val="231F20"/>
                </a:solidFill>
                <a:latin typeface="Arial"/>
                <a:ea typeface="Arial"/>
                <a:cs typeface="Arial"/>
              </a:defRPr>
            </a:defPPr>
            <a:lvl1pPr algn="ctr">
              <a:defRPr sz="452" b="1">
                <a:solidFill>
                  <a:srgbClr val="231F20"/>
                </a:solidFill>
                <a:latin typeface="Arial"/>
                <a:ea typeface="Arial"/>
                <a:cs typeface="Arial"/>
              </a:defRPr>
            </a:lvl1pPr>
            <a:lvl2pPr algn="ctr">
              <a:defRPr sz="452" b="1">
                <a:solidFill>
                  <a:srgbClr val="231F20"/>
                </a:solidFill>
                <a:latin typeface="Arial"/>
                <a:ea typeface="Arial"/>
                <a:cs typeface="Arial"/>
              </a:defRPr>
            </a:lvl2pPr>
            <a:lvl3pPr algn="ctr">
              <a:defRPr sz="452" b="1">
                <a:solidFill>
                  <a:srgbClr val="231F20"/>
                </a:solidFill>
                <a:latin typeface="Arial"/>
                <a:ea typeface="Arial"/>
                <a:cs typeface="Arial"/>
              </a:defRPr>
            </a:lvl3pPr>
            <a:lvl4pPr algn="ctr">
              <a:defRPr sz="452" b="1">
                <a:solidFill>
                  <a:srgbClr val="231F20"/>
                </a:solidFill>
                <a:latin typeface="Arial"/>
                <a:ea typeface="Arial"/>
                <a:cs typeface="Arial"/>
              </a:defRPr>
            </a:lvl4pPr>
            <a:lvl5pPr algn="ctr">
              <a:defRPr sz="452" b="1">
                <a:solidFill>
                  <a:srgbClr val="231F20"/>
                </a:solidFill>
                <a:latin typeface="Arial"/>
                <a:ea typeface="Arial"/>
                <a:cs typeface="Arial"/>
              </a:defRPr>
            </a:lvl5pPr>
            <a:lvl6pPr algn="ctr">
              <a:defRPr sz="452" b="1">
                <a:solidFill>
                  <a:srgbClr val="231F20"/>
                </a:solidFill>
                <a:latin typeface="Arial"/>
                <a:ea typeface="Arial"/>
                <a:cs typeface="Arial"/>
              </a:defRPr>
            </a:lvl6pPr>
            <a:lvl7pPr algn="ctr">
              <a:defRPr sz="452" b="1">
                <a:solidFill>
                  <a:srgbClr val="231F20"/>
                </a:solidFill>
                <a:latin typeface="Arial"/>
                <a:ea typeface="Arial"/>
                <a:cs typeface="Arial"/>
              </a:defRPr>
            </a:lvl7pPr>
            <a:lvl8pPr algn="ctr">
              <a:defRPr sz="452" b="1">
                <a:solidFill>
                  <a:srgbClr val="231F20"/>
                </a:solidFill>
                <a:latin typeface="Arial"/>
                <a:ea typeface="Arial"/>
                <a:cs typeface="Arial"/>
              </a:defRPr>
            </a:lvl8pPr>
            <a:lvl9pPr algn="ctr">
              <a:defRPr sz="452" b="1">
                <a:solidFill>
                  <a:srgbClr val="231F20"/>
                </a:solidFill>
                <a:latin typeface="Arial"/>
                <a:ea typeface="Arial"/>
                <a:cs typeface="Arial"/>
              </a:defRPr>
            </a:lvl9pPr>
          </a:lstStyle>
          <a:p xmlns:a="http://schemas.openxmlformats.org/drawingml/2006/main">
            <a:pPr algn="ctr">
              <a:defRPr sz="452" b="1">
                <a:solidFill>
                  <a:srgbClr val="231F20"/>
                </a:solidFill>
                <a:latin typeface="Arial"/>
                <a:ea typeface="Arial"/>
                <a:cs typeface="Arial"/>
              </a:defRPr>
            </a:pPr>
            <a:r>
              <a:rPr sz="452" b="1">
                <a:solidFill>
                  <a:srgbClr val="231F20"/>
                </a:solidFill>
                <a:latin typeface="Arial"/>
                <a:ea typeface="Arial"/>
                <a:cs typeface="Arial"/>
              </a:rPr>
              <a:t>gpio_apb</a:t>
            </a:r>
          </a:p>
        </p:txBody>
      </p:sp>
      <p:sp>
        <p:nvSpPr>
          <p:cNvPr id="785" name="block-1365">
            <a:extLst xmlns:a="http://schemas.openxmlformats.org/drawingml/2006/main">
              <a:ext uri="{FF2B5EF4-FFF2-40B4-BE49-F238E27FC236}">
                <a16:creationId xmlns:a16="http://schemas.microsoft.com/office/drawing/2014/main" id="{784C97EC-3C5B-45B6-A980-C2D2DD3E2B9B}"/>
              </a:ext>
            </a:extLst>
          </p:cNvPr>
          <p:cNvSpPr>
            <a:spLocks xmlns:a="http://schemas.openxmlformats.org/drawingml/2006/main" noGrp="1"/>
          </p:cNvSpPr>
          <p:nvPr/>
        </p:nvSpPr>
        <p:spPr>
          <a:xfrm xmlns:a="http://schemas.openxmlformats.org/drawingml/2006/main">
            <a:off x="5042154" y="2760631"/>
            <a:ext cx="114872" cy="76581"/>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86" name="wire-1366">
            <a:extLst xmlns:a="http://schemas.openxmlformats.org/drawingml/2006/main">
              <a:ext uri="{FF2B5EF4-FFF2-40B4-BE49-F238E27FC236}">
                <a16:creationId xmlns:a16="http://schemas.microsoft.com/office/drawing/2014/main" id="{A20ABC43-D86A-4556-88BA-3E850FE6A6CA}"/>
              </a:ext>
            </a:extLst>
          </p:cNvPr>
          <p:cNvSpPr>
            <a:spLocks xmlns:a="http://schemas.openxmlformats.org/drawingml/2006/main" noGrp="1"/>
          </p:cNvSpPr>
          <p:nvPr/>
        </p:nvSpPr>
        <p:spPr>
          <a:xfrm xmlns:a="http://schemas.openxmlformats.org/drawingml/2006/main">
            <a:off x="5042154" y="2779776"/>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3191">
            <a:solidFill>
              <a:srgbClr val="231F20"/>
            </a:solidFill>
          </a:ln>
        </p:spPr>
      </p:sp>
      <p:sp>
        <p:nvSpPr>
          <p:cNvPr id="787" name="wire-1367">
            <a:extLst xmlns:a="http://schemas.openxmlformats.org/drawingml/2006/main">
              <a:ext uri="{FF2B5EF4-FFF2-40B4-BE49-F238E27FC236}">
                <a16:creationId xmlns:a16="http://schemas.microsoft.com/office/drawing/2014/main" id="{FEDA886A-8935-4B65-AD9B-66E6FE6BE94A}"/>
              </a:ext>
            </a:extLst>
          </p:cNvPr>
          <p:cNvSpPr>
            <a:spLocks xmlns:a="http://schemas.openxmlformats.org/drawingml/2006/main" noGrp="1"/>
          </p:cNvSpPr>
          <p:nvPr/>
        </p:nvSpPr>
        <p:spPr>
          <a:xfrm xmlns:a="http://schemas.openxmlformats.org/drawingml/2006/main">
            <a:off x="5042154" y="2818067"/>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3191">
            <a:solidFill>
              <a:srgbClr val="231F20"/>
            </a:solidFill>
          </a:ln>
        </p:spPr>
      </p:sp>
      <p:sp>
        <p:nvSpPr>
          <p:cNvPr id="788" name="text-1368">
            <a:extLst xmlns:a="http://schemas.openxmlformats.org/drawingml/2006/main">
              <a:ext uri="{FF2B5EF4-FFF2-40B4-BE49-F238E27FC236}">
                <a16:creationId xmlns:a16="http://schemas.microsoft.com/office/drawing/2014/main" id="{FE1AE8E9-4752-4BBB-B44A-4C6D264750D2}"/>
              </a:ext>
            </a:extLst>
          </p:cNvPr>
          <p:cNvSpPr>
            <a:spLocks xmlns:a="http://schemas.openxmlformats.org/drawingml/2006/main" noGrp="1"/>
          </p:cNvSpPr>
          <p:nvPr/>
        </p:nvSpPr>
        <p:spPr>
          <a:xfrm xmlns:a="http://schemas.openxmlformats.org/drawingml/2006/main">
            <a:off x="5046621" y="2779776"/>
            <a:ext cx="105937"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02" b="0">
                <a:solidFill>
                  <a:srgbClr val="231F20"/>
                </a:solidFill>
                <a:latin typeface="Arial"/>
                <a:ea typeface="Arial"/>
                <a:cs typeface="Arial"/>
              </a:defRPr>
            </a:defPPr>
            <a:lvl1pPr algn="ctr">
              <a:defRPr sz="302" b="0">
                <a:solidFill>
                  <a:srgbClr val="231F20"/>
                </a:solidFill>
                <a:latin typeface="Arial"/>
                <a:ea typeface="Arial"/>
                <a:cs typeface="Arial"/>
              </a:defRPr>
            </a:lvl1pPr>
            <a:lvl2pPr algn="ctr">
              <a:defRPr sz="302" b="0">
                <a:solidFill>
                  <a:srgbClr val="231F20"/>
                </a:solidFill>
                <a:latin typeface="Arial"/>
                <a:ea typeface="Arial"/>
                <a:cs typeface="Arial"/>
              </a:defRPr>
            </a:lvl2pPr>
            <a:lvl3pPr algn="ctr">
              <a:defRPr sz="302" b="0">
                <a:solidFill>
                  <a:srgbClr val="231F20"/>
                </a:solidFill>
                <a:latin typeface="Arial"/>
                <a:ea typeface="Arial"/>
                <a:cs typeface="Arial"/>
              </a:defRPr>
            </a:lvl3pPr>
            <a:lvl4pPr algn="ctr">
              <a:defRPr sz="302" b="0">
                <a:solidFill>
                  <a:srgbClr val="231F20"/>
                </a:solidFill>
                <a:latin typeface="Arial"/>
                <a:ea typeface="Arial"/>
                <a:cs typeface="Arial"/>
              </a:defRPr>
            </a:lvl4pPr>
            <a:lvl5pPr algn="ctr">
              <a:defRPr sz="302" b="0">
                <a:solidFill>
                  <a:srgbClr val="231F20"/>
                </a:solidFill>
                <a:latin typeface="Arial"/>
                <a:ea typeface="Arial"/>
                <a:cs typeface="Arial"/>
              </a:defRPr>
            </a:lvl5pPr>
            <a:lvl6pPr algn="ctr">
              <a:defRPr sz="302" b="0">
                <a:solidFill>
                  <a:srgbClr val="231F20"/>
                </a:solidFill>
                <a:latin typeface="Arial"/>
                <a:ea typeface="Arial"/>
                <a:cs typeface="Arial"/>
              </a:defRPr>
            </a:lvl6pPr>
            <a:lvl7pPr algn="ctr">
              <a:defRPr sz="302" b="0">
                <a:solidFill>
                  <a:srgbClr val="231F20"/>
                </a:solidFill>
                <a:latin typeface="Arial"/>
                <a:ea typeface="Arial"/>
                <a:cs typeface="Arial"/>
              </a:defRPr>
            </a:lvl7pPr>
            <a:lvl8pPr algn="ctr">
              <a:defRPr sz="302" b="0">
                <a:solidFill>
                  <a:srgbClr val="231F20"/>
                </a:solidFill>
                <a:latin typeface="Arial"/>
                <a:ea typeface="Arial"/>
                <a:cs typeface="Arial"/>
              </a:defRPr>
            </a:lvl8pPr>
            <a:lvl9pPr algn="ctr">
              <a:defRPr sz="302" b="0">
                <a:solidFill>
                  <a:srgbClr val="231F20"/>
                </a:solidFill>
                <a:latin typeface="Arial"/>
                <a:ea typeface="Arial"/>
                <a:cs typeface="Arial"/>
              </a:defRPr>
            </a:lvl9pPr>
          </a:lstStyle>
          <a:p xmlns:a="http://schemas.openxmlformats.org/drawingml/2006/main">
            <a:pPr algn="ctr">
              <a:defRPr sz="302" b="0">
                <a:solidFill>
                  <a:srgbClr val="231F20"/>
                </a:solidFill>
                <a:latin typeface="Arial"/>
                <a:ea typeface="Arial"/>
                <a:cs typeface="Arial"/>
              </a:defRPr>
            </a:pPr>
            <a:r>
              <a:rPr sz="302" b="0">
                <a:solidFill>
                  <a:srgbClr val="231F20"/>
                </a:solidFill>
                <a:latin typeface="Arial"/>
                <a:ea typeface="Arial"/>
                <a:cs typeface="Arial"/>
              </a:rPr>
              <a:t>regs</a:t>
            </a:r>
          </a:p>
        </p:txBody>
      </p:sp>
      <p:sp>
        <p:nvSpPr>
          <p:cNvPr id="789" name="block-1369">
            <a:extLst xmlns:a="http://schemas.openxmlformats.org/drawingml/2006/main">
              <a:ext uri="{FF2B5EF4-FFF2-40B4-BE49-F238E27FC236}">
                <a16:creationId xmlns:a16="http://schemas.microsoft.com/office/drawing/2014/main" id="{EF7FB92C-5EB2-4AE1-BC62-1F59ADB5BB19}"/>
              </a:ext>
            </a:extLst>
          </p:cNvPr>
          <p:cNvSpPr>
            <a:spLocks xmlns:a="http://schemas.openxmlformats.org/drawingml/2006/main" noGrp="1"/>
          </p:cNvSpPr>
          <p:nvPr/>
        </p:nvSpPr>
        <p:spPr>
          <a:xfrm xmlns:a="http://schemas.openxmlformats.org/drawingml/2006/main">
            <a:off x="5239988" y="2767013"/>
            <a:ext cx="108490" cy="70199"/>
          </a:xfrm>
          <a:prstGeom xmlns:a="http://schemas.openxmlformats.org/drawingml/2006/main" prst="rect">
            <a:avLst/>
          </a:prstGeom>
          <a:solidFill xmlns:a="http://schemas.openxmlformats.org/drawingml/2006/main">
            <a:srgbClr val="FFFFFF"/>
          </a:solidFill>
          <a:ln xmlns:a="http://schemas.openxmlformats.org/drawingml/2006/main" w="5105">
            <a:solidFill>
              <a:srgbClr val="231F20"/>
            </a:solidFill>
          </a:ln>
        </p:spPr>
      </p:sp>
      <p:sp>
        <p:nvSpPr>
          <p:cNvPr id="790" name="text-1370">
            <a:extLst xmlns:a="http://schemas.openxmlformats.org/drawingml/2006/main">
              <a:ext uri="{FF2B5EF4-FFF2-40B4-BE49-F238E27FC236}">
                <a16:creationId xmlns:a16="http://schemas.microsoft.com/office/drawing/2014/main" id="{D90A5A11-ED35-4A42-A5EA-C301CD5D915E}"/>
              </a:ext>
            </a:extLst>
          </p:cNvPr>
          <p:cNvSpPr>
            <a:spLocks xmlns:a="http://schemas.openxmlformats.org/drawingml/2006/main" noGrp="1"/>
          </p:cNvSpPr>
          <p:nvPr/>
        </p:nvSpPr>
        <p:spPr>
          <a:xfrm xmlns:a="http://schemas.openxmlformats.org/drawingml/2006/main">
            <a:off x="5246370" y="2770203"/>
            <a:ext cx="95726"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XOR</a:t>
            </a:r>
          </a:p>
        </p:txBody>
      </p:sp>
      <p:sp>
        <p:nvSpPr>
          <p:cNvPr id="791" name="wire-1371">
            <a:extLst xmlns:a="http://schemas.openxmlformats.org/drawingml/2006/main">
              <a:ext uri="{FF2B5EF4-FFF2-40B4-BE49-F238E27FC236}">
                <a16:creationId xmlns:a16="http://schemas.microsoft.com/office/drawing/2014/main" id="{245F7AEB-E59A-4C59-B864-D9E7ECB6A246}"/>
              </a:ext>
            </a:extLst>
          </p:cNvPr>
          <p:cNvSpPr>
            <a:spLocks xmlns:a="http://schemas.openxmlformats.org/drawingml/2006/main" noGrp="1"/>
          </p:cNvSpPr>
          <p:nvPr/>
        </p:nvSpPr>
        <p:spPr>
          <a:xfrm xmlns:a="http://schemas.openxmlformats.org/drawingml/2006/main">
            <a:off x="5252752" y="2849975"/>
            <a:ext cx="9525" cy="12763"/>
          </a:xfrm>
          <a:custGeom xmlns:a="http://schemas.openxmlformats.org/drawingml/2006/main">
            <a:pathLst>
              <a:path w="9525" h="12763">
                <a:moveTo>
                  <a:pt x="0" y="12763"/>
                </a:moveTo>
                <a:lnTo>
                  <a:pt x="0" y="0"/>
                </a:lnTo>
              </a:path>
            </a:pathLst>
          </a:custGeom>
          <a:noFill xmlns:a="http://schemas.openxmlformats.org/drawingml/2006/main"/>
          <a:ln xmlns:a="http://schemas.openxmlformats.org/drawingml/2006/main" w="5424">
            <a:solidFill>
              <a:srgbClr val="231F20"/>
            </a:solidFill>
          </a:ln>
        </p:spPr>
      </p:sp>
      <p:sp>
        <p:nvSpPr>
          <p:cNvPr id="792" name="wire-1372">
            <a:extLst xmlns:a="http://schemas.openxmlformats.org/drawingml/2006/main">
              <a:ext uri="{FF2B5EF4-FFF2-40B4-BE49-F238E27FC236}">
                <a16:creationId xmlns:a16="http://schemas.microsoft.com/office/drawing/2014/main" id="{DB884481-25A5-42C9-B316-FCB3030296A5}"/>
              </a:ext>
            </a:extLst>
          </p:cNvPr>
          <p:cNvSpPr>
            <a:spLocks xmlns:a="http://schemas.openxmlformats.org/drawingml/2006/main" noGrp="1"/>
          </p:cNvSpPr>
          <p:nvPr/>
        </p:nvSpPr>
        <p:spPr>
          <a:xfrm xmlns:a="http://schemas.openxmlformats.org/drawingml/2006/main">
            <a:off x="5010245" y="2849975"/>
            <a:ext cx="242507" cy="9525"/>
          </a:xfrm>
          <a:custGeom xmlns:a="http://schemas.openxmlformats.org/drawingml/2006/main">
            <a:pathLst>
              <a:path w="242507" h="9525">
                <a:moveTo>
                  <a:pt x="242507" y="0"/>
                </a:moveTo>
                <a:lnTo>
                  <a:pt x="0" y="0"/>
                </a:lnTo>
              </a:path>
            </a:pathLst>
          </a:custGeom>
          <a:noFill xmlns:a="http://schemas.openxmlformats.org/drawingml/2006/main"/>
          <a:ln xmlns:a="http://schemas.openxmlformats.org/drawingml/2006/main" w="5424">
            <a:solidFill>
              <a:srgbClr val="231F20"/>
            </a:solidFill>
          </a:ln>
        </p:spPr>
      </p:sp>
      <p:sp>
        <p:nvSpPr>
          <p:cNvPr id="793" name="wire-1373">
            <a:extLst xmlns:a="http://schemas.openxmlformats.org/drawingml/2006/main">
              <a:ext uri="{FF2B5EF4-FFF2-40B4-BE49-F238E27FC236}">
                <a16:creationId xmlns:a16="http://schemas.microsoft.com/office/drawing/2014/main" id="{6FCA8201-A009-4245-970A-1486C03A019F}"/>
              </a:ext>
            </a:extLst>
          </p:cNvPr>
          <p:cNvSpPr>
            <a:spLocks xmlns:a="http://schemas.openxmlformats.org/drawingml/2006/main" noGrp="1"/>
          </p:cNvSpPr>
          <p:nvPr/>
        </p:nvSpPr>
        <p:spPr>
          <a:xfrm xmlns:a="http://schemas.openxmlformats.org/drawingml/2006/main">
            <a:off x="5010245" y="2798921"/>
            <a:ext cx="9525" cy="51054"/>
          </a:xfrm>
          <a:custGeom xmlns:a="http://schemas.openxmlformats.org/drawingml/2006/main">
            <a:pathLst>
              <a:path w="9525" h="51054">
                <a:moveTo>
                  <a:pt x="0" y="51054"/>
                </a:moveTo>
                <a:lnTo>
                  <a:pt x="0" y="0"/>
                </a:lnTo>
              </a:path>
            </a:pathLst>
          </a:custGeom>
          <a:noFill xmlns:a="http://schemas.openxmlformats.org/drawingml/2006/main"/>
          <a:ln xmlns:a="http://schemas.openxmlformats.org/drawingml/2006/main" w="5424">
            <a:solidFill>
              <a:srgbClr val="231F20"/>
            </a:solidFill>
          </a:ln>
        </p:spPr>
      </p:sp>
      <p:sp>
        <p:nvSpPr>
          <p:cNvPr id="794" name="wire-1374">
            <a:extLst xmlns:a="http://schemas.openxmlformats.org/drawingml/2006/main">
              <a:ext uri="{FF2B5EF4-FFF2-40B4-BE49-F238E27FC236}">
                <a16:creationId xmlns:a16="http://schemas.microsoft.com/office/drawing/2014/main" id="{F89DD7C1-B4B3-4194-A91D-16ED3E3FB556}"/>
              </a:ext>
            </a:extLst>
          </p:cNvPr>
          <p:cNvSpPr>
            <a:spLocks xmlns:a="http://schemas.openxmlformats.org/drawingml/2006/main" noGrp="1"/>
          </p:cNvSpPr>
          <p:nvPr/>
        </p:nvSpPr>
        <p:spPr>
          <a:xfrm xmlns:a="http://schemas.openxmlformats.org/drawingml/2006/main">
            <a:off x="5010245" y="2798921"/>
            <a:ext cx="31909" cy="9525"/>
          </a:xfrm>
          <a:custGeom xmlns:a="http://schemas.openxmlformats.org/drawingml/2006/main">
            <a:pathLst>
              <a:path w="31909" h="9525">
                <a:moveTo>
                  <a:pt x="0" y="0"/>
                </a:moveTo>
                <a:lnTo>
                  <a:pt x="31909" y="0"/>
                </a:lnTo>
              </a:path>
            </a:pathLst>
          </a:custGeom>
          <a:noFill xmlns:a="http://schemas.openxmlformats.org/drawingml/2006/main"/>
          <a:ln xmlns:a="http://schemas.openxmlformats.org/drawingml/2006/main" w="5424">
            <a:solidFill>
              <a:srgbClr val="231F20"/>
            </a:solidFill>
          </a:ln>
        </p:spPr>
      </p:sp>
      <p:sp>
        <p:nvSpPr>
          <p:cNvPr id="795" name="circuit-1375">
            <a:extLst xmlns:a="http://schemas.openxmlformats.org/drawingml/2006/main">
              <a:ext uri="{FF2B5EF4-FFF2-40B4-BE49-F238E27FC236}">
                <a16:creationId xmlns:a16="http://schemas.microsoft.com/office/drawing/2014/main" id="{D3D40E53-8673-490B-8E38-4DC27D0FA300}"/>
              </a:ext>
            </a:extLst>
          </p:cNvPr>
          <p:cNvSpPr>
            <a:spLocks xmlns:a="http://schemas.openxmlformats.org/drawingml/2006/main" noGrp="1"/>
          </p:cNvSpPr>
          <p:nvPr/>
        </p:nvSpPr>
        <p:spPr>
          <a:xfrm xmlns:a="http://schemas.openxmlformats.org/drawingml/2006/main">
            <a:off x="5026200" y="2792540"/>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796" name="wire-1376">
            <a:extLst xmlns:a="http://schemas.openxmlformats.org/drawingml/2006/main">
              <a:ext uri="{FF2B5EF4-FFF2-40B4-BE49-F238E27FC236}">
                <a16:creationId xmlns:a16="http://schemas.microsoft.com/office/drawing/2014/main" id="{959DF5A5-6A7A-4DD7-BB71-A3EF06C7C09E}"/>
              </a:ext>
            </a:extLst>
          </p:cNvPr>
          <p:cNvSpPr>
            <a:spLocks xmlns:a="http://schemas.openxmlformats.org/drawingml/2006/main" noGrp="1"/>
          </p:cNvSpPr>
          <p:nvPr/>
        </p:nvSpPr>
        <p:spPr>
          <a:xfrm xmlns:a="http://schemas.openxmlformats.org/drawingml/2006/main">
            <a:off x="5157026" y="2786158"/>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5424">
            <a:solidFill>
              <a:srgbClr val="231F20"/>
            </a:solidFill>
          </a:ln>
        </p:spPr>
      </p:sp>
      <p:sp>
        <p:nvSpPr>
          <p:cNvPr id="797" name="circuit-1377">
            <a:extLst xmlns:a="http://schemas.openxmlformats.org/drawingml/2006/main">
              <a:ext uri="{FF2B5EF4-FFF2-40B4-BE49-F238E27FC236}">
                <a16:creationId xmlns:a16="http://schemas.microsoft.com/office/drawing/2014/main" id="{AE18FF43-DD4B-488D-95D6-14F661B66941}"/>
              </a:ext>
            </a:extLst>
          </p:cNvPr>
          <p:cNvSpPr>
            <a:spLocks xmlns:a="http://schemas.openxmlformats.org/drawingml/2006/main" noGrp="1"/>
          </p:cNvSpPr>
          <p:nvPr/>
        </p:nvSpPr>
        <p:spPr>
          <a:xfrm xmlns:a="http://schemas.openxmlformats.org/drawingml/2006/main">
            <a:off x="5224034" y="2779776"/>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798" name="wire-1378">
            <a:extLst xmlns:a="http://schemas.openxmlformats.org/drawingml/2006/main">
              <a:ext uri="{FF2B5EF4-FFF2-40B4-BE49-F238E27FC236}">
                <a16:creationId xmlns:a16="http://schemas.microsoft.com/office/drawing/2014/main" id="{82F54D24-BF6D-43CC-9DB6-1476C61A184F}"/>
              </a:ext>
            </a:extLst>
          </p:cNvPr>
          <p:cNvSpPr>
            <a:spLocks xmlns:a="http://schemas.openxmlformats.org/drawingml/2006/main" noGrp="1"/>
          </p:cNvSpPr>
          <p:nvPr/>
        </p:nvSpPr>
        <p:spPr>
          <a:xfrm xmlns:a="http://schemas.openxmlformats.org/drawingml/2006/main">
            <a:off x="5157026" y="2824448"/>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5424">
            <a:solidFill>
              <a:srgbClr val="231F20"/>
            </a:solidFill>
          </a:ln>
        </p:spPr>
      </p:sp>
      <p:sp>
        <p:nvSpPr>
          <p:cNvPr id="799" name="circuit-1379">
            <a:extLst xmlns:a="http://schemas.openxmlformats.org/drawingml/2006/main">
              <a:ext uri="{FF2B5EF4-FFF2-40B4-BE49-F238E27FC236}">
                <a16:creationId xmlns:a16="http://schemas.microsoft.com/office/drawing/2014/main" id="{B316CB12-F8A6-4274-87CA-139218C6CD54}"/>
              </a:ext>
            </a:extLst>
          </p:cNvPr>
          <p:cNvSpPr>
            <a:spLocks xmlns:a="http://schemas.openxmlformats.org/drawingml/2006/main" noGrp="1"/>
          </p:cNvSpPr>
          <p:nvPr/>
        </p:nvSpPr>
        <p:spPr>
          <a:xfrm xmlns:a="http://schemas.openxmlformats.org/drawingml/2006/main">
            <a:off x="5224034" y="2818067"/>
            <a:ext cx="15954" cy="12763"/>
          </a:xfrm>
          <a:custGeom xmlns:a="http://schemas.openxmlformats.org/drawingml/2006/main">
            <a:pathLst>
              <a:path w="15954" h="12763">
                <a:moveTo>
                  <a:pt x="15954" y="6382"/>
                </a:moveTo>
                <a:lnTo>
                  <a:pt x="0" y="0"/>
                </a:lnTo>
                <a:lnTo>
                  <a:pt x="0" y="12763"/>
                </a:lnTo>
                <a:close/>
              </a:path>
            </a:pathLst>
          </a:custGeom>
          <a:solidFill xmlns:a="http://schemas.openxmlformats.org/drawingml/2006/main">
            <a:srgbClr val="231F20"/>
          </a:solidFill>
          <a:ln xmlns:a="http://schemas.openxmlformats.org/drawingml/2006/main" w="1915">
            <a:solidFill>
              <a:srgbClr val="231F20"/>
            </a:solidFill>
          </a:ln>
        </p:spPr>
      </p:sp>
      <p:sp>
        <p:nvSpPr>
          <p:cNvPr id="800" name="circuit-1380">
            <a:extLst xmlns:a="http://schemas.openxmlformats.org/drawingml/2006/main">
              <a:ext uri="{FF2B5EF4-FFF2-40B4-BE49-F238E27FC236}">
                <a16:creationId xmlns:a16="http://schemas.microsoft.com/office/drawing/2014/main" id="{A4B057B2-4B6F-4107-8F41-C12AE5F9E3EF}"/>
              </a:ext>
            </a:extLst>
          </p:cNvPr>
          <p:cNvSpPr>
            <a:spLocks xmlns:a="http://schemas.openxmlformats.org/drawingml/2006/main" noGrp="1"/>
          </p:cNvSpPr>
          <p:nvPr/>
        </p:nvSpPr>
        <p:spPr>
          <a:xfrm xmlns:a="http://schemas.openxmlformats.org/drawingml/2006/main">
            <a:off x="5399532" y="2767013"/>
            <a:ext cx="57436" cy="70199"/>
          </a:xfrm>
          <a:custGeom xmlns:a="http://schemas.openxmlformats.org/drawingml/2006/main">
            <a:pathLst>
              <a:path w="57436" h="70199">
                <a:moveTo>
                  <a:pt x="0" y="0"/>
                </a:moveTo>
                <a:lnTo>
                  <a:pt x="0" y="70199"/>
                </a:lnTo>
                <a:lnTo>
                  <a:pt x="57436" y="35100"/>
                </a:lnTo>
                <a:close/>
              </a:path>
            </a:pathLst>
          </a:custGeom>
          <a:solidFill xmlns:a="http://schemas.openxmlformats.org/drawingml/2006/main">
            <a:srgbClr val="FFFFFF"/>
          </a:solidFill>
          <a:ln xmlns:a="http://schemas.openxmlformats.org/drawingml/2006/main" w="5105">
            <a:solidFill>
              <a:srgbClr val="231F20"/>
            </a:solidFill>
          </a:ln>
        </p:spPr>
      </p:sp>
      <p:sp>
        <p:nvSpPr>
          <p:cNvPr id="801" name="wire-1381">
            <a:extLst xmlns:a="http://schemas.openxmlformats.org/drawingml/2006/main">
              <a:ext uri="{FF2B5EF4-FFF2-40B4-BE49-F238E27FC236}">
                <a16:creationId xmlns:a16="http://schemas.microsoft.com/office/drawing/2014/main" id="{C45088D2-51AF-45DB-ADD1-2ED7C49BEDB3}"/>
              </a:ext>
            </a:extLst>
          </p:cNvPr>
          <p:cNvSpPr>
            <a:spLocks xmlns:a="http://schemas.openxmlformats.org/drawingml/2006/main" noGrp="1"/>
          </p:cNvSpPr>
          <p:nvPr/>
        </p:nvSpPr>
        <p:spPr>
          <a:xfrm xmlns:a="http://schemas.openxmlformats.org/drawingml/2006/main">
            <a:off x="5348478" y="2802112"/>
            <a:ext cx="51054" cy="9525"/>
          </a:xfrm>
          <a:custGeom xmlns:a="http://schemas.openxmlformats.org/drawingml/2006/main">
            <a:pathLst>
              <a:path w="51054" h="9525">
                <a:moveTo>
                  <a:pt x="0" y="0"/>
                </a:moveTo>
                <a:lnTo>
                  <a:pt x="51054" y="0"/>
                </a:lnTo>
              </a:path>
            </a:pathLst>
          </a:custGeom>
          <a:noFill xmlns:a="http://schemas.openxmlformats.org/drawingml/2006/main"/>
          <a:ln xmlns:a="http://schemas.openxmlformats.org/drawingml/2006/main" w="5424">
            <a:solidFill>
              <a:srgbClr val="231F20"/>
            </a:solidFill>
          </a:ln>
        </p:spPr>
      </p:sp>
      <p:sp>
        <p:nvSpPr>
          <p:cNvPr id="802" name="circuit-1382">
            <a:extLst xmlns:a="http://schemas.openxmlformats.org/drawingml/2006/main">
              <a:ext uri="{FF2B5EF4-FFF2-40B4-BE49-F238E27FC236}">
                <a16:creationId xmlns:a16="http://schemas.microsoft.com/office/drawing/2014/main" id="{C5F95815-F2F2-47EB-AAFC-33A410BE4A8A}"/>
              </a:ext>
            </a:extLst>
          </p:cNvPr>
          <p:cNvSpPr>
            <a:spLocks xmlns:a="http://schemas.openxmlformats.org/drawingml/2006/main" noGrp="1"/>
          </p:cNvSpPr>
          <p:nvPr/>
        </p:nvSpPr>
        <p:spPr>
          <a:xfrm xmlns:a="http://schemas.openxmlformats.org/drawingml/2006/main">
            <a:off x="5383578" y="2795730"/>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803" name="wire-1383">
            <a:extLst xmlns:a="http://schemas.openxmlformats.org/drawingml/2006/main">
              <a:ext uri="{FF2B5EF4-FFF2-40B4-BE49-F238E27FC236}">
                <a16:creationId xmlns:a16="http://schemas.microsoft.com/office/drawing/2014/main" id="{47BBA283-E44C-4031-9BC3-528CAD105D4B}"/>
              </a:ext>
            </a:extLst>
          </p:cNvPr>
          <p:cNvSpPr>
            <a:spLocks xmlns:a="http://schemas.openxmlformats.org/drawingml/2006/main" noGrp="1"/>
          </p:cNvSpPr>
          <p:nvPr/>
        </p:nvSpPr>
        <p:spPr>
          <a:xfrm xmlns:a="http://schemas.openxmlformats.org/drawingml/2006/main">
            <a:off x="5456968" y="2802112"/>
            <a:ext cx="82963" cy="9525"/>
          </a:xfrm>
          <a:custGeom xmlns:a="http://schemas.openxmlformats.org/drawingml/2006/main">
            <a:pathLst>
              <a:path w="82963" h="9525">
                <a:moveTo>
                  <a:pt x="0" y="0"/>
                </a:moveTo>
                <a:lnTo>
                  <a:pt x="82963" y="0"/>
                </a:lnTo>
              </a:path>
            </a:pathLst>
          </a:custGeom>
          <a:noFill xmlns:a="http://schemas.openxmlformats.org/drawingml/2006/main"/>
          <a:ln xmlns:a="http://schemas.openxmlformats.org/drawingml/2006/main" w="5424">
            <a:solidFill>
              <a:srgbClr val="231F20"/>
            </a:solidFill>
          </a:ln>
        </p:spPr>
      </p:sp>
      <p:sp>
        <p:nvSpPr>
          <p:cNvPr id="804" name="circuit-1384">
            <a:extLst xmlns:a="http://schemas.openxmlformats.org/drawingml/2006/main">
              <a:ext uri="{FF2B5EF4-FFF2-40B4-BE49-F238E27FC236}">
                <a16:creationId xmlns:a16="http://schemas.microsoft.com/office/drawing/2014/main" id="{DF683968-62A6-4EFD-877E-853ECE5FBCD2}"/>
              </a:ext>
            </a:extLst>
          </p:cNvPr>
          <p:cNvSpPr>
            <a:spLocks xmlns:a="http://schemas.openxmlformats.org/drawingml/2006/main" noGrp="1"/>
          </p:cNvSpPr>
          <p:nvPr/>
        </p:nvSpPr>
        <p:spPr>
          <a:xfrm xmlns:a="http://schemas.openxmlformats.org/drawingml/2006/main">
            <a:off x="5523976" y="2795730"/>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805" name="block-1385">
            <a:extLst xmlns:a="http://schemas.openxmlformats.org/drawingml/2006/main">
              <a:ext uri="{FF2B5EF4-FFF2-40B4-BE49-F238E27FC236}">
                <a16:creationId xmlns:a16="http://schemas.microsoft.com/office/drawing/2014/main" id="{562FBAE1-842F-4E66-B615-E2B6ABE632E2}"/>
              </a:ext>
            </a:extLst>
          </p:cNvPr>
          <p:cNvSpPr>
            <a:spLocks xmlns:a="http://schemas.openxmlformats.org/drawingml/2006/main" noGrp="1"/>
          </p:cNvSpPr>
          <p:nvPr/>
        </p:nvSpPr>
        <p:spPr>
          <a:xfrm xmlns:a="http://schemas.openxmlformats.org/drawingml/2006/main">
            <a:off x="844239" y="5282698"/>
            <a:ext cx="4413618" cy="86792"/>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06" name="text-1386">
            <a:extLst xmlns:a="http://schemas.openxmlformats.org/drawingml/2006/main">
              <a:ext uri="{FF2B5EF4-FFF2-40B4-BE49-F238E27FC236}">
                <a16:creationId xmlns:a16="http://schemas.microsoft.com/office/drawing/2014/main" id="{1E9CE050-69FF-4668-8C27-790340B2E322}"/>
              </a:ext>
            </a:extLst>
          </p:cNvPr>
          <p:cNvSpPr>
            <a:spLocks xmlns:a="http://schemas.openxmlformats.org/drawingml/2006/main" noGrp="1"/>
          </p:cNvSpPr>
          <p:nvPr/>
        </p:nvSpPr>
        <p:spPr>
          <a:xfrm xmlns:a="http://schemas.openxmlformats.org/drawingml/2006/main">
            <a:off x="862108" y="5294186"/>
            <a:ext cx="299942"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27" b="1">
                <a:solidFill>
                  <a:srgbClr val="231F20"/>
                </a:solidFill>
                <a:latin typeface="Arial"/>
                <a:ea typeface="Arial"/>
                <a:cs typeface="Arial"/>
              </a:defRPr>
            </a:defPPr>
            <a:lvl1pPr algn="ctr">
              <a:defRPr sz="427" b="1">
                <a:solidFill>
                  <a:srgbClr val="231F20"/>
                </a:solidFill>
                <a:latin typeface="Arial"/>
                <a:ea typeface="Arial"/>
                <a:cs typeface="Arial"/>
              </a:defRPr>
            </a:lvl1pPr>
            <a:lvl2pPr algn="ctr">
              <a:defRPr sz="427" b="1">
                <a:solidFill>
                  <a:srgbClr val="231F20"/>
                </a:solidFill>
                <a:latin typeface="Arial"/>
                <a:ea typeface="Arial"/>
                <a:cs typeface="Arial"/>
              </a:defRPr>
            </a:lvl2pPr>
            <a:lvl3pPr algn="ctr">
              <a:defRPr sz="427" b="1">
                <a:solidFill>
                  <a:srgbClr val="231F20"/>
                </a:solidFill>
                <a:latin typeface="Arial"/>
                <a:ea typeface="Arial"/>
                <a:cs typeface="Arial"/>
              </a:defRPr>
            </a:lvl3pPr>
            <a:lvl4pPr algn="ctr">
              <a:defRPr sz="427" b="1">
                <a:solidFill>
                  <a:srgbClr val="231F20"/>
                </a:solidFill>
                <a:latin typeface="Arial"/>
                <a:ea typeface="Arial"/>
                <a:cs typeface="Arial"/>
              </a:defRPr>
            </a:lvl4pPr>
            <a:lvl5pPr algn="ctr">
              <a:defRPr sz="427" b="1">
                <a:solidFill>
                  <a:srgbClr val="231F20"/>
                </a:solidFill>
                <a:latin typeface="Arial"/>
                <a:ea typeface="Arial"/>
                <a:cs typeface="Arial"/>
              </a:defRPr>
            </a:lvl5pPr>
            <a:lvl6pPr algn="ctr">
              <a:defRPr sz="427" b="1">
                <a:solidFill>
                  <a:srgbClr val="231F20"/>
                </a:solidFill>
                <a:latin typeface="Arial"/>
                <a:ea typeface="Arial"/>
                <a:cs typeface="Arial"/>
              </a:defRPr>
            </a:lvl6pPr>
            <a:lvl7pPr algn="ctr">
              <a:defRPr sz="427" b="1">
                <a:solidFill>
                  <a:srgbClr val="231F20"/>
                </a:solidFill>
                <a:latin typeface="Arial"/>
                <a:ea typeface="Arial"/>
                <a:cs typeface="Arial"/>
              </a:defRPr>
            </a:lvl7pPr>
            <a:lvl8pPr algn="ctr">
              <a:defRPr sz="427" b="1">
                <a:solidFill>
                  <a:srgbClr val="231F20"/>
                </a:solidFill>
                <a:latin typeface="Arial"/>
                <a:ea typeface="Arial"/>
                <a:cs typeface="Arial"/>
              </a:defRPr>
            </a:lvl8pPr>
            <a:lvl9pPr algn="ctr">
              <a:defRPr sz="427" b="1">
                <a:solidFill>
                  <a:srgbClr val="231F20"/>
                </a:solidFill>
                <a:latin typeface="Arial"/>
                <a:ea typeface="Arial"/>
                <a:cs typeface="Arial"/>
              </a:defRPr>
            </a:lvl9pPr>
          </a:lstStyle>
          <a:p xmlns:a="http://schemas.openxmlformats.org/drawingml/2006/main">
            <a:pPr algn="ctr">
              <a:defRPr sz="427" b="1">
                <a:solidFill>
                  <a:srgbClr val="231F20"/>
                </a:solidFill>
                <a:latin typeface="Arial"/>
                <a:ea typeface="Arial"/>
                <a:cs typeface="Arial"/>
              </a:defRPr>
            </a:pPr>
            <a:r>
              <a:rPr sz="427" b="1">
                <a:solidFill>
                  <a:srgbClr val="231F20"/>
                </a:solidFill>
                <a:latin typeface="Arial"/>
                <a:ea typeface="Arial"/>
                <a:cs typeface="Arial"/>
              </a:rPr>
              <a:t>hazard</a:t>
            </a:r>
          </a:p>
        </p:txBody>
      </p:sp>
      <p:sp>
        <p:nvSpPr>
          <p:cNvPr id="807" name="text-1387">
            <a:extLst xmlns:a="http://schemas.openxmlformats.org/drawingml/2006/main">
              <a:ext uri="{FF2B5EF4-FFF2-40B4-BE49-F238E27FC236}">
                <a16:creationId xmlns:a16="http://schemas.microsoft.com/office/drawing/2014/main" id="{2C7E0256-DE89-4F16-B300-3379E0BD9A24}"/>
              </a:ext>
            </a:extLst>
          </p:cNvPr>
          <p:cNvSpPr>
            <a:spLocks xmlns:a="http://schemas.openxmlformats.org/drawingml/2006/main" noGrp="1"/>
          </p:cNvSpPr>
          <p:nvPr/>
        </p:nvSpPr>
        <p:spPr>
          <a:xfrm xmlns:a="http://schemas.openxmlformats.org/drawingml/2006/main">
            <a:off x="1264158" y="5281422"/>
            <a:ext cx="395669"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StallDCause</a:t>
            </a:r>
          </a:p>
        </p:txBody>
      </p:sp>
      <p:sp>
        <p:nvSpPr>
          <p:cNvPr id="808" name="text-1388">
            <a:extLst xmlns:a="http://schemas.openxmlformats.org/drawingml/2006/main">
              <a:ext uri="{FF2B5EF4-FFF2-40B4-BE49-F238E27FC236}">
                <a16:creationId xmlns:a16="http://schemas.microsoft.com/office/drawing/2014/main" id="{65AF6A65-D04C-4709-8F42-DC638703AAF3}"/>
              </a:ext>
            </a:extLst>
          </p:cNvPr>
          <p:cNvSpPr>
            <a:spLocks xmlns:a="http://schemas.openxmlformats.org/drawingml/2006/main" noGrp="1"/>
          </p:cNvSpPr>
          <p:nvPr/>
        </p:nvSpPr>
        <p:spPr>
          <a:xfrm xmlns:a="http://schemas.openxmlformats.org/drawingml/2006/main">
            <a:off x="1264158" y="5326094"/>
            <a:ext cx="395669"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StallE</a:t>
            </a:r>
          </a:p>
        </p:txBody>
      </p:sp>
      <p:sp>
        <p:nvSpPr>
          <p:cNvPr id="809" name="circuit-1389">
            <a:extLst xmlns:a="http://schemas.openxmlformats.org/drawingml/2006/main">
              <a:ext uri="{FF2B5EF4-FFF2-40B4-BE49-F238E27FC236}">
                <a16:creationId xmlns:a16="http://schemas.microsoft.com/office/drawing/2014/main" id="{52EB98AC-D720-4728-A730-8BD436AB2FBB}"/>
              </a:ext>
            </a:extLst>
          </p:cNvPr>
          <p:cNvSpPr>
            <a:spLocks xmlns:a="http://schemas.openxmlformats.org/drawingml/2006/main" noGrp="1"/>
          </p:cNvSpPr>
          <p:nvPr/>
        </p:nvSpPr>
        <p:spPr>
          <a:xfrm xmlns:a="http://schemas.openxmlformats.org/drawingml/2006/main">
            <a:off x="1749171" y="5287084"/>
            <a:ext cx="89344" cy="78021"/>
          </a:xfrm>
          <a:custGeom xmlns:a="http://schemas.openxmlformats.org/drawingml/2006/main">
            <a:pathLst>
              <a:path w="89344" h="78021">
                <a:moveTo>
                  <a:pt x="0" y="720"/>
                </a:moveTo>
                <a:lnTo>
                  <a:pt x="11347" y="0"/>
                </a:lnTo>
                <a:lnTo>
                  <a:pt x="22157" y="291"/>
                </a:lnTo>
                <a:lnTo>
                  <a:pt x="32432" y="1593"/>
                </a:lnTo>
                <a:lnTo>
                  <a:pt x="42171" y="3906"/>
                </a:lnTo>
                <a:lnTo>
                  <a:pt x="51373" y="7229"/>
                </a:lnTo>
                <a:lnTo>
                  <a:pt x="60040" y="11564"/>
                </a:lnTo>
                <a:lnTo>
                  <a:pt x="68170" y="16909"/>
                </a:lnTo>
                <a:lnTo>
                  <a:pt x="75764" y="23265"/>
                </a:lnTo>
                <a:lnTo>
                  <a:pt x="82822" y="30632"/>
                </a:lnTo>
                <a:lnTo>
                  <a:pt x="89344" y="39010"/>
                </a:lnTo>
                <a:lnTo>
                  <a:pt x="89344" y="39010"/>
                </a:lnTo>
                <a:lnTo>
                  <a:pt x="82822" y="47388"/>
                </a:lnTo>
                <a:lnTo>
                  <a:pt x="75764" y="54755"/>
                </a:lnTo>
                <a:lnTo>
                  <a:pt x="68170" y="61112"/>
                </a:lnTo>
                <a:lnTo>
                  <a:pt x="60040" y="66457"/>
                </a:lnTo>
                <a:lnTo>
                  <a:pt x="51373" y="70791"/>
                </a:lnTo>
                <a:lnTo>
                  <a:pt x="42171" y="74115"/>
                </a:lnTo>
                <a:lnTo>
                  <a:pt x="32432" y="76428"/>
                </a:lnTo>
                <a:lnTo>
                  <a:pt x="22157" y="77730"/>
                </a:lnTo>
                <a:lnTo>
                  <a:pt x="11347" y="78021"/>
                </a:lnTo>
                <a:lnTo>
                  <a:pt x="0" y="77301"/>
                </a:lnTo>
                <a:lnTo>
                  <a:pt x="0" y="77301"/>
                </a:lnTo>
                <a:lnTo>
                  <a:pt x="6111" y="69643"/>
                </a:lnTo>
                <a:lnTo>
                  <a:pt x="10864" y="61985"/>
                </a:lnTo>
                <a:lnTo>
                  <a:pt x="14259" y="54327"/>
                </a:lnTo>
                <a:lnTo>
                  <a:pt x="16296" y="46668"/>
                </a:lnTo>
                <a:lnTo>
                  <a:pt x="16975" y="39010"/>
                </a:lnTo>
                <a:lnTo>
                  <a:pt x="16296" y="31352"/>
                </a:lnTo>
                <a:lnTo>
                  <a:pt x="14259" y="23694"/>
                </a:lnTo>
                <a:lnTo>
                  <a:pt x="10864" y="16036"/>
                </a:lnTo>
                <a:lnTo>
                  <a:pt x="6111" y="8378"/>
                </a:lnTo>
                <a:lnTo>
                  <a:pt x="0" y="720"/>
                </a:lnTo>
                <a:close/>
              </a:path>
            </a:pathLst>
          </a:custGeom>
          <a:solidFill xmlns:a="http://schemas.openxmlformats.org/drawingml/2006/main">
            <a:srgbClr val="FFFFFF"/>
          </a:solidFill>
          <a:ln xmlns:a="http://schemas.openxmlformats.org/drawingml/2006/main" w="5105">
            <a:solidFill>
              <a:srgbClr val="231F20"/>
            </a:solidFill>
          </a:ln>
        </p:spPr>
      </p:sp>
      <p:sp>
        <p:nvSpPr>
          <p:cNvPr id="810" name="wire-1390">
            <a:extLst xmlns:a="http://schemas.openxmlformats.org/drawingml/2006/main">
              <a:ext uri="{FF2B5EF4-FFF2-40B4-BE49-F238E27FC236}">
                <a16:creationId xmlns:a16="http://schemas.microsoft.com/office/drawing/2014/main" id="{0270A266-EA1B-48FD-A10D-80D302B98011}"/>
              </a:ext>
            </a:extLst>
          </p:cNvPr>
          <p:cNvSpPr>
            <a:spLocks xmlns:a="http://schemas.openxmlformats.org/drawingml/2006/main" noGrp="1"/>
          </p:cNvSpPr>
          <p:nvPr/>
        </p:nvSpPr>
        <p:spPr>
          <a:xfrm xmlns:a="http://schemas.openxmlformats.org/drawingml/2006/main">
            <a:off x="1666208" y="5306949"/>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5424">
            <a:solidFill>
              <a:srgbClr val="231F20"/>
            </a:solidFill>
          </a:ln>
        </p:spPr>
      </p:sp>
      <p:sp>
        <p:nvSpPr>
          <p:cNvPr id="811" name="wire-1391">
            <a:extLst xmlns:a="http://schemas.openxmlformats.org/drawingml/2006/main">
              <a:ext uri="{FF2B5EF4-FFF2-40B4-BE49-F238E27FC236}">
                <a16:creationId xmlns:a16="http://schemas.microsoft.com/office/drawing/2014/main" id="{A448A0BA-B7DE-4136-BD9D-F9AB9FCB15BF}"/>
              </a:ext>
            </a:extLst>
          </p:cNvPr>
          <p:cNvSpPr>
            <a:spLocks xmlns:a="http://schemas.openxmlformats.org/drawingml/2006/main" noGrp="1"/>
          </p:cNvSpPr>
          <p:nvPr/>
        </p:nvSpPr>
        <p:spPr>
          <a:xfrm xmlns:a="http://schemas.openxmlformats.org/drawingml/2006/main">
            <a:off x="1666208" y="5345240"/>
            <a:ext cx="95726" cy="9525"/>
          </a:xfrm>
          <a:custGeom xmlns:a="http://schemas.openxmlformats.org/drawingml/2006/main">
            <a:pathLst>
              <a:path w="95726" h="9525">
                <a:moveTo>
                  <a:pt x="0" y="0"/>
                </a:moveTo>
                <a:lnTo>
                  <a:pt x="95726" y="0"/>
                </a:lnTo>
              </a:path>
            </a:pathLst>
          </a:custGeom>
          <a:noFill xmlns:a="http://schemas.openxmlformats.org/drawingml/2006/main"/>
          <a:ln xmlns:a="http://schemas.openxmlformats.org/drawingml/2006/main" w="5424">
            <a:solidFill>
              <a:srgbClr val="231F20"/>
            </a:solidFill>
          </a:ln>
        </p:spPr>
      </p:sp>
      <p:sp>
        <p:nvSpPr>
          <p:cNvPr id="812" name="wire-1392">
            <a:extLst xmlns:a="http://schemas.openxmlformats.org/drawingml/2006/main">
              <a:ext uri="{FF2B5EF4-FFF2-40B4-BE49-F238E27FC236}">
                <a16:creationId xmlns:a16="http://schemas.microsoft.com/office/drawing/2014/main" id="{2E5AE9C1-E6EA-4B29-8B3B-29421480DB62}"/>
              </a:ext>
            </a:extLst>
          </p:cNvPr>
          <p:cNvSpPr>
            <a:spLocks xmlns:a="http://schemas.openxmlformats.org/drawingml/2006/main" noGrp="1"/>
          </p:cNvSpPr>
          <p:nvPr/>
        </p:nvSpPr>
        <p:spPr>
          <a:xfrm xmlns:a="http://schemas.openxmlformats.org/drawingml/2006/main">
            <a:off x="1838516" y="5326094"/>
            <a:ext cx="153162" cy="9525"/>
          </a:xfrm>
          <a:custGeom xmlns:a="http://schemas.openxmlformats.org/drawingml/2006/main">
            <a:pathLst>
              <a:path w="153162" h="9525">
                <a:moveTo>
                  <a:pt x="0" y="0"/>
                </a:moveTo>
                <a:lnTo>
                  <a:pt x="153162" y="0"/>
                </a:lnTo>
              </a:path>
            </a:pathLst>
          </a:custGeom>
          <a:noFill xmlns:a="http://schemas.openxmlformats.org/drawingml/2006/main"/>
          <a:ln xmlns:a="http://schemas.openxmlformats.org/drawingml/2006/main" w="5424">
            <a:solidFill>
              <a:srgbClr val="231F20"/>
            </a:solidFill>
          </a:ln>
        </p:spPr>
      </p:sp>
      <p:sp>
        <p:nvSpPr>
          <p:cNvPr id="813" name="circuit-1393">
            <a:extLst xmlns:a="http://schemas.openxmlformats.org/drawingml/2006/main">
              <a:ext uri="{FF2B5EF4-FFF2-40B4-BE49-F238E27FC236}">
                <a16:creationId xmlns:a16="http://schemas.microsoft.com/office/drawing/2014/main" id="{010EBD15-FA3F-4869-BF7B-EFAB5DF3C807}"/>
              </a:ext>
            </a:extLst>
          </p:cNvPr>
          <p:cNvSpPr>
            <a:spLocks xmlns:a="http://schemas.openxmlformats.org/drawingml/2006/main" noGrp="1"/>
          </p:cNvSpPr>
          <p:nvPr/>
        </p:nvSpPr>
        <p:spPr>
          <a:xfrm xmlns:a="http://schemas.openxmlformats.org/drawingml/2006/main">
            <a:off x="1975723" y="5319713"/>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814" name="text-1394">
            <a:extLst xmlns:a="http://schemas.openxmlformats.org/drawingml/2006/main">
              <a:ext uri="{FF2B5EF4-FFF2-40B4-BE49-F238E27FC236}">
                <a16:creationId xmlns:a16="http://schemas.microsoft.com/office/drawing/2014/main" id="{7969D563-D1BE-4894-B483-186C1C731A5F}"/>
              </a:ext>
            </a:extLst>
          </p:cNvPr>
          <p:cNvSpPr>
            <a:spLocks xmlns:a="http://schemas.openxmlformats.org/drawingml/2006/main" noGrp="1"/>
          </p:cNvSpPr>
          <p:nvPr/>
        </p:nvSpPr>
        <p:spPr>
          <a:xfrm xmlns:a="http://schemas.openxmlformats.org/drawingml/2006/main">
            <a:off x="1998059" y="5300567"/>
            <a:ext cx="242507" cy="510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StallD</a:t>
            </a:r>
          </a:p>
        </p:txBody>
      </p:sp>
      <p:sp>
        <p:nvSpPr>
          <p:cNvPr id="815" name="text-1395">
            <a:extLst xmlns:a="http://schemas.openxmlformats.org/drawingml/2006/main">
              <a:ext uri="{FF2B5EF4-FFF2-40B4-BE49-F238E27FC236}">
                <a16:creationId xmlns:a16="http://schemas.microsoft.com/office/drawing/2014/main" id="{F0170566-B734-4288-B7FF-36000A5A4353}"/>
              </a:ext>
            </a:extLst>
          </p:cNvPr>
          <p:cNvSpPr>
            <a:spLocks xmlns:a="http://schemas.openxmlformats.org/drawingml/2006/main" noGrp="1"/>
          </p:cNvSpPr>
          <p:nvPr/>
        </p:nvSpPr>
        <p:spPr>
          <a:xfrm xmlns:a="http://schemas.openxmlformats.org/drawingml/2006/main">
            <a:off x="2451164" y="5281422"/>
            <a:ext cx="293561"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~StallE</a:t>
            </a:r>
          </a:p>
        </p:txBody>
      </p:sp>
      <p:sp>
        <p:nvSpPr>
          <p:cNvPr id="816" name="text-1396">
            <a:extLst xmlns:a="http://schemas.openxmlformats.org/drawingml/2006/main">
              <a:ext uri="{FF2B5EF4-FFF2-40B4-BE49-F238E27FC236}">
                <a16:creationId xmlns:a16="http://schemas.microsoft.com/office/drawing/2014/main" id="{F9FD1633-4A3E-4494-B05D-AA0141E4F6EC}"/>
              </a:ext>
            </a:extLst>
          </p:cNvPr>
          <p:cNvSpPr>
            <a:spLocks xmlns:a="http://schemas.openxmlformats.org/drawingml/2006/main" noGrp="1"/>
          </p:cNvSpPr>
          <p:nvPr/>
        </p:nvSpPr>
        <p:spPr>
          <a:xfrm xmlns:a="http://schemas.openxmlformats.org/drawingml/2006/main">
            <a:off x="2451164" y="5326094"/>
            <a:ext cx="293561"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StallD</a:t>
            </a:r>
          </a:p>
        </p:txBody>
      </p:sp>
      <p:sp>
        <p:nvSpPr>
          <p:cNvPr id="817" name="circuit-1397">
            <a:extLst xmlns:a="http://schemas.openxmlformats.org/drawingml/2006/main">
              <a:ext uri="{FF2B5EF4-FFF2-40B4-BE49-F238E27FC236}">
                <a16:creationId xmlns:a16="http://schemas.microsoft.com/office/drawing/2014/main" id="{3FC79443-F212-4EE7-9BCB-52EEA945E4BF}"/>
              </a:ext>
            </a:extLst>
          </p:cNvPr>
          <p:cNvSpPr>
            <a:spLocks xmlns:a="http://schemas.openxmlformats.org/drawingml/2006/main" noGrp="1"/>
          </p:cNvSpPr>
          <p:nvPr/>
        </p:nvSpPr>
        <p:spPr>
          <a:xfrm xmlns:a="http://schemas.openxmlformats.org/drawingml/2006/main">
            <a:off x="2853214" y="5287804"/>
            <a:ext cx="89344" cy="76581"/>
          </a:xfrm>
          <a:custGeom xmlns:a="http://schemas.openxmlformats.org/drawingml/2006/main">
            <a:pathLst>
              <a:path w="89344" h="76581">
                <a:moveTo>
                  <a:pt x="0" y="0"/>
                </a:moveTo>
                <a:lnTo>
                  <a:pt x="40205" y="0"/>
                </a:lnTo>
                <a:lnTo>
                  <a:pt x="40205" y="0"/>
                </a:lnTo>
                <a:lnTo>
                  <a:pt x="52923" y="1305"/>
                </a:lnTo>
                <a:lnTo>
                  <a:pt x="64775" y="5130"/>
                </a:lnTo>
                <a:lnTo>
                  <a:pt x="74952" y="11215"/>
                </a:lnTo>
                <a:lnTo>
                  <a:pt x="82761" y="19145"/>
                </a:lnTo>
                <a:lnTo>
                  <a:pt x="87670" y="28380"/>
                </a:lnTo>
                <a:lnTo>
                  <a:pt x="89344" y="38290"/>
                </a:lnTo>
                <a:lnTo>
                  <a:pt x="87670" y="48201"/>
                </a:lnTo>
                <a:lnTo>
                  <a:pt x="82761" y="57436"/>
                </a:lnTo>
                <a:lnTo>
                  <a:pt x="74952" y="65366"/>
                </a:lnTo>
                <a:lnTo>
                  <a:pt x="64775" y="71451"/>
                </a:lnTo>
                <a:lnTo>
                  <a:pt x="52923" y="75276"/>
                </a:lnTo>
                <a:lnTo>
                  <a:pt x="40205" y="76581"/>
                </a:lnTo>
                <a:lnTo>
                  <a:pt x="0" y="76581"/>
                </a:lnTo>
                <a:close/>
              </a:path>
            </a:pathLst>
          </a:custGeom>
          <a:solidFill xmlns:a="http://schemas.openxmlformats.org/drawingml/2006/main">
            <a:srgbClr val="FFFFFF"/>
          </a:solidFill>
          <a:ln xmlns:a="http://schemas.openxmlformats.org/drawingml/2006/main" w="5105">
            <a:solidFill>
              <a:srgbClr val="231F20"/>
            </a:solidFill>
          </a:ln>
        </p:spPr>
      </p:sp>
      <p:sp>
        <p:nvSpPr>
          <p:cNvPr id="818" name="wire-1398">
            <a:extLst xmlns:a="http://schemas.openxmlformats.org/drawingml/2006/main">
              <a:ext uri="{FF2B5EF4-FFF2-40B4-BE49-F238E27FC236}">
                <a16:creationId xmlns:a16="http://schemas.microsoft.com/office/drawing/2014/main" id="{71867029-50CC-4C65-801B-906E84AA4347}"/>
              </a:ext>
            </a:extLst>
          </p:cNvPr>
          <p:cNvSpPr>
            <a:spLocks xmlns:a="http://schemas.openxmlformats.org/drawingml/2006/main" noGrp="1"/>
          </p:cNvSpPr>
          <p:nvPr/>
        </p:nvSpPr>
        <p:spPr>
          <a:xfrm xmlns:a="http://schemas.openxmlformats.org/drawingml/2006/main">
            <a:off x="2751106" y="5306949"/>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5424">
            <a:solidFill>
              <a:srgbClr val="231F20"/>
            </a:solidFill>
          </a:ln>
        </p:spPr>
      </p:sp>
      <p:sp>
        <p:nvSpPr>
          <p:cNvPr id="819" name="wire-1399">
            <a:extLst xmlns:a="http://schemas.openxmlformats.org/drawingml/2006/main">
              <a:ext uri="{FF2B5EF4-FFF2-40B4-BE49-F238E27FC236}">
                <a16:creationId xmlns:a16="http://schemas.microsoft.com/office/drawing/2014/main" id="{2CE86563-9CB7-49D8-8312-6626642AE532}"/>
              </a:ext>
            </a:extLst>
          </p:cNvPr>
          <p:cNvSpPr>
            <a:spLocks xmlns:a="http://schemas.openxmlformats.org/drawingml/2006/main" noGrp="1"/>
          </p:cNvSpPr>
          <p:nvPr/>
        </p:nvSpPr>
        <p:spPr>
          <a:xfrm xmlns:a="http://schemas.openxmlformats.org/drawingml/2006/main">
            <a:off x="2751106" y="5345240"/>
            <a:ext cx="102108" cy="9525"/>
          </a:xfrm>
          <a:custGeom xmlns:a="http://schemas.openxmlformats.org/drawingml/2006/main">
            <a:pathLst>
              <a:path w="102108" h="9525">
                <a:moveTo>
                  <a:pt x="0" y="0"/>
                </a:moveTo>
                <a:lnTo>
                  <a:pt x="102108" y="0"/>
                </a:lnTo>
              </a:path>
            </a:pathLst>
          </a:custGeom>
          <a:noFill xmlns:a="http://schemas.openxmlformats.org/drawingml/2006/main"/>
          <a:ln xmlns:a="http://schemas.openxmlformats.org/drawingml/2006/main" w="5424">
            <a:solidFill>
              <a:srgbClr val="231F20"/>
            </a:solidFill>
          </a:ln>
        </p:spPr>
      </p:sp>
      <p:sp>
        <p:nvSpPr>
          <p:cNvPr id="820" name="wire-1400">
            <a:extLst xmlns:a="http://schemas.openxmlformats.org/drawingml/2006/main">
              <a:ext uri="{FF2B5EF4-FFF2-40B4-BE49-F238E27FC236}">
                <a16:creationId xmlns:a16="http://schemas.microsoft.com/office/drawing/2014/main" id="{A78FC314-61D1-4294-A752-BDE26B517620}"/>
              </a:ext>
            </a:extLst>
          </p:cNvPr>
          <p:cNvSpPr>
            <a:spLocks xmlns:a="http://schemas.openxmlformats.org/drawingml/2006/main" noGrp="1"/>
          </p:cNvSpPr>
          <p:nvPr/>
        </p:nvSpPr>
        <p:spPr>
          <a:xfrm xmlns:a="http://schemas.openxmlformats.org/drawingml/2006/main">
            <a:off x="2942558" y="5326094"/>
            <a:ext cx="76581" cy="9525"/>
          </a:xfrm>
          <a:custGeom xmlns:a="http://schemas.openxmlformats.org/drawingml/2006/main">
            <a:pathLst>
              <a:path w="76581" h="9525">
                <a:moveTo>
                  <a:pt x="0" y="0"/>
                </a:moveTo>
                <a:lnTo>
                  <a:pt x="76581" y="0"/>
                </a:lnTo>
              </a:path>
            </a:pathLst>
          </a:custGeom>
          <a:noFill xmlns:a="http://schemas.openxmlformats.org/drawingml/2006/main"/>
          <a:ln xmlns:a="http://schemas.openxmlformats.org/drawingml/2006/main" w="5424">
            <a:solidFill>
              <a:srgbClr val="231F20"/>
            </a:solidFill>
          </a:ln>
        </p:spPr>
      </p:sp>
      <p:sp>
        <p:nvSpPr>
          <p:cNvPr id="821" name="wire-1401">
            <a:extLst xmlns:a="http://schemas.openxmlformats.org/drawingml/2006/main">
              <a:ext uri="{FF2B5EF4-FFF2-40B4-BE49-F238E27FC236}">
                <a16:creationId xmlns:a16="http://schemas.microsoft.com/office/drawing/2014/main" id="{451E246D-ECD3-426F-B770-AF24128C2C8A}"/>
              </a:ext>
            </a:extLst>
          </p:cNvPr>
          <p:cNvSpPr>
            <a:spLocks xmlns:a="http://schemas.openxmlformats.org/drawingml/2006/main" noGrp="1"/>
          </p:cNvSpPr>
          <p:nvPr/>
        </p:nvSpPr>
        <p:spPr>
          <a:xfrm xmlns:a="http://schemas.openxmlformats.org/drawingml/2006/main">
            <a:off x="3019139" y="5306949"/>
            <a:ext cx="9525" cy="19145"/>
          </a:xfrm>
          <a:custGeom xmlns:a="http://schemas.openxmlformats.org/drawingml/2006/main">
            <a:pathLst>
              <a:path w="9525" h="19145">
                <a:moveTo>
                  <a:pt x="0" y="19145"/>
                </a:moveTo>
                <a:lnTo>
                  <a:pt x="0" y="0"/>
                </a:lnTo>
              </a:path>
            </a:pathLst>
          </a:custGeom>
          <a:noFill xmlns:a="http://schemas.openxmlformats.org/drawingml/2006/main"/>
          <a:ln xmlns:a="http://schemas.openxmlformats.org/drawingml/2006/main" w="5424">
            <a:solidFill>
              <a:srgbClr val="231F20"/>
            </a:solidFill>
          </a:ln>
        </p:spPr>
      </p:sp>
      <p:sp>
        <p:nvSpPr>
          <p:cNvPr id="822" name="wire-1402">
            <a:extLst xmlns:a="http://schemas.openxmlformats.org/drawingml/2006/main">
              <a:ext uri="{FF2B5EF4-FFF2-40B4-BE49-F238E27FC236}">
                <a16:creationId xmlns:a16="http://schemas.microsoft.com/office/drawing/2014/main" id="{A1547628-432D-4CEA-85A2-0E953790CF30}"/>
              </a:ext>
            </a:extLst>
          </p:cNvPr>
          <p:cNvSpPr>
            <a:spLocks xmlns:a="http://schemas.openxmlformats.org/drawingml/2006/main" noGrp="1"/>
          </p:cNvSpPr>
          <p:nvPr/>
        </p:nvSpPr>
        <p:spPr>
          <a:xfrm xmlns:a="http://schemas.openxmlformats.org/drawingml/2006/main">
            <a:off x="3019139" y="5306949"/>
            <a:ext cx="925354" cy="9525"/>
          </a:xfrm>
          <a:custGeom xmlns:a="http://schemas.openxmlformats.org/drawingml/2006/main">
            <a:pathLst>
              <a:path w="925354" h="9525">
                <a:moveTo>
                  <a:pt x="0" y="0"/>
                </a:moveTo>
                <a:lnTo>
                  <a:pt x="925354" y="0"/>
                </a:lnTo>
              </a:path>
            </a:pathLst>
          </a:custGeom>
          <a:noFill xmlns:a="http://schemas.openxmlformats.org/drawingml/2006/main"/>
          <a:ln xmlns:a="http://schemas.openxmlformats.org/drawingml/2006/main" w="5424">
            <a:solidFill>
              <a:srgbClr val="231F20"/>
            </a:solidFill>
          </a:ln>
        </p:spPr>
      </p:sp>
      <p:sp>
        <p:nvSpPr>
          <p:cNvPr id="823" name="text-1403">
            <a:extLst xmlns:a="http://schemas.openxmlformats.org/drawingml/2006/main">
              <a:ext uri="{FF2B5EF4-FFF2-40B4-BE49-F238E27FC236}">
                <a16:creationId xmlns:a16="http://schemas.microsoft.com/office/drawing/2014/main" id="{0E8E3781-6239-4966-B271-7EA6B4D92F54}"/>
              </a:ext>
            </a:extLst>
          </p:cNvPr>
          <p:cNvSpPr>
            <a:spLocks xmlns:a="http://schemas.openxmlformats.org/drawingml/2006/main" noGrp="1"/>
          </p:cNvSpPr>
          <p:nvPr/>
        </p:nvSpPr>
        <p:spPr>
          <a:xfrm xmlns:a="http://schemas.openxmlformats.org/drawingml/2006/main">
            <a:off x="3070193" y="5306949"/>
            <a:ext cx="529685" cy="44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LatestUnstalledE</a:t>
            </a:r>
          </a:p>
        </p:txBody>
      </p:sp>
      <p:sp>
        <p:nvSpPr>
          <p:cNvPr id="824" name="text-1404">
            <a:extLst xmlns:a="http://schemas.openxmlformats.org/drawingml/2006/main">
              <a:ext uri="{FF2B5EF4-FFF2-40B4-BE49-F238E27FC236}">
                <a16:creationId xmlns:a16="http://schemas.microsoft.com/office/drawing/2014/main" id="{5DECDAB8-B955-4A94-BC97-F1CE4DD53BF2}"/>
              </a:ext>
            </a:extLst>
          </p:cNvPr>
          <p:cNvSpPr>
            <a:spLocks xmlns:a="http://schemas.openxmlformats.org/drawingml/2006/main" noGrp="1"/>
          </p:cNvSpPr>
          <p:nvPr/>
        </p:nvSpPr>
        <p:spPr>
          <a:xfrm xmlns:a="http://schemas.openxmlformats.org/drawingml/2006/main">
            <a:off x="3465862" y="5332476"/>
            <a:ext cx="421196" cy="38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6" b="0">
                <a:solidFill>
                  <a:srgbClr val="231F20"/>
                </a:solidFill>
                <a:latin typeface="Arial"/>
                <a:ea typeface="Arial"/>
                <a:cs typeface="Arial"/>
              </a:defRPr>
            </a:defPPr>
            <a:lvl1pPr algn="ctr">
              <a:defRPr sz="276" b="0">
                <a:solidFill>
                  <a:srgbClr val="231F20"/>
                </a:solidFill>
                <a:latin typeface="Arial"/>
                <a:ea typeface="Arial"/>
                <a:cs typeface="Arial"/>
              </a:defRPr>
            </a:lvl1pPr>
            <a:lvl2pPr algn="ctr">
              <a:defRPr sz="276" b="0">
                <a:solidFill>
                  <a:srgbClr val="231F20"/>
                </a:solidFill>
                <a:latin typeface="Arial"/>
                <a:ea typeface="Arial"/>
                <a:cs typeface="Arial"/>
              </a:defRPr>
            </a:lvl2pPr>
            <a:lvl3pPr algn="ctr">
              <a:defRPr sz="276" b="0">
                <a:solidFill>
                  <a:srgbClr val="231F20"/>
                </a:solidFill>
                <a:latin typeface="Arial"/>
                <a:ea typeface="Arial"/>
                <a:cs typeface="Arial"/>
              </a:defRPr>
            </a:lvl3pPr>
            <a:lvl4pPr algn="ctr">
              <a:defRPr sz="276" b="0">
                <a:solidFill>
                  <a:srgbClr val="231F20"/>
                </a:solidFill>
                <a:latin typeface="Arial"/>
                <a:ea typeface="Arial"/>
                <a:cs typeface="Arial"/>
              </a:defRPr>
            </a:lvl4pPr>
            <a:lvl5pPr algn="ctr">
              <a:defRPr sz="276" b="0">
                <a:solidFill>
                  <a:srgbClr val="231F20"/>
                </a:solidFill>
                <a:latin typeface="Arial"/>
                <a:ea typeface="Arial"/>
                <a:cs typeface="Arial"/>
              </a:defRPr>
            </a:lvl5pPr>
            <a:lvl6pPr algn="ctr">
              <a:defRPr sz="276" b="0">
                <a:solidFill>
                  <a:srgbClr val="231F20"/>
                </a:solidFill>
                <a:latin typeface="Arial"/>
                <a:ea typeface="Arial"/>
                <a:cs typeface="Arial"/>
              </a:defRPr>
            </a:lvl6pPr>
            <a:lvl7pPr algn="ctr">
              <a:defRPr sz="276" b="0">
                <a:solidFill>
                  <a:srgbClr val="231F20"/>
                </a:solidFill>
                <a:latin typeface="Arial"/>
                <a:ea typeface="Arial"/>
                <a:cs typeface="Arial"/>
              </a:defRPr>
            </a:lvl7pPr>
            <a:lvl8pPr algn="ctr">
              <a:defRPr sz="276" b="0">
                <a:solidFill>
                  <a:srgbClr val="231F20"/>
                </a:solidFill>
                <a:latin typeface="Arial"/>
                <a:ea typeface="Arial"/>
                <a:cs typeface="Arial"/>
              </a:defRPr>
            </a:lvl8pPr>
            <a:lvl9pPr algn="ctr">
              <a:defRPr sz="276" b="0">
                <a:solidFill>
                  <a:srgbClr val="231F20"/>
                </a:solidFill>
                <a:latin typeface="Arial"/>
                <a:ea typeface="Arial"/>
                <a:cs typeface="Arial"/>
              </a:defRPr>
            </a:lvl9pPr>
          </a:lstStyle>
          <a:p xmlns:a="http://schemas.openxmlformats.org/drawingml/2006/main">
            <a:pPr algn="ctr">
              <a:defRPr sz="276" b="0">
                <a:solidFill>
                  <a:srgbClr val="231F20"/>
                </a:solidFill>
                <a:latin typeface="Arial"/>
                <a:ea typeface="Arial"/>
                <a:cs typeface="Arial"/>
              </a:defRPr>
            </a:pPr>
            <a:r>
              <a:rPr sz="276" b="0">
                <a:solidFill>
                  <a:srgbClr val="231F20"/>
                </a:solidFill>
                <a:latin typeface="Arial"/>
                <a:ea typeface="Arial"/>
                <a:cs typeface="Arial"/>
              </a:rPr>
              <a:t>FlushECause</a:t>
            </a:r>
          </a:p>
        </p:txBody>
      </p:sp>
      <p:sp>
        <p:nvSpPr>
          <p:cNvPr id="825" name="wire-1405">
            <a:extLst xmlns:a="http://schemas.openxmlformats.org/drawingml/2006/main">
              <a:ext uri="{FF2B5EF4-FFF2-40B4-BE49-F238E27FC236}">
                <a16:creationId xmlns:a16="http://schemas.microsoft.com/office/drawing/2014/main" id="{31167942-9DC3-4C0B-953F-096BBA21C30A}"/>
              </a:ext>
            </a:extLst>
          </p:cNvPr>
          <p:cNvSpPr>
            <a:spLocks xmlns:a="http://schemas.openxmlformats.org/drawingml/2006/main" noGrp="1"/>
          </p:cNvSpPr>
          <p:nvPr/>
        </p:nvSpPr>
        <p:spPr>
          <a:xfrm xmlns:a="http://schemas.openxmlformats.org/drawingml/2006/main">
            <a:off x="3887057" y="5351621"/>
            <a:ext cx="57436" cy="9525"/>
          </a:xfrm>
          <a:custGeom xmlns:a="http://schemas.openxmlformats.org/drawingml/2006/main">
            <a:pathLst>
              <a:path w="57436" h="9525">
                <a:moveTo>
                  <a:pt x="0" y="0"/>
                </a:moveTo>
                <a:lnTo>
                  <a:pt x="57436" y="0"/>
                </a:lnTo>
              </a:path>
            </a:pathLst>
          </a:custGeom>
          <a:noFill xmlns:a="http://schemas.openxmlformats.org/drawingml/2006/main"/>
          <a:ln xmlns:a="http://schemas.openxmlformats.org/drawingml/2006/main" w="5424">
            <a:solidFill>
              <a:srgbClr val="231F20"/>
            </a:solidFill>
          </a:ln>
        </p:spPr>
      </p:sp>
      <p:sp>
        <p:nvSpPr>
          <p:cNvPr id="826" name="circuit-1406">
            <a:extLst xmlns:a="http://schemas.openxmlformats.org/drawingml/2006/main">
              <a:ext uri="{FF2B5EF4-FFF2-40B4-BE49-F238E27FC236}">
                <a16:creationId xmlns:a16="http://schemas.microsoft.com/office/drawing/2014/main" id="{133A573E-6209-4D39-BF9B-440F1EDE03C8}"/>
              </a:ext>
            </a:extLst>
          </p:cNvPr>
          <p:cNvSpPr>
            <a:spLocks xmlns:a="http://schemas.openxmlformats.org/drawingml/2006/main" noGrp="1"/>
          </p:cNvSpPr>
          <p:nvPr/>
        </p:nvSpPr>
        <p:spPr>
          <a:xfrm xmlns:a="http://schemas.openxmlformats.org/drawingml/2006/main">
            <a:off x="3931730" y="5287084"/>
            <a:ext cx="89344" cy="78021"/>
          </a:xfrm>
          <a:custGeom xmlns:a="http://schemas.openxmlformats.org/drawingml/2006/main">
            <a:pathLst>
              <a:path w="89344" h="78021">
                <a:moveTo>
                  <a:pt x="0" y="720"/>
                </a:moveTo>
                <a:lnTo>
                  <a:pt x="11347" y="0"/>
                </a:lnTo>
                <a:lnTo>
                  <a:pt x="22157" y="291"/>
                </a:lnTo>
                <a:lnTo>
                  <a:pt x="32432" y="1593"/>
                </a:lnTo>
                <a:lnTo>
                  <a:pt x="42171" y="3906"/>
                </a:lnTo>
                <a:lnTo>
                  <a:pt x="51373" y="7229"/>
                </a:lnTo>
                <a:lnTo>
                  <a:pt x="60040" y="11564"/>
                </a:lnTo>
                <a:lnTo>
                  <a:pt x="68170" y="16909"/>
                </a:lnTo>
                <a:lnTo>
                  <a:pt x="75764" y="23265"/>
                </a:lnTo>
                <a:lnTo>
                  <a:pt x="82822" y="30632"/>
                </a:lnTo>
                <a:lnTo>
                  <a:pt x="89344" y="39010"/>
                </a:lnTo>
                <a:lnTo>
                  <a:pt x="89344" y="39010"/>
                </a:lnTo>
                <a:lnTo>
                  <a:pt x="82822" y="47388"/>
                </a:lnTo>
                <a:lnTo>
                  <a:pt x="75764" y="54755"/>
                </a:lnTo>
                <a:lnTo>
                  <a:pt x="68170" y="61112"/>
                </a:lnTo>
                <a:lnTo>
                  <a:pt x="60040" y="66457"/>
                </a:lnTo>
                <a:lnTo>
                  <a:pt x="51373" y="70791"/>
                </a:lnTo>
                <a:lnTo>
                  <a:pt x="42171" y="74115"/>
                </a:lnTo>
                <a:lnTo>
                  <a:pt x="32432" y="76428"/>
                </a:lnTo>
                <a:lnTo>
                  <a:pt x="22157" y="77730"/>
                </a:lnTo>
                <a:lnTo>
                  <a:pt x="11347" y="78021"/>
                </a:lnTo>
                <a:lnTo>
                  <a:pt x="0" y="77301"/>
                </a:lnTo>
                <a:lnTo>
                  <a:pt x="0" y="77301"/>
                </a:lnTo>
                <a:lnTo>
                  <a:pt x="6111" y="69643"/>
                </a:lnTo>
                <a:lnTo>
                  <a:pt x="10864" y="61985"/>
                </a:lnTo>
                <a:lnTo>
                  <a:pt x="14259" y="54327"/>
                </a:lnTo>
                <a:lnTo>
                  <a:pt x="16296" y="46668"/>
                </a:lnTo>
                <a:lnTo>
                  <a:pt x="16975" y="39010"/>
                </a:lnTo>
                <a:lnTo>
                  <a:pt x="16296" y="31352"/>
                </a:lnTo>
                <a:lnTo>
                  <a:pt x="14259" y="23694"/>
                </a:lnTo>
                <a:lnTo>
                  <a:pt x="10864" y="16036"/>
                </a:lnTo>
                <a:lnTo>
                  <a:pt x="6111" y="8378"/>
                </a:lnTo>
                <a:lnTo>
                  <a:pt x="0" y="720"/>
                </a:lnTo>
                <a:close/>
              </a:path>
            </a:pathLst>
          </a:custGeom>
          <a:solidFill xmlns:a="http://schemas.openxmlformats.org/drawingml/2006/main">
            <a:srgbClr val="FFFFFF"/>
          </a:solidFill>
          <a:ln xmlns:a="http://schemas.openxmlformats.org/drawingml/2006/main" w="5105">
            <a:solidFill>
              <a:srgbClr val="231F20"/>
            </a:solidFill>
          </a:ln>
        </p:spPr>
      </p:sp>
      <p:sp>
        <p:nvSpPr>
          <p:cNvPr id="827" name="wire-1407">
            <a:extLst xmlns:a="http://schemas.openxmlformats.org/drawingml/2006/main">
              <a:ext uri="{FF2B5EF4-FFF2-40B4-BE49-F238E27FC236}">
                <a16:creationId xmlns:a16="http://schemas.microsoft.com/office/drawing/2014/main" id="{A0F85716-D3A3-4BF3-8851-B2930D8066D9}"/>
              </a:ext>
            </a:extLst>
          </p:cNvPr>
          <p:cNvSpPr>
            <a:spLocks xmlns:a="http://schemas.openxmlformats.org/drawingml/2006/main" noGrp="1"/>
          </p:cNvSpPr>
          <p:nvPr/>
        </p:nvSpPr>
        <p:spPr>
          <a:xfrm xmlns:a="http://schemas.openxmlformats.org/drawingml/2006/main">
            <a:off x="4021074" y="5326094"/>
            <a:ext cx="114872" cy="9525"/>
          </a:xfrm>
          <a:custGeom xmlns:a="http://schemas.openxmlformats.org/drawingml/2006/main">
            <a:pathLst>
              <a:path w="114872" h="9525">
                <a:moveTo>
                  <a:pt x="0" y="0"/>
                </a:moveTo>
                <a:lnTo>
                  <a:pt x="114872" y="0"/>
                </a:lnTo>
              </a:path>
            </a:pathLst>
          </a:custGeom>
          <a:noFill xmlns:a="http://schemas.openxmlformats.org/drawingml/2006/main"/>
          <a:ln xmlns:a="http://schemas.openxmlformats.org/drawingml/2006/main" w="5424">
            <a:solidFill>
              <a:srgbClr val="231F20"/>
            </a:solidFill>
          </a:ln>
        </p:spPr>
      </p:sp>
      <p:sp>
        <p:nvSpPr>
          <p:cNvPr id="828" name="circuit-1408">
            <a:extLst xmlns:a="http://schemas.openxmlformats.org/drawingml/2006/main">
              <a:ext uri="{FF2B5EF4-FFF2-40B4-BE49-F238E27FC236}">
                <a16:creationId xmlns:a16="http://schemas.microsoft.com/office/drawing/2014/main" id="{484C499F-4E2D-43D2-B5D9-4A4621EFE56B}"/>
              </a:ext>
            </a:extLst>
          </p:cNvPr>
          <p:cNvSpPr>
            <a:spLocks xmlns:a="http://schemas.openxmlformats.org/drawingml/2006/main" noGrp="1"/>
          </p:cNvSpPr>
          <p:nvPr/>
        </p:nvSpPr>
        <p:spPr>
          <a:xfrm xmlns:a="http://schemas.openxmlformats.org/drawingml/2006/main">
            <a:off x="4119991" y="5319713"/>
            <a:ext cx="15954" cy="12764"/>
          </a:xfrm>
          <a:custGeom xmlns:a="http://schemas.openxmlformats.org/drawingml/2006/main">
            <a:pathLst>
              <a:path w="15954" h="12764">
                <a:moveTo>
                  <a:pt x="15954" y="6382"/>
                </a:moveTo>
                <a:lnTo>
                  <a:pt x="0" y="0"/>
                </a:lnTo>
                <a:lnTo>
                  <a:pt x="0" y="12764"/>
                </a:lnTo>
                <a:close/>
              </a:path>
            </a:pathLst>
          </a:custGeom>
          <a:solidFill xmlns:a="http://schemas.openxmlformats.org/drawingml/2006/main">
            <a:srgbClr val="231F20"/>
          </a:solidFill>
          <a:ln xmlns:a="http://schemas.openxmlformats.org/drawingml/2006/main" w="1915">
            <a:solidFill>
              <a:srgbClr val="231F20"/>
            </a:solidFill>
          </a:ln>
        </p:spPr>
      </p:sp>
      <p:sp>
        <p:nvSpPr>
          <p:cNvPr id="829" name="text-1409">
            <a:extLst xmlns:a="http://schemas.openxmlformats.org/drawingml/2006/main">
              <a:ext uri="{FF2B5EF4-FFF2-40B4-BE49-F238E27FC236}">
                <a16:creationId xmlns:a16="http://schemas.microsoft.com/office/drawing/2014/main" id="{C1E8730D-678F-4003-83E1-ADF817B081D2}"/>
              </a:ext>
            </a:extLst>
          </p:cNvPr>
          <p:cNvSpPr>
            <a:spLocks xmlns:a="http://schemas.openxmlformats.org/drawingml/2006/main" noGrp="1"/>
          </p:cNvSpPr>
          <p:nvPr/>
        </p:nvSpPr>
        <p:spPr>
          <a:xfrm xmlns:a="http://schemas.openxmlformats.org/drawingml/2006/main">
            <a:off x="4148709" y="5300567"/>
            <a:ext cx="248888" cy="510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27" b="0">
                <a:solidFill>
                  <a:srgbClr val="231F20"/>
                </a:solidFill>
                <a:latin typeface="Arial"/>
                <a:ea typeface="Arial"/>
                <a:cs typeface="Arial"/>
              </a:defRPr>
            </a:defPPr>
            <a:lvl1pPr algn="ctr">
              <a:defRPr sz="327" b="0">
                <a:solidFill>
                  <a:srgbClr val="231F20"/>
                </a:solidFill>
                <a:latin typeface="Arial"/>
                <a:ea typeface="Arial"/>
                <a:cs typeface="Arial"/>
              </a:defRPr>
            </a:lvl1pPr>
            <a:lvl2pPr algn="ctr">
              <a:defRPr sz="327" b="0">
                <a:solidFill>
                  <a:srgbClr val="231F20"/>
                </a:solidFill>
                <a:latin typeface="Arial"/>
                <a:ea typeface="Arial"/>
                <a:cs typeface="Arial"/>
              </a:defRPr>
            </a:lvl2pPr>
            <a:lvl3pPr algn="ctr">
              <a:defRPr sz="327" b="0">
                <a:solidFill>
                  <a:srgbClr val="231F20"/>
                </a:solidFill>
                <a:latin typeface="Arial"/>
                <a:ea typeface="Arial"/>
                <a:cs typeface="Arial"/>
              </a:defRPr>
            </a:lvl3pPr>
            <a:lvl4pPr algn="ctr">
              <a:defRPr sz="327" b="0">
                <a:solidFill>
                  <a:srgbClr val="231F20"/>
                </a:solidFill>
                <a:latin typeface="Arial"/>
                <a:ea typeface="Arial"/>
                <a:cs typeface="Arial"/>
              </a:defRPr>
            </a:lvl4pPr>
            <a:lvl5pPr algn="ctr">
              <a:defRPr sz="327" b="0">
                <a:solidFill>
                  <a:srgbClr val="231F20"/>
                </a:solidFill>
                <a:latin typeface="Arial"/>
                <a:ea typeface="Arial"/>
                <a:cs typeface="Arial"/>
              </a:defRPr>
            </a:lvl5pPr>
            <a:lvl6pPr algn="ctr">
              <a:defRPr sz="327" b="0">
                <a:solidFill>
                  <a:srgbClr val="231F20"/>
                </a:solidFill>
                <a:latin typeface="Arial"/>
                <a:ea typeface="Arial"/>
                <a:cs typeface="Arial"/>
              </a:defRPr>
            </a:lvl6pPr>
            <a:lvl7pPr algn="ctr">
              <a:defRPr sz="327" b="0">
                <a:solidFill>
                  <a:srgbClr val="231F20"/>
                </a:solidFill>
                <a:latin typeface="Arial"/>
                <a:ea typeface="Arial"/>
                <a:cs typeface="Arial"/>
              </a:defRPr>
            </a:lvl7pPr>
            <a:lvl8pPr algn="ctr">
              <a:defRPr sz="327" b="0">
                <a:solidFill>
                  <a:srgbClr val="231F20"/>
                </a:solidFill>
                <a:latin typeface="Arial"/>
                <a:ea typeface="Arial"/>
                <a:cs typeface="Arial"/>
              </a:defRPr>
            </a:lvl8pPr>
            <a:lvl9pPr algn="ctr">
              <a:defRPr sz="327" b="0">
                <a:solidFill>
                  <a:srgbClr val="231F20"/>
                </a:solidFill>
                <a:latin typeface="Arial"/>
                <a:ea typeface="Arial"/>
                <a:cs typeface="Arial"/>
              </a:defRPr>
            </a:lvl9pPr>
          </a:lstStyle>
          <a:p xmlns:a="http://schemas.openxmlformats.org/drawingml/2006/main">
            <a:pPr algn="ctr">
              <a:defRPr sz="327" b="0">
                <a:solidFill>
                  <a:srgbClr val="231F20"/>
                </a:solidFill>
                <a:latin typeface="Arial"/>
                <a:ea typeface="Arial"/>
                <a:cs typeface="Arial"/>
              </a:defRPr>
            </a:pPr>
            <a:r>
              <a:rPr sz="327" b="0">
                <a:solidFill>
                  <a:srgbClr val="231F20"/>
                </a:solidFill>
                <a:latin typeface="Arial"/>
                <a:ea typeface="Arial"/>
                <a:cs typeface="Arial"/>
              </a:rPr>
              <a:t>FlushE</a:t>
            </a:r>
          </a:p>
        </p:txBody>
      </p:sp>
      <p:sp>
        <p:nvSpPr>
          <p:cNvPr id="830" name="text-1410">
            <a:extLst xmlns:a="http://schemas.openxmlformats.org/drawingml/2006/main">
              <a:ext uri="{FF2B5EF4-FFF2-40B4-BE49-F238E27FC236}">
                <a16:creationId xmlns:a16="http://schemas.microsoft.com/office/drawing/2014/main" id="{B49B01AE-4947-401D-BCE7-9062772CF793}"/>
              </a:ext>
            </a:extLst>
          </p:cNvPr>
          <p:cNvSpPr>
            <a:spLocks xmlns:a="http://schemas.openxmlformats.org/drawingml/2006/main" noGrp="1"/>
          </p:cNvSpPr>
          <p:nvPr/>
        </p:nvSpPr>
        <p:spPr>
          <a:xfrm xmlns:a="http://schemas.openxmlformats.org/drawingml/2006/main">
            <a:off x="4544378" y="5294186"/>
            <a:ext cx="670084" cy="638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402" b="0">
                <a:solidFill>
                  <a:srgbClr val="231F20"/>
                </a:solidFill>
                <a:latin typeface="Yu Gothic"/>
                <a:ea typeface="Yu Gothic"/>
                <a:cs typeface="Yu Gothic"/>
              </a:defRPr>
            </a:defPPr>
            <a:lvl1pPr algn="ctr">
              <a:defRPr sz="402" b="0">
                <a:solidFill>
                  <a:srgbClr val="231F20"/>
                </a:solidFill>
                <a:latin typeface="Yu Gothic"/>
                <a:ea typeface="Yu Gothic"/>
                <a:cs typeface="Yu Gothic"/>
              </a:defRPr>
            </a:lvl1pPr>
            <a:lvl2pPr algn="ctr">
              <a:defRPr sz="402" b="0">
                <a:solidFill>
                  <a:srgbClr val="231F20"/>
                </a:solidFill>
                <a:latin typeface="Yu Gothic"/>
                <a:ea typeface="Yu Gothic"/>
                <a:cs typeface="Yu Gothic"/>
              </a:defRPr>
            </a:lvl2pPr>
            <a:lvl3pPr algn="ctr">
              <a:defRPr sz="402" b="0">
                <a:solidFill>
                  <a:srgbClr val="231F20"/>
                </a:solidFill>
                <a:latin typeface="Yu Gothic"/>
                <a:ea typeface="Yu Gothic"/>
                <a:cs typeface="Yu Gothic"/>
              </a:defRPr>
            </a:lvl3pPr>
            <a:lvl4pPr algn="ctr">
              <a:defRPr sz="402" b="0">
                <a:solidFill>
                  <a:srgbClr val="231F20"/>
                </a:solidFill>
                <a:latin typeface="Yu Gothic"/>
                <a:ea typeface="Yu Gothic"/>
                <a:cs typeface="Yu Gothic"/>
              </a:defRPr>
            </a:lvl4pPr>
            <a:lvl5pPr algn="ctr">
              <a:defRPr sz="402" b="0">
                <a:solidFill>
                  <a:srgbClr val="231F20"/>
                </a:solidFill>
                <a:latin typeface="Yu Gothic"/>
                <a:ea typeface="Yu Gothic"/>
                <a:cs typeface="Yu Gothic"/>
              </a:defRPr>
            </a:lvl5pPr>
            <a:lvl6pPr algn="ctr">
              <a:defRPr sz="402" b="0">
                <a:solidFill>
                  <a:srgbClr val="231F20"/>
                </a:solidFill>
                <a:latin typeface="Yu Gothic"/>
                <a:ea typeface="Yu Gothic"/>
                <a:cs typeface="Yu Gothic"/>
              </a:defRPr>
            </a:lvl6pPr>
            <a:lvl7pPr algn="ctr">
              <a:defRPr sz="402" b="0">
                <a:solidFill>
                  <a:srgbClr val="231F20"/>
                </a:solidFill>
                <a:latin typeface="Yu Gothic"/>
                <a:ea typeface="Yu Gothic"/>
                <a:cs typeface="Yu Gothic"/>
              </a:defRPr>
            </a:lvl7pPr>
            <a:lvl8pPr algn="ctr">
              <a:defRPr sz="402" b="0">
                <a:solidFill>
                  <a:srgbClr val="231F20"/>
                </a:solidFill>
                <a:latin typeface="Yu Gothic"/>
                <a:ea typeface="Yu Gothic"/>
                <a:cs typeface="Yu Gothic"/>
              </a:defRPr>
            </a:lvl8pPr>
            <a:lvl9pPr algn="ctr">
              <a:defRPr sz="402" b="0">
                <a:solidFill>
                  <a:srgbClr val="231F20"/>
                </a:solidFill>
                <a:latin typeface="Yu Gothic"/>
                <a:ea typeface="Yu Gothic"/>
                <a:cs typeface="Yu Gothic"/>
              </a:defRPr>
            </a:lvl9pPr>
          </a:lstStyle>
          <a:p xmlns:a="http://schemas.openxmlformats.org/drawingml/2006/main">
            <a:pPr algn="ctr">
              <a:defRPr sz="402" b="0">
                <a:solidFill>
                  <a:srgbClr val="231F20"/>
                </a:solidFill>
                <a:latin typeface="Yu Gothic"/>
                <a:ea typeface="Yu Gothic"/>
                <a:cs typeface="Yu Gothic"/>
              </a:defRPr>
            </a:pPr>
            <a:r>
              <a:rPr sz="402" b="0">
                <a:solidFill>
                  <a:srgbClr val="231F20"/>
                </a:solidFill>
                <a:latin typeface="Yu Gothic"/>
                <a:ea typeface="Yu Gothic"/>
                <a:cs typeface="Yu Gothic"/>
              </a:rPr>
              <a:t>Stall / Flush …</a:t>
            </a:r>
          </a:p>
        </p:txBody>
      </p:sp>
      <p:sp>
        <p:nvSpPr>
          <p:cNvPr id="831" name="text-1411">
            <a:extLst xmlns:a="http://schemas.openxmlformats.org/drawingml/2006/main">
              <a:ext uri="{FF2B5EF4-FFF2-40B4-BE49-F238E27FC236}">
                <a16:creationId xmlns:a16="http://schemas.microsoft.com/office/drawing/2014/main" id="{B898FFA9-97AF-46E4-B625-A15712A76676}"/>
              </a:ext>
            </a:extLst>
          </p:cNvPr>
          <p:cNvSpPr>
            <a:spLocks xmlns:a="http://schemas.openxmlformats.org/drawingml/2006/main" noGrp="1"/>
          </p:cNvSpPr>
          <p:nvPr/>
        </p:nvSpPr>
        <p:spPr>
          <a:xfrm xmlns:a="http://schemas.openxmlformats.org/drawingml/2006/main">
            <a:off x="8267700" y="1304925"/>
            <a:ext cx="33051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HDL：レジスタの記述例</a:t>
            </a:r>
          </a:p>
        </p:txBody>
      </p:sp>
      <p:sp>
        <p:nvSpPr>
          <p:cNvPr id="832" name="wire-1412">
            <a:extLst xmlns:a="http://schemas.openxmlformats.org/drawingml/2006/main">
              <a:ext uri="{FF2B5EF4-FFF2-40B4-BE49-F238E27FC236}">
                <a16:creationId xmlns:a16="http://schemas.microsoft.com/office/drawing/2014/main" id="{8848ECA6-E95F-405D-8812-CF31DE81859F}"/>
              </a:ext>
            </a:extLst>
          </p:cNvPr>
          <p:cNvSpPr>
            <a:spLocks xmlns:a="http://schemas.openxmlformats.org/drawingml/2006/main" noGrp="1"/>
          </p:cNvSpPr>
          <p:nvPr/>
        </p:nvSpPr>
        <p:spPr>
          <a:xfrm xmlns:a="http://schemas.openxmlformats.org/drawingml/2006/main">
            <a:off x="7810500" y="2895600"/>
            <a:ext cx="314325" cy="9525"/>
          </a:xfrm>
          <a:custGeom xmlns:a="http://schemas.openxmlformats.org/drawingml/2006/main">
            <a:pathLst>
              <a:path w="314325" h="9525">
                <a:moveTo>
                  <a:pt x="0" y="0"/>
                </a:moveTo>
                <a:lnTo>
                  <a:pt x="314325" y="0"/>
                </a:lnTo>
              </a:path>
            </a:pathLst>
          </a:custGeom>
          <a:noFill xmlns:a="http://schemas.openxmlformats.org/drawingml/2006/main"/>
          <a:ln xmlns:a="http://schemas.openxmlformats.org/drawingml/2006/main" w="26670">
            <a:solidFill>
              <a:srgbClr val="1572C3"/>
            </a:solidFill>
          </a:ln>
        </p:spPr>
      </p:sp>
      <p:sp>
        <p:nvSpPr>
          <p:cNvPr id="833" name="circuit-1413">
            <a:extLst xmlns:a="http://schemas.openxmlformats.org/drawingml/2006/main">
              <a:ext uri="{FF2B5EF4-FFF2-40B4-BE49-F238E27FC236}">
                <a16:creationId xmlns:a16="http://schemas.microsoft.com/office/drawing/2014/main" id="{CDD30689-9BD7-41C7-BB4E-51325D84F2AB}"/>
              </a:ext>
            </a:extLst>
          </p:cNvPr>
          <p:cNvSpPr>
            <a:spLocks xmlns:a="http://schemas.openxmlformats.org/drawingml/2006/main" noGrp="1"/>
          </p:cNvSpPr>
          <p:nvPr/>
        </p:nvSpPr>
        <p:spPr>
          <a:xfrm xmlns:a="http://schemas.openxmlformats.org/drawingml/2006/main">
            <a:off x="8048625" y="2864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834" name="text-1414">
            <a:extLst xmlns:a="http://schemas.openxmlformats.org/drawingml/2006/main">
              <a:ext uri="{FF2B5EF4-FFF2-40B4-BE49-F238E27FC236}">
                <a16:creationId xmlns:a16="http://schemas.microsoft.com/office/drawing/2014/main" id="{ECB1A100-C3F4-4141-AFB0-DA1EF12D6467}"/>
              </a:ext>
            </a:extLst>
          </p:cNvPr>
          <p:cNvSpPr>
            <a:spLocks xmlns:a="http://schemas.openxmlformats.org/drawingml/2006/main" noGrp="1"/>
          </p:cNvSpPr>
          <p:nvPr/>
        </p:nvSpPr>
        <p:spPr>
          <a:xfrm xmlns:a="http://schemas.openxmlformats.org/drawingml/2006/main">
            <a:off x="8305800" y="1762125"/>
            <a:ext cx="32289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Arial"/>
                <a:ea typeface="Arial"/>
                <a:cs typeface="Arial"/>
              </a:defRPr>
            </a:defPPr>
            <a:lvl1pPr algn="l">
              <a:defRPr sz="1725" b="1">
                <a:solidFill>
                  <a:srgbClr val="1572C3"/>
                </a:solidFill>
                <a:latin typeface="Arial"/>
                <a:ea typeface="Arial"/>
                <a:cs typeface="Arial"/>
              </a:defRPr>
            </a:lvl1pPr>
            <a:lvl2pPr algn="l">
              <a:defRPr sz="1725" b="1">
                <a:solidFill>
                  <a:srgbClr val="1572C3"/>
                </a:solidFill>
                <a:latin typeface="Arial"/>
                <a:ea typeface="Arial"/>
                <a:cs typeface="Arial"/>
              </a:defRPr>
            </a:lvl2pPr>
            <a:lvl3pPr algn="l">
              <a:defRPr sz="1725" b="1">
                <a:solidFill>
                  <a:srgbClr val="1572C3"/>
                </a:solidFill>
                <a:latin typeface="Arial"/>
                <a:ea typeface="Arial"/>
                <a:cs typeface="Arial"/>
              </a:defRPr>
            </a:lvl3pPr>
            <a:lvl4pPr algn="l">
              <a:defRPr sz="1725" b="1">
                <a:solidFill>
                  <a:srgbClr val="1572C3"/>
                </a:solidFill>
                <a:latin typeface="Arial"/>
                <a:ea typeface="Arial"/>
                <a:cs typeface="Arial"/>
              </a:defRPr>
            </a:lvl4pPr>
            <a:lvl5pPr algn="l">
              <a:defRPr sz="1725" b="1">
                <a:solidFill>
                  <a:srgbClr val="1572C3"/>
                </a:solidFill>
                <a:latin typeface="Arial"/>
                <a:ea typeface="Arial"/>
                <a:cs typeface="Arial"/>
              </a:defRPr>
            </a:lvl5pPr>
            <a:lvl6pPr algn="l">
              <a:defRPr sz="1725" b="1">
                <a:solidFill>
                  <a:srgbClr val="1572C3"/>
                </a:solidFill>
                <a:latin typeface="Arial"/>
                <a:ea typeface="Arial"/>
                <a:cs typeface="Arial"/>
              </a:defRPr>
            </a:lvl6pPr>
            <a:lvl7pPr algn="l">
              <a:defRPr sz="1725" b="1">
                <a:solidFill>
                  <a:srgbClr val="1572C3"/>
                </a:solidFill>
                <a:latin typeface="Arial"/>
                <a:ea typeface="Arial"/>
                <a:cs typeface="Arial"/>
              </a:defRPr>
            </a:lvl7pPr>
            <a:lvl8pPr algn="l">
              <a:defRPr sz="1725" b="1">
                <a:solidFill>
                  <a:srgbClr val="1572C3"/>
                </a:solidFill>
                <a:latin typeface="Arial"/>
                <a:ea typeface="Arial"/>
                <a:cs typeface="Arial"/>
              </a:defRPr>
            </a:lvl8pPr>
            <a:lvl9pPr algn="l">
              <a:defRPr sz="1725" b="1">
                <a:solidFill>
                  <a:srgbClr val="1572C3"/>
                </a:solidFill>
                <a:latin typeface="Arial"/>
                <a:ea typeface="Arial"/>
                <a:cs typeface="Arial"/>
              </a:defRPr>
            </a:lvl9pPr>
          </a:lstStyle>
          <a:p xmlns:a="http://schemas.openxmlformats.org/drawingml/2006/main">
            <a:pPr algn="l">
              <a:defRPr sz="1725" b="1">
                <a:solidFill>
                  <a:srgbClr val="1572C3"/>
                </a:solidFill>
                <a:latin typeface="Arial"/>
                <a:ea typeface="Arial"/>
                <a:cs typeface="Arial"/>
              </a:defRPr>
            </a:pPr>
            <a:r>
              <a:rPr sz="1725" b="1">
                <a:solidFill>
                  <a:srgbClr val="1572C3"/>
                </a:solidFill>
                <a:latin typeface="Arial"/>
                <a:ea typeface="Arial"/>
                <a:cs typeface="Arial"/>
              </a:rPr>
              <a:t>flopenrc.sv</a:t>
            </a:r>
          </a:p>
        </p:txBody>
      </p:sp>
      <p:sp>
        <p:nvSpPr>
          <p:cNvPr id="835" name="text-1415">
            <a:extLst xmlns:a="http://schemas.openxmlformats.org/drawingml/2006/main">
              <a:ext uri="{FF2B5EF4-FFF2-40B4-BE49-F238E27FC236}">
                <a16:creationId xmlns:a16="http://schemas.microsoft.com/office/drawing/2014/main" id="{6F3B9401-737F-4E9B-8F86-3B40938F357B}"/>
              </a:ext>
            </a:extLst>
          </p:cNvPr>
          <p:cNvSpPr>
            <a:spLocks xmlns:a="http://schemas.openxmlformats.org/drawingml/2006/main" noGrp="1"/>
          </p:cNvSpPr>
          <p:nvPr/>
        </p:nvSpPr>
        <p:spPr>
          <a:xfrm xmlns:a="http://schemas.openxmlformats.org/drawingml/2006/main">
            <a:off x="8296275" y="2162175"/>
            <a:ext cx="32956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always_ff @(posedge clk)</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if (reset)   q &lt;= '0;</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else if (en)</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if (clear) q &lt;= '0;</a:t>
            </a:r>
          </a:p>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else       q &lt;= d;</a:t>
            </a:r>
          </a:p>
        </p:txBody>
      </p:sp>
      <p:sp>
        <p:nvSpPr>
          <p:cNvPr id="836" name="text-1416">
            <a:extLst xmlns:a="http://schemas.openxmlformats.org/drawingml/2006/main">
              <a:ext uri="{FF2B5EF4-FFF2-40B4-BE49-F238E27FC236}">
                <a16:creationId xmlns:a16="http://schemas.microsoft.com/office/drawing/2014/main" id="{05AEF451-1C50-442C-8ECF-7B0FBDDCAF8E}"/>
              </a:ext>
            </a:extLst>
          </p:cNvPr>
          <p:cNvSpPr>
            <a:spLocks xmlns:a="http://schemas.openxmlformats.org/drawingml/2006/main" noGrp="1"/>
          </p:cNvSpPr>
          <p:nvPr/>
        </p:nvSpPr>
        <p:spPr>
          <a:xfrm xmlns:a="http://schemas.openxmlformats.org/drawingml/2006/main">
            <a:off x="8134350" y="3724275"/>
            <a:ext cx="35337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設計ツールで合成・配置配線</a:t>
            </a:r>
          </a:p>
        </p:txBody>
      </p:sp>
      <p:sp>
        <p:nvSpPr>
          <p:cNvPr id="837" name="wire-1417">
            <a:extLst xmlns:a="http://schemas.openxmlformats.org/drawingml/2006/main">
              <a:ext uri="{FF2B5EF4-FFF2-40B4-BE49-F238E27FC236}">
                <a16:creationId xmlns:a16="http://schemas.microsoft.com/office/drawing/2014/main" id="{3C7624EE-C7AA-4DBE-B39E-CFB144F8D23B}"/>
              </a:ext>
            </a:extLst>
          </p:cNvPr>
          <p:cNvSpPr>
            <a:spLocks xmlns:a="http://schemas.openxmlformats.org/drawingml/2006/main" noGrp="1"/>
          </p:cNvSpPr>
          <p:nvPr/>
        </p:nvSpPr>
        <p:spPr>
          <a:xfrm xmlns:a="http://schemas.openxmlformats.org/drawingml/2006/main">
            <a:off x="9906000" y="40862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26670">
            <a:solidFill>
              <a:srgbClr val="1572C3"/>
            </a:solidFill>
          </a:ln>
        </p:spPr>
      </p:sp>
      <p:sp>
        <p:nvSpPr>
          <p:cNvPr id="838" name="circuit-1418">
            <a:extLst xmlns:a="http://schemas.openxmlformats.org/drawingml/2006/main">
              <a:ext uri="{FF2B5EF4-FFF2-40B4-BE49-F238E27FC236}">
                <a16:creationId xmlns:a16="http://schemas.microsoft.com/office/drawing/2014/main" id="{23AD3384-9E6B-4AF8-8210-80A3612DEA35}"/>
              </a:ext>
            </a:extLst>
          </p:cNvPr>
          <p:cNvSpPr>
            <a:spLocks xmlns:a="http://schemas.openxmlformats.org/drawingml/2006/main" noGrp="1"/>
          </p:cNvSpPr>
          <p:nvPr/>
        </p:nvSpPr>
        <p:spPr>
          <a:xfrm xmlns:a="http://schemas.openxmlformats.org/drawingml/2006/main">
            <a:off x="9874568" y="4295775"/>
            <a:ext cx="62865" cy="76200"/>
          </a:xfrm>
          <a:custGeom xmlns:a="http://schemas.openxmlformats.org/drawingml/2006/main">
            <a:pathLst>
              <a:path w="62865" h="76200">
                <a:moveTo>
                  <a:pt x="31432" y="76200"/>
                </a:moveTo>
                <a:lnTo>
                  <a:pt x="62865" y="0"/>
                </a:lnTo>
                <a:lnTo>
                  <a:pt x="0" y="0"/>
                </a:lnTo>
                <a:close/>
              </a:path>
            </a:pathLst>
          </a:custGeom>
          <a:solidFill xmlns:a="http://schemas.openxmlformats.org/drawingml/2006/main">
            <a:srgbClr val="1572C3"/>
          </a:solidFill>
          <a:ln xmlns:a="http://schemas.openxmlformats.org/drawingml/2006/main" w="9525">
            <a:solidFill>
              <a:srgbClr val="1572C3"/>
            </a:solidFill>
          </a:ln>
        </p:spPr>
      </p:sp>
      <p:pic>
        <p:nvPicPr>
          <p:cNvPr id="839" name="">
            <a:extLst xmlns:a="http://schemas.openxmlformats.org/drawingml/2006/main">
              <a:ext uri="{FF2B5EF4-FFF2-40B4-BE49-F238E27FC236}">
                <a16:creationId xmlns:a16="http://schemas.microsoft.com/office/drawing/2014/main" id="{1DDF33F9-F194-4151-BC6F-522A6335078C}"/>
              </a:ext>
            </a:extLst>
          </p:cNvPr>
          <p:cNvPicPr>
            <a:picLocks xmlns:a="http://schemas.openxmlformats.org/drawingml/2006/main" noChangeAspect="1"/>
          </p:cNvPicPr>
          <p:nvPr/>
        </p:nvPicPr>
        <p:blipFill>
          <a:blip xmlns:r="http://schemas.openxmlformats.org/officeDocument/2006/relationships" xmlns:a="http://schemas.openxmlformats.org/drawingml/2006/main" r:embed="R32620e17df654919"/>
          <a:stretch xmlns:a="http://schemas.openxmlformats.org/drawingml/2006/main"/>
        </p:blipFill>
        <p:spPr>
          <a:xfrm xmlns:a="http://schemas.openxmlformats.org/drawingml/2006/main">
            <a:off x="9023573" y="4419600"/>
            <a:ext cx="1945829" cy="1724025"/>
          </a:xfrm>
          <a:prstGeom xmlns:a="http://schemas.openxmlformats.org/drawingml/2006/main" prst="rect">
            <a:avLst/>
          </a:prstGeom>
        </p:spPr>
      </p:pic>
      <p:sp>
        <p:nvSpPr>
          <p:cNvPr id="840" name="block-1419">
            <a:extLst xmlns:a="http://schemas.openxmlformats.org/drawingml/2006/main">
              <a:ext uri="{FF2B5EF4-FFF2-40B4-BE49-F238E27FC236}">
                <a16:creationId xmlns:a16="http://schemas.microsoft.com/office/drawing/2014/main" id="{249AF5C8-69FE-4F1A-8D1D-FEBB3BBA5A84}"/>
              </a:ext>
            </a:extLst>
          </p:cNvPr>
          <p:cNvSpPr>
            <a:spLocks xmlns:a="http://schemas.openxmlformats.org/drawingml/2006/main" noGrp="1"/>
          </p:cNvSpPr>
          <p:nvPr/>
        </p:nvSpPr>
        <p:spPr>
          <a:xfrm xmlns:a="http://schemas.openxmlformats.org/drawingml/2006/main">
            <a:off x="9810750" y="4981575"/>
            <a:ext cx="352425" cy="333375"/>
          </a:xfrm>
          <a:prstGeom xmlns:a="http://schemas.openxmlformats.org/drawingml/2006/main" prst="rect">
            <a:avLst/>
          </a:prstGeom>
          <a:noFill xmlns:a="http://schemas.openxmlformats.org/drawingml/2006/main"/>
          <a:ln xmlns:a="http://schemas.openxmlformats.org/drawingml/2006/main" w="22860">
            <a:solidFill>
              <a:srgbClr val="1572C3"/>
            </a:solidFill>
          </a:ln>
        </p:spPr>
      </p:sp>
      <p:sp>
        <p:nvSpPr>
          <p:cNvPr id="841" name="wire-1420">
            <a:extLst xmlns:a="http://schemas.openxmlformats.org/drawingml/2006/main">
              <a:ext uri="{FF2B5EF4-FFF2-40B4-BE49-F238E27FC236}">
                <a16:creationId xmlns:a16="http://schemas.microsoft.com/office/drawing/2014/main" id="{D8B2E5B7-62CF-4147-9087-6E80F4EFFC50}"/>
              </a:ext>
            </a:extLst>
          </p:cNvPr>
          <p:cNvSpPr>
            <a:spLocks xmlns:a="http://schemas.openxmlformats.org/drawingml/2006/main" noGrp="1"/>
          </p:cNvSpPr>
          <p:nvPr/>
        </p:nvSpPr>
        <p:spPr>
          <a:xfrm xmlns:a="http://schemas.openxmlformats.org/drawingml/2006/main">
            <a:off x="11430000" y="5153025"/>
            <a:ext cx="9525" cy="590550"/>
          </a:xfrm>
          <a:custGeom xmlns:a="http://schemas.openxmlformats.org/drawingml/2006/main">
            <a:pathLst>
              <a:path w="9525" h="590550">
                <a:moveTo>
                  <a:pt x="0" y="590550"/>
                </a:moveTo>
                <a:lnTo>
                  <a:pt x="0" y="0"/>
                </a:lnTo>
              </a:path>
            </a:pathLst>
          </a:custGeom>
          <a:noFill xmlns:a="http://schemas.openxmlformats.org/drawingml/2006/main"/>
          <a:ln xmlns:a="http://schemas.openxmlformats.org/drawingml/2006/main" w="17145">
            <a:solidFill>
              <a:srgbClr val="1572C3"/>
            </a:solidFill>
          </a:ln>
        </p:spPr>
      </p:sp>
      <p:sp>
        <p:nvSpPr>
          <p:cNvPr id="842" name="wire-1421">
            <a:extLst xmlns:a="http://schemas.openxmlformats.org/drawingml/2006/main">
              <a:ext uri="{FF2B5EF4-FFF2-40B4-BE49-F238E27FC236}">
                <a16:creationId xmlns:a16="http://schemas.microsoft.com/office/drawing/2014/main" id="{1CB91899-EADD-4ECB-B9E6-7CB5E779E2BD}"/>
              </a:ext>
            </a:extLst>
          </p:cNvPr>
          <p:cNvSpPr>
            <a:spLocks xmlns:a="http://schemas.openxmlformats.org/drawingml/2006/main" noGrp="1"/>
          </p:cNvSpPr>
          <p:nvPr/>
        </p:nvSpPr>
        <p:spPr>
          <a:xfrm xmlns:a="http://schemas.openxmlformats.org/drawingml/2006/main">
            <a:off x="10163175" y="5153025"/>
            <a:ext cx="1266825" cy="9525"/>
          </a:xfrm>
          <a:custGeom xmlns:a="http://schemas.openxmlformats.org/drawingml/2006/main">
            <a:pathLst>
              <a:path w="1266825" h="9525">
                <a:moveTo>
                  <a:pt x="1266825" y="0"/>
                </a:moveTo>
                <a:lnTo>
                  <a:pt x="0" y="0"/>
                </a:lnTo>
              </a:path>
            </a:pathLst>
          </a:custGeom>
          <a:noFill xmlns:a="http://schemas.openxmlformats.org/drawingml/2006/main"/>
          <a:ln xmlns:a="http://schemas.openxmlformats.org/drawingml/2006/main" w="17145">
            <a:solidFill>
              <a:srgbClr val="1572C3"/>
            </a:solidFill>
          </a:ln>
        </p:spPr>
      </p:sp>
      <p:sp>
        <p:nvSpPr>
          <p:cNvPr id="843" name="text-1422">
            <a:extLst xmlns:a="http://schemas.openxmlformats.org/drawingml/2006/main">
              <a:ext uri="{FF2B5EF4-FFF2-40B4-BE49-F238E27FC236}">
                <a16:creationId xmlns:a16="http://schemas.microsoft.com/office/drawing/2014/main" id="{73AD3B48-A833-4BEE-81DC-4ED9D7F98052}"/>
              </a:ext>
            </a:extLst>
          </p:cNvPr>
          <p:cNvSpPr>
            <a:spLocks xmlns:a="http://schemas.openxmlformats.org/drawingml/2006/main" noGrp="1"/>
          </p:cNvSpPr>
          <p:nvPr/>
        </p:nvSpPr>
        <p:spPr>
          <a:xfrm xmlns:a="http://schemas.openxmlformats.org/drawingml/2006/main">
            <a:off x="8001000" y="5600700"/>
            <a:ext cx="1905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構成データを</a:t>
            </a:r>
          </a:p>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FPGAに設定</a:t>
            </a:r>
          </a:p>
        </p:txBody>
      </p:sp>
      <p:sp>
        <p:nvSpPr>
          <p:cNvPr id="844" name="text-1423">
            <a:extLst xmlns:a="http://schemas.openxmlformats.org/drawingml/2006/main">
              <a:ext uri="{FF2B5EF4-FFF2-40B4-BE49-F238E27FC236}">
                <a16:creationId xmlns:a16="http://schemas.microsoft.com/office/drawing/2014/main" id="{FE8FEA28-D18C-4CBE-B721-18058BF794FB}"/>
              </a:ext>
            </a:extLst>
          </p:cNvPr>
          <p:cNvSpPr>
            <a:spLocks xmlns:a="http://schemas.openxmlformats.org/drawingml/2006/main" noGrp="1"/>
          </p:cNvSpPr>
          <p:nvPr/>
        </p:nvSpPr>
        <p:spPr>
          <a:xfrm xmlns:a="http://schemas.openxmlformats.org/drawingml/2006/main">
            <a:off x="11077575" y="56578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FPGA</a:t>
            </a:r>
          </a:p>
        </p:txBody>
      </p:sp>
      <p:sp>
        <p:nvSpPr>
          <p:cNvPr id="845" name="text-1424">
            <a:extLst xmlns:a="http://schemas.openxmlformats.org/drawingml/2006/main">
              <a:ext uri="{FF2B5EF4-FFF2-40B4-BE49-F238E27FC236}">
                <a16:creationId xmlns:a16="http://schemas.microsoft.com/office/drawing/2014/main" id="{4ABCE2E2-C6D2-4F27-9867-EDA51C2D3CC5}"/>
              </a:ext>
            </a:extLst>
          </p:cNvPr>
          <p:cNvSpPr>
            <a:spLocks xmlns:a="http://schemas.openxmlformats.org/drawingml/2006/main" noGrp="1"/>
          </p:cNvSpPr>
          <p:nvPr/>
        </p:nvSpPr>
        <p:spPr>
          <a:xfrm xmlns:a="http://schemas.openxmlformats.org/drawingml/2006/main">
            <a:off x="9753600" y="6153150"/>
            <a:ext cx="1828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0">
                <a:solidFill>
                  <a:srgbClr val="777777"/>
                </a:solidFill>
                <a:latin typeface="Yu Gothic"/>
                <a:ea typeface="Yu Gothic"/>
                <a:cs typeface="Yu Gothic"/>
              </a:defRPr>
            </a:defPPr>
            <a:lvl1pPr algn="ctr">
              <a:defRPr sz="1050" b="0">
                <a:solidFill>
                  <a:srgbClr val="777777"/>
                </a:solidFill>
                <a:latin typeface="Yu Gothic"/>
                <a:ea typeface="Yu Gothic"/>
                <a:cs typeface="Yu Gothic"/>
              </a:defRPr>
            </a:lvl1pPr>
            <a:lvl2pPr algn="ctr">
              <a:defRPr sz="1050" b="0">
                <a:solidFill>
                  <a:srgbClr val="777777"/>
                </a:solidFill>
                <a:latin typeface="Yu Gothic"/>
                <a:ea typeface="Yu Gothic"/>
                <a:cs typeface="Yu Gothic"/>
              </a:defRPr>
            </a:lvl2pPr>
            <a:lvl3pPr algn="ctr">
              <a:defRPr sz="1050" b="0">
                <a:solidFill>
                  <a:srgbClr val="777777"/>
                </a:solidFill>
                <a:latin typeface="Yu Gothic"/>
                <a:ea typeface="Yu Gothic"/>
                <a:cs typeface="Yu Gothic"/>
              </a:defRPr>
            </a:lvl3pPr>
            <a:lvl4pPr algn="ctr">
              <a:defRPr sz="1050" b="0">
                <a:solidFill>
                  <a:srgbClr val="777777"/>
                </a:solidFill>
                <a:latin typeface="Yu Gothic"/>
                <a:ea typeface="Yu Gothic"/>
                <a:cs typeface="Yu Gothic"/>
              </a:defRPr>
            </a:lvl4pPr>
            <a:lvl5pPr algn="ctr">
              <a:defRPr sz="1050" b="0">
                <a:solidFill>
                  <a:srgbClr val="777777"/>
                </a:solidFill>
                <a:latin typeface="Yu Gothic"/>
                <a:ea typeface="Yu Gothic"/>
                <a:cs typeface="Yu Gothic"/>
              </a:defRPr>
            </a:lvl5pPr>
            <a:lvl6pPr algn="ctr">
              <a:defRPr sz="1050" b="0">
                <a:solidFill>
                  <a:srgbClr val="777777"/>
                </a:solidFill>
                <a:latin typeface="Yu Gothic"/>
                <a:ea typeface="Yu Gothic"/>
                <a:cs typeface="Yu Gothic"/>
              </a:defRPr>
            </a:lvl6pPr>
            <a:lvl7pPr algn="ctr">
              <a:defRPr sz="1050" b="0">
                <a:solidFill>
                  <a:srgbClr val="777777"/>
                </a:solidFill>
                <a:latin typeface="Yu Gothic"/>
                <a:ea typeface="Yu Gothic"/>
                <a:cs typeface="Yu Gothic"/>
              </a:defRPr>
            </a:lvl7pPr>
            <a:lvl8pPr algn="ctr">
              <a:defRPr sz="1050" b="0">
                <a:solidFill>
                  <a:srgbClr val="777777"/>
                </a:solidFill>
                <a:latin typeface="Yu Gothic"/>
                <a:ea typeface="Yu Gothic"/>
                <a:cs typeface="Yu Gothic"/>
              </a:defRPr>
            </a:lvl8pPr>
            <a:lvl9pPr algn="ctr">
              <a:defRPr sz="1050" b="0">
                <a:solidFill>
                  <a:srgbClr val="777777"/>
                </a:solidFill>
                <a:latin typeface="Yu Gothic"/>
                <a:ea typeface="Yu Gothic"/>
                <a:cs typeface="Yu Gothic"/>
              </a:defRPr>
            </a:lvl9pPr>
          </a:lstStyle>
          <a:p xmlns:a="http://schemas.openxmlformats.org/drawingml/2006/main">
            <a:pPr algn="ctr">
              <a:defRPr sz="1050" b="0">
                <a:solidFill>
                  <a:srgbClr val="777777"/>
                </a:solidFill>
                <a:latin typeface="Yu Gothic"/>
                <a:ea typeface="Yu Gothic"/>
                <a:cs typeface="Yu Gothic"/>
              </a:defRPr>
            </a:pPr>
            <a:r>
              <a:rPr sz="1050" b="0">
                <a:solidFill>
                  <a:srgbClr val="777777"/>
                </a:solidFill>
                <a:latin typeface="Yu Gothic"/>
                <a:ea typeface="Yu Gothic"/>
                <a:cs typeface="Yu Gothic"/>
              </a:rPr>
              <a:t>写真：Digilent</a:t>
            </a:r>
          </a:p>
        </p:txBody>
      </p:sp>
      <p:sp>
        <p:nvSpPr>
          <p:cNvPr id="846" name="text-1425">
            <a:extLst xmlns:a="http://schemas.openxmlformats.org/drawingml/2006/main">
              <a:ext uri="{FF2B5EF4-FFF2-40B4-BE49-F238E27FC236}">
                <a16:creationId xmlns:a16="http://schemas.microsoft.com/office/drawing/2014/main" id="{EDC1BC9A-A212-4F63-B0F5-6D538F889B8F}"/>
              </a:ext>
            </a:extLst>
          </p:cNvPr>
          <p:cNvSpPr>
            <a:spLocks xmlns:a="http://schemas.openxmlformats.org/drawingml/2006/main" noGrp="1"/>
          </p:cNvSpPr>
          <p:nvPr/>
        </p:nvSpPr>
        <p:spPr>
          <a:xfrm xmlns:a="http://schemas.openxmlformats.org/drawingml/2006/main">
            <a:off x="609600" y="5781675"/>
            <a:ext cx="718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白い細長い箱：レジスタ　　台形：MUX（値の選択）</a:t>
            </a:r>
          </a:p>
        </p:txBody>
      </p:sp>
      <p:sp>
        <p:nvSpPr>
          <p:cNvPr id="847" name="text-1426">
            <a:extLst xmlns:a="http://schemas.openxmlformats.org/drawingml/2006/main">
              <a:ext uri="{FF2B5EF4-FFF2-40B4-BE49-F238E27FC236}">
                <a16:creationId xmlns:a16="http://schemas.microsoft.com/office/drawing/2014/main" id="{5FDC5351-CCB3-4ADD-A9B0-1E8CDA8AC8A7}"/>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11</a:t>
            </a:r>
          </a:p>
        </p:txBody>
      </p:sp>
      <p:sp>
        <p:nvSpPr>
          <p:cNvPr id="848" name="text-1427">
            <a:extLst xmlns:a="http://schemas.openxmlformats.org/drawingml/2006/main">
              <a:ext uri="{FF2B5EF4-FFF2-40B4-BE49-F238E27FC236}">
                <a16:creationId xmlns:a16="http://schemas.microsoft.com/office/drawing/2014/main" id="{8201BFDD-A5AC-4C36-9D0A-BCED4439DAEE}"/>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内部構成は RVSOC と製品RTLを基に再構成。主要な回路と接続を示す</a:t>
            </a:r>
          </a:p>
        </p:txBody>
      </p:sp>
    </p:spTree>
    <p:extLst>
      <p:ext uri="{BB962C8B-B14F-4D97-AF65-F5344CB8AC3E}">
        <p14:creationId xmlns:p14="http://schemas.microsoft.com/office/powerpoint/2010/main" val="9016510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1428">
            <a:extLst xmlns:a="http://schemas.openxmlformats.org/drawingml/2006/main">
              <a:ext uri="{FF2B5EF4-FFF2-40B4-BE49-F238E27FC236}">
                <a16:creationId xmlns:a16="http://schemas.microsoft.com/office/drawing/2014/main" id="{FD368025-41AA-4B29-A68E-AA91179FBC3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12</a:t>
            </a:r>
          </a:p>
        </p:txBody>
      </p:sp>
      <p:sp>
        <p:nvSpPr>
          <p:cNvPr id="2" name="text-1429">
            <a:extLst xmlns:a="http://schemas.openxmlformats.org/drawingml/2006/main">
              <a:ext uri="{FF2B5EF4-FFF2-40B4-BE49-F238E27FC236}">
                <a16:creationId xmlns:a16="http://schemas.microsoft.com/office/drawing/2014/main" id="{24763961-6C6B-41DD-808E-F8FFEDE6FDA1}"/>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接続した構成で、ブロック崩しを動かした</a:t>
            </a:r>
          </a:p>
        </p:txBody>
      </p:sp>
      <p:sp>
        <p:nvSpPr>
          <p:cNvPr id="3" name="text-1430">
            <a:extLst xmlns:a="http://schemas.openxmlformats.org/drawingml/2006/main">
              <a:ext uri="{FF2B5EF4-FFF2-40B4-BE49-F238E27FC236}">
                <a16:creationId xmlns:a16="http://schemas.microsoft.com/office/drawing/2014/main" id="{D40E03F0-A880-4885-8F22-B47D57A52ED2}"/>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12</a:t>
            </a:r>
          </a:p>
        </p:txBody>
      </p:sp>
      <p:pic>
        <p:nvPicPr>
          <p:cNvPr id="4" name="">
            <a:extLst xmlns:a="http://schemas.openxmlformats.org/drawingml/2006/main">
              <a:ext uri="{FF2B5EF4-FFF2-40B4-BE49-F238E27FC236}">
                <a16:creationId xmlns:a16="http://schemas.microsoft.com/office/drawing/2014/main" id="{657891F0-2A92-4C98-86EB-55A513607C52}"/>
              </a:ext>
            </a:extLst>
          </p:cNvPr>
          <p:cNvPicPr>
            <a:picLocks xmlns:a="http://schemas.openxmlformats.org/drawingml/2006/main" noChangeAspect="1"/>
          </p:cNvPicPr>
          <p:nvPr/>
        </p:nvPicPr>
        <p:blipFill>
          <a:blip xmlns:r="http://schemas.openxmlformats.org/officeDocument/2006/relationships" xmlns:a="http://schemas.openxmlformats.org/drawingml/2006/main" r:embed="R7d4773000e79437f"/>
          <a:stretch xmlns:a="http://schemas.openxmlformats.org/drawingml/2006/main"/>
        </p:blipFill>
        <p:spPr>
          <a:xfrm xmlns:a="http://schemas.openxmlformats.org/drawingml/2006/main">
            <a:off x="609600" y="1541859"/>
            <a:ext cx="6438900" cy="3621881"/>
          </a:xfrm>
          <a:prstGeom xmlns:a="http://schemas.openxmlformats.org/drawingml/2006/main" prst="rect">
            <a:avLst/>
          </a:prstGeom>
        </p:spPr>
      </p:pic>
      <p:sp>
        <p:nvSpPr>
          <p:cNvPr id="5" name="text-1431">
            <a:extLst xmlns:a="http://schemas.openxmlformats.org/drawingml/2006/main">
              <a:ext uri="{FF2B5EF4-FFF2-40B4-BE49-F238E27FC236}">
                <a16:creationId xmlns:a16="http://schemas.microsoft.com/office/drawing/2014/main" id="{14C5F7DC-65AD-4ADC-A86A-989A3E316B1F}"/>
              </a:ext>
            </a:extLst>
          </p:cNvPr>
          <p:cNvSpPr>
            <a:spLocks xmlns:a="http://schemas.openxmlformats.org/drawingml/2006/main" noGrp="1"/>
          </p:cNvSpPr>
          <p:nvPr/>
        </p:nvSpPr>
        <p:spPr>
          <a:xfrm xmlns:a="http://schemas.openxmlformats.org/drawingml/2006/main">
            <a:off x="7534275" y="1533525"/>
            <a:ext cx="4048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640 × 480 画素</a:t>
            </a:r>
          </a:p>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4条件で期待画像と一致</a:t>
            </a:r>
          </a:p>
        </p:txBody>
      </p:sp>
      <p:sp>
        <p:nvSpPr>
          <p:cNvPr id="6" name="text-1432">
            <a:extLst xmlns:a="http://schemas.openxmlformats.org/drawingml/2006/main">
              <a:ext uri="{FF2B5EF4-FFF2-40B4-BE49-F238E27FC236}">
                <a16:creationId xmlns:a16="http://schemas.microsoft.com/office/drawing/2014/main" id="{C47C1624-CA25-4CEE-84F6-8D9386F5AE2C}"/>
              </a:ext>
            </a:extLst>
          </p:cNvPr>
          <p:cNvSpPr>
            <a:spLocks xmlns:a="http://schemas.openxmlformats.org/drawingml/2006/main" noGrp="1"/>
          </p:cNvSpPr>
          <p:nvPr/>
        </p:nvSpPr>
        <p:spPr>
          <a:xfrm xmlns:a="http://schemas.openxmlformats.org/drawingml/2006/main">
            <a:off x="7534275" y="2914650"/>
            <a:ext cx="404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5分間の自動プレイ</a:t>
            </a:r>
          </a:p>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別に30秒の映像を確認</a:t>
            </a:r>
          </a:p>
        </p:txBody>
      </p:sp>
      <p:sp>
        <p:nvSpPr>
          <p:cNvPr id="7" name="text-1433">
            <a:extLst xmlns:a="http://schemas.openxmlformats.org/drawingml/2006/main">
              <a:ext uri="{FF2B5EF4-FFF2-40B4-BE49-F238E27FC236}">
                <a16:creationId xmlns:a16="http://schemas.microsoft.com/office/drawing/2014/main" id="{ED7A8A0C-0940-472E-B115-757130A9F91B}"/>
              </a:ext>
            </a:extLst>
          </p:cNvPr>
          <p:cNvSpPr>
            <a:spLocks xmlns:a="http://schemas.openxmlformats.org/drawingml/2006/main" noGrp="1"/>
          </p:cNvSpPr>
          <p:nvPr/>
        </p:nvSpPr>
        <p:spPr>
          <a:xfrm xmlns:a="http://schemas.openxmlformats.org/drawingml/2006/main">
            <a:off x="7534275" y="43053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現在は自動操作</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画像・継続実行・映像を確認</a:t>
            </a:r>
          </a:p>
        </p:txBody>
      </p:sp>
      <p:sp>
        <p:nvSpPr>
          <p:cNvPr id="8" name="text-1434">
            <a:extLst xmlns:a="http://schemas.openxmlformats.org/drawingml/2006/main">
              <a:ext uri="{FF2B5EF4-FFF2-40B4-BE49-F238E27FC236}">
                <a16:creationId xmlns:a16="http://schemas.microsoft.com/office/drawing/2014/main" id="{9F9282D1-ED35-4028-A798-5A52CA22F9F8}"/>
              </a:ext>
            </a:extLst>
          </p:cNvPr>
          <p:cNvSpPr>
            <a:spLocks xmlns:a="http://schemas.openxmlformats.org/drawingml/2006/main" noGrp="1"/>
          </p:cNvSpPr>
          <p:nvPr/>
        </p:nvSpPr>
        <p:spPr>
          <a:xfrm xmlns:a="http://schemas.openxmlformats.org/drawingml/2006/main">
            <a:off x="609600" y="54102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Yu Gothic"/>
                <a:ea typeface="Yu Gothic"/>
                <a:cs typeface="Yu Gothic"/>
              </a:defRPr>
            </a:defPPr>
            <a:lvl1pPr algn="l">
              <a:defRPr sz="2250" b="1">
                <a:solidFill>
                  <a:srgbClr val="231F20"/>
                </a:solidFill>
                <a:latin typeface="Yu Gothic"/>
                <a:ea typeface="Yu Gothic"/>
                <a:cs typeface="Yu Gothic"/>
              </a:defRPr>
            </a:lvl1pPr>
            <a:lvl2pPr algn="l">
              <a:defRPr sz="2250" b="1">
                <a:solidFill>
                  <a:srgbClr val="231F20"/>
                </a:solidFill>
                <a:latin typeface="Yu Gothic"/>
                <a:ea typeface="Yu Gothic"/>
                <a:cs typeface="Yu Gothic"/>
              </a:defRPr>
            </a:lvl2pPr>
            <a:lvl3pPr algn="l">
              <a:defRPr sz="2250" b="1">
                <a:solidFill>
                  <a:srgbClr val="231F20"/>
                </a:solidFill>
                <a:latin typeface="Yu Gothic"/>
                <a:ea typeface="Yu Gothic"/>
                <a:cs typeface="Yu Gothic"/>
              </a:defRPr>
            </a:lvl3pPr>
            <a:lvl4pPr algn="l">
              <a:defRPr sz="2250" b="1">
                <a:solidFill>
                  <a:srgbClr val="231F20"/>
                </a:solidFill>
                <a:latin typeface="Yu Gothic"/>
                <a:ea typeface="Yu Gothic"/>
                <a:cs typeface="Yu Gothic"/>
              </a:defRPr>
            </a:lvl4pPr>
            <a:lvl5pPr algn="l">
              <a:defRPr sz="2250" b="1">
                <a:solidFill>
                  <a:srgbClr val="231F20"/>
                </a:solidFill>
                <a:latin typeface="Yu Gothic"/>
                <a:ea typeface="Yu Gothic"/>
                <a:cs typeface="Yu Gothic"/>
              </a:defRPr>
            </a:lvl5pPr>
            <a:lvl6pPr algn="l">
              <a:defRPr sz="2250" b="1">
                <a:solidFill>
                  <a:srgbClr val="231F20"/>
                </a:solidFill>
                <a:latin typeface="Yu Gothic"/>
                <a:ea typeface="Yu Gothic"/>
                <a:cs typeface="Yu Gothic"/>
              </a:defRPr>
            </a:lvl6pPr>
            <a:lvl7pPr algn="l">
              <a:defRPr sz="2250" b="1">
                <a:solidFill>
                  <a:srgbClr val="231F20"/>
                </a:solidFill>
                <a:latin typeface="Yu Gothic"/>
                <a:ea typeface="Yu Gothic"/>
                <a:cs typeface="Yu Gothic"/>
              </a:defRPr>
            </a:lvl7pPr>
            <a:lvl8pPr algn="l">
              <a:defRPr sz="2250" b="1">
                <a:solidFill>
                  <a:srgbClr val="231F20"/>
                </a:solidFill>
                <a:latin typeface="Yu Gothic"/>
                <a:ea typeface="Yu Gothic"/>
                <a:cs typeface="Yu Gothic"/>
              </a:defRPr>
            </a:lvl8pPr>
            <a:lvl9pPr algn="l">
              <a:defRPr sz="2250" b="1">
                <a:solidFill>
                  <a:srgbClr val="231F20"/>
                </a:solidFill>
                <a:latin typeface="Yu Gothic"/>
                <a:ea typeface="Yu Gothic"/>
                <a:cs typeface="Yu Gothic"/>
              </a:defRPr>
            </a:lvl9pPr>
          </a:lstStyle>
          <a:p xmlns:a="http://schemas.openxmlformats.org/drawingml/2006/main">
            <a:pPr algn="l">
              <a:defRPr sz="2250" b="1">
                <a:solidFill>
                  <a:srgbClr val="231F20"/>
                </a:solidFill>
                <a:latin typeface="Yu Gothic"/>
                <a:ea typeface="Yu Gothic"/>
                <a:cs typeface="Yu Gothic"/>
              </a:defRPr>
            </a:pPr>
            <a:r>
              <a:rPr sz="2250" b="1">
                <a:solidFill>
                  <a:srgbClr val="231F20"/>
                </a:solidFill>
                <a:latin typeface="Yu Gothic"/>
                <a:ea typeface="Yu Gothic"/>
                <a:cs typeface="Yu Gothic"/>
              </a:rPr>
              <a:t>CPU・描画・メモリ・表示をつなぎ、ゲーム画面を生成</a:t>
            </a:r>
          </a:p>
        </p:txBody>
      </p:sp>
      <p:sp>
        <p:nvSpPr>
          <p:cNvPr id="9" name="text-1435">
            <a:extLst xmlns:a="http://schemas.openxmlformats.org/drawingml/2006/main">
              <a:ext uri="{FF2B5EF4-FFF2-40B4-BE49-F238E27FC236}">
                <a16:creationId xmlns:a16="http://schemas.microsoft.com/office/drawing/2014/main" id="{F3613060-F242-4798-981E-6A3191FC0233}"/>
              </a:ext>
            </a:extLst>
          </p:cNvPr>
          <p:cNvSpPr>
            <a:spLocks xmlns:a="http://schemas.openxmlformats.org/drawingml/2006/main" noGrp="1"/>
          </p:cNvSpPr>
          <p:nvPr/>
        </p:nvSpPr>
        <p:spPr>
          <a:xfrm xmlns:a="http://schemas.openxmlformats.org/drawingml/2006/main">
            <a:off x="609600" y="59626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残る課題：映像を受信できない場合の条件の特定</a:t>
            </a:r>
          </a:p>
        </p:txBody>
      </p:sp>
      <p:sp>
        <p:nvSpPr>
          <p:cNvPr id="10" name="text-1436">
            <a:extLst xmlns:a="http://schemas.openxmlformats.org/drawingml/2006/main">
              <a:ext uri="{FF2B5EF4-FFF2-40B4-BE49-F238E27FC236}">
                <a16:creationId xmlns:a16="http://schemas.microsoft.com/office/drawing/2014/main" id="{D6631DAC-245E-41E7-A520-855D1DFFD9E0}"/>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12</a:t>
            </a:r>
          </a:p>
        </p:txBody>
      </p:sp>
      <p:sp>
        <p:nvSpPr>
          <p:cNvPr id="11" name="text-1437">
            <a:extLst xmlns:a="http://schemas.openxmlformats.org/drawingml/2006/main">
              <a:ext uri="{FF2B5EF4-FFF2-40B4-BE49-F238E27FC236}">
                <a16:creationId xmlns:a16="http://schemas.microsoft.com/office/drawing/2014/main" id="{D6751561-7A06-4317-A8A1-ED50395AFB74}"/>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実験記録 E6。継続実行・画像比較・映像取得は別々の記録。現在は自動操作</a:t>
            </a:r>
          </a:p>
        </p:txBody>
      </p:sp>
    </p:spTree>
    <p:extLst>
      <p:ext uri="{BB962C8B-B14F-4D97-AF65-F5344CB8AC3E}">
        <p14:creationId xmlns:p14="http://schemas.microsoft.com/office/powerpoint/2010/main" val="11596416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1438">
            <a:extLst xmlns:a="http://schemas.openxmlformats.org/drawingml/2006/main">
              <a:ext uri="{FF2B5EF4-FFF2-40B4-BE49-F238E27FC236}">
                <a16:creationId xmlns:a16="http://schemas.microsoft.com/office/drawing/2014/main" id="{E99F161C-DCFC-4D43-943D-FF2781F7D3B6}"/>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13</a:t>
            </a:r>
          </a:p>
        </p:txBody>
      </p:sp>
      <p:sp>
        <p:nvSpPr>
          <p:cNvPr id="2" name="text-1439">
            <a:extLst xmlns:a="http://schemas.openxmlformats.org/drawingml/2006/main">
              <a:ext uri="{FF2B5EF4-FFF2-40B4-BE49-F238E27FC236}">
                <a16:creationId xmlns:a16="http://schemas.microsoft.com/office/drawing/2014/main" id="{DFAB35BA-B787-46A9-AD0C-E044F3A9E80E}"/>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Wallyをゲーム機へ拡張する設計例を示した</a:t>
            </a:r>
          </a:p>
        </p:txBody>
      </p:sp>
      <p:sp>
        <p:nvSpPr>
          <p:cNvPr id="3" name="text-1440">
            <a:extLst xmlns:a="http://schemas.openxmlformats.org/drawingml/2006/main">
              <a:ext uri="{FF2B5EF4-FFF2-40B4-BE49-F238E27FC236}">
                <a16:creationId xmlns:a16="http://schemas.microsoft.com/office/drawing/2014/main" id="{E07E19DB-D92F-4E28-BF8A-E57783DC6973}"/>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13</a:t>
            </a:r>
          </a:p>
        </p:txBody>
      </p:sp>
      <p:sp>
        <p:nvSpPr>
          <p:cNvPr id="4" name="text-1441">
            <a:extLst xmlns:a="http://schemas.openxmlformats.org/drawingml/2006/main">
              <a:ext uri="{FF2B5EF4-FFF2-40B4-BE49-F238E27FC236}">
                <a16:creationId xmlns:a16="http://schemas.microsoft.com/office/drawing/2014/main" id="{1106AFA0-356F-4322-9763-D5ABF3ECFD0F}"/>
              </a:ext>
            </a:extLst>
          </p:cNvPr>
          <p:cNvSpPr>
            <a:spLocks xmlns:a="http://schemas.openxmlformats.org/drawingml/2006/main" noGrp="1"/>
          </p:cNvSpPr>
          <p:nvPr/>
        </p:nvSpPr>
        <p:spPr>
          <a:xfrm xmlns:a="http://schemas.openxmlformats.org/drawingml/2006/main">
            <a:off x="609600" y="1485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Yu Gothic"/>
                <a:ea typeface="Yu Gothic"/>
                <a:cs typeface="Yu Gothic"/>
              </a:defRPr>
            </a:defPPr>
            <a:lvl1pPr algn="l">
              <a:defRPr sz="2475" b="1">
                <a:solidFill>
                  <a:srgbClr val="231F20"/>
                </a:solidFill>
                <a:latin typeface="Yu Gothic"/>
                <a:ea typeface="Yu Gothic"/>
                <a:cs typeface="Yu Gothic"/>
              </a:defRPr>
            </a:lvl1pPr>
            <a:lvl2pPr algn="l">
              <a:defRPr sz="2475" b="1">
                <a:solidFill>
                  <a:srgbClr val="231F20"/>
                </a:solidFill>
                <a:latin typeface="Yu Gothic"/>
                <a:ea typeface="Yu Gothic"/>
                <a:cs typeface="Yu Gothic"/>
              </a:defRPr>
            </a:lvl2pPr>
            <a:lvl3pPr algn="l">
              <a:defRPr sz="2475" b="1">
                <a:solidFill>
                  <a:srgbClr val="231F20"/>
                </a:solidFill>
                <a:latin typeface="Yu Gothic"/>
                <a:ea typeface="Yu Gothic"/>
                <a:cs typeface="Yu Gothic"/>
              </a:defRPr>
            </a:lvl3pPr>
            <a:lvl4pPr algn="l">
              <a:defRPr sz="2475" b="1">
                <a:solidFill>
                  <a:srgbClr val="231F20"/>
                </a:solidFill>
                <a:latin typeface="Yu Gothic"/>
                <a:ea typeface="Yu Gothic"/>
                <a:cs typeface="Yu Gothic"/>
              </a:defRPr>
            </a:lvl4pPr>
            <a:lvl5pPr algn="l">
              <a:defRPr sz="2475" b="1">
                <a:solidFill>
                  <a:srgbClr val="231F20"/>
                </a:solidFill>
                <a:latin typeface="Yu Gothic"/>
                <a:ea typeface="Yu Gothic"/>
                <a:cs typeface="Yu Gothic"/>
              </a:defRPr>
            </a:lvl5pPr>
            <a:lvl6pPr algn="l">
              <a:defRPr sz="2475" b="1">
                <a:solidFill>
                  <a:srgbClr val="231F20"/>
                </a:solidFill>
                <a:latin typeface="Yu Gothic"/>
                <a:ea typeface="Yu Gothic"/>
                <a:cs typeface="Yu Gothic"/>
              </a:defRPr>
            </a:lvl6pPr>
            <a:lvl7pPr algn="l">
              <a:defRPr sz="2475" b="1">
                <a:solidFill>
                  <a:srgbClr val="231F20"/>
                </a:solidFill>
                <a:latin typeface="Yu Gothic"/>
                <a:ea typeface="Yu Gothic"/>
                <a:cs typeface="Yu Gothic"/>
              </a:defRPr>
            </a:lvl7pPr>
            <a:lvl8pPr algn="l">
              <a:defRPr sz="2475" b="1">
                <a:solidFill>
                  <a:srgbClr val="231F20"/>
                </a:solidFill>
                <a:latin typeface="Yu Gothic"/>
                <a:ea typeface="Yu Gothic"/>
                <a:cs typeface="Yu Gothic"/>
              </a:defRPr>
            </a:lvl8pPr>
            <a:lvl9pPr algn="l">
              <a:defRPr sz="2475" b="1">
                <a:solidFill>
                  <a:srgbClr val="231F20"/>
                </a:solidFill>
                <a:latin typeface="Yu Gothic"/>
                <a:ea typeface="Yu Gothic"/>
                <a:cs typeface="Yu Gothic"/>
              </a:defRPr>
            </a:lvl9pPr>
          </a:lstStyle>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本研究で設計・確認した接続</a:t>
            </a:r>
          </a:p>
        </p:txBody>
      </p:sp>
      <p:sp>
        <p:nvSpPr>
          <p:cNvPr id="5" name="text-1442">
            <a:extLst xmlns:a="http://schemas.openxmlformats.org/drawingml/2006/main">
              <a:ext uri="{FF2B5EF4-FFF2-40B4-BE49-F238E27FC236}">
                <a16:creationId xmlns:a16="http://schemas.microsoft.com/office/drawing/2014/main" id="{DAC24E66-C44D-421F-A750-1EFE5CF103D6}"/>
              </a:ext>
            </a:extLst>
          </p:cNvPr>
          <p:cNvSpPr>
            <a:spLocks xmlns:a="http://schemas.openxmlformats.org/drawingml/2006/main" noGrp="1"/>
          </p:cNvSpPr>
          <p:nvPr/>
        </p:nvSpPr>
        <p:spPr>
          <a:xfrm xmlns:a="http://schemas.openxmlformats.org/drawingml/2006/main">
            <a:off x="666750" y="22479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6" name="text-1443">
            <a:extLst xmlns:a="http://schemas.openxmlformats.org/drawingml/2006/main">
              <a:ext uri="{FF2B5EF4-FFF2-40B4-BE49-F238E27FC236}">
                <a16:creationId xmlns:a16="http://schemas.microsoft.com/office/drawing/2014/main" id="{64A175F8-962A-4FE0-9E62-2B6A0A7BF69D}"/>
              </a:ext>
            </a:extLst>
          </p:cNvPr>
          <p:cNvSpPr>
            <a:spLocks xmlns:a="http://schemas.openxmlformats.org/drawingml/2006/main" noGrp="1"/>
          </p:cNvSpPr>
          <p:nvPr/>
        </p:nvSpPr>
        <p:spPr>
          <a:xfrm xmlns:a="http://schemas.openxmlformats.org/drawingml/2006/main">
            <a:off x="1047750" y="22479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番地の割当て</a:t>
            </a:r>
          </a:p>
        </p:txBody>
      </p:sp>
      <p:sp>
        <p:nvSpPr>
          <p:cNvPr id="7" name="text-1444">
            <a:extLst xmlns:a="http://schemas.openxmlformats.org/drawingml/2006/main">
              <a:ext uri="{FF2B5EF4-FFF2-40B4-BE49-F238E27FC236}">
                <a16:creationId xmlns:a16="http://schemas.microsoft.com/office/drawing/2014/main" id="{2A4BF150-30AE-4AFF-9A01-D5DEC3E0712B}"/>
              </a:ext>
            </a:extLst>
          </p:cNvPr>
          <p:cNvSpPr>
            <a:spLocks xmlns:a="http://schemas.openxmlformats.org/drawingml/2006/main" noGrp="1"/>
          </p:cNvSpPr>
          <p:nvPr/>
        </p:nvSpPr>
        <p:spPr>
          <a:xfrm xmlns:a="http://schemas.openxmlformats.org/drawingml/2006/main">
            <a:off x="3905250" y="22479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番地の比較で描画用の窓口を選ぶ</a:t>
            </a:r>
          </a:p>
        </p:txBody>
      </p:sp>
      <p:sp>
        <p:nvSpPr>
          <p:cNvPr id="8" name="text-1445">
            <a:extLst xmlns:a="http://schemas.openxmlformats.org/drawingml/2006/main">
              <a:ext uri="{FF2B5EF4-FFF2-40B4-BE49-F238E27FC236}">
                <a16:creationId xmlns:a16="http://schemas.microsoft.com/office/drawing/2014/main" id="{E182DE27-22C0-49F4-A657-FE8C7654F317}"/>
              </a:ext>
            </a:extLst>
          </p:cNvPr>
          <p:cNvSpPr>
            <a:spLocks xmlns:a="http://schemas.openxmlformats.org/drawingml/2006/main" noGrp="1"/>
          </p:cNvSpPr>
          <p:nvPr/>
        </p:nvSpPr>
        <p:spPr>
          <a:xfrm xmlns:a="http://schemas.openxmlformats.org/drawingml/2006/main">
            <a:off x="666750" y="28575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9" name="text-1446">
            <a:extLst xmlns:a="http://schemas.openxmlformats.org/drawingml/2006/main">
              <a:ext uri="{FF2B5EF4-FFF2-40B4-BE49-F238E27FC236}">
                <a16:creationId xmlns:a16="http://schemas.microsoft.com/office/drawing/2014/main" id="{3EFE38BE-B24E-452B-8709-893DA44E038B}"/>
              </a:ext>
            </a:extLst>
          </p:cNvPr>
          <p:cNvSpPr>
            <a:spLocks xmlns:a="http://schemas.openxmlformats.org/drawingml/2006/main" noGrp="1"/>
          </p:cNvSpPr>
          <p:nvPr/>
        </p:nvSpPr>
        <p:spPr>
          <a:xfrm xmlns:a="http://schemas.openxmlformats.org/drawingml/2006/main">
            <a:off x="1047750" y="28575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受渡しの条件</a:t>
            </a:r>
          </a:p>
        </p:txBody>
      </p:sp>
      <p:sp>
        <p:nvSpPr>
          <p:cNvPr id="10" name="text-1447">
            <a:extLst xmlns:a="http://schemas.openxmlformats.org/drawingml/2006/main">
              <a:ext uri="{FF2B5EF4-FFF2-40B4-BE49-F238E27FC236}">
                <a16:creationId xmlns:a16="http://schemas.microsoft.com/office/drawing/2014/main" id="{3E9151A5-D5FA-4CD7-AC75-69E05FA326AB}"/>
              </a:ext>
            </a:extLst>
          </p:cNvPr>
          <p:cNvSpPr>
            <a:spLocks xmlns:a="http://schemas.openxmlformats.org/drawingml/2006/main" noGrp="1"/>
          </p:cNvSpPr>
          <p:nvPr/>
        </p:nvSpPr>
        <p:spPr>
          <a:xfrm xmlns:a="http://schemas.openxmlformats.org/drawingml/2006/main">
            <a:off x="3905250" y="28575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書込みをFIFOのデータ・有効へ変換</a:t>
            </a:r>
          </a:p>
        </p:txBody>
      </p:sp>
      <p:sp>
        <p:nvSpPr>
          <p:cNvPr id="11" name="text-1448">
            <a:extLst xmlns:a="http://schemas.openxmlformats.org/drawingml/2006/main">
              <a:ext uri="{FF2B5EF4-FFF2-40B4-BE49-F238E27FC236}">
                <a16:creationId xmlns:a16="http://schemas.microsoft.com/office/drawing/2014/main" id="{8A18F004-C5B3-464C-80B2-34E714DAD11B}"/>
              </a:ext>
            </a:extLst>
          </p:cNvPr>
          <p:cNvSpPr>
            <a:spLocks xmlns:a="http://schemas.openxmlformats.org/drawingml/2006/main" noGrp="1"/>
          </p:cNvSpPr>
          <p:nvPr/>
        </p:nvSpPr>
        <p:spPr>
          <a:xfrm xmlns:a="http://schemas.openxmlformats.org/drawingml/2006/main">
            <a:off x="666750" y="34671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12" name="text-1449">
            <a:extLst xmlns:a="http://schemas.openxmlformats.org/drawingml/2006/main">
              <a:ext uri="{FF2B5EF4-FFF2-40B4-BE49-F238E27FC236}">
                <a16:creationId xmlns:a16="http://schemas.microsoft.com/office/drawing/2014/main" id="{9B2519A8-BF00-4D21-957B-CF5BF3C0A0ED}"/>
              </a:ext>
            </a:extLst>
          </p:cNvPr>
          <p:cNvSpPr>
            <a:spLocks xmlns:a="http://schemas.openxmlformats.org/drawingml/2006/main" noGrp="1"/>
          </p:cNvSpPr>
          <p:nvPr/>
        </p:nvSpPr>
        <p:spPr>
          <a:xfrm xmlns:a="http://schemas.openxmlformats.org/drawingml/2006/main">
            <a:off x="1047750" y="34671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実機での確認</a:t>
            </a:r>
          </a:p>
        </p:txBody>
      </p:sp>
      <p:sp>
        <p:nvSpPr>
          <p:cNvPr id="13" name="text-1450">
            <a:extLst xmlns:a="http://schemas.openxmlformats.org/drawingml/2006/main">
              <a:ext uri="{FF2B5EF4-FFF2-40B4-BE49-F238E27FC236}">
                <a16:creationId xmlns:a16="http://schemas.microsoft.com/office/drawing/2014/main" id="{32A40B9E-914B-4BE8-8558-C6B73F1562C2}"/>
              </a:ext>
            </a:extLst>
          </p:cNvPr>
          <p:cNvSpPr>
            <a:spLocks xmlns:a="http://schemas.openxmlformats.org/drawingml/2006/main" noGrp="1"/>
          </p:cNvSpPr>
          <p:nvPr/>
        </p:nvSpPr>
        <p:spPr>
          <a:xfrm xmlns:a="http://schemas.openxmlformats.org/drawingml/2006/main">
            <a:off x="3905250" y="34671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ゲーム画面の生成と継続動作を確認</a:t>
            </a:r>
          </a:p>
        </p:txBody>
      </p:sp>
      <p:sp>
        <p:nvSpPr>
          <p:cNvPr id="14" name="text-1451">
            <a:extLst xmlns:a="http://schemas.openxmlformats.org/drawingml/2006/main">
              <a:ext uri="{FF2B5EF4-FFF2-40B4-BE49-F238E27FC236}">
                <a16:creationId xmlns:a16="http://schemas.microsoft.com/office/drawing/2014/main" id="{23CC0EAB-0017-49CB-9494-4851F5D7756E}"/>
              </a:ext>
            </a:extLst>
          </p:cNvPr>
          <p:cNvSpPr>
            <a:spLocks xmlns:a="http://schemas.openxmlformats.org/drawingml/2006/main" noGrp="1"/>
          </p:cNvSpPr>
          <p:nvPr/>
        </p:nvSpPr>
        <p:spPr>
          <a:xfrm xmlns:a="http://schemas.openxmlformats.org/drawingml/2006/main">
            <a:off x="609600" y="4429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Yu Gothic"/>
                <a:ea typeface="Yu Gothic"/>
                <a:cs typeface="Yu Gothic"/>
              </a:defRPr>
            </a:defPPr>
            <a:lvl1pPr algn="l">
              <a:defRPr sz="2475" b="1">
                <a:solidFill>
                  <a:srgbClr val="231F20"/>
                </a:solidFill>
                <a:latin typeface="Yu Gothic"/>
                <a:ea typeface="Yu Gothic"/>
                <a:cs typeface="Yu Gothic"/>
              </a:defRPr>
            </a:lvl1pPr>
            <a:lvl2pPr algn="l">
              <a:defRPr sz="2475" b="1">
                <a:solidFill>
                  <a:srgbClr val="231F20"/>
                </a:solidFill>
                <a:latin typeface="Yu Gothic"/>
                <a:ea typeface="Yu Gothic"/>
                <a:cs typeface="Yu Gothic"/>
              </a:defRPr>
            </a:lvl2pPr>
            <a:lvl3pPr algn="l">
              <a:defRPr sz="2475" b="1">
                <a:solidFill>
                  <a:srgbClr val="231F20"/>
                </a:solidFill>
                <a:latin typeface="Yu Gothic"/>
                <a:ea typeface="Yu Gothic"/>
                <a:cs typeface="Yu Gothic"/>
              </a:defRPr>
            </a:lvl3pPr>
            <a:lvl4pPr algn="l">
              <a:defRPr sz="2475" b="1">
                <a:solidFill>
                  <a:srgbClr val="231F20"/>
                </a:solidFill>
                <a:latin typeface="Yu Gothic"/>
                <a:ea typeface="Yu Gothic"/>
                <a:cs typeface="Yu Gothic"/>
              </a:defRPr>
            </a:lvl4pPr>
            <a:lvl5pPr algn="l">
              <a:defRPr sz="2475" b="1">
                <a:solidFill>
                  <a:srgbClr val="231F20"/>
                </a:solidFill>
                <a:latin typeface="Yu Gothic"/>
                <a:ea typeface="Yu Gothic"/>
                <a:cs typeface="Yu Gothic"/>
              </a:defRPr>
            </a:lvl5pPr>
            <a:lvl6pPr algn="l">
              <a:defRPr sz="2475" b="1">
                <a:solidFill>
                  <a:srgbClr val="231F20"/>
                </a:solidFill>
                <a:latin typeface="Yu Gothic"/>
                <a:ea typeface="Yu Gothic"/>
                <a:cs typeface="Yu Gothic"/>
              </a:defRPr>
            </a:lvl6pPr>
            <a:lvl7pPr algn="l">
              <a:defRPr sz="2475" b="1">
                <a:solidFill>
                  <a:srgbClr val="231F20"/>
                </a:solidFill>
                <a:latin typeface="Yu Gothic"/>
                <a:ea typeface="Yu Gothic"/>
                <a:cs typeface="Yu Gothic"/>
              </a:defRPr>
            </a:lvl7pPr>
            <a:lvl8pPr algn="l">
              <a:defRPr sz="2475" b="1">
                <a:solidFill>
                  <a:srgbClr val="231F20"/>
                </a:solidFill>
                <a:latin typeface="Yu Gothic"/>
                <a:ea typeface="Yu Gothic"/>
                <a:cs typeface="Yu Gothic"/>
              </a:defRPr>
            </a:lvl8pPr>
            <a:lvl9pPr algn="l">
              <a:defRPr sz="2475" b="1">
                <a:solidFill>
                  <a:srgbClr val="231F20"/>
                </a:solidFill>
                <a:latin typeface="Yu Gothic"/>
                <a:ea typeface="Yu Gothic"/>
                <a:cs typeface="Yu Gothic"/>
              </a:defRPr>
            </a:lvl9pPr>
          </a:lstStyle>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Wallyの拡張を学ぶ人が参照できる、</a:t>
            </a:r>
          </a:p>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接続設計と実機での動作確認の例</a:t>
            </a:r>
          </a:p>
        </p:txBody>
      </p:sp>
      <p:sp>
        <p:nvSpPr>
          <p:cNvPr id="15" name="text-1452">
            <a:extLst xmlns:a="http://schemas.openxmlformats.org/drawingml/2006/main">
              <a:ext uri="{FF2B5EF4-FFF2-40B4-BE49-F238E27FC236}">
                <a16:creationId xmlns:a16="http://schemas.microsoft.com/office/drawing/2014/main" id="{D04BA9DD-8C36-4241-814E-4CDB112376B9}"/>
              </a:ext>
            </a:extLst>
          </p:cNvPr>
          <p:cNvSpPr>
            <a:spLocks xmlns:a="http://schemas.openxmlformats.org/drawingml/2006/main" noGrp="1"/>
          </p:cNvSpPr>
          <p:nvPr/>
        </p:nvSpPr>
        <p:spPr>
          <a:xfrm xmlns:a="http://schemas.openxmlformats.org/drawingml/2006/main">
            <a:off x="609600" y="5667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Yu Gothic"/>
                <a:ea typeface="Yu Gothic"/>
                <a:cs typeface="Yu Gothic"/>
              </a:defRPr>
            </a:defPPr>
            <a:lvl1pPr algn="l">
              <a:defRPr sz="2175" b="0">
                <a:solidFill>
                  <a:srgbClr val="231F20"/>
                </a:solidFill>
                <a:latin typeface="Yu Gothic"/>
                <a:ea typeface="Yu Gothic"/>
                <a:cs typeface="Yu Gothic"/>
              </a:defRPr>
            </a:lvl1pPr>
            <a:lvl2pPr algn="l">
              <a:defRPr sz="2175" b="0">
                <a:solidFill>
                  <a:srgbClr val="231F20"/>
                </a:solidFill>
                <a:latin typeface="Yu Gothic"/>
                <a:ea typeface="Yu Gothic"/>
                <a:cs typeface="Yu Gothic"/>
              </a:defRPr>
            </a:lvl2pPr>
            <a:lvl3pPr algn="l">
              <a:defRPr sz="2175" b="0">
                <a:solidFill>
                  <a:srgbClr val="231F20"/>
                </a:solidFill>
                <a:latin typeface="Yu Gothic"/>
                <a:ea typeface="Yu Gothic"/>
                <a:cs typeface="Yu Gothic"/>
              </a:defRPr>
            </a:lvl3pPr>
            <a:lvl4pPr algn="l">
              <a:defRPr sz="2175" b="0">
                <a:solidFill>
                  <a:srgbClr val="231F20"/>
                </a:solidFill>
                <a:latin typeface="Yu Gothic"/>
                <a:ea typeface="Yu Gothic"/>
                <a:cs typeface="Yu Gothic"/>
              </a:defRPr>
            </a:lvl4pPr>
            <a:lvl5pPr algn="l">
              <a:defRPr sz="2175" b="0">
                <a:solidFill>
                  <a:srgbClr val="231F20"/>
                </a:solidFill>
                <a:latin typeface="Yu Gothic"/>
                <a:ea typeface="Yu Gothic"/>
                <a:cs typeface="Yu Gothic"/>
              </a:defRPr>
            </a:lvl5pPr>
            <a:lvl6pPr algn="l">
              <a:defRPr sz="2175" b="0">
                <a:solidFill>
                  <a:srgbClr val="231F20"/>
                </a:solidFill>
                <a:latin typeface="Yu Gothic"/>
                <a:ea typeface="Yu Gothic"/>
                <a:cs typeface="Yu Gothic"/>
              </a:defRPr>
            </a:lvl6pPr>
            <a:lvl7pPr algn="l">
              <a:defRPr sz="2175" b="0">
                <a:solidFill>
                  <a:srgbClr val="231F20"/>
                </a:solidFill>
                <a:latin typeface="Yu Gothic"/>
                <a:ea typeface="Yu Gothic"/>
                <a:cs typeface="Yu Gothic"/>
              </a:defRPr>
            </a:lvl7pPr>
            <a:lvl8pPr algn="l">
              <a:defRPr sz="2175" b="0">
                <a:solidFill>
                  <a:srgbClr val="231F20"/>
                </a:solidFill>
                <a:latin typeface="Yu Gothic"/>
                <a:ea typeface="Yu Gothic"/>
                <a:cs typeface="Yu Gothic"/>
              </a:defRPr>
            </a:lvl8pPr>
            <a:lvl9pPr algn="l">
              <a:defRPr sz="2175" b="0">
                <a:solidFill>
                  <a:srgbClr val="231F20"/>
                </a:solidFill>
                <a:latin typeface="Yu Gothic"/>
                <a:ea typeface="Yu Gothic"/>
                <a:cs typeface="Yu Gothic"/>
              </a:defRPr>
            </a:lvl9pPr>
          </a:lstStyle>
          <a:p xmlns:a="http://schemas.openxmlformats.org/drawingml/2006/main">
            <a:pPr algn="l">
              <a:defRPr sz="2175" b="0">
                <a:solidFill>
                  <a:srgbClr val="231F20"/>
                </a:solidFill>
                <a:latin typeface="Yu Gothic"/>
                <a:ea typeface="Yu Gothic"/>
                <a:cs typeface="Yu Gothic"/>
              </a:defRPr>
            </a:pPr>
            <a:r>
              <a:rPr sz="2175" b="0">
                <a:solidFill>
                  <a:srgbClr val="231F20"/>
                </a:solidFill>
                <a:latin typeface="Yu Gothic"/>
                <a:ea typeface="Yu Gothic"/>
                <a:cs typeface="Yu Gothic"/>
              </a:rPr>
              <a:t>次の段階：コントローラーを加え、手で操作する</a:t>
            </a:r>
          </a:p>
        </p:txBody>
      </p:sp>
      <p:sp>
        <p:nvSpPr>
          <p:cNvPr id="16" name="text-1453">
            <a:extLst xmlns:a="http://schemas.openxmlformats.org/drawingml/2006/main">
              <a:ext uri="{FF2B5EF4-FFF2-40B4-BE49-F238E27FC236}">
                <a16:creationId xmlns:a16="http://schemas.microsoft.com/office/drawing/2014/main" id="{18800669-7B48-4E38-BB89-EAAC4B3A240E}"/>
              </a:ext>
            </a:extLst>
          </p:cNvPr>
          <p:cNvSpPr>
            <a:spLocks xmlns:a="http://schemas.openxmlformats.org/drawingml/2006/main" noGrp="1"/>
          </p:cNvSpPr>
          <p:nvPr/>
        </p:nvSpPr>
        <p:spPr>
          <a:xfrm xmlns:a="http://schemas.openxmlformats.org/drawingml/2006/main">
            <a:off x="609600" y="63341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777777"/>
                </a:solidFill>
                <a:latin typeface="Yu Gothic"/>
                <a:ea typeface="Yu Gothic"/>
                <a:cs typeface="Yu Gothic"/>
              </a:defRPr>
            </a:defPPr>
            <a:lvl1pPr algn="l">
              <a:defRPr sz="1200" b="0">
                <a:solidFill>
                  <a:srgbClr val="777777"/>
                </a:solidFill>
                <a:latin typeface="Yu Gothic"/>
                <a:ea typeface="Yu Gothic"/>
                <a:cs typeface="Yu Gothic"/>
              </a:defRPr>
            </a:lvl1pPr>
            <a:lvl2pPr algn="l">
              <a:defRPr sz="1200" b="0">
                <a:solidFill>
                  <a:srgbClr val="777777"/>
                </a:solidFill>
                <a:latin typeface="Yu Gothic"/>
                <a:ea typeface="Yu Gothic"/>
                <a:cs typeface="Yu Gothic"/>
              </a:defRPr>
            </a:lvl2pPr>
            <a:lvl3pPr algn="l">
              <a:defRPr sz="1200" b="0">
                <a:solidFill>
                  <a:srgbClr val="777777"/>
                </a:solidFill>
                <a:latin typeface="Yu Gothic"/>
                <a:ea typeface="Yu Gothic"/>
                <a:cs typeface="Yu Gothic"/>
              </a:defRPr>
            </a:lvl3pPr>
            <a:lvl4pPr algn="l">
              <a:defRPr sz="1200" b="0">
                <a:solidFill>
                  <a:srgbClr val="777777"/>
                </a:solidFill>
                <a:latin typeface="Yu Gothic"/>
                <a:ea typeface="Yu Gothic"/>
                <a:cs typeface="Yu Gothic"/>
              </a:defRPr>
            </a:lvl4pPr>
            <a:lvl5pPr algn="l">
              <a:defRPr sz="1200" b="0">
                <a:solidFill>
                  <a:srgbClr val="777777"/>
                </a:solidFill>
                <a:latin typeface="Yu Gothic"/>
                <a:ea typeface="Yu Gothic"/>
                <a:cs typeface="Yu Gothic"/>
              </a:defRPr>
            </a:lvl5pPr>
            <a:lvl6pPr algn="l">
              <a:defRPr sz="1200" b="0">
                <a:solidFill>
                  <a:srgbClr val="777777"/>
                </a:solidFill>
                <a:latin typeface="Yu Gothic"/>
                <a:ea typeface="Yu Gothic"/>
                <a:cs typeface="Yu Gothic"/>
              </a:defRPr>
            </a:lvl6pPr>
            <a:lvl7pPr algn="l">
              <a:defRPr sz="1200" b="0">
                <a:solidFill>
                  <a:srgbClr val="777777"/>
                </a:solidFill>
                <a:latin typeface="Yu Gothic"/>
                <a:ea typeface="Yu Gothic"/>
                <a:cs typeface="Yu Gothic"/>
              </a:defRPr>
            </a:lvl7pPr>
            <a:lvl8pPr algn="l">
              <a:defRPr sz="1200" b="0">
                <a:solidFill>
                  <a:srgbClr val="777777"/>
                </a:solidFill>
                <a:latin typeface="Yu Gothic"/>
                <a:ea typeface="Yu Gothic"/>
                <a:cs typeface="Yu Gothic"/>
              </a:defRPr>
            </a:lvl8pPr>
            <a:lvl9pPr algn="l">
              <a:defRPr sz="1200" b="0">
                <a:solidFill>
                  <a:srgbClr val="777777"/>
                </a:solidFill>
                <a:latin typeface="Yu Gothic"/>
                <a:ea typeface="Yu Gothic"/>
                <a:cs typeface="Yu Gothic"/>
              </a:defRPr>
            </a:lvl9pPr>
          </a:lstStyle>
          <a:p xmlns:a="http://schemas.openxmlformats.org/drawingml/2006/main">
            <a:pPr algn="l">
              <a:defRPr sz="1200" b="0">
                <a:solidFill>
                  <a:srgbClr val="777777"/>
                </a:solidFill>
                <a:latin typeface="Yu Gothic"/>
                <a:ea typeface="Yu Gothic"/>
                <a:cs typeface="Yu Gothic"/>
              </a:defRPr>
            </a:pPr>
            <a:r>
              <a:rPr sz="1200" b="0">
                <a:solidFill>
                  <a:srgbClr val="777777"/>
                </a:solidFill>
                <a:latin typeface="Yu Gothic"/>
                <a:ea typeface="Yu Gothic"/>
                <a:cs typeface="Yu Gothic"/>
              </a:rPr>
              <a:t>CPU・RasterIXは既存回路を利用。学習効果そのものを実験したという主張ではない</a:t>
            </a:r>
          </a:p>
        </p:txBody>
      </p:sp>
    </p:spTree>
    <p:extLst>
      <p:ext uri="{BB962C8B-B14F-4D97-AF65-F5344CB8AC3E}">
        <p14:creationId xmlns:p14="http://schemas.microsoft.com/office/powerpoint/2010/main" val="11637725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2026-10-20T00:05:13.1540000Z</dcterms:created>
  <dcterms:modified xsi:type="dcterms:W3CDTF">2026-10-20T00:05:13.1540000Z</dcterms:modified>
</coreProperties>
</file>