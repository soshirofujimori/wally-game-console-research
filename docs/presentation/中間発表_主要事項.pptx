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Default Extension="mp4" ContentType="video/mp4"/>
</Types>
</file>

<file path=_rels/.rels><?xml version='1.0' encoding='UTF-8' standalone='yes'?>
<Relationships xmlns="http://schemas.openxmlformats.org/package/2006/relationships"><Relationship Type="http://schemas.openxmlformats.org/package/2006/relationships/metadata/core-properties" Target="/docProps/core.xml" Id="R0acc04208a9d4396"/><Relationship Type="http://schemas.openxmlformats.org/officeDocument/2006/relationships/extended-properties" Target="/docProps/app.xml" Id="R289980cfea794361"/><Relationship Type="http://schemas.openxmlformats.org/officeDocument/2006/relationships/officeDocument" Target="/ppt/presentation.xml" Id="R95a3199f2950479f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ef5e3985d9448c4"/>
  </p:sldMasterIdLst>
  <p:notesMasterIdLst>
    <p:notesMasterId xmlns:r="http://schemas.openxmlformats.org/officeDocument/2006/relationships" r:id="R260c1f359a9a44ac"/>
  </p:notesMasterIdLst>
  <p:sldIdLst>
    <p:sldId xmlns:r="http://schemas.openxmlformats.org/officeDocument/2006/relationships" id="256" r:id="R3a10a032038d4fad"/>
    <p:sldId xmlns:r="http://schemas.openxmlformats.org/officeDocument/2006/relationships" id="257" r:id="R19d509299bc94473"/>
    <p:sldId xmlns:r="http://schemas.openxmlformats.org/officeDocument/2006/relationships" id="258" r:id="R52de745299604200"/>
    <p:sldId xmlns:r="http://schemas.openxmlformats.org/officeDocument/2006/relationships" id="259" r:id="R6ab81440f7ec4383"/>
    <p:sldId xmlns:r="http://schemas.openxmlformats.org/officeDocument/2006/relationships" id="260" r:id="R2076c0c78bd043df"/>
    <p:sldId xmlns:r="http://schemas.openxmlformats.org/officeDocument/2006/relationships" id="261" r:id="Raa1f6b7f0ad544b3"/>
    <p:sldId xmlns:r="http://schemas.openxmlformats.org/officeDocument/2006/relationships" id="262" r:id="R976e79040e41400e"/>
    <p:sldId xmlns:r="http://schemas.openxmlformats.org/officeDocument/2006/relationships" id="263" r:id="R1f6c1b15c8c54e6d"/>
    <p:sldId xmlns:r="http://schemas.openxmlformats.org/officeDocument/2006/relationships" id="264" r:id="Rd4cae48210dd4652"/>
    <p:sldId xmlns:r="http://schemas.openxmlformats.org/officeDocument/2006/relationships" id="265" r:id="Re01d78a34903413a"/>
    <p:sldId xmlns:r="http://schemas.openxmlformats.org/officeDocument/2006/relationships" id="266" r:id="R41854564845d4cd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8240625f46744ed6"/><Relationship Type="http://schemas.openxmlformats.org/officeDocument/2006/relationships/slideMaster" Target="/ppt/slideMasters/slideMaster1.xml" Id="Rfef5e3985d9448c4"/><Relationship Type="http://schemas.openxmlformats.org/officeDocument/2006/relationships/notesMaster" Target="/ppt/notesMasters/notesMaster1.xml" Id="R260c1f359a9a44ac"/><Relationship Type="http://schemas.openxmlformats.org/officeDocument/2006/relationships/presProps" Target="/ppt/presProps.xml" Id="Rf00e0afd13444beb"/><Relationship Type="http://schemas.openxmlformats.org/officeDocument/2006/relationships/tableStyles" Target="/ppt/tableStyles.xml" Id="R7586139c70e0451d"/><Relationship Type="http://schemas.openxmlformats.org/officeDocument/2006/relationships/slide" Target="/ppt/slides/slide1.xml" Id="R3a10a032038d4fad"/><Relationship Type="http://schemas.openxmlformats.org/officeDocument/2006/relationships/slide" Target="/ppt/slides/slide2.xml" Id="R19d509299bc94473"/><Relationship Type="http://schemas.openxmlformats.org/officeDocument/2006/relationships/slide" Target="/ppt/slides/slide3.xml" Id="R52de745299604200"/><Relationship Type="http://schemas.openxmlformats.org/officeDocument/2006/relationships/slide" Target="/ppt/slides/slide4.xml" Id="R6ab81440f7ec4383"/><Relationship Type="http://schemas.openxmlformats.org/officeDocument/2006/relationships/slide" Target="/ppt/slides/slide5.xml" Id="R2076c0c78bd043df"/><Relationship Type="http://schemas.openxmlformats.org/officeDocument/2006/relationships/slide" Target="/ppt/slides/slide6.xml" Id="Raa1f6b7f0ad544b3"/><Relationship Type="http://schemas.openxmlformats.org/officeDocument/2006/relationships/slide" Target="/ppt/slides/slide7.xml" Id="R976e79040e41400e"/><Relationship Type="http://schemas.openxmlformats.org/officeDocument/2006/relationships/slide" Target="/ppt/slides/slide8.xml" Id="R1f6c1b15c8c54e6d"/><Relationship Type="http://schemas.openxmlformats.org/officeDocument/2006/relationships/slide" Target="/ppt/slides/slide9.xml" Id="Rd4cae48210dd4652"/><Relationship Type="http://schemas.openxmlformats.org/officeDocument/2006/relationships/slide" Target="/ppt/slides/slide10.xml" Id="Re01d78a34903413a"/><Relationship Type="http://schemas.openxmlformats.org/officeDocument/2006/relationships/slide" Target="/ppt/slides/slide11.xml" Id="R41854564845d4cd2"/></Relationships>
</file>

<file path=ppt/notesMasters/_rels/notesMaster1.xml.rels><?xml version='1.0' encoding='UTF-8' standalone='yes'?>
<Relationships xmlns="http://schemas.openxmlformats.org/package/2006/relationships"><Relationship Type="http://schemas.openxmlformats.org/officeDocument/2006/relationships/theme" Target="/ppt/notesMasters/theme/theme3.xml" Id="Rcaada75a5e5740ed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/ppt/slides/slide1.xml" Id="R3f002416a2bd432c"/><Relationship Type="http://schemas.openxmlformats.org/officeDocument/2006/relationships/notesMaster" Target="/ppt/notesMasters/notesMaster1.xml" Id="Rabf279d7bd584a07"/></Relationships>
</file>

<file path=ppt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/ppt/slides/slide2.xml" Id="R026223dc8baa41b5"/><Relationship Type="http://schemas.openxmlformats.org/officeDocument/2006/relationships/notesMaster" Target="/ppt/notesMasters/notesMaster1.xml" Id="R0b8e3a9ed36e428a"/></Relationships>
</file>

<file path=ppt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/ppt/slides/slide3.xml" Id="R584fb300c4904ab0"/><Relationship Type="http://schemas.openxmlformats.org/officeDocument/2006/relationships/notesMaster" Target="/ppt/notesMasters/notesMaster1.xml" Id="R0f6267fbe5a745a2"/></Relationships>
</file>

<file path=ppt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/ppt/slides/slide4.xml" Id="R7dabc9b757cf4ce8"/><Relationship Type="http://schemas.openxmlformats.org/officeDocument/2006/relationships/notesMaster" Target="/ppt/notesMasters/notesMaster1.xml" Id="R3d7d0269c8b94f39"/></Relationships>
</file>

<file path=ppt/notesSlides/_rels/notesSlide5.xml.rels><?xml version='1.0' encoding='UTF-8' standalone='yes'?>
<Relationships xmlns="http://schemas.openxmlformats.org/package/2006/relationships"><Relationship Type="http://schemas.openxmlformats.org/officeDocument/2006/relationships/slide" Target="/ppt/slides/slide5.xml" Id="R9cbbe0f9edc04ea2"/><Relationship Type="http://schemas.openxmlformats.org/officeDocument/2006/relationships/notesMaster" Target="/ppt/notesMasters/notesMaster1.xml" Id="R54b5de15186a4787"/></Relationships>
</file>

<file path=ppt/notesSlides/_rels/notesSlide6.xml.rels><?xml version='1.0' encoding='UTF-8' standalone='yes'?>
<Relationships xmlns="http://schemas.openxmlformats.org/package/2006/relationships"><Relationship Type="http://schemas.openxmlformats.org/officeDocument/2006/relationships/slide" Target="/ppt/slides/slide6.xml" Id="R65c3c7cbbdb54e12"/><Relationship Type="http://schemas.openxmlformats.org/officeDocument/2006/relationships/notesMaster" Target="/ppt/notesMasters/notesMaster1.xml" Id="R41309473f940417f"/></Relationships>
</file>

<file path=ppt/notesSlides/_rels/notesSlide7.xml.rels><?xml version='1.0' encoding='UTF-8' standalone='yes'?>
<Relationships xmlns="http://schemas.openxmlformats.org/package/2006/relationships"><Relationship Type="http://schemas.openxmlformats.org/officeDocument/2006/relationships/slide" Target="/ppt/slides/slide7.xml" Id="R7b9f12ef87c34b9d"/><Relationship Type="http://schemas.openxmlformats.org/officeDocument/2006/relationships/notesMaster" Target="/ppt/notesMasters/notesMaster1.xml" Id="R0703c3aeb8494123"/></Relationships>
</file>

<file path=ppt/notesSlides/_rels/notesSlide8.xml.rels><?xml version='1.0' encoding='UTF-8' standalone='yes'?>
<Relationships xmlns="http://schemas.openxmlformats.org/package/2006/relationships"><Relationship Type="http://schemas.openxmlformats.org/officeDocument/2006/relationships/slide" Target="/ppt/slides/slide8.xml" Id="R61c893e0a83a44bd"/><Relationship Type="http://schemas.openxmlformats.org/officeDocument/2006/relationships/notesMaster" Target="/ppt/notesMasters/notesMaster1.xml" Id="R9bfbdde52709436f"/></Relationships>
</file>

<file path=ppt/notesSlides/_rels/notesSlide9.xml.rels><?xml version='1.0' encoding='UTF-8' standalone='yes'?>
<Relationships xmlns="http://schemas.openxmlformats.org/package/2006/relationships"><Relationship Type="http://schemas.openxmlformats.org/officeDocument/2006/relationships/slide" Target="/ppt/slides/slide9.xml" Id="Rf3ed1412b6634b89"/><Relationship Type="http://schemas.openxmlformats.org/officeDocument/2006/relationships/notesMaster" Target="/ppt/notesMasters/notesMaster1.xml" Id="Rdad1bc8c41d14791"/></Relationships>
</file>

<file path=ppt/notesSlides/_rels/notesSlide10.xml.rels><?xml version='1.0' encoding='UTF-8' standalone='yes'?>
<Relationships xmlns="http://schemas.openxmlformats.org/package/2006/relationships"><Relationship Type="http://schemas.openxmlformats.org/officeDocument/2006/relationships/slide" Target="/ppt/slides/slide10.xml" Id="R7fc805ca50a54e59"/><Relationship Type="http://schemas.openxmlformats.org/officeDocument/2006/relationships/notesMaster" Target="/ppt/notesMasters/notesMaster1.xml" Id="R0576f886f9af41ca"/></Relationships>
</file>

<file path=ppt/notesSlides/_rels/notesSlide11.xml.rels><?xml version='1.0' encoding='UTF-8' standalone='yes'?>
<Relationships xmlns="http://schemas.openxmlformats.org/package/2006/relationships"><Relationship Type="http://schemas.openxmlformats.org/officeDocument/2006/relationships/slide" Target="/ppt/slides/slide11.xml" Id="R3f9026ae84de4558"/><Relationship Type="http://schemas.openxmlformats.org/officeDocument/2006/relationships/notesMaster" Target="/ppt/notesMasters/notesMaster1.xml" Id="R943c288752eb4db3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説明時間の目安：5秒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この題目で発表します。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補足説明：表紙は題目と発表者・指導教員の情報のみを示す。公開版は個人情報を伏せる。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説明時間の目安：35秒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写真が、今回使うNexys VideoというFPGAボードです。中央の黒い放熱器の下にFPGAチップがあります。このチップには、目的に応じた論理回路を実装できます。右のAND回路もその例で、下のようなコードで記述します。チップの周囲には、SDカードスロットやDDR3メモリ、HDMI端子が物理的にあります。FPGA内にそれぞれを操作する回路を実装して使います。本研究では、既存の教育用CPUに描画機能を追加し、ゲーム機としての拡張例を示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出典：Harris, S. L. and Harris, D., Digital Design and Computer Architecture: RISC-V Edition (2021), Chapter 7. Official figure source: https://pages.hmc.edu/harris/ddca/ddcarv.html (DDCArv_Figures.zip). Chapters 2 and 4, combinational logic and HDL. Harris et al., RISC-V System-on-Chip Design, Chapters 7–13, 20, 22–23. Official figure source: https://pages.hmc.edu/harris/ddca/rvsocd.html (RVSoCD_figs.zip). Chapter 23. Product revision 261832d48832dd6e26c4971ab8893ce61200688b. console/fpga/src/fpgaTopNexysVideo.sv; console/fpga/src/rasterix.sv; console/fpga/src/rasterix_apb.sv; console/fpga/generator/axiscdc.tcl. Digilent, Nexys Video product photograph: https://digilent.com/shop/nexys-video-amd-artix-7-fpga-trainer-board-for-multimedia-applications/ . Board identification: Nexys Video Reference Manual (2020), pp.3-4. Image copyright Digilent. Nexys Video Reference Manual (2020), pp.3–4: https://digilent.com/reference/_media/reference/programmable-logic/nexys-video/nexys-video_rm.pdf 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足説明：写真の中央にある黒い部品は放熱器で、その下にFPGAがある。写真上の青枠と引出し線を、右側のFPGAチップの図に対応づける。SDカードスロットは基板の裏面にあり、この角度の写真では見えない。右側の部品配置は内外の関係を示す模式図で、写真の配置をそのまま写したものではない。FPGA内には枠で一括りにした抽象的な箱ではなく、ANDゲートと入出力の線を直接描く。aとbが両方1のときにyが1となり、SystemVerilogのassign y = a &amp; b;がこの組合せ回路を表す。四行のコードは完全な小さなmoduleの例で、ゲーム機全体のコードではない。このAND回路だけでSDカードやDDR3を制御できるという意味ではなく、それぞれの装置に合った制御回路をFPGA内に実装する。チップから周辺部品へ延びる線は、部品間の物理的な接続をまとめた表記である。HDLはCPUがゲームプログラムのように実行するものではない。任意とはFPGAの素子数や配線、動作速度などの制約内で構成できることを指す。次の図ではチップ内を拡大し、CPUとFPGA内のメモリによる命令実行を説明する。学習者向けの拡張例を示すことが目的で、教育効果を学習実験で測定したという主張ではない。写真はDigilentの製品写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説明時間の目安：60秒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ここからはFPGAチップの中を拡大します。CPUと二つのメモリをFPGA内に置いた構成で説明します。PCから現在の命令の番地が出ます。ここでは0とすると、命令メモリは0番地のlw x1, 8(x0)を出します。これは、常に0であるx0の値に8を足し、その番地の値をx1へ読む命令です。実際の命令は上の32ビットです。19から15ビットの00000がA1に入り、レジスタ群はx0の値0を出します。31から20ビットの000000001000は8で、これもALUへ入ります。ALUは0足す8で番地8を作ります。そこに3があれば、メモリから3が戻ります。11から7ビットの00001は書込み先x1を選び、3を保存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出典：Harris, S. L. and Harris, D., Digital Design and Computer Architecture: RISC-V Edition (2021), Chapter 7. Official figure source: https://pages.hmc.edu/harris/ddca/ddcarv.html (DDCArv_Figures.zip). Chapter 7, single-cycle load datapath. RISC-V unprivileged ISA, RV32I load instruction format.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足説明：CPUの動きを説明するため、命令メモリとデータメモリをFPGA内部に置いた単純な構成を示す。外付けDDR3はここでは使わない。この構成を実機で試作・測定したという主張ではなく、現在のWally全体を表す図でもない。命令メモリの0番地には32ビット命令lw x1,8(x0)、データメモリの8番地には32ビット値3があるとする。命令メモリとデータメモリは別の記憶領域である。命令の格納先0とデータの読出し先8を区別する。命令の機械語は0x00802083。I形式の[31:20]=000000001000（即値8）、[19:15]=00000（rs1=x0）、[14:12]=010、[11:7]=00001（rd=x1）、[6:0]=0000011。A1は読出しレジスタ番号、RD1はそのレジスタの値であり、番号0と値0は役割が異なる。x0は読出すと常に0になる。A3は書込み先番号、WD3は書く値、WE3は書込許可を表す。lwではメモリへの書込みは行わず、読んだ値をレジスタへ書く。今回は正の即値8だけを使うため、即値の幅を広げる回路、命令を解読して許可信号を作る回路、PCの次の値を作る回路は図示しない。線が交差しても接続点として示していない場所ではつながらない。灰色の経路はこの命令で使用し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説明時間の目安：45秒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次は、レジスタの値をメモリへ書くsw命令です。前のlwでx1には3が入りました。ここでは、命令を順に実行するため、PCに4を足して戻す回路を加えます。lwが終わるとPCは0から4へ進み、命令メモリの4番地からsw x1, 12(x0)を読みます。これは、x0の値に12を足した番地へ、x1の値を書く命令です。命令から取り出した番号0がA1に、番号1がA2に入り、レジスタ群から0と3が出ます。ALUは0足す12で書く番地12を作ります。一方、書く値3はALUを通らない線で、データメモリのWDへ届きます。こうして12番地に3を書きます。lwはメモリからレジスタへ、swはレジスタからメモリへ値を移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出典：Harris, S. L. and Harris, D., Digital Design and Computer Architecture: RISC-V Edition (2021), Chapter 7. Official figure source: https://pages.hmc.edu/harris/ddca/ddcarv.html (DDCArv_Figures.zip). Chapter 7, sequential PC update and store datapath.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補足説明：前のlwと同じく、命令メモリとデータメモリをFPGA内部に置いた説明用の構成である。バスや外付けDDR3はまだ使わない。命令メモリの0番地にlw x1,8(x0)、4番地にsw x1,12(x0)があるとする。lwで読んだ値3がx1に残っており、swがそれをデータメモリの12番地へ保存する。二つのメモリは別の記憶領域である。図はPC=4でswを実行している状態を示し、PC+4の加算器は次の番地8を用意する。PCを0から4へ進める操作は前のlwの終了時に行われる。32ビットで分岐しない命令だけを例にする。上段は命令から取り出す意味上の内容を並べた表示で、実際の32ビット内の配置ではない。即値12を一つの数として示し、ビット位置や取り出し方は省略する。A1には基準値を読む番号0、A2には保存する値を読む番号1が入る。ALUが作る番地12と、RD2からWDへ届く値3は別々の経路である。データメモリ内の3は書込みの結果を示す。swではデータメモリへの書込みを許可し、レジスタ群への書込みは許可しない。灰色の経路はswで使用しない。命令の解読、書込み許可信号の生成、即値の幅を広げる回路は省略する。メモリの書込みがどのクロックで確定するかを示す波形ではない。PC、命令メモリ、レジスタ群、ALU、データメモリの位置と大きさは前のlwの図と同じに保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説明時間の目安：45秒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次に、ボード全体の図へ戻り、命令とデータの置き場所を外付けのDDR3へ広げます。CPUの命令読出し側とデータの読み書き側を、共通の経路であるバスへつなぎます。ただし、DDR3には専用の信号で読み書きする必要があります。そこでAMDが提供するDDRコントローラーを利用します。これはDDR3とのやり取りを担当する既存の回路です。CPU側から番地と読み書きの要求を渡し、必要なデータをやり取りします。PCの番地で命令を読むと、これまでと同じレジスタ群とALUで処理できます。先ほどのswでは、ALUで作った番地12と、x1からの値3をバスへ渡します。DDRコントローラーがこの要求を処理し、DDR3の12番地へ3を書き込み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出典：Harris et al., RISC-V System-on-Chip Design, Chapters 7–13, 20, 22–23. Official figure source: https://pages.hmc.edu/harris/ddca/rvsocd.html (RVSoCD_figs.zip). Chapters 9 and 23. Product revision 261832d48832dd6e26c4971ab8893ce61200688b. console/fpga/src/fpgaTopNexysVideo.sv; console/fpga/src/rasterix.sv; console/fpga/src/rasterix_apb.sv; console/fpga/generator/axiscdc.tcl. console/fpga/generator/ddr3-nexysvideo.tcl; console/config/rv64gc/config.vh.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足説明：ここで初めてバスとAMD提供のDDRコントローラーを加える。前の図でFPGA内に置いた二つのメモリに代わり、命令とデータを外付けDDR3内の別の領域に置く構成を説明する。チップ内の図を縮めてボード全体を示す。PC、レジスタ群、ALUの相対的な位置と主要経路、PC+4の経路を保つ。前の図と同じsw x1,12(x0)を例にし、書込み先がFPGA内のデータメモリから外付けDDR3へ変わることを示す。「命令メモリ」の箱は「命令読出し」へ変更し、バスへ要求を出して応答を受け取る機能をまとめた箱とする。独立した命令ROMが実機にあるという意味ではない。命令の要求と戻りを別々の線でバスにつなぐ。DDRコントローラーはFPGA内、DDR3メモリチップはFPGA外にある。製品の生成スクリプトはAMD（旧Xilinx）のmig_7seriesを生成する。MIGはMemory Interface Generatorの略で、図の箱はそれで生成したメモリ制御回路を指す。既存の回路を利用するため、DDR3のコマンド、信号のタイミング、初期化やリフレッシュを内部でどう実現するかは、この発表では展開しない。接続にはメモリ種類、ピン、クロック、リセット、CPU側との信号規約などを合わせる必要がある。「内部を作り直さず利用する」ことと「接続条件を知らなくてよい」ことは異なる。バス側の変換と仲裁は図ではまとめる。実機の構成はIROM_SUPPORTED=0、DTIM_SUPPORTED=0、ICACHE_SUPPORTED=1、DCACHE_SUPPORTED=1であり、全命令が毎回DDR3への読出しを起こすわけではない。キャッシュ、番地変換や応答待ちの内部は省略する。図中の番地は説明用で、実機のDDR3領域は0x80000000から始まる。バスの線は複数の信号をまとめており、異なる信号を電気的に短絡する意味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説明時間の目安：55秒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このバスに、SDカードの制御回路もつなぎます。電源を切っても残したいゲームプログラムはSDカードに保存しておきます。実行前に、CPUが読込み用のプログラムを動かします。まずSD制御回路の決められた番地へ書き込み、カードからの読み出しを指示します。制御回路がカードと通信し、データを受け取ります。次にCPUが受取り用の番地を読むと、そのデータがバスを通ってCPUのレジスタへ戻ります。続いて、その値をDDR3の番地へ書きます。この書込みもDDRコントローラーが処理します。これを繰り返すと、プログラムがDDR3へコピーされます。準備ができたら、実行する命令の番地をPCに入れます。以後は前のスライドの経路で、DDR3上の命令を読んで実行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出典：Harris et al., RISC-V System-on-Chip Design, Chapters 7–13, 20, 22–23. Official figure source: https://pages.hmc.edu/harris/ddca/rvsocd.html (RVSoCD_figs.zip). Chapters 20 and 23. Product revision 261832d48832dd6e26c4971ab8893ce61200688b. console/fpga/src/fpgaTopNexysVideo.sv; console/fpga/src/rasterix.sv; console/fpga/src/rasterix_apb.sv; console/fpga/generator/axiscdc.tcl. console/src/uncore/spi_apb.sv; console/fpga/zsbl.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足説明：読み出しを指示する書込み、受信した値の読出し、DDR3への保存をCPUの仕事として説明する。SDカードからDDR3へ直接転送する専用回路を新たに設けたという図ではない。製品のSPI制御回路では受信データの読出しレジスタを介してCPUが値を受け取る。カードとの通信、ブロック単位の処理、ファイルの解釈、バッファ間のコピーなどの詳細は省略する。受信した1バイトに対して実際に必ずlwを1回、swを1回使うという実装の断定ではなく、CPUの読出しと書込みによる移動をまとめている。最初の読込みを始める処理は起動用のプログラムが担い、CPUが空のDDR3からゲームを読み始めるという説明ではない。ゲームの開始番地へ制御を移す細部は省略し、準備とゲームの実行を分けて説明す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説明時間の目安：40秒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ここへ、本研究で描画用の接続回路とRasterIXを加えました。描画用の窓口にも番地を割り当てるので、先ほどのswで操作できます。例えばx2に窓口の番地B、x1に送りたい数値Dを用意します。sw x1, 0(x2)では、ALUがB足す0で番地Bを作り、x1のDを別の線で送ります。番地Bの相手はDDR3ではなく描画用の窓口なので、DをRasterIXへ渡します。描画用ソフトウェアが用意した数値列をこのように送ります。CPUが実行するsw命令と、データとして送る描画命令は別のもの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出典：Product revision 261832d48832dd6e26c4971ab8893ce61200688b. console/fpga/src/fpgaTopNexysVideo.sv; console/fpga/src/rasterix.sv; console/fpga/src/rasterix_apb.sv; console/fpga/generator/axiscdc.tcl. console/examples/rasterix/WallyBusConnector.hpp; console/fpga/src/rasterix_apb.sv.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足説明：既存CPUと公式RasterIXを利用し、その間の接続を設計した。上部には即値0、基準値を読む番号2、書く値を読む番号1を、取り出した内容として並べる。実際の機械語のビット配置は示さない。x2とx1への値の準備は省略し、レジスタ割当ては説明用とする。BはCPUから見た窓口の番地で、物理アドレスと必ず同じ値とは限らない。Dは描画命令の数値列の一語であり、RISC-V命令のswの機械語ではない。OpenGLの1回の呼出しがそのまま1回のswに対応するという意味でもない。接続回路の内部の規約や時刻合わせは一つの箱にまとめる。前の図のCPUとバスの位置を保ち、RasterIXを加える。RasterIXによる画像の保存と表示回路を次の図で加える。描画命令の送信用アダプタはRasterIXの箱にまとめ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説明時間の目安：30秒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asterIXは描画命令に従って、画面の各点の色を求めます。この一つひとつの点が画素です。作った画像は、DDRコントローラーを通して、DDR3の画像用の領域へ保存します。表示回路もこのコントローラーを通して画素の色を順に読み、画面に表示するためのタイミングに合わせてHDMI端子へ出します。CPUはゲームの処理と描画命令の送信、RasterIXは画像の作成、表示回路は画像の出力を担当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出典：Product revision 261832d48832dd6e26c4971ab8893ce61200688b. console/fpga/src/fpgaTopNexysVideo.sv; console/fpga/src/rasterix.sv; console/fpga/src/rasterix_apb.sv; console/fpga/generator/axiscdc.tcl. console/fpga/src/rasterixdisplay.sv; console/fpga/generator/rasterixmem.tcl; console/addins/rasterix/rtl/RasterIX/RasterIX_IF.v.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足説明：同じボード図の中で、RasterIXのメモリへの書込み経路と、表示回路による読出し経路を詳しく示す。RasterIX_IFは内部の作業領域で描画し、結果を外部メモリへ転送する。内部作業領域、テクスチャ読出し、表示画像の切替、メモリ仲裁や映像符号化の内部は省略する。画像用とプログラム用にはDDR3内の別の範囲を確保する。描画回路による書込みと表示回路への読出しの線は、いずれもDDRコントローラーへ接続する。DDR3へ直接つないだ線ではない。実装の共有インターコネクトや仲裁は線にまとめており、別々の出力を電気的に短絡するという意味ではない。表示回路は表示タイミングに従って読み出す。CPUの書込み1回ごとに画面全体を一回表示するもの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説明時間の目安：30秒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こちらが実機で取得した30秒の動画です。この構成で640掛ける480画素のブロック崩しが動きました。四つの条件で期待画像との一致を確認しました。さらに5分間の自動プレイを記録し、別の試行では30秒の映像を確認しました。現在は自動操作で、専用コントローラーの接続はこれから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出典：docs/thesis/再現資料/実験記録/E6/fresh-product/qualification/qualification.json; docs/thesis/再現資料/実験記録/E6/report/results/video/validation.json. Video: docs/thesis/再現資料/実験記録/E6/report/results/video/breakout-latest-30s.mp4 Product revision 261832d48832dd6e26c4971ab8893ce61200688b. console/fpga/src/fpgaTopNexysVideo.sv; console/fpga/src/rasterix.sv; console/fpga/src/rasterix_apb.sv; console/fpga/generator/axiscdc.tcl.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足説明：4条件は3種類の描画条件と再起動後の1条件。これらの条件で全画面を期待画像と比較した。5分の記録は300.011秒の自動プレイで、30秒の取得映像とは別試行。動画のフレーム数をゲームFPSとして用いていない。ゲームには描画負荷を軽減する実装を含むが、この案はその最適化の優劣を主張しない。録画の取得経路は実験環境であり、ゲーム機の公開構成と分けている。映像を受信できない場合の条件の特定は残っており、全ての表示機器での互換性を確認したわけではない。専用コントローラーは将来項目で未検証。動画はPowerPoint内へ埋め込み、スライドショー中に動画の領域をクリックして再生する。再生中に結果を説明する。音声はない。再生前は同じ試行の静止フレームを表示する。資料は既存実験E6の結果を示し、新たな実機計測を行ったという意味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説明時間の目安：10秒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既存の読み書きの仕組みに接続回路を加え、描画命令を渡せるようにしました。Wallyを拡張する学習者に向けた設計例です。次は専用コントローラーで操作できることを確認します。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出典：Product revision 261832d48832dd6e26c4971ab8893ce61200688b. console/fpga/src/fpgaTopNexysVideo.sv; console/fpga/src/rasterix.sv; console/fpga/src/rasterix_apb.sv; console/fpga/generator/axiscdc.tcl. docs/thesis/再現資料/実験記録/E6/fresh-product/qualification/qualification.json; docs/thesis/再現資料/実験記録/E6/report/results/video/validation.json. Video: docs/thesis/再現資料/実験記録/E6/report/results/video/breakout-latest-30s.mp4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足説明：学習者向けの拡張例としての利用を想定しているが、教育効果を学習実験で評価したわけではない。CPUやRasterIX本体を新たに設計したという主張ではなく、既存回路間をつなぐアダプタ、メモリ接続、切替制御とソフトウェア側の接続を実装した。専用コントローラーは未実装・未検証であり今後の項目。実機の結果は実験E6に基づ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説明時間の目安：0秒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VSOCのパイプライン図を基にした全体図です。PC、レジスタ群、ALU、段間レジスタ、書戻しの経路を保ち、実機のメモリ接続と本研究の描画接続を付け加えています。質問に応じて関係する経路をたどり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出典：Harris et al., RISC-V System-on-Chip Design, Chapters 7–13, 20, 22–23. Official figure source: https://pages.hmc.edu/harris/ddca/rvsocd.html (RVSoCD_figs.zip). Figure 7.11 (pipeline datapath), Figure 9.20 (uncore), Chapters 10–11 and 23. Product revision 261832d48832dd6e26c4971ab8893ce61200688b. console/fpga/src/fpgaTopNexysVideo.sv; console/fpga/src/rasterix.sv; console/fpga/src/rasterix_apb.sv; console/fpga/generator/axiscdc.tcl. console/src/wally/wallypipelinedcore.sv; console/src/uncore/uncore.sv; console/src/ieu/datapath.sv; console/src/ifu/ifu.sv; console/src/lsu/lsu.sv.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足説明：RVSOC図7.11の配置と回路記号を基に、PCから命令読出し、レジスタ群、入力選択、ALU、メモリアクセス、書戻しへ進むデータパスを示す。Fetch、Decode、Execute、Memory、Writebackの位置関係、段間レジスタ、転送用MUX、下側を戻る書戻し経路を保つ。読める大きさを優先し、図7.11のすべての制御線や端子名をそのまま描き写してはいない。実機ではIROMとDTIMが無効のため、その箱を残さず、命令側をMMU・I-cache・バスI/F、データ側をMMU・D-cache・非キャッシュアクセス経路へ置き換える。命令側とデータ側の外部要求はebuからAHBへ出る。uncoreとAHB/APB変換を上部に加え、SPI、Boot ROMなどの既存周辺回路を示す。CPU側のDDR接続はAHB/AXI変換とclkconverterを通る。右側には共有AXI、MIG、rasterix_apb、命令用と応答用の非同期FIFO、RasterIX_IF、表示回路を加える。CPU、RasterIX、表示回路は共有AXIを介してDDR3へアクセスする。RasterIXと表示回路の間の線は表示先の通知と切替確認であり、画素そのものはDDR3を介して共有する。回路内部を展開しない箱も、単なる名前の一覧ではなく入力と出力の接続を示す。細長い白い箱はレジスタ、台形はMUX、切欠きのある記号はALUを表す。段間レジスタは複数の状態をまとめた表記であり、一本の線で全制御情報を短絡する意味ではない。図は全RTLと等価な回路図や物理配置図ではない。MMUとキャッシュ内部、ALUの個々の演算回路、CSR、FPU、MDU、予測、例外、全制御線、クロックとリセットの詳細は省略する。各々の内部は別の図で扱う。青い塗りは本編で説明した機能、青い枠は追加した描画接続を表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d57b035604df4b2b"/></Relationships>
</file>

<file path=ppt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90af8baa8f5c47dd"/></Relationships>
</file>

<file path=ppt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ccfb757ce41345a7"/></Relationships>
</file>

<file path=ppt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086ec2782a17471e"/></Relationships>
</file>

<file path=ppt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da85eaafb6e44de2"/></Relationships>
</file>

<file path=ppt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543ac7f89e264a62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6465745-E0B6-4066-BB92-2324B9F7E0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B864F72-0635-4614-BEB2-BFC5507C9EE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4E190AC-6A04-479F-A97F-D9719AFFB4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4B4FB52-8C29-45A4-A421-B73083A284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592FBD1-B0B5-450E-8434-180C45C3125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6CCFA3C-505F-4492-B77D-16E5B04675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15D0897-C047-462C-8428-2D6A01250E8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F6BB85C-040A-479E-8236-9D1055C81A8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3BBCDE8-C330-48DC-A0CC-EC4B7D53723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E7C5018-75DE-4DA9-BF2B-C61918F5CE0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/ppt/slideMasters/theme/theme2.xml" Id="R00818ed430ee43a2"/><Relationship Type="http://schemas.openxmlformats.org/officeDocument/2006/relationships/slideLayout" Target="/ppt/slideLayouts/slideLayout1.xml" Id="R47c5959f94dd4eed"/><Relationship Type="http://schemas.openxmlformats.org/officeDocument/2006/relationships/slideLayout" Target="/ppt/slideLayouts/slideLayout2.xml" Id="R2ca800d5523943fa"/><Relationship Type="http://schemas.openxmlformats.org/officeDocument/2006/relationships/slideLayout" Target="/ppt/slideLayouts/slideLayout3.xml" Id="R660ceffc4127404f"/><Relationship Type="http://schemas.openxmlformats.org/officeDocument/2006/relationships/slideLayout" Target="/ppt/slideLayouts/slideLayout4.xml" Id="Re5e3753154ed45b2"/><Relationship Type="http://schemas.openxmlformats.org/officeDocument/2006/relationships/slideLayout" Target="/ppt/slideLayouts/slideLayout5.xml" Id="R228974d776a644f6"/><Relationship Type="http://schemas.openxmlformats.org/officeDocument/2006/relationships/slideLayout" Target="/ppt/slideLayouts/slideLayout6.xml" Id="R6cd7dc19538b4a58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7c5959f94dd4eed"/>
    <p:sldLayoutId xmlns:r="http://schemas.openxmlformats.org/officeDocument/2006/relationships" id="2147483650" r:id="R2ca800d5523943fa"/>
    <p:sldLayoutId xmlns:r="http://schemas.openxmlformats.org/officeDocument/2006/relationships" id="2147483651" r:id="R660ceffc4127404f"/>
    <p:sldLayoutId xmlns:r="http://schemas.openxmlformats.org/officeDocument/2006/relationships" id="2147483652" r:id="Re5e3753154ed45b2"/>
    <p:sldLayoutId xmlns:r="http://schemas.openxmlformats.org/officeDocument/2006/relationships" id="2147483653" r:id="R228974d776a644f6"/>
    <p:sldLayoutId xmlns:r="http://schemas.openxmlformats.org/officeDocument/2006/relationships" id="2147483654" r:id="R6cd7dc19538b4a5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eac8b30aa2044b2d"/><Relationship Type="http://schemas.openxmlformats.org/officeDocument/2006/relationships/notesSlide" Target="/ppt/notesSlides/notesSlide1.xml" Id="R3456c026ee2f4126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66812059859341bd"/><Relationship Type="http://schemas.openxmlformats.org/officeDocument/2006/relationships/image" Target="/ppt/media/image.png" Id="R2f1f4ed5bd4c4514"/><Relationship Type="http://schemas.openxmlformats.org/officeDocument/2006/relationships/notesSlide" Target="/ppt/notesSlides/notesSlide2.xml" Id="R9e7c226d15704171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b5e064afc21a4ce6"/><Relationship Type="http://schemas.openxmlformats.org/officeDocument/2006/relationships/notesSlide" Target="/ppt/notesSlides/notesSlide3.xml" Id="R41d397bba73f4169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c1117b4b6074423a"/><Relationship Type="http://schemas.openxmlformats.org/officeDocument/2006/relationships/notesSlide" Target="/ppt/notesSlides/notesSlide4.xml" Id="Rf00a88e1a9af43be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f41555c8bb84454"/><Relationship Type="http://schemas.openxmlformats.org/officeDocument/2006/relationships/notesSlide" Target="/ppt/notesSlides/notesSlide5.xml" Id="Rd8c9193fab5c4c68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103a476e12446a6"/><Relationship Type="http://schemas.openxmlformats.org/officeDocument/2006/relationships/notesSlide" Target="/ppt/notesSlides/notesSlide6.xml" Id="Rfd46b3f8eb634c13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b16dc0596ff411c"/><Relationship Type="http://schemas.openxmlformats.org/officeDocument/2006/relationships/notesSlide" Target="/ppt/notesSlides/notesSlide7.xml" Id="R5745233292e34416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1e1acb7996b452f"/><Relationship Type="http://schemas.openxmlformats.org/officeDocument/2006/relationships/notesSlide" Target="/ppt/notesSlides/notesSlide8.xml" Id="R3943918101324ab7"/></Relationships>
</file>

<file path=ppt/slides/_rels/slide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aacd5337262c4ee7"/><Relationship Type="http://schemas.openxmlformats.org/officeDocument/2006/relationships/image" Target="/ppt/media/image2.png" Id="Ra67f280ea3e94534"/><Relationship Type="http://schemas.openxmlformats.org/officeDocument/2006/relationships/notesSlide" Target="/ppt/notesSlides/notesSlide9.xml" Id="R4a15e17b95de468e"/><Relationship Id="rIdBreakoutVideo" Type="http://schemas.openxmlformats.org/officeDocument/2006/relationships/video" Target="../media/breakout-demo.mp4"/><Relationship Id="rIdBreakoutMedia" Type="http://schemas.microsoft.com/office/2007/relationships/media" Target="../media/breakout-demo.mp4"/></Relationships>
</file>

<file path=ppt/slides/_rels/slide1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65f38c674f441f3"/><Relationship Type="http://schemas.openxmlformats.org/officeDocument/2006/relationships/notesSlide" Target="/ppt/notesSlides/notesSlide10.xml" Id="R8a7b379e2fb241ee"/></Relationships>
</file>

<file path=ppt/slides/_rels/slide1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09c67a372a1242d9"/><Relationship Type="http://schemas.openxmlformats.org/officeDocument/2006/relationships/notesSlide" Target="/ppt/notesSlides/notesSlide11.xml" Id="Rfeba0f56cbb542a8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1">
            <a:extLst xmlns:a="http://schemas.openxmlformats.org/drawingml/2006/main">
              <a:ext uri="{FF2B5EF4-FFF2-40B4-BE49-F238E27FC236}">
                <a16:creationId xmlns:a16="http://schemas.microsoft.com/office/drawing/2014/main" id="{4D008ED3-D6A1-4CB7-8628-0ED502212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762125"/>
            <a:ext cx="10191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36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36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36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36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36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36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36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36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36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36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36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360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FPGAを用いた二次元ゲーム機の</a:t>
            </a:r>
          </a:p>
          <a:p xmlns:a="http://schemas.openxmlformats.org/drawingml/2006/main">
            <a:pPr algn="ctr">
              <a:defRPr sz="36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360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設計と実装</a:t>
            </a:r>
          </a:p>
        </p:txBody>
      </p:sp>
      <p:sp>
        <p:nvSpPr>
          <p:cNvPr id="2" name="wire-2">
            <a:extLst xmlns:a="http://schemas.openxmlformats.org/drawingml/2006/main">
              <a:ext uri="{FF2B5EF4-FFF2-40B4-BE49-F238E27FC236}">
                <a16:creationId xmlns:a16="http://schemas.microsoft.com/office/drawing/2014/main" id="{99B2387A-0C1B-438E-9663-5C5C59D41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533775"/>
            <a:ext cx="8572500" cy="9525"/>
          </a:xfrm>
          <a:custGeom xmlns:a="http://schemas.openxmlformats.org/drawingml/2006/main">
            <a:pathLst>
              <a:path w="8572500" h="952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0078BA"/>
            </a:solidFill>
          </a:ln>
        </p:spPr>
      </p:sp>
      <p:sp>
        <p:nvSpPr>
          <p:cNvPr id="3" name="text-3">
            <a:extLst xmlns:a="http://schemas.openxmlformats.org/drawingml/2006/main">
              <a:ext uri="{FF2B5EF4-FFF2-40B4-BE49-F238E27FC236}">
                <a16:creationId xmlns:a16="http://schemas.microsoft.com/office/drawing/2014/main" id="{5F154DD3-050E-440B-AC73-E6CC9A3F6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0195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発表者：非公開</a:t>
            </a:r>
          </a:p>
        </p:txBody>
      </p:sp>
      <p:sp>
        <p:nvSpPr>
          <p:cNvPr id="4" name="text-4">
            <a:extLst xmlns:a="http://schemas.openxmlformats.org/drawingml/2006/main">
              <a:ext uri="{FF2B5EF4-FFF2-40B4-BE49-F238E27FC236}">
                <a16:creationId xmlns:a16="http://schemas.microsoft.com/office/drawing/2014/main" id="{1C295A0D-FCD9-41AE-9E50-50B35A09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00575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指導教員：非公開</a:t>
            </a:r>
          </a:p>
        </p:txBody>
      </p:sp>
    </p:spTree>
    <p:extLst>
      <p:ext uri="{BB962C8B-B14F-4D97-AF65-F5344CB8AC3E}">
        <p14:creationId xmlns:p14="http://schemas.microsoft.com/office/powerpoint/2010/main" val="16615167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text-5">
            <a:extLst xmlns:a="http://schemas.openxmlformats.org/drawingml/2006/main">
              <a:ext uri="{FF2B5EF4-FFF2-40B4-BE49-F238E27FC236}">
                <a16:creationId xmlns:a16="http://schemas.microsoft.com/office/drawing/2014/main" id="{EC036766-A778-406E-BFC6-C80606246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"/>
            <a:ext cx="5619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" name="text-6">
            <a:extLst xmlns:a="http://schemas.openxmlformats.org/drawingml/2006/main">
              <a:ext uri="{FF2B5EF4-FFF2-40B4-BE49-F238E27FC236}">
                <a16:creationId xmlns:a16="http://schemas.microsoft.com/office/drawing/2014/main" id="{1944892F-7DE2-47D7-9B64-1A6DAE38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4325"/>
            <a:ext cx="10325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FPGAボードと研究の目的</a:t>
            </a:r>
          </a:p>
        </p:txBody>
      </p:sp>
      <p:sp>
        <p:nvSpPr>
          <p:cNvPr id="3" name="text-7">
            <a:extLst xmlns:a="http://schemas.openxmlformats.org/drawingml/2006/main">
              <a:ext uri="{FF2B5EF4-FFF2-40B4-BE49-F238E27FC236}">
                <a16:creationId xmlns:a16="http://schemas.microsoft.com/office/drawing/2014/main" id="{37F2977D-4497-42B5-A446-8A5C101BA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515100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defPPr>
            <a:lvl1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  <a:lvl2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2pPr>
            <a:lvl3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3pPr>
            <a:lvl4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4pPr>
            <a:lvl5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5pPr>
            <a:lvl6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6pPr>
            <a:lvl7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7pPr>
            <a:lvl8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8pPr>
            <a:lvl9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text-8">
            <a:extLst xmlns:a="http://schemas.openxmlformats.org/drawingml/2006/main">
              <a:ext uri="{FF2B5EF4-FFF2-40B4-BE49-F238E27FC236}">
                <a16:creationId xmlns:a16="http://schemas.microsoft.com/office/drawing/2014/main" id="{87957DF3-3764-46AC-BBF8-219C45D6C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33475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1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既存の教育用CPUに描画機能を追加し、</a:t>
            </a:r>
          </a:p>
          <a:p xmlns:a="http://schemas.openxmlformats.org/drawingml/2006/main">
            <a:pPr algn="l">
              <a:defRPr sz="21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ゲーム機としての拡張例を示す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82F5B4-CD21-407E-9EB2-285552CBCB9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1f4ed5bd4c4514"/>
          <a:stretch xmlns:a="http://schemas.openxmlformats.org/drawingml/2006/main"/>
        </p:blipFill>
        <p:spPr>
          <a:xfrm xmlns:a="http://schemas.openxmlformats.org/drawingml/2006/main">
            <a:off x="839899" y="2619375"/>
            <a:ext cx="3730402" cy="3305175"/>
          </a:xfrm>
          <a:prstGeom xmlns:a="http://schemas.openxmlformats.org/drawingml/2006/main" prst="rect">
            <a:avLst/>
          </a:prstGeom>
        </p:spPr>
      </p:pic>
      <p:sp>
        <p:nvSpPr>
          <p:cNvPr id="6" name="text-9">
            <a:extLst xmlns:a="http://schemas.openxmlformats.org/drawingml/2006/main">
              <a:ext uri="{FF2B5EF4-FFF2-40B4-BE49-F238E27FC236}">
                <a16:creationId xmlns:a16="http://schemas.microsoft.com/office/drawing/2014/main" id="{6623DD74-0EBE-4686-A303-2BAA4F370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000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FPGAボード：Nexys Video</a:t>
            </a:r>
          </a:p>
        </p:txBody>
      </p:sp>
      <p:sp>
        <p:nvSpPr>
          <p:cNvPr id="7" name="implementation-photo-fpga">
            <a:extLst xmlns:a="http://schemas.openxmlformats.org/drawingml/2006/main">
              <a:ext uri="{FF2B5EF4-FFF2-40B4-BE49-F238E27FC236}">
                <a16:creationId xmlns:a16="http://schemas.microsoft.com/office/drawing/2014/main" id="{AE2925C2-3909-42B4-AEDB-11C47AEE7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714750"/>
            <a:ext cx="609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8" name="wire-11">
            <a:extLst xmlns:a="http://schemas.openxmlformats.org/drawingml/2006/main">
              <a:ext uri="{FF2B5EF4-FFF2-40B4-BE49-F238E27FC236}">
                <a16:creationId xmlns:a16="http://schemas.microsoft.com/office/drawing/2014/main" id="{5B570613-7055-4947-AD8C-AD01B8B47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057650"/>
            <a:ext cx="2466975" cy="9525"/>
          </a:xfrm>
          <a:custGeom xmlns:a="http://schemas.openxmlformats.org/drawingml/2006/main">
            <a:pathLst>
              <a:path w="2466975" h="9525">
                <a:moveTo>
                  <a:pt x="0" y="0"/>
                </a:moveTo>
                <a:lnTo>
                  <a:pt x="24669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1572C3"/>
            </a:solidFill>
          </a:ln>
        </p:spPr>
      </p:sp>
      <p:sp>
        <p:nvSpPr>
          <p:cNvPr id="9" name="wire-12">
            <a:extLst xmlns:a="http://schemas.openxmlformats.org/drawingml/2006/main">
              <a:ext uri="{FF2B5EF4-FFF2-40B4-BE49-F238E27FC236}">
                <a16:creationId xmlns:a16="http://schemas.microsoft.com/office/drawing/2014/main" id="{4D981654-838C-4955-A250-8A2515AF7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114675"/>
            <a:ext cx="9525" cy="942975"/>
          </a:xfrm>
          <a:custGeom xmlns:a="http://schemas.openxmlformats.org/drawingml/2006/main">
            <a:pathLst>
              <a:path w="9525" h="942975">
                <a:moveTo>
                  <a:pt x="0" y="94297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1572C3"/>
            </a:solidFill>
          </a:ln>
        </p:spPr>
      </p:sp>
      <p:sp>
        <p:nvSpPr>
          <p:cNvPr id="10" name="wire-13">
            <a:extLst xmlns:a="http://schemas.openxmlformats.org/drawingml/2006/main">
              <a:ext uri="{FF2B5EF4-FFF2-40B4-BE49-F238E27FC236}">
                <a16:creationId xmlns:a16="http://schemas.microsoft.com/office/drawing/2014/main" id="{1BCAB478-293E-4140-AC27-693CB742D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114675"/>
            <a:ext cx="866775" cy="9525"/>
          </a:xfrm>
          <a:custGeom xmlns:a="http://schemas.openxmlformats.org/drawingml/2006/main">
            <a:pathLst>
              <a:path w="866775" h="9525">
                <a:moveTo>
                  <a:pt x="0" y="0"/>
                </a:moveTo>
                <a:lnTo>
                  <a:pt x="866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1572C3"/>
            </a:solidFill>
          </a:ln>
        </p:spPr>
      </p:sp>
      <p:sp>
        <p:nvSpPr>
          <p:cNvPr id="11" name="circuit-14">
            <a:extLst xmlns:a="http://schemas.openxmlformats.org/drawingml/2006/main">
              <a:ext uri="{FF2B5EF4-FFF2-40B4-BE49-F238E27FC236}">
                <a16:creationId xmlns:a16="http://schemas.microsoft.com/office/drawing/2014/main" id="{97D7D275-DBB4-4F5E-A29B-A56BD499B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832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2" name="text-15">
            <a:extLst xmlns:a="http://schemas.openxmlformats.org/drawingml/2006/main">
              <a:ext uri="{FF2B5EF4-FFF2-40B4-BE49-F238E27FC236}">
                <a16:creationId xmlns:a16="http://schemas.microsoft.com/office/drawing/2014/main" id="{D1E55AE0-DE7C-47D5-BCE9-A965F57AE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229100"/>
            <a:ext cx="178117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黒い放熱器の下に</a:t>
            </a:r>
          </a:p>
          <a:p xmlns:a="http://schemas.openxmlformats.org/drawingml/2006/main">
            <a: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FPGAがある</a:t>
            </a:r>
          </a:p>
        </p:txBody>
      </p:sp>
      <p:sp>
        <p:nvSpPr>
          <p:cNvPr id="13" name="implementation-board">
            <a:extLst xmlns:a="http://schemas.openxmlformats.org/drawingml/2006/main">
              <a:ext uri="{FF2B5EF4-FFF2-40B4-BE49-F238E27FC236}">
                <a16:creationId xmlns:a16="http://schemas.microsoft.com/office/drawing/2014/main" id="{34177BA8-1A77-4156-ACD3-A02118DF4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171700"/>
            <a:ext cx="55816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4" name="text-17">
            <a:extLst xmlns:a="http://schemas.openxmlformats.org/drawingml/2006/main">
              <a:ext uri="{FF2B5EF4-FFF2-40B4-BE49-F238E27FC236}">
                <a16:creationId xmlns:a16="http://schemas.microsoft.com/office/drawing/2014/main" id="{9591B6A5-09BA-4093-86A9-2711B4B9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47900"/>
            <a:ext cx="5238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チップと周囲の部品</a:t>
            </a:r>
          </a:p>
        </p:txBody>
      </p:sp>
      <p:sp>
        <p:nvSpPr>
          <p:cNvPr id="15" name="implementation-chip">
            <a:extLst xmlns:a="http://schemas.openxmlformats.org/drawingml/2006/main">
              <a:ext uri="{FF2B5EF4-FFF2-40B4-BE49-F238E27FC236}">
                <a16:creationId xmlns:a16="http://schemas.microsoft.com/office/drawing/2014/main" id="{A1FA2222-AABC-4025-B2AD-515D59F12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647950"/>
            <a:ext cx="352425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9F1"/>
          </a:solidFill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16" name="text-19">
            <a:extLst xmlns:a="http://schemas.openxmlformats.org/drawingml/2006/main">
              <a:ext uri="{FF2B5EF4-FFF2-40B4-BE49-F238E27FC236}">
                <a16:creationId xmlns:a16="http://schemas.microsoft.com/office/drawing/2014/main" id="{56D8D766-5950-4EDD-91DE-C2D0AD093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705100"/>
            <a:ext cx="2266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FPGAチップ</a:t>
            </a:r>
          </a:p>
        </p:txBody>
      </p:sp>
      <p:sp>
        <p:nvSpPr>
          <p:cNvPr id="17" name="implementation-and-gate">
            <a:extLst xmlns:a="http://schemas.openxmlformats.org/drawingml/2006/main">
              <a:ext uri="{FF2B5EF4-FFF2-40B4-BE49-F238E27FC236}">
                <a16:creationId xmlns:a16="http://schemas.microsoft.com/office/drawing/2014/main" id="{11C86F0A-EA91-4DD1-8594-9FCB6509D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219450"/>
            <a:ext cx="685800" cy="742950"/>
          </a:xfrm>
          <a:custGeom xmlns:a="http://schemas.openxmlformats.org/drawingml/2006/main">
            <a:pathLst>
              <a:path w="685800" h="742950">
                <a:moveTo>
                  <a:pt x="0" y="0"/>
                </a:moveTo>
                <a:lnTo>
                  <a:pt x="314325" y="0"/>
                </a:lnTo>
                <a:lnTo>
                  <a:pt x="386796" y="7138"/>
                </a:lnTo>
                <a:lnTo>
                  <a:pt x="456482" y="28277"/>
                </a:lnTo>
                <a:lnTo>
                  <a:pt x="520705" y="62605"/>
                </a:lnTo>
                <a:lnTo>
                  <a:pt x="576997" y="108803"/>
                </a:lnTo>
                <a:lnTo>
                  <a:pt x="623195" y="165095"/>
                </a:lnTo>
                <a:lnTo>
                  <a:pt x="657523" y="229318"/>
                </a:lnTo>
                <a:lnTo>
                  <a:pt x="678662" y="299004"/>
                </a:lnTo>
                <a:lnTo>
                  <a:pt x="685800" y="371475"/>
                </a:lnTo>
                <a:lnTo>
                  <a:pt x="678662" y="443946"/>
                </a:lnTo>
                <a:lnTo>
                  <a:pt x="657523" y="513632"/>
                </a:lnTo>
                <a:lnTo>
                  <a:pt x="623195" y="577855"/>
                </a:lnTo>
                <a:lnTo>
                  <a:pt x="576997" y="634147"/>
                </a:lnTo>
                <a:lnTo>
                  <a:pt x="520705" y="680345"/>
                </a:lnTo>
                <a:lnTo>
                  <a:pt x="456482" y="714673"/>
                </a:lnTo>
                <a:lnTo>
                  <a:pt x="386796" y="735812"/>
                </a:lnTo>
                <a:lnTo>
                  <a:pt x="314325" y="742950"/>
                </a:lnTo>
                <a:lnTo>
                  <a:pt x="0" y="74295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8" name="wire-21">
            <a:extLst xmlns:a="http://schemas.openxmlformats.org/drawingml/2006/main">
              <a:ext uri="{FF2B5EF4-FFF2-40B4-BE49-F238E27FC236}">
                <a16:creationId xmlns:a16="http://schemas.microsoft.com/office/drawing/2014/main" id="{FF447887-3C54-46CE-A266-4DBAC6BED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409950"/>
            <a:ext cx="390525" cy="9525"/>
          </a:xfrm>
          <a:custGeom xmlns:a="http://schemas.openxmlformats.org/drawingml/2006/main">
            <a:pathLst>
              <a:path w="390525" h="9525">
                <a:moveTo>
                  <a:pt x="0" y="0"/>
                </a:moveTo>
                <a:lnTo>
                  <a:pt x="3905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231F20"/>
            </a:solidFill>
          </a:ln>
        </p:spPr>
      </p:sp>
      <p:sp>
        <p:nvSpPr>
          <p:cNvPr id="19" name="wire-22">
            <a:extLst xmlns:a="http://schemas.openxmlformats.org/drawingml/2006/main">
              <a:ext uri="{FF2B5EF4-FFF2-40B4-BE49-F238E27FC236}">
                <a16:creationId xmlns:a16="http://schemas.microsoft.com/office/drawing/2014/main" id="{4C302E37-6B84-4128-A0AC-CBB2A979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771900"/>
            <a:ext cx="390525" cy="9525"/>
          </a:xfrm>
          <a:custGeom xmlns:a="http://schemas.openxmlformats.org/drawingml/2006/main">
            <a:pathLst>
              <a:path w="390525" h="9525">
                <a:moveTo>
                  <a:pt x="0" y="0"/>
                </a:moveTo>
                <a:lnTo>
                  <a:pt x="3905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231F20"/>
            </a:solidFill>
          </a:ln>
        </p:spPr>
      </p:sp>
      <p:sp>
        <p:nvSpPr>
          <p:cNvPr id="20" name="wire-23">
            <a:extLst xmlns:a="http://schemas.openxmlformats.org/drawingml/2006/main">
              <a:ext uri="{FF2B5EF4-FFF2-40B4-BE49-F238E27FC236}">
                <a16:creationId xmlns:a16="http://schemas.microsoft.com/office/drawing/2014/main" id="{DD4512E7-B398-4BC2-B552-E0229D1F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590925"/>
            <a:ext cx="1266825" cy="9525"/>
          </a:xfrm>
          <a:custGeom xmlns:a="http://schemas.openxmlformats.org/drawingml/2006/main">
            <a:pathLst>
              <a:path w="1266825" h="9525">
                <a:moveTo>
                  <a:pt x="0" y="0"/>
                </a:moveTo>
                <a:lnTo>
                  <a:pt x="1266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231F20"/>
            </a:solidFill>
          </a:ln>
        </p:spPr>
      </p:sp>
      <p:sp>
        <p:nvSpPr>
          <p:cNvPr id="21" name="circuit-24">
            <a:extLst xmlns:a="http://schemas.openxmlformats.org/drawingml/2006/main">
              <a:ext uri="{FF2B5EF4-FFF2-40B4-BE49-F238E27FC236}">
                <a16:creationId xmlns:a16="http://schemas.microsoft.com/office/drawing/2014/main" id="{924C1026-4D4B-4C2E-B8D1-DE01C76C5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35594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22" name="text-25">
            <a:extLst xmlns:a="http://schemas.openxmlformats.org/drawingml/2006/main">
              <a:ext uri="{FF2B5EF4-FFF2-40B4-BE49-F238E27FC236}">
                <a16:creationId xmlns:a16="http://schemas.microsoft.com/office/drawing/2014/main" id="{0237ED6B-A7B6-4634-908C-62ECC92B7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24802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23" name="text-26">
            <a:extLst xmlns:a="http://schemas.openxmlformats.org/drawingml/2006/main">
              <a:ext uri="{FF2B5EF4-FFF2-40B4-BE49-F238E27FC236}">
                <a16:creationId xmlns:a16="http://schemas.microsoft.com/office/drawing/2014/main" id="{99048DA7-4086-4A65-B6DE-AD957A0CE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62902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24" name="text-27">
            <a:extLst xmlns:a="http://schemas.openxmlformats.org/drawingml/2006/main">
              <a:ext uri="{FF2B5EF4-FFF2-40B4-BE49-F238E27FC236}">
                <a16:creationId xmlns:a16="http://schemas.microsoft.com/office/drawing/2014/main" id="{E091D997-EB54-47CA-9EE9-2907D25B9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4290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y</a:t>
            </a:r>
          </a:p>
        </p:txBody>
      </p:sp>
      <p:sp>
        <p:nvSpPr>
          <p:cNvPr id="25" name="text-28">
            <a:extLst xmlns:a="http://schemas.openxmlformats.org/drawingml/2006/main">
              <a:ext uri="{FF2B5EF4-FFF2-40B4-BE49-F238E27FC236}">
                <a16:creationId xmlns:a16="http://schemas.microsoft.com/office/drawing/2014/main" id="{BDA36BB7-5AE4-4A3F-9B32-DD59CFE61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4038600"/>
            <a:ext cx="2495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AND回路の例</a:t>
            </a:r>
          </a:p>
        </p:txBody>
      </p:sp>
      <p:sp>
        <p:nvSpPr>
          <p:cNvPr id="26" name="implementation-card">
            <a:extLst xmlns:a="http://schemas.openxmlformats.org/drawingml/2006/main">
              <a:ext uri="{FF2B5EF4-FFF2-40B4-BE49-F238E27FC236}">
                <a16:creationId xmlns:a16="http://schemas.microsoft.com/office/drawing/2014/main" id="{FD2A0BD4-3609-407B-B178-5556C4047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733675"/>
            <a:ext cx="149542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27" name="text-30">
            <a:extLst xmlns:a="http://schemas.openxmlformats.org/drawingml/2006/main">
              <a:ext uri="{FF2B5EF4-FFF2-40B4-BE49-F238E27FC236}">
                <a16:creationId xmlns:a16="http://schemas.microsoft.com/office/drawing/2014/main" id="{91CDAFC2-78D1-4028-80FD-22E683C6B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2790825"/>
            <a:ext cx="1381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57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SDスロット</a:t>
            </a:r>
          </a:p>
        </p:txBody>
      </p:sp>
      <p:sp>
        <p:nvSpPr>
          <p:cNvPr id="28" name="wire-31">
            <a:extLst xmlns:a="http://schemas.openxmlformats.org/drawingml/2006/main">
              <a:ext uri="{FF2B5EF4-FFF2-40B4-BE49-F238E27FC236}">
                <a16:creationId xmlns:a16="http://schemas.microsoft.com/office/drawing/2014/main" id="{CE4045E1-7988-41B8-A97A-D884CA03B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957513"/>
            <a:ext cx="238125" cy="9525"/>
          </a:xfrm>
          <a:custGeom xmlns:a="http://schemas.openxmlformats.org/drawingml/2006/main">
            <a:pathLst>
              <a:path w="238125" h="9525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231F20"/>
            </a:solidFill>
          </a:ln>
        </p:spPr>
      </p:sp>
      <p:sp>
        <p:nvSpPr>
          <p:cNvPr id="29" name="implementation-memory">
            <a:extLst xmlns:a="http://schemas.openxmlformats.org/drawingml/2006/main">
              <a:ext uri="{FF2B5EF4-FFF2-40B4-BE49-F238E27FC236}">
                <a16:creationId xmlns:a16="http://schemas.microsoft.com/office/drawing/2014/main" id="{93555BA7-3EB4-40F4-B68A-B52DAB061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3333750"/>
            <a:ext cx="149542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30" name="text-33">
            <a:extLst xmlns:a="http://schemas.openxmlformats.org/drawingml/2006/main">
              <a:ext uri="{FF2B5EF4-FFF2-40B4-BE49-F238E27FC236}">
                <a16:creationId xmlns:a16="http://schemas.microsoft.com/office/drawing/2014/main" id="{25D34425-F37F-420F-9096-881AD5663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3390900"/>
            <a:ext cx="1381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57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DDR3メモリ</a:t>
            </a:r>
          </a:p>
        </p:txBody>
      </p:sp>
      <p:sp>
        <p:nvSpPr>
          <p:cNvPr id="31" name="wire-34">
            <a:extLst xmlns:a="http://schemas.openxmlformats.org/drawingml/2006/main">
              <a:ext uri="{FF2B5EF4-FFF2-40B4-BE49-F238E27FC236}">
                <a16:creationId xmlns:a16="http://schemas.microsoft.com/office/drawing/2014/main" id="{48A9CEDF-CBD4-40B8-B5AD-DC771EA71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57588"/>
            <a:ext cx="238125" cy="9525"/>
          </a:xfrm>
          <a:custGeom xmlns:a="http://schemas.openxmlformats.org/drawingml/2006/main">
            <a:pathLst>
              <a:path w="238125" h="9525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231F20"/>
            </a:solidFill>
          </a:ln>
        </p:spPr>
      </p:sp>
      <p:sp>
        <p:nvSpPr>
          <p:cNvPr id="32" name="implementation-hdmi">
            <a:extLst xmlns:a="http://schemas.openxmlformats.org/drawingml/2006/main">
              <a:ext uri="{FF2B5EF4-FFF2-40B4-BE49-F238E27FC236}">
                <a16:creationId xmlns:a16="http://schemas.microsoft.com/office/drawing/2014/main" id="{1A4FC149-D8BF-4338-951A-823615782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3933825"/>
            <a:ext cx="149542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33" name="text-36">
            <a:extLst xmlns:a="http://schemas.openxmlformats.org/drawingml/2006/main">
              <a:ext uri="{FF2B5EF4-FFF2-40B4-BE49-F238E27FC236}">
                <a16:creationId xmlns:a16="http://schemas.microsoft.com/office/drawing/2014/main" id="{F9B5DCAC-45B8-4A43-B121-3D281B5B4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3990975"/>
            <a:ext cx="1381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HDMI OUT</a:t>
            </a:r>
          </a:p>
        </p:txBody>
      </p:sp>
      <p:sp>
        <p:nvSpPr>
          <p:cNvPr id="34" name="wire-37">
            <a:extLst xmlns:a="http://schemas.openxmlformats.org/drawingml/2006/main">
              <a:ext uri="{FF2B5EF4-FFF2-40B4-BE49-F238E27FC236}">
                <a16:creationId xmlns:a16="http://schemas.microsoft.com/office/drawing/2014/main" id="{B753FCD0-77B1-4A8F-972D-D8CBB7C85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157663"/>
            <a:ext cx="238125" cy="9525"/>
          </a:xfrm>
          <a:custGeom xmlns:a="http://schemas.openxmlformats.org/drawingml/2006/main">
            <a:pathLst>
              <a:path w="238125" h="9525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231F20"/>
            </a:solidFill>
          </a:ln>
        </p:spPr>
      </p:sp>
      <p:sp>
        <p:nvSpPr>
          <p:cNvPr id="35" name="text-38">
            <a:extLst xmlns:a="http://schemas.openxmlformats.org/drawingml/2006/main">
              <a:ext uri="{FF2B5EF4-FFF2-40B4-BE49-F238E27FC236}">
                <a16:creationId xmlns:a16="http://schemas.microsoft.com/office/drawing/2014/main" id="{CAA94E42-D7DE-48D8-BC66-42E4C040D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667250"/>
            <a:ext cx="53530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この回路はコードで記述できる</a:t>
            </a:r>
          </a:p>
        </p:txBody>
      </p:sp>
      <p:sp>
        <p:nvSpPr>
          <p:cNvPr id="36" name="implementation-hdl">
            <a:extLst xmlns:a="http://schemas.openxmlformats.org/drawingml/2006/main">
              <a:ext uri="{FF2B5EF4-FFF2-40B4-BE49-F238E27FC236}">
                <a16:creationId xmlns:a16="http://schemas.microsoft.com/office/drawing/2014/main" id="{FC84335E-1418-436F-B888-768F3C03F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010150"/>
            <a:ext cx="5353050" cy="1019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37" name="implementation-code-0">
            <a:extLst xmlns:a="http://schemas.openxmlformats.org/drawingml/2006/main">
              <a:ext uri="{FF2B5EF4-FFF2-40B4-BE49-F238E27FC236}">
                <a16:creationId xmlns:a16="http://schemas.microsoft.com/office/drawing/2014/main" id="{3158E280-227A-403D-AFA7-EB2CE2C88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5086350"/>
            <a:ext cx="50673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231F20"/>
                </a:solidFill>
                <a:latin typeface="Consolas"/>
                <a:ea typeface="Consolas"/>
                <a:cs typeface="Consolas"/>
              </a:rPr>
              <a:t>module example(input logic a, b,</a:t>
            </a:r>
          </a:p>
        </p:txBody>
      </p:sp>
      <p:sp>
        <p:nvSpPr>
          <p:cNvPr id="38" name="implementation-code-1">
            <a:extLst xmlns:a="http://schemas.openxmlformats.org/drawingml/2006/main">
              <a:ext uri="{FF2B5EF4-FFF2-40B4-BE49-F238E27FC236}">
                <a16:creationId xmlns:a16="http://schemas.microsoft.com/office/drawing/2014/main" id="{0713D3C8-6A5B-4A2F-AA88-19DDF784A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5305425"/>
            <a:ext cx="50673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231F20"/>
                </a:solidFill>
                <a:latin typeface="Consolas"/>
                <a:ea typeface="Consolas"/>
                <a:cs typeface="Consolas"/>
              </a:rPr>
              <a:t>               output logic y);</a:t>
            </a:r>
          </a:p>
        </p:txBody>
      </p:sp>
      <p:sp>
        <p:nvSpPr>
          <p:cNvPr id="39" name="implementation-code-2">
            <a:extLst xmlns:a="http://schemas.openxmlformats.org/drawingml/2006/main">
              <a:ext uri="{FF2B5EF4-FFF2-40B4-BE49-F238E27FC236}">
                <a16:creationId xmlns:a16="http://schemas.microsoft.com/office/drawing/2014/main" id="{49E0E7E0-AE86-443D-A057-C4E9A001E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5524500"/>
            <a:ext cx="50673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00" b="0">
                <a:solidFill>
                  <a:srgbClr val="1572C3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0">
                <a:solidFill>
                  <a:srgbClr val="1572C3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0">
                <a:solidFill>
                  <a:srgbClr val="1572C3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0">
                <a:solidFill>
                  <a:srgbClr val="1572C3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0">
                <a:solidFill>
                  <a:srgbClr val="1572C3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0">
                <a:solidFill>
                  <a:srgbClr val="1572C3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0">
                <a:solidFill>
                  <a:srgbClr val="1572C3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0">
                <a:solidFill>
                  <a:srgbClr val="1572C3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0">
                <a:solidFill>
                  <a:srgbClr val="1572C3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0">
                <a:solidFill>
                  <a:srgbClr val="1572C3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572C3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572C3"/>
                </a:solidFill>
                <a:latin typeface="Consolas"/>
                <a:ea typeface="Consolas"/>
                <a:cs typeface="Consolas"/>
              </a:rPr>
              <a:t>  assign y = a &amp; b;</a:t>
            </a:r>
          </a:p>
        </p:txBody>
      </p:sp>
      <p:sp>
        <p:nvSpPr>
          <p:cNvPr id="40" name="implementation-code-3">
            <a:extLst xmlns:a="http://schemas.openxmlformats.org/drawingml/2006/main">
              <a:ext uri="{FF2B5EF4-FFF2-40B4-BE49-F238E27FC236}">
                <a16:creationId xmlns:a16="http://schemas.microsoft.com/office/drawing/2014/main" id="{D6BA2E48-F4F4-46D2-86BE-E84DC188C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5743575"/>
            <a:ext cx="50673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231F20"/>
                </a:solidFill>
                <a:latin typeface="Consolas"/>
                <a:ea typeface="Consolas"/>
                <a:cs typeface="Consolas"/>
              </a:rPr>
              <a:t>endmodule</a:t>
            </a:r>
          </a:p>
        </p:txBody>
      </p:sp>
      <p:sp>
        <p:nvSpPr>
          <p:cNvPr id="41" name="text-44">
            <a:extLst xmlns:a="http://schemas.openxmlformats.org/drawingml/2006/main">
              <a:ext uri="{FF2B5EF4-FFF2-40B4-BE49-F238E27FC236}">
                <a16:creationId xmlns:a16="http://schemas.microsoft.com/office/drawing/2014/main" id="{4601ECF7-A0AD-44EA-9B6F-4C02811A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FPGAに任意の論理回路を実装し、周囲のSDカードやDDR3メモリを操作する</a:t>
            </a:r>
          </a:p>
        </p:txBody>
      </p:sp>
      <p:sp>
        <p:nvSpPr>
          <p:cNvPr id="42" name="text-45">
            <a:extLst xmlns:a="http://schemas.openxmlformats.org/drawingml/2006/main">
              <a:ext uri="{FF2B5EF4-FFF2-40B4-BE49-F238E27FC236}">
                <a16:creationId xmlns:a16="http://schemas.microsoft.com/office/drawing/2014/main" id="{C6AB5D8D-395C-491F-893D-4D88AEAD9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00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図 2</a:t>
            </a:r>
          </a:p>
        </p:txBody>
      </p:sp>
      <p:sp>
        <p:nvSpPr>
          <p:cNvPr id="43" name="text-46">
            <a:extLst xmlns:a="http://schemas.openxmlformats.org/drawingml/2006/main">
              <a:ext uri="{FF2B5EF4-FFF2-40B4-BE49-F238E27FC236}">
                <a16:creationId xmlns:a16="http://schemas.microsoft.com/office/drawing/2014/main" id="{CC9F5AD8-A525-4153-BFF9-B3738EB31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6515100"/>
            <a:ext cx="979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回路図とコードはAND回路の例。写真：Digilent。SDカードスロットは基板の裏面にある</a:t>
            </a:r>
          </a:p>
        </p:txBody>
      </p:sp>
    </p:spTree>
    <p:extLst>
      <p:ext uri="{BB962C8B-B14F-4D97-AF65-F5344CB8AC3E}">
        <p14:creationId xmlns:p14="http://schemas.microsoft.com/office/powerpoint/2010/main" val="3880742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text-47">
            <a:extLst xmlns:a="http://schemas.openxmlformats.org/drawingml/2006/main">
              <a:ext uri="{FF2B5EF4-FFF2-40B4-BE49-F238E27FC236}">
                <a16:creationId xmlns:a16="http://schemas.microsoft.com/office/drawing/2014/main" id="{AA6EBDEA-DA8D-406B-AF46-1040DC018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"/>
            <a:ext cx="5619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" name="text-48">
            <a:extLst xmlns:a="http://schemas.openxmlformats.org/drawingml/2006/main">
              <a:ext uri="{FF2B5EF4-FFF2-40B4-BE49-F238E27FC236}">
                <a16:creationId xmlns:a16="http://schemas.microsoft.com/office/drawing/2014/main" id="{AA7978E4-7890-4AA7-9526-163E1DDAF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4325"/>
            <a:ext cx="10325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lw：命令を読み、指定した値をレジスタへ入れる</a:t>
            </a:r>
          </a:p>
        </p:txBody>
      </p:sp>
      <p:sp>
        <p:nvSpPr>
          <p:cNvPr id="3" name="text-49">
            <a:extLst xmlns:a="http://schemas.openxmlformats.org/drawingml/2006/main">
              <a:ext uri="{FF2B5EF4-FFF2-40B4-BE49-F238E27FC236}">
                <a16:creationId xmlns:a16="http://schemas.microsoft.com/office/drawing/2014/main" id="{23CD8F14-8329-42A6-85AB-90551E5C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515100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defPPr>
            <a:lvl1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  <a:lvl2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2pPr>
            <a:lvl3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3pPr>
            <a:lvl4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4pPr>
            <a:lvl5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5pPr>
            <a:lvl6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6pPr>
            <a:lvl7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7pPr>
            <a:lvl8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8pPr>
            <a:lvl9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text-50">
            <a:extLst xmlns:a="http://schemas.openxmlformats.org/drawingml/2006/main">
              <a:ext uri="{FF2B5EF4-FFF2-40B4-BE49-F238E27FC236}">
                <a16:creationId xmlns:a16="http://schemas.microsoft.com/office/drawing/2014/main" id="{AC981E71-2CA6-4CE1-AA86-8476E67F2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28725"/>
            <a:ext cx="981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lw x1, 8(x0)　：　データの8番地の値を、x1へ読む</a:t>
            </a:r>
          </a:p>
        </p:txBody>
      </p:sp>
      <p:sp>
        <p:nvSpPr>
          <p:cNvPr id="5" name="board-stable-chip">
            <a:extLst xmlns:a="http://schemas.openxmlformats.org/drawingml/2006/main">
              <a:ext uri="{FF2B5EF4-FFF2-40B4-BE49-F238E27FC236}">
                <a16:creationId xmlns:a16="http://schemas.microsoft.com/office/drawing/2014/main" id="{B160A90A-CE8A-47AB-9A88-C02C6D6AC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0972800" cy="408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9F1"/>
          </a:solidFill>
          <a:ln xmlns:a="http://schemas.openxmlformats.org/drawingml/2006/main" w="25146">
            <a:solidFill>
              <a:srgbClr val="1572C3"/>
            </a:solidFill>
          </a:ln>
        </p:spPr>
      </p:sp>
      <p:sp>
        <p:nvSpPr>
          <p:cNvPr id="6" name="text-52">
            <a:extLst xmlns:a="http://schemas.openxmlformats.org/drawingml/2006/main">
              <a:ext uri="{FF2B5EF4-FFF2-40B4-BE49-F238E27FC236}">
                <a16:creationId xmlns:a16="http://schemas.microsoft.com/office/drawing/2014/main" id="{9FCBF132-F514-40BD-A398-740C3BCD0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" y="1985010"/>
            <a:ext cx="28575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07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7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7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7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7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7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7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7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7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7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7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207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FPGAチップ</a:t>
            </a:r>
          </a:p>
        </p:txBody>
      </p:sp>
      <p:sp>
        <p:nvSpPr>
          <p:cNvPr id="7" name="board-stable-dataMemory">
            <a:extLst xmlns:a="http://schemas.openxmlformats.org/drawingml/2006/main">
              <a:ext uri="{FF2B5EF4-FFF2-40B4-BE49-F238E27FC236}">
                <a16:creationId xmlns:a16="http://schemas.microsoft.com/office/drawing/2014/main" id="{E209A323-AFDD-4184-93AF-11C3D4F4C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676650"/>
            <a:ext cx="1680210" cy="16230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146">
            <a:solidFill>
              <a:srgbClr val="231F20"/>
            </a:solidFill>
          </a:ln>
        </p:spPr>
      </p:sp>
      <p:sp>
        <p:nvSpPr>
          <p:cNvPr id="8" name="text-54">
            <a:extLst xmlns:a="http://schemas.openxmlformats.org/drawingml/2006/main">
              <a:ext uri="{FF2B5EF4-FFF2-40B4-BE49-F238E27FC236}">
                <a16:creationId xmlns:a16="http://schemas.microsoft.com/office/drawing/2014/main" id="{73D48BBE-FB95-4444-9765-34E386BE3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7840" y="3219450"/>
            <a:ext cx="21717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データメモリ</a:t>
            </a:r>
          </a:p>
        </p:txBody>
      </p:sp>
      <p:sp>
        <p:nvSpPr>
          <p:cNvPr id="9" name="text-55">
            <a:extLst xmlns:a="http://schemas.openxmlformats.org/drawingml/2006/main">
              <a:ext uri="{FF2B5EF4-FFF2-40B4-BE49-F238E27FC236}">
                <a16:creationId xmlns:a16="http://schemas.microsoft.com/office/drawing/2014/main" id="{B431029C-1921-4D47-A462-466AE0851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9310" y="4110990"/>
            <a:ext cx="28575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44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0" name="text-56">
            <a:extLst xmlns:a="http://schemas.openxmlformats.org/drawingml/2006/main">
              <a:ext uri="{FF2B5EF4-FFF2-40B4-BE49-F238E27FC236}">
                <a16:creationId xmlns:a16="http://schemas.microsoft.com/office/drawing/2014/main" id="{F4A32AE2-EE5F-48FA-97B9-A546F80EB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9310" y="4831080"/>
            <a:ext cx="40005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44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WD</a:t>
            </a:r>
          </a:p>
        </p:txBody>
      </p:sp>
      <p:sp>
        <p:nvSpPr>
          <p:cNvPr id="11" name="text-57">
            <a:extLst xmlns:a="http://schemas.openxmlformats.org/drawingml/2006/main">
              <a:ext uri="{FF2B5EF4-FFF2-40B4-BE49-F238E27FC236}">
                <a16:creationId xmlns:a16="http://schemas.microsoft.com/office/drawing/2014/main" id="{03FA7C56-53B7-4F8F-90AF-D30F33F92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8030" y="4636770"/>
            <a:ext cx="3429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44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</a:t>
            </a:r>
          </a:p>
        </p:txBody>
      </p:sp>
      <p:sp>
        <p:nvSpPr>
          <p:cNvPr id="12" name="text-58">
            <a:extLst xmlns:a="http://schemas.openxmlformats.org/drawingml/2006/main">
              <a:ext uri="{FF2B5EF4-FFF2-40B4-BE49-F238E27FC236}">
                <a16:creationId xmlns:a16="http://schemas.microsoft.com/office/drawing/2014/main" id="{6503A194-3CB9-4BE0-8100-14AC1181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905250"/>
            <a:ext cx="113157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8番地</a:t>
            </a:r>
          </a:p>
        </p:txBody>
      </p:sp>
      <p:sp>
        <p:nvSpPr>
          <p:cNvPr id="13" name="text-59">
            <a:extLst xmlns:a="http://schemas.openxmlformats.org/drawingml/2006/main">
              <a:ext uri="{FF2B5EF4-FFF2-40B4-BE49-F238E27FC236}">
                <a16:creationId xmlns:a16="http://schemas.microsoft.com/office/drawing/2014/main" id="{3597474D-F401-4850-8CB2-E34EFB228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0810" y="4305300"/>
            <a:ext cx="58293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61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261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261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261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261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261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261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261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261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261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61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2610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text-60">
            <a:extLst xmlns:a="http://schemas.openxmlformats.org/drawingml/2006/main">
              <a:ext uri="{FF2B5EF4-FFF2-40B4-BE49-F238E27FC236}">
                <a16:creationId xmlns:a16="http://schemas.microsoft.com/office/drawing/2014/main" id="{BBC4DAF2-252C-4AEC-BF40-9C303D3CE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2870" y="2350770"/>
            <a:ext cx="42748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53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3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3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3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3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3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3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3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3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3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3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53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命令の32ビット</a:t>
            </a:r>
          </a:p>
        </p:txBody>
      </p:sp>
      <p:sp>
        <p:nvSpPr>
          <p:cNvPr id="15" name="block-61">
            <a:extLst xmlns:a="http://schemas.openxmlformats.org/drawingml/2006/main">
              <a:ext uri="{FF2B5EF4-FFF2-40B4-BE49-F238E27FC236}">
                <a16:creationId xmlns:a16="http://schemas.microsoft.com/office/drawing/2014/main" id="{E6FAD2E1-C66C-4A93-B75C-A83804FDD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7160" y="2842260"/>
            <a:ext cx="1508760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573">
            <a:solidFill>
              <a:srgbClr val="231F20"/>
            </a:solidFill>
          </a:ln>
        </p:spPr>
      </p:sp>
      <p:sp>
        <p:nvSpPr>
          <p:cNvPr id="16" name="text-62">
            <a:extLst xmlns:a="http://schemas.openxmlformats.org/drawingml/2006/main">
              <a:ext uri="{FF2B5EF4-FFF2-40B4-BE49-F238E27FC236}">
                <a16:creationId xmlns:a16="http://schemas.microsoft.com/office/drawing/2014/main" id="{9F209A05-F2B1-4ACC-BDFC-CBB1E2623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7160" y="2602230"/>
            <a:ext cx="150876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FA9B9"/>
                </a:solidFill>
                <a:latin typeface="Arial"/>
                <a:ea typeface="Arial"/>
                <a:cs typeface="Arial"/>
              </a:rPr>
              <a:t>[31:20]</a:t>
            </a:r>
          </a:p>
        </p:txBody>
      </p:sp>
      <p:sp>
        <p:nvSpPr>
          <p:cNvPr id="17" name="text-63">
            <a:extLst xmlns:a="http://schemas.openxmlformats.org/drawingml/2006/main">
              <a:ext uri="{FF2B5EF4-FFF2-40B4-BE49-F238E27FC236}">
                <a16:creationId xmlns:a16="http://schemas.microsoft.com/office/drawing/2014/main" id="{B44CB340-05F1-4B32-8CC0-D678A4C3D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7160" y="2842260"/>
            <a:ext cx="150876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0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000000001000</a:t>
            </a:r>
          </a:p>
        </p:txBody>
      </p:sp>
      <p:sp>
        <p:nvSpPr>
          <p:cNvPr id="18" name="block-64">
            <a:extLst xmlns:a="http://schemas.openxmlformats.org/drawingml/2006/main">
              <a:ext uri="{FF2B5EF4-FFF2-40B4-BE49-F238E27FC236}">
                <a16:creationId xmlns:a16="http://schemas.microsoft.com/office/drawing/2014/main" id="{3FE59039-F43F-47A2-82F4-252C92007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5920" y="2842260"/>
            <a:ext cx="708660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573">
            <a:solidFill>
              <a:srgbClr val="231F20"/>
            </a:solidFill>
          </a:ln>
        </p:spPr>
      </p:sp>
      <p:sp>
        <p:nvSpPr>
          <p:cNvPr id="19" name="text-65">
            <a:extLst xmlns:a="http://schemas.openxmlformats.org/drawingml/2006/main">
              <a:ext uri="{FF2B5EF4-FFF2-40B4-BE49-F238E27FC236}">
                <a16:creationId xmlns:a16="http://schemas.microsoft.com/office/drawing/2014/main" id="{EC52D0AC-B7DE-4C99-A24F-CB819A398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5920" y="2602230"/>
            <a:ext cx="70866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FA9B9"/>
                </a:solidFill>
                <a:latin typeface="Arial"/>
                <a:ea typeface="Arial"/>
                <a:cs typeface="Arial"/>
              </a:rPr>
              <a:t>[19:15]</a:t>
            </a:r>
          </a:p>
        </p:txBody>
      </p:sp>
      <p:sp>
        <p:nvSpPr>
          <p:cNvPr id="20" name="text-66">
            <a:extLst xmlns:a="http://schemas.openxmlformats.org/drawingml/2006/main">
              <a:ext uri="{FF2B5EF4-FFF2-40B4-BE49-F238E27FC236}">
                <a16:creationId xmlns:a16="http://schemas.microsoft.com/office/drawing/2014/main" id="{1A3CD096-4B1C-4C4D-BC38-1A8AFC264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5920" y="2842260"/>
            <a:ext cx="70866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0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00000</a:t>
            </a:r>
          </a:p>
        </p:txBody>
      </p:sp>
      <p:sp>
        <p:nvSpPr>
          <p:cNvPr id="21" name="block-67">
            <a:extLst xmlns:a="http://schemas.openxmlformats.org/drawingml/2006/main">
              <a:ext uri="{FF2B5EF4-FFF2-40B4-BE49-F238E27FC236}">
                <a16:creationId xmlns:a16="http://schemas.microsoft.com/office/drawing/2014/main" id="{5057AAF4-F9BE-4BC5-9078-1CD3D012B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4580" y="2842260"/>
            <a:ext cx="525780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573">
            <a:solidFill>
              <a:srgbClr val="231F20"/>
            </a:solidFill>
          </a:ln>
        </p:spPr>
      </p:sp>
      <p:sp>
        <p:nvSpPr>
          <p:cNvPr id="22" name="text-68">
            <a:extLst xmlns:a="http://schemas.openxmlformats.org/drawingml/2006/main">
              <a:ext uri="{FF2B5EF4-FFF2-40B4-BE49-F238E27FC236}">
                <a16:creationId xmlns:a16="http://schemas.microsoft.com/office/drawing/2014/main" id="{B0F86F05-2614-4CF4-B29B-8474AA1E7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4580" y="2602230"/>
            <a:ext cx="52578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FA9B9"/>
                </a:solidFill>
                <a:latin typeface="Arial"/>
                <a:ea typeface="Arial"/>
                <a:cs typeface="Arial"/>
              </a:rPr>
              <a:t>[14:12]</a:t>
            </a:r>
          </a:p>
        </p:txBody>
      </p:sp>
      <p:sp>
        <p:nvSpPr>
          <p:cNvPr id="23" name="text-69">
            <a:extLst xmlns:a="http://schemas.openxmlformats.org/drawingml/2006/main">
              <a:ext uri="{FF2B5EF4-FFF2-40B4-BE49-F238E27FC236}">
                <a16:creationId xmlns:a16="http://schemas.microsoft.com/office/drawing/2014/main" id="{6CC35B4E-82A5-419C-90CD-FD9532BE6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4580" y="2842260"/>
            <a:ext cx="52578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0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010</a:t>
            </a:r>
          </a:p>
        </p:txBody>
      </p:sp>
      <p:sp>
        <p:nvSpPr>
          <p:cNvPr id="24" name="block-70">
            <a:extLst xmlns:a="http://schemas.openxmlformats.org/drawingml/2006/main">
              <a:ext uri="{FF2B5EF4-FFF2-40B4-BE49-F238E27FC236}">
                <a16:creationId xmlns:a16="http://schemas.microsoft.com/office/drawing/2014/main" id="{C33783E8-76AC-4081-BF4F-5F168F51A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0360" y="2842260"/>
            <a:ext cx="708660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573">
            <a:solidFill>
              <a:srgbClr val="231F20"/>
            </a:solidFill>
          </a:ln>
        </p:spPr>
      </p:sp>
      <p:sp>
        <p:nvSpPr>
          <p:cNvPr id="25" name="text-71">
            <a:extLst xmlns:a="http://schemas.openxmlformats.org/drawingml/2006/main">
              <a:ext uri="{FF2B5EF4-FFF2-40B4-BE49-F238E27FC236}">
                <a16:creationId xmlns:a16="http://schemas.microsoft.com/office/drawing/2014/main" id="{4712DF79-A032-4048-85FB-1C8DF0878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0360" y="2602230"/>
            <a:ext cx="70866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FA9B9"/>
                </a:solidFill>
                <a:latin typeface="Arial"/>
                <a:ea typeface="Arial"/>
                <a:cs typeface="Arial"/>
              </a:rPr>
              <a:t>[11:7]</a:t>
            </a:r>
          </a:p>
        </p:txBody>
      </p:sp>
      <p:sp>
        <p:nvSpPr>
          <p:cNvPr id="26" name="text-72">
            <a:extLst xmlns:a="http://schemas.openxmlformats.org/drawingml/2006/main">
              <a:ext uri="{FF2B5EF4-FFF2-40B4-BE49-F238E27FC236}">
                <a16:creationId xmlns:a16="http://schemas.microsoft.com/office/drawing/2014/main" id="{0D0ACCB9-7384-42FF-8885-5913A1DC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0360" y="2842260"/>
            <a:ext cx="70866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0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00001</a:t>
            </a:r>
          </a:p>
        </p:txBody>
      </p:sp>
      <p:sp>
        <p:nvSpPr>
          <p:cNvPr id="27" name="block-73">
            <a:extLst xmlns:a="http://schemas.openxmlformats.org/drawingml/2006/main">
              <a:ext uri="{FF2B5EF4-FFF2-40B4-BE49-F238E27FC236}">
                <a16:creationId xmlns:a16="http://schemas.microsoft.com/office/drawing/2014/main" id="{A11CA432-5165-4508-9309-3A1EC73B5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9020" y="2842260"/>
            <a:ext cx="708660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573">
            <a:solidFill>
              <a:srgbClr val="231F20"/>
            </a:solidFill>
          </a:ln>
        </p:spPr>
      </p:sp>
      <p:sp>
        <p:nvSpPr>
          <p:cNvPr id="28" name="text-74">
            <a:extLst xmlns:a="http://schemas.openxmlformats.org/drawingml/2006/main">
              <a:ext uri="{FF2B5EF4-FFF2-40B4-BE49-F238E27FC236}">
                <a16:creationId xmlns:a16="http://schemas.microsoft.com/office/drawing/2014/main" id="{B62BF2A0-A8BE-47F2-A90D-FC7B6E58F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9020" y="2602230"/>
            <a:ext cx="70866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FA9B9"/>
                </a:solidFill>
                <a:latin typeface="Arial"/>
                <a:ea typeface="Arial"/>
                <a:cs typeface="Arial"/>
              </a:rPr>
              <a:t>[6:0]</a:t>
            </a:r>
          </a:p>
        </p:txBody>
      </p:sp>
      <p:sp>
        <p:nvSpPr>
          <p:cNvPr id="29" name="text-75">
            <a:extLst xmlns:a="http://schemas.openxmlformats.org/drawingml/2006/main">
              <a:ext uri="{FF2B5EF4-FFF2-40B4-BE49-F238E27FC236}">
                <a16:creationId xmlns:a16="http://schemas.microsoft.com/office/drawing/2014/main" id="{4F9E251C-C54E-4971-9593-11FFE91FB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9020" y="2842260"/>
            <a:ext cx="70866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0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0000011</a:t>
            </a:r>
          </a:p>
        </p:txBody>
      </p:sp>
      <p:sp>
        <p:nvSpPr>
          <p:cNvPr id="30" name="board-stable-pc">
            <a:extLst xmlns:a="http://schemas.openxmlformats.org/drawingml/2006/main">
              <a:ext uri="{FF2B5EF4-FFF2-40B4-BE49-F238E27FC236}">
                <a16:creationId xmlns:a16="http://schemas.microsoft.com/office/drawing/2014/main" id="{C72039C5-BDA5-451E-A0B7-15D28CE6F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" y="3950970"/>
            <a:ext cx="377190" cy="754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146">
            <a:solidFill>
              <a:srgbClr val="231F20"/>
            </a:solidFill>
          </a:ln>
        </p:spPr>
      </p:sp>
      <p:sp>
        <p:nvSpPr>
          <p:cNvPr id="31" name="text-77">
            <a:extLst xmlns:a="http://schemas.openxmlformats.org/drawingml/2006/main">
              <a:ext uri="{FF2B5EF4-FFF2-40B4-BE49-F238E27FC236}">
                <a16:creationId xmlns:a16="http://schemas.microsoft.com/office/drawing/2014/main" id="{E35CF9B7-495C-42FF-94F5-12F7F16A0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" y="4168140"/>
            <a:ext cx="2971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17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17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17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17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17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17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17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17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17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17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7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17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D Q</a:t>
            </a:r>
          </a:p>
        </p:txBody>
      </p:sp>
      <p:sp>
        <p:nvSpPr>
          <p:cNvPr id="32" name="circuit-78">
            <a:extLst xmlns:a="http://schemas.openxmlformats.org/drawingml/2006/main">
              <a:ext uri="{FF2B5EF4-FFF2-40B4-BE49-F238E27FC236}">
                <a16:creationId xmlns:a16="http://schemas.microsoft.com/office/drawing/2014/main" id="{2FE4883C-9221-4A47-B70B-B9FFB9A71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" y="3950970"/>
            <a:ext cx="205740" cy="114300"/>
          </a:xfrm>
          <a:custGeom xmlns:a="http://schemas.openxmlformats.org/drawingml/2006/main">
            <a:pathLst>
              <a:path w="205740" h="114300">
                <a:moveTo>
                  <a:pt x="0" y="0"/>
                </a:moveTo>
                <a:lnTo>
                  <a:pt x="102870" y="114300"/>
                </a:lnTo>
                <a:lnTo>
                  <a:pt x="20574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231F20"/>
            </a:solidFill>
          </a:ln>
        </p:spPr>
      </p:sp>
      <p:sp>
        <p:nvSpPr>
          <p:cNvPr id="33" name="wire-79">
            <a:extLst xmlns:a="http://schemas.openxmlformats.org/drawingml/2006/main">
              <a:ext uri="{FF2B5EF4-FFF2-40B4-BE49-F238E27FC236}">
                <a16:creationId xmlns:a16="http://schemas.microsoft.com/office/drawing/2014/main" id="{17CEFB95-01AD-4DD1-A604-A8BF135AC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79520"/>
            <a:ext cx="9525" cy="171450"/>
          </a:xfrm>
          <a:custGeom xmlns:a="http://schemas.openxmlformats.org/drawingml/2006/main">
            <a:pathLst>
              <a:path w="9525" h="171450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3716">
            <a:solidFill>
              <a:srgbClr val="231F20"/>
            </a:solidFill>
          </a:ln>
        </p:spPr>
      </p:sp>
      <p:sp>
        <p:nvSpPr>
          <p:cNvPr id="34" name="text-80">
            <a:extLst xmlns:a="http://schemas.openxmlformats.org/drawingml/2006/main">
              <a:ext uri="{FF2B5EF4-FFF2-40B4-BE49-F238E27FC236}">
                <a16:creationId xmlns:a16="http://schemas.microsoft.com/office/drawing/2014/main" id="{80FE0018-2A15-4FD9-88DC-0089FECA0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514350" cy="2628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44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clk</a:t>
            </a:r>
          </a:p>
        </p:txBody>
      </p:sp>
      <p:sp>
        <p:nvSpPr>
          <p:cNvPr id="35" name="text-81">
            <a:extLst xmlns:a="http://schemas.openxmlformats.org/drawingml/2006/main">
              <a:ext uri="{FF2B5EF4-FFF2-40B4-BE49-F238E27FC236}">
                <a16:creationId xmlns:a16="http://schemas.microsoft.com/office/drawing/2014/main" id="{E58F3877-982A-48C0-AA56-4ED2B144D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" y="4739640"/>
            <a:ext cx="59436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07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207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207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207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207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207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207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207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207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207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07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07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PC</a:t>
            </a:r>
          </a:p>
        </p:txBody>
      </p:sp>
      <p:sp>
        <p:nvSpPr>
          <p:cNvPr id="36" name="wire-82">
            <a:extLst xmlns:a="http://schemas.openxmlformats.org/drawingml/2006/main">
              <a:ext uri="{FF2B5EF4-FFF2-40B4-BE49-F238E27FC236}">
                <a16:creationId xmlns:a16="http://schemas.microsoft.com/office/drawing/2014/main" id="{123B5332-0964-4B78-BDF0-24821E284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2560" y="4293870"/>
            <a:ext cx="331470" cy="9525"/>
          </a:xfrm>
          <a:custGeom xmlns:a="http://schemas.openxmlformats.org/drawingml/2006/main">
            <a:pathLst>
              <a:path w="331470" h="9525">
                <a:moveTo>
                  <a:pt x="0" y="0"/>
                </a:moveTo>
                <a:lnTo>
                  <a:pt x="3314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37" name="circuit-83">
            <a:extLst xmlns:a="http://schemas.openxmlformats.org/drawingml/2006/main">
              <a:ext uri="{FF2B5EF4-FFF2-40B4-BE49-F238E27FC236}">
                <a16:creationId xmlns:a16="http://schemas.microsoft.com/office/drawing/2014/main" id="{50FACD09-1BDF-47A1-B816-B25BEE245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7830" y="4262437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38" name="text-84">
            <a:extLst xmlns:a="http://schemas.openxmlformats.org/drawingml/2006/main">
              <a:ext uri="{FF2B5EF4-FFF2-40B4-BE49-F238E27FC236}">
                <a16:creationId xmlns:a16="http://schemas.microsoft.com/office/drawing/2014/main" id="{E07A45EC-8A5D-46BD-AB08-00E13C20B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3990" y="4396740"/>
            <a:ext cx="3429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98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98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98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98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98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98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98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98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98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98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8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980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9" name="board-stable-fetch">
            <a:extLst xmlns:a="http://schemas.openxmlformats.org/drawingml/2006/main">
              <a:ext uri="{FF2B5EF4-FFF2-40B4-BE49-F238E27FC236}">
                <a16:creationId xmlns:a16="http://schemas.microsoft.com/office/drawing/2014/main" id="{60CD2E8D-AB83-45C3-8D8F-4C4C3A09E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4030" y="3676650"/>
            <a:ext cx="1657350" cy="13944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146">
            <a:solidFill>
              <a:srgbClr val="231F20"/>
            </a:solidFill>
          </a:ln>
        </p:spPr>
      </p:sp>
      <p:sp>
        <p:nvSpPr>
          <p:cNvPr id="40" name="text-86">
            <a:extLst xmlns:a="http://schemas.openxmlformats.org/drawingml/2006/main">
              <a:ext uri="{FF2B5EF4-FFF2-40B4-BE49-F238E27FC236}">
                <a16:creationId xmlns:a16="http://schemas.microsoft.com/office/drawing/2014/main" id="{032CB650-2168-447C-9811-4B803AAE4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2610" y="3722370"/>
            <a:ext cx="152019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98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98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98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98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98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98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98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98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98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98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98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98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命令メモリ</a:t>
            </a:r>
          </a:p>
        </p:txBody>
      </p:sp>
      <p:sp>
        <p:nvSpPr>
          <p:cNvPr id="41" name="text-87">
            <a:extLst xmlns:a="http://schemas.openxmlformats.org/drawingml/2006/main">
              <a:ext uri="{FF2B5EF4-FFF2-40B4-BE49-F238E27FC236}">
                <a16:creationId xmlns:a16="http://schemas.microsoft.com/office/drawing/2014/main" id="{53E8ED1D-4B1E-4B09-8B39-5C9AA887F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4040" y="4156710"/>
            <a:ext cx="28575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44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42" name="text-88">
            <a:extLst xmlns:a="http://schemas.openxmlformats.org/drawingml/2006/main">
              <a:ext uri="{FF2B5EF4-FFF2-40B4-BE49-F238E27FC236}">
                <a16:creationId xmlns:a16="http://schemas.microsoft.com/office/drawing/2014/main" id="{A664353A-E7D7-4440-A014-E4B372142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5620" y="4156710"/>
            <a:ext cx="3429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44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</a:t>
            </a:r>
          </a:p>
        </p:txBody>
      </p:sp>
      <p:sp>
        <p:nvSpPr>
          <p:cNvPr id="43" name="text-89">
            <a:extLst xmlns:a="http://schemas.openxmlformats.org/drawingml/2006/main">
              <a:ext uri="{FF2B5EF4-FFF2-40B4-BE49-F238E27FC236}">
                <a16:creationId xmlns:a16="http://schemas.microsoft.com/office/drawing/2014/main" id="{CA2EFC07-2759-40A5-A3FE-68FBFAA82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88180"/>
            <a:ext cx="1325880" cy="537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6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6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6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6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6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6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6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6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6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6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6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26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0：lw x1,8(x0)</a:t>
            </a:r>
          </a:p>
        </p:txBody>
      </p:sp>
      <p:sp>
        <p:nvSpPr>
          <p:cNvPr id="44" name="wire-90">
            <a:extLst xmlns:a="http://schemas.openxmlformats.org/drawingml/2006/main">
              <a:ext uri="{FF2B5EF4-FFF2-40B4-BE49-F238E27FC236}">
                <a16:creationId xmlns:a16="http://schemas.microsoft.com/office/drawing/2014/main" id="{48CAC726-C939-4A5E-BEF3-94A798AF1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1380" y="4293870"/>
            <a:ext cx="262890" cy="9525"/>
          </a:xfrm>
          <a:custGeom xmlns:a="http://schemas.openxmlformats.org/drawingml/2006/main">
            <a:pathLst>
              <a:path w="262890" h="9525">
                <a:moveTo>
                  <a:pt x="0" y="0"/>
                </a:moveTo>
                <a:lnTo>
                  <a:pt x="2628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289">
            <a:solidFill>
              <a:srgbClr val="231F20"/>
            </a:solidFill>
          </a:ln>
        </p:spPr>
      </p:sp>
      <p:sp>
        <p:nvSpPr>
          <p:cNvPr id="45" name="wire-91">
            <a:extLst xmlns:a="http://schemas.openxmlformats.org/drawingml/2006/main">
              <a:ext uri="{FF2B5EF4-FFF2-40B4-BE49-F238E27FC236}">
                <a16:creationId xmlns:a16="http://schemas.microsoft.com/office/drawing/2014/main" id="{A46D2212-E47A-4F2F-9A43-4D9234C24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4270" y="3002280"/>
            <a:ext cx="9525" cy="1291590"/>
          </a:xfrm>
          <a:custGeom xmlns:a="http://schemas.openxmlformats.org/drawingml/2006/main">
            <a:pathLst>
              <a:path w="9525" h="1291590">
                <a:moveTo>
                  <a:pt x="0" y="129159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289">
            <a:solidFill>
              <a:srgbClr val="231F20"/>
            </a:solidFill>
          </a:ln>
        </p:spPr>
      </p:sp>
      <p:sp>
        <p:nvSpPr>
          <p:cNvPr id="46" name="wire-92">
            <a:extLst xmlns:a="http://schemas.openxmlformats.org/drawingml/2006/main">
              <a:ext uri="{FF2B5EF4-FFF2-40B4-BE49-F238E27FC236}">
                <a16:creationId xmlns:a16="http://schemas.microsoft.com/office/drawing/2014/main" id="{66CB2F13-0A72-48D2-B8C2-55BB4716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4270" y="3002280"/>
            <a:ext cx="262890" cy="9525"/>
          </a:xfrm>
          <a:custGeom xmlns:a="http://schemas.openxmlformats.org/drawingml/2006/main">
            <a:pathLst>
              <a:path w="262890" h="9525">
                <a:moveTo>
                  <a:pt x="0" y="0"/>
                </a:moveTo>
                <a:lnTo>
                  <a:pt x="2628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289">
            <a:solidFill>
              <a:srgbClr val="231F20"/>
            </a:solidFill>
          </a:ln>
        </p:spPr>
      </p:sp>
      <p:sp>
        <p:nvSpPr>
          <p:cNvPr id="47" name="circuit-93">
            <a:extLst xmlns:a="http://schemas.openxmlformats.org/drawingml/2006/main">
              <a:ext uri="{FF2B5EF4-FFF2-40B4-BE49-F238E27FC236}">
                <a16:creationId xmlns:a16="http://schemas.microsoft.com/office/drawing/2014/main" id="{CBA7B801-4B04-44F7-943F-DFCC7E0C9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0960" y="297084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48" name="wire-94">
            <a:extLst xmlns:a="http://schemas.openxmlformats.org/drawingml/2006/main">
              <a:ext uri="{FF2B5EF4-FFF2-40B4-BE49-F238E27FC236}">
                <a16:creationId xmlns:a16="http://schemas.microsoft.com/office/drawing/2014/main" id="{53C37FE3-BFC1-4D5E-85B4-F8A2E670E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62300"/>
            <a:ext cx="9525" cy="160020"/>
          </a:xfrm>
          <a:custGeom xmlns:a="http://schemas.openxmlformats.org/drawingml/2006/main">
            <a:pathLst>
              <a:path w="9525" h="160020">
                <a:moveTo>
                  <a:pt x="0" y="0"/>
                </a:moveTo>
                <a:lnTo>
                  <a:pt x="0" y="160020"/>
                </a:lnTo>
              </a:path>
            </a:pathLst>
          </a:custGeom>
          <a:noFill xmlns:a="http://schemas.openxmlformats.org/drawingml/2006/main"/>
          <a:ln xmlns:a="http://schemas.openxmlformats.org/drawingml/2006/main" w="24003">
            <a:solidFill>
              <a:srgbClr val="1572C3"/>
            </a:solidFill>
          </a:ln>
        </p:spPr>
      </p:sp>
      <p:sp>
        <p:nvSpPr>
          <p:cNvPr id="49" name="wire-95">
            <a:extLst xmlns:a="http://schemas.openxmlformats.org/drawingml/2006/main">
              <a:ext uri="{FF2B5EF4-FFF2-40B4-BE49-F238E27FC236}">
                <a16:creationId xmlns:a16="http://schemas.microsoft.com/office/drawing/2014/main" id="{F1EF293A-2F24-4A0C-B5A6-3798036EF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7190" y="3322320"/>
            <a:ext cx="1623060" cy="9525"/>
          </a:xfrm>
          <a:custGeom xmlns:a="http://schemas.openxmlformats.org/drawingml/2006/main">
            <a:pathLst>
              <a:path w="1623060" h="9525">
                <a:moveTo>
                  <a:pt x="162306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003">
            <a:solidFill>
              <a:srgbClr val="1572C3"/>
            </a:solidFill>
          </a:ln>
        </p:spPr>
      </p:sp>
      <p:sp>
        <p:nvSpPr>
          <p:cNvPr id="50" name="wire-96">
            <a:extLst xmlns:a="http://schemas.openxmlformats.org/drawingml/2006/main">
              <a:ext uri="{FF2B5EF4-FFF2-40B4-BE49-F238E27FC236}">
                <a16:creationId xmlns:a16="http://schemas.microsoft.com/office/drawing/2014/main" id="{8538A381-6985-4473-BB2C-C2CDAFB23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7190" y="3322320"/>
            <a:ext cx="9525" cy="674370"/>
          </a:xfrm>
          <a:custGeom xmlns:a="http://schemas.openxmlformats.org/drawingml/2006/main">
            <a:pathLst>
              <a:path w="9525" h="674370">
                <a:moveTo>
                  <a:pt x="0" y="0"/>
                </a:moveTo>
                <a:lnTo>
                  <a:pt x="0" y="674370"/>
                </a:lnTo>
              </a:path>
            </a:pathLst>
          </a:custGeom>
          <a:noFill xmlns:a="http://schemas.openxmlformats.org/drawingml/2006/main"/>
          <a:ln xmlns:a="http://schemas.openxmlformats.org/drawingml/2006/main" w="24003">
            <a:solidFill>
              <a:srgbClr val="1572C3"/>
            </a:solidFill>
          </a:ln>
        </p:spPr>
      </p:sp>
      <p:sp>
        <p:nvSpPr>
          <p:cNvPr id="51" name="wire-97">
            <a:extLst xmlns:a="http://schemas.openxmlformats.org/drawingml/2006/main">
              <a:ext uri="{FF2B5EF4-FFF2-40B4-BE49-F238E27FC236}">
                <a16:creationId xmlns:a16="http://schemas.microsoft.com/office/drawing/2014/main" id="{E9060B01-A88B-4AD8-86BA-833DDF21B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7190" y="3996690"/>
            <a:ext cx="205740" cy="9525"/>
          </a:xfrm>
          <a:custGeom xmlns:a="http://schemas.openxmlformats.org/drawingml/2006/main">
            <a:pathLst>
              <a:path w="205740" h="9525">
                <a:moveTo>
                  <a:pt x="0" y="0"/>
                </a:moveTo>
                <a:lnTo>
                  <a:pt x="2057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003">
            <a:solidFill>
              <a:srgbClr val="1572C3"/>
            </a:solidFill>
          </a:ln>
        </p:spPr>
      </p:sp>
      <p:sp>
        <p:nvSpPr>
          <p:cNvPr id="52" name="circuit-98">
            <a:extLst xmlns:a="http://schemas.openxmlformats.org/drawingml/2006/main">
              <a:ext uri="{FF2B5EF4-FFF2-40B4-BE49-F238E27FC236}">
                <a16:creationId xmlns:a16="http://schemas.microsoft.com/office/drawing/2014/main" id="{E2C24116-2E61-4010-AF7C-FE10D17EE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730" y="396525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53" name="wire-99">
            <a:extLst xmlns:a="http://schemas.openxmlformats.org/drawingml/2006/main">
              <a:ext uri="{FF2B5EF4-FFF2-40B4-BE49-F238E27FC236}">
                <a16:creationId xmlns:a16="http://schemas.microsoft.com/office/drawing/2014/main" id="{BBA8C390-1738-41AA-AB56-602330928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1540" y="3162300"/>
            <a:ext cx="9525" cy="80010"/>
          </a:xfrm>
          <a:custGeom xmlns:a="http://schemas.openxmlformats.org/drawingml/2006/main">
            <a:pathLst>
              <a:path w="9525" h="80010">
                <a:moveTo>
                  <a:pt x="0" y="0"/>
                </a:moveTo>
                <a:lnTo>
                  <a:pt x="0" y="80010"/>
                </a:lnTo>
              </a:path>
            </a:pathLst>
          </a:custGeom>
          <a:noFill xmlns:a="http://schemas.openxmlformats.org/drawingml/2006/main"/>
          <a:ln xmlns:a="http://schemas.openxmlformats.org/drawingml/2006/main" w="26289">
            <a:solidFill>
              <a:srgbClr val="1572C3"/>
            </a:solidFill>
          </a:ln>
        </p:spPr>
      </p:sp>
      <p:sp>
        <p:nvSpPr>
          <p:cNvPr id="54" name="wire-100">
            <a:extLst xmlns:a="http://schemas.openxmlformats.org/drawingml/2006/main">
              <a:ext uri="{FF2B5EF4-FFF2-40B4-BE49-F238E27FC236}">
                <a16:creationId xmlns:a16="http://schemas.microsoft.com/office/drawing/2014/main" id="{62933051-5797-455A-821E-4E4C8A22C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1540" y="3242310"/>
            <a:ext cx="2068830" cy="9525"/>
          </a:xfrm>
          <a:custGeom xmlns:a="http://schemas.openxmlformats.org/drawingml/2006/main">
            <a:pathLst>
              <a:path w="2068830" h="9525">
                <a:moveTo>
                  <a:pt x="0" y="0"/>
                </a:moveTo>
                <a:lnTo>
                  <a:pt x="206883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289">
            <a:solidFill>
              <a:srgbClr val="1572C3"/>
            </a:solidFill>
          </a:ln>
        </p:spPr>
      </p:sp>
      <p:sp>
        <p:nvSpPr>
          <p:cNvPr id="55" name="wire-101">
            <a:extLst xmlns:a="http://schemas.openxmlformats.org/drawingml/2006/main">
              <a:ext uri="{FF2B5EF4-FFF2-40B4-BE49-F238E27FC236}">
                <a16:creationId xmlns:a16="http://schemas.microsoft.com/office/drawing/2014/main" id="{77303A4F-E249-4DB9-BE9F-D82B1E118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0370" y="3242310"/>
            <a:ext cx="9525" cy="1508760"/>
          </a:xfrm>
          <a:custGeom xmlns:a="http://schemas.openxmlformats.org/drawingml/2006/main">
            <a:pathLst>
              <a:path w="9525" h="1508760">
                <a:moveTo>
                  <a:pt x="0" y="0"/>
                </a:moveTo>
                <a:lnTo>
                  <a:pt x="0" y="1508760"/>
                </a:lnTo>
              </a:path>
            </a:pathLst>
          </a:custGeom>
          <a:noFill xmlns:a="http://schemas.openxmlformats.org/drawingml/2006/main"/>
          <a:ln xmlns:a="http://schemas.openxmlformats.org/drawingml/2006/main" w="26289">
            <a:solidFill>
              <a:srgbClr val="1572C3"/>
            </a:solidFill>
          </a:ln>
        </p:spPr>
      </p:sp>
      <p:sp>
        <p:nvSpPr>
          <p:cNvPr id="56" name="wire-102">
            <a:extLst xmlns:a="http://schemas.openxmlformats.org/drawingml/2006/main">
              <a:ext uri="{FF2B5EF4-FFF2-40B4-BE49-F238E27FC236}">
                <a16:creationId xmlns:a16="http://schemas.microsoft.com/office/drawing/2014/main" id="{B2A20575-1C3A-443C-933B-FEE5BC126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0370" y="4751070"/>
            <a:ext cx="262890" cy="9525"/>
          </a:xfrm>
          <a:custGeom xmlns:a="http://schemas.openxmlformats.org/drawingml/2006/main">
            <a:pathLst>
              <a:path w="262890" h="9525">
                <a:moveTo>
                  <a:pt x="0" y="0"/>
                </a:moveTo>
                <a:lnTo>
                  <a:pt x="2628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289">
            <a:solidFill>
              <a:srgbClr val="1572C3"/>
            </a:solidFill>
          </a:ln>
        </p:spPr>
      </p:sp>
      <p:sp>
        <p:nvSpPr>
          <p:cNvPr id="57" name="circuit-103">
            <a:extLst xmlns:a="http://schemas.openxmlformats.org/drawingml/2006/main">
              <a:ext uri="{FF2B5EF4-FFF2-40B4-BE49-F238E27FC236}">
                <a16:creationId xmlns:a16="http://schemas.microsoft.com/office/drawing/2014/main" id="{336F0A6B-B9C0-4CDE-8F64-DC28D9EC8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7060" y="471963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58" name="wire-104">
            <a:extLst xmlns:a="http://schemas.openxmlformats.org/drawingml/2006/main">
              <a:ext uri="{FF2B5EF4-FFF2-40B4-BE49-F238E27FC236}">
                <a16:creationId xmlns:a16="http://schemas.microsoft.com/office/drawing/2014/main" id="{50976ADE-FEDE-47A7-B115-70950BEF5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6120" y="3162300"/>
            <a:ext cx="9525" cy="262890"/>
          </a:xfrm>
          <a:custGeom xmlns:a="http://schemas.openxmlformats.org/drawingml/2006/main">
            <a:pathLst>
              <a:path w="9525" h="262890">
                <a:moveTo>
                  <a:pt x="0" y="0"/>
                </a:moveTo>
                <a:lnTo>
                  <a:pt x="0" y="262890"/>
                </a:lnTo>
              </a:path>
            </a:pathLst>
          </a:custGeom>
          <a:noFill xmlns:a="http://schemas.openxmlformats.org/drawingml/2006/main"/>
          <a:ln xmlns:a="http://schemas.openxmlformats.org/drawingml/2006/main" w="24003">
            <a:solidFill>
              <a:srgbClr val="1572C3"/>
            </a:solidFill>
          </a:ln>
        </p:spPr>
      </p:sp>
      <p:sp>
        <p:nvSpPr>
          <p:cNvPr id="59" name="wire-105">
            <a:extLst xmlns:a="http://schemas.openxmlformats.org/drawingml/2006/main">
              <a:ext uri="{FF2B5EF4-FFF2-40B4-BE49-F238E27FC236}">
                <a16:creationId xmlns:a16="http://schemas.microsoft.com/office/drawing/2014/main" id="{A808981F-D160-4AC7-A6B1-CC1091DFE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5740" y="3425190"/>
            <a:ext cx="3040380" cy="9525"/>
          </a:xfrm>
          <a:custGeom xmlns:a="http://schemas.openxmlformats.org/drawingml/2006/main">
            <a:pathLst>
              <a:path w="3040380" h="9525">
                <a:moveTo>
                  <a:pt x="304038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003">
            <a:solidFill>
              <a:srgbClr val="1572C3"/>
            </a:solidFill>
          </a:ln>
        </p:spPr>
      </p:sp>
      <p:sp>
        <p:nvSpPr>
          <p:cNvPr id="60" name="wire-106">
            <a:extLst xmlns:a="http://schemas.openxmlformats.org/drawingml/2006/main">
              <a:ext uri="{FF2B5EF4-FFF2-40B4-BE49-F238E27FC236}">
                <a16:creationId xmlns:a16="http://schemas.microsoft.com/office/drawing/2014/main" id="{2E6A51AB-0110-40AF-8FC3-DAC2931A7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5740" y="3425190"/>
            <a:ext cx="9525" cy="1405890"/>
          </a:xfrm>
          <a:custGeom xmlns:a="http://schemas.openxmlformats.org/drawingml/2006/main">
            <a:pathLst>
              <a:path w="9525" h="1405890">
                <a:moveTo>
                  <a:pt x="0" y="0"/>
                </a:moveTo>
                <a:lnTo>
                  <a:pt x="0" y="1405890"/>
                </a:lnTo>
              </a:path>
            </a:pathLst>
          </a:custGeom>
          <a:noFill xmlns:a="http://schemas.openxmlformats.org/drawingml/2006/main"/>
          <a:ln xmlns:a="http://schemas.openxmlformats.org/drawingml/2006/main" w="24003">
            <a:solidFill>
              <a:srgbClr val="1572C3"/>
            </a:solidFill>
          </a:ln>
        </p:spPr>
      </p:sp>
      <p:sp>
        <p:nvSpPr>
          <p:cNvPr id="61" name="wire-107">
            <a:extLst xmlns:a="http://schemas.openxmlformats.org/drawingml/2006/main">
              <a:ext uri="{FF2B5EF4-FFF2-40B4-BE49-F238E27FC236}">
                <a16:creationId xmlns:a16="http://schemas.microsoft.com/office/drawing/2014/main" id="{560CCF38-6B4C-4187-ACEB-701554A5B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5740" y="4831080"/>
            <a:ext cx="377190" cy="9525"/>
          </a:xfrm>
          <a:custGeom xmlns:a="http://schemas.openxmlformats.org/drawingml/2006/main">
            <a:pathLst>
              <a:path w="377190" h="9525">
                <a:moveTo>
                  <a:pt x="0" y="0"/>
                </a:moveTo>
                <a:lnTo>
                  <a:pt x="3771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003">
            <a:solidFill>
              <a:srgbClr val="1572C3"/>
            </a:solidFill>
          </a:ln>
        </p:spPr>
      </p:sp>
      <p:sp>
        <p:nvSpPr>
          <p:cNvPr id="62" name="circuit-108">
            <a:extLst xmlns:a="http://schemas.openxmlformats.org/drawingml/2006/main">
              <a:ext uri="{FF2B5EF4-FFF2-40B4-BE49-F238E27FC236}">
                <a16:creationId xmlns:a16="http://schemas.microsoft.com/office/drawing/2014/main" id="{75F20594-0E59-43EB-AE37-84CD9A6E6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730" y="479964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63" name="wire-109">
            <a:extLst xmlns:a="http://schemas.openxmlformats.org/drawingml/2006/main">
              <a:ext uri="{FF2B5EF4-FFF2-40B4-BE49-F238E27FC236}">
                <a16:creationId xmlns:a16="http://schemas.microsoft.com/office/drawing/2014/main" id="{B2F68360-08E1-462A-95F8-FE5267B60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8620" y="4476750"/>
            <a:ext cx="194310" cy="9525"/>
          </a:xfrm>
          <a:custGeom xmlns:a="http://schemas.openxmlformats.org/drawingml/2006/main">
            <a:pathLst>
              <a:path w="194310" h="9525">
                <a:moveTo>
                  <a:pt x="0" y="0"/>
                </a:moveTo>
                <a:lnTo>
                  <a:pt x="1943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9FA9B9"/>
            </a:solidFill>
          </a:ln>
        </p:spPr>
      </p:sp>
      <p:sp>
        <p:nvSpPr>
          <p:cNvPr id="64" name="circuit-110">
            <a:extLst xmlns:a="http://schemas.openxmlformats.org/drawingml/2006/main">
              <a:ext uri="{FF2B5EF4-FFF2-40B4-BE49-F238E27FC236}">
                <a16:creationId xmlns:a16="http://schemas.microsoft.com/office/drawing/2014/main" id="{3C0ACBBA-513C-49A8-8C5E-1961E1C75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730" y="44453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9FA9B9"/>
          </a:solidFill>
          <a:ln xmlns:a="http://schemas.openxmlformats.org/drawingml/2006/main" w="9525">
            <a:solidFill>
              <a:srgbClr val="9FA9B9"/>
            </a:solidFill>
          </a:ln>
        </p:spPr>
      </p:sp>
      <p:sp>
        <p:nvSpPr>
          <p:cNvPr id="65" name="board-stable-rf">
            <a:extLst xmlns:a="http://schemas.openxmlformats.org/drawingml/2006/main">
              <a:ext uri="{FF2B5EF4-FFF2-40B4-BE49-F238E27FC236}">
                <a16:creationId xmlns:a16="http://schemas.microsoft.com/office/drawing/2014/main" id="{EAFCDC7C-B81A-400F-9F9E-04D9CCD59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2930" y="3505200"/>
            <a:ext cx="1885950" cy="1783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146">
            <a:solidFill>
              <a:srgbClr val="231F20"/>
            </a:solidFill>
          </a:ln>
        </p:spPr>
      </p:sp>
      <p:sp>
        <p:nvSpPr>
          <p:cNvPr id="66" name="circuit-112">
            <a:extLst xmlns:a="http://schemas.openxmlformats.org/drawingml/2006/main">
              <a:ext uri="{FF2B5EF4-FFF2-40B4-BE49-F238E27FC236}">
                <a16:creationId xmlns:a16="http://schemas.microsoft.com/office/drawing/2014/main" id="{982E6EB3-53CC-4EBA-8864-C8FDC4C9C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1560" y="3505200"/>
            <a:ext cx="182880" cy="102870"/>
          </a:xfrm>
          <a:custGeom xmlns:a="http://schemas.openxmlformats.org/drawingml/2006/main">
            <a:pathLst>
              <a:path w="182880" h="102870">
                <a:moveTo>
                  <a:pt x="0" y="0"/>
                </a:moveTo>
                <a:lnTo>
                  <a:pt x="91440" y="102870"/>
                </a:lnTo>
                <a:lnTo>
                  <a:pt x="18288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231F20"/>
            </a:solidFill>
          </a:ln>
        </p:spPr>
      </p:sp>
      <p:sp>
        <p:nvSpPr>
          <p:cNvPr id="67" name="wire-113">
            <a:extLst xmlns:a="http://schemas.openxmlformats.org/drawingml/2006/main">
              <a:ext uri="{FF2B5EF4-FFF2-40B4-BE49-F238E27FC236}">
                <a16:creationId xmlns:a16="http://schemas.microsoft.com/office/drawing/2014/main" id="{D176FEE3-C3FD-4B1D-8F94-7AE6240B7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425190"/>
            <a:ext cx="9525" cy="80010"/>
          </a:xfrm>
          <a:custGeom xmlns:a="http://schemas.openxmlformats.org/drawingml/2006/main">
            <a:pathLst>
              <a:path w="9525" h="80010">
                <a:moveTo>
                  <a:pt x="0" y="0"/>
                </a:moveTo>
                <a:lnTo>
                  <a:pt x="0" y="80010"/>
                </a:lnTo>
              </a:path>
            </a:pathLst>
          </a:custGeom>
          <a:noFill xmlns:a="http://schemas.openxmlformats.org/drawingml/2006/main"/>
          <a:ln xmlns:a="http://schemas.openxmlformats.org/drawingml/2006/main" w="13716">
            <a:solidFill>
              <a:srgbClr val="231F20"/>
            </a:solidFill>
          </a:ln>
        </p:spPr>
      </p:sp>
      <p:sp>
        <p:nvSpPr>
          <p:cNvPr id="68" name="text-114">
            <a:extLst xmlns:a="http://schemas.openxmlformats.org/drawingml/2006/main">
              <a:ext uri="{FF2B5EF4-FFF2-40B4-BE49-F238E27FC236}">
                <a16:creationId xmlns:a16="http://schemas.microsoft.com/office/drawing/2014/main" id="{FBFE4527-3ADC-4805-A3C2-A45265CB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4099560"/>
            <a:ext cx="9144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71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71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71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71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71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71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71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71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71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71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71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71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レジスタ</a:t>
            </a:r>
          </a:p>
          <a:p xmlns:a="http://schemas.openxmlformats.org/drawingml/2006/main">
            <a:pPr algn="ctr">
              <a:defRPr sz="171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71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群</a:t>
            </a:r>
          </a:p>
        </p:txBody>
      </p:sp>
      <p:sp>
        <p:nvSpPr>
          <p:cNvPr id="69" name="text-115">
            <a:extLst xmlns:a="http://schemas.openxmlformats.org/drawingml/2006/main">
              <a:ext uri="{FF2B5EF4-FFF2-40B4-BE49-F238E27FC236}">
                <a16:creationId xmlns:a16="http://schemas.microsoft.com/office/drawing/2014/main" id="{5330FE1B-25BA-4E19-8984-94942C006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1510" y="3825240"/>
            <a:ext cx="4000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6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A1</a:t>
            </a:r>
          </a:p>
        </p:txBody>
      </p:sp>
      <p:sp>
        <p:nvSpPr>
          <p:cNvPr id="70" name="text-116">
            <a:extLst xmlns:a="http://schemas.openxmlformats.org/drawingml/2006/main">
              <a:ext uri="{FF2B5EF4-FFF2-40B4-BE49-F238E27FC236}">
                <a16:creationId xmlns:a16="http://schemas.microsoft.com/office/drawing/2014/main" id="{740B2491-0790-48FC-9BFA-48CD588E3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1510" y="4328160"/>
            <a:ext cx="4000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defPPr>
            <a:lvl1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1pPr>
            <a:lvl2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2pPr>
            <a:lvl3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3pPr>
            <a:lvl4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4pPr>
            <a:lvl5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5pPr>
            <a:lvl6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6pPr>
            <a:lvl7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7pPr>
            <a:lvl8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8pPr>
            <a:lvl9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pPr>
            <a:r>
              <a:rPr sz="1260" b="0">
                <a:solidFill>
                  <a:srgbClr val="9FA9B9"/>
                </a:solidFill>
                <a:latin typeface="Arial"/>
                <a:ea typeface="Arial"/>
                <a:cs typeface="Arial"/>
              </a:rPr>
              <a:t>A2</a:t>
            </a:r>
          </a:p>
        </p:txBody>
      </p:sp>
      <p:sp>
        <p:nvSpPr>
          <p:cNvPr id="71" name="text-117">
            <a:extLst xmlns:a="http://schemas.openxmlformats.org/drawingml/2006/main">
              <a:ext uri="{FF2B5EF4-FFF2-40B4-BE49-F238E27FC236}">
                <a16:creationId xmlns:a16="http://schemas.microsoft.com/office/drawing/2014/main" id="{9B307ED4-7CCA-47B1-B76B-76D3DD9A5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1510" y="4671060"/>
            <a:ext cx="4000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6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A3</a:t>
            </a:r>
          </a:p>
        </p:txBody>
      </p:sp>
      <p:sp>
        <p:nvSpPr>
          <p:cNvPr id="72" name="text-118">
            <a:extLst xmlns:a="http://schemas.openxmlformats.org/drawingml/2006/main">
              <a:ext uri="{FF2B5EF4-FFF2-40B4-BE49-F238E27FC236}">
                <a16:creationId xmlns:a16="http://schemas.microsoft.com/office/drawing/2014/main" id="{F3B45C69-11F3-4B8F-9B5C-C095D20E4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1510" y="5013960"/>
            <a:ext cx="4000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6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WD3</a:t>
            </a:r>
          </a:p>
        </p:txBody>
      </p:sp>
      <p:sp>
        <p:nvSpPr>
          <p:cNvPr id="73" name="text-119">
            <a:extLst xmlns:a="http://schemas.openxmlformats.org/drawingml/2006/main">
              <a:ext uri="{FF2B5EF4-FFF2-40B4-BE49-F238E27FC236}">
                <a16:creationId xmlns:a16="http://schemas.microsoft.com/office/drawing/2014/main" id="{8ACF0594-C338-48BD-8503-84A7945E5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1680" y="3825240"/>
            <a:ext cx="4000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6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RD1</a:t>
            </a:r>
          </a:p>
        </p:txBody>
      </p:sp>
      <p:sp>
        <p:nvSpPr>
          <p:cNvPr id="74" name="text-120">
            <a:extLst xmlns:a="http://schemas.openxmlformats.org/drawingml/2006/main">
              <a:ext uri="{FF2B5EF4-FFF2-40B4-BE49-F238E27FC236}">
                <a16:creationId xmlns:a16="http://schemas.microsoft.com/office/drawing/2014/main" id="{118E0F8A-4222-4B98-82D7-BB57E7F5D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1680" y="4328160"/>
            <a:ext cx="4000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defPPr>
            <a:lvl1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1pPr>
            <a:lvl2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2pPr>
            <a:lvl3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3pPr>
            <a:lvl4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4pPr>
            <a:lvl5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5pPr>
            <a:lvl6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6pPr>
            <a:lvl7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7pPr>
            <a:lvl8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8pPr>
            <a:lvl9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pPr>
            <a:r>
              <a:rPr sz="1260" b="0">
                <a:solidFill>
                  <a:srgbClr val="9FA9B9"/>
                </a:solidFill>
                <a:latin typeface="Arial"/>
                <a:ea typeface="Arial"/>
                <a:cs typeface="Arial"/>
              </a:rPr>
              <a:t>RD2</a:t>
            </a:r>
          </a:p>
        </p:txBody>
      </p:sp>
      <p:sp>
        <p:nvSpPr>
          <p:cNvPr id="75" name="text-121">
            <a:extLst xmlns:a="http://schemas.openxmlformats.org/drawingml/2006/main">
              <a:ext uri="{FF2B5EF4-FFF2-40B4-BE49-F238E27FC236}">
                <a16:creationId xmlns:a16="http://schemas.microsoft.com/office/drawing/2014/main" id="{0E6F56F9-116D-4722-933C-422827BFC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8820" y="3528060"/>
            <a:ext cx="42291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6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l">
              <a:defRPr sz="126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l">
              <a:defRPr sz="126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l">
              <a:defRPr sz="126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l">
              <a:defRPr sz="126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l">
              <a:defRPr sz="126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l">
              <a:defRPr sz="126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l">
              <a:defRPr sz="126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l">
              <a:defRPr sz="126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l">
              <a:defRPr sz="126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6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260" b="0">
                <a:solidFill>
                  <a:srgbClr val="1572C3"/>
                </a:solidFill>
                <a:latin typeface="Arial"/>
                <a:ea typeface="Arial"/>
                <a:cs typeface="Arial"/>
              </a:rPr>
              <a:t>WE3</a:t>
            </a:r>
          </a:p>
        </p:txBody>
      </p:sp>
      <p:sp>
        <p:nvSpPr>
          <p:cNvPr id="76" name="wire-122">
            <a:extLst xmlns:a="http://schemas.openxmlformats.org/drawingml/2006/main">
              <a:ext uri="{FF2B5EF4-FFF2-40B4-BE49-F238E27FC236}">
                <a16:creationId xmlns:a16="http://schemas.microsoft.com/office/drawing/2014/main" id="{BD6C9BA7-947F-4EDF-A737-1FEDD78E1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3996690"/>
            <a:ext cx="754380" cy="9525"/>
          </a:xfrm>
          <a:custGeom xmlns:a="http://schemas.openxmlformats.org/drawingml/2006/main">
            <a:pathLst>
              <a:path w="754380" h="9525">
                <a:moveTo>
                  <a:pt x="0" y="0"/>
                </a:moveTo>
                <a:lnTo>
                  <a:pt x="7543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0861">
            <a:solidFill>
              <a:srgbClr val="231F20"/>
            </a:solidFill>
          </a:ln>
        </p:spPr>
      </p:sp>
      <p:sp>
        <p:nvSpPr>
          <p:cNvPr id="77" name="circuit-123">
            <a:extLst xmlns:a="http://schemas.openxmlformats.org/drawingml/2006/main">
              <a:ext uri="{FF2B5EF4-FFF2-40B4-BE49-F238E27FC236}">
                <a16:creationId xmlns:a16="http://schemas.microsoft.com/office/drawing/2014/main" id="{D08C3139-239F-4684-AF37-837CAFE4E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7060" y="396525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78" name="text-124">
            <a:extLst xmlns:a="http://schemas.openxmlformats.org/drawingml/2006/main">
              <a:ext uri="{FF2B5EF4-FFF2-40B4-BE49-F238E27FC236}">
                <a16:creationId xmlns:a16="http://schemas.microsoft.com/office/drawing/2014/main" id="{F9AD8B84-E451-48F3-ACEE-C1E2E9D83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1950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2070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79" name="board-stable-alu">
            <a:extLst xmlns:a="http://schemas.openxmlformats.org/drawingml/2006/main">
              <a:ext uri="{FF2B5EF4-FFF2-40B4-BE49-F238E27FC236}">
                <a16:creationId xmlns:a16="http://schemas.microsoft.com/office/drawing/2014/main" id="{3E0243BB-7A5F-4FB7-B8FE-E51A24B90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3260" y="3825240"/>
            <a:ext cx="777240" cy="1120140"/>
          </a:xfrm>
          <a:custGeom xmlns:a="http://schemas.openxmlformats.org/drawingml/2006/main">
            <a:pathLst>
              <a:path w="777240" h="1120140">
                <a:moveTo>
                  <a:pt x="0" y="0"/>
                </a:moveTo>
                <a:lnTo>
                  <a:pt x="777240" y="205740"/>
                </a:lnTo>
                <a:lnTo>
                  <a:pt x="777240" y="891540"/>
                </a:lnTo>
                <a:lnTo>
                  <a:pt x="0" y="1120140"/>
                </a:lnTo>
                <a:lnTo>
                  <a:pt x="0" y="685800"/>
                </a:lnTo>
                <a:lnTo>
                  <a:pt x="205740" y="548640"/>
                </a:lnTo>
                <a:lnTo>
                  <a:pt x="0" y="30861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26289">
            <a:solidFill>
              <a:srgbClr val="231F20"/>
            </a:solidFill>
          </a:ln>
        </p:spPr>
      </p:sp>
      <p:sp>
        <p:nvSpPr>
          <p:cNvPr id="80" name="text-126">
            <a:extLst xmlns:a="http://schemas.openxmlformats.org/drawingml/2006/main">
              <a:ext uri="{FF2B5EF4-FFF2-40B4-BE49-F238E27FC236}">
                <a16:creationId xmlns:a16="http://schemas.microsoft.com/office/drawing/2014/main" id="{6144FDE7-6C14-44F0-89F4-38920F01B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6130" y="3482340"/>
            <a:ext cx="685800" cy="308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16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216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216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216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216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216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216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216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216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216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6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16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ALU</a:t>
            </a:r>
          </a:p>
        </p:txBody>
      </p:sp>
      <p:sp>
        <p:nvSpPr>
          <p:cNvPr id="81" name="text-127">
            <a:extLst xmlns:a="http://schemas.openxmlformats.org/drawingml/2006/main">
              <a:ext uri="{FF2B5EF4-FFF2-40B4-BE49-F238E27FC236}">
                <a16:creationId xmlns:a16="http://schemas.microsoft.com/office/drawing/2014/main" id="{79FFDB2D-6550-40FA-B866-4F4AC2E47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156710"/>
            <a:ext cx="37719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7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27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27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27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27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27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27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27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27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27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7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82" name="text-128">
            <a:extLst xmlns:a="http://schemas.openxmlformats.org/drawingml/2006/main">
              <a:ext uri="{FF2B5EF4-FFF2-40B4-BE49-F238E27FC236}">
                <a16:creationId xmlns:a16="http://schemas.microsoft.com/office/drawing/2014/main" id="{2B74BA90-830F-4BE3-AD3E-5D4F7DE56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968240"/>
            <a:ext cx="131445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即値 8</a:t>
            </a:r>
          </a:p>
        </p:txBody>
      </p:sp>
      <p:sp>
        <p:nvSpPr>
          <p:cNvPr id="83" name="wire-129">
            <a:extLst xmlns:a="http://schemas.openxmlformats.org/drawingml/2006/main">
              <a:ext uri="{FF2B5EF4-FFF2-40B4-BE49-F238E27FC236}">
                <a16:creationId xmlns:a16="http://schemas.microsoft.com/office/drawing/2014/main" id="{EEB4B0BD-304E-4E40-BFED-33EAFAEE9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248150"/>
            <a:ext cx="1828800" cy="9525"/>
          </a:xfrm>
          <a:custGeom xmlns:a="http://schemas.openxmlformats.org/drawingml/2006/main">
            <a:pathLst>
              <a:path w="1828800" h="9525">
                <a:moveTo>
                  <a:pt x="0" y="0"/>
                </a:moveTo>
                <a:lnTo>
                  <a:pt x="182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2004">
            <a:solidFill>
              <a:srgbClr val="1572C3"/>
            </a:solidFill>
          </a:ln>
        </p:spPr>
      </p:sp>
      <p:sp>
        <p:nvSpPr>
          <p:cNvPr id="84" name="circuit-130">
            <a:extLst xmlns:a="http://schemas.openxmlformats.org/drawingml/2006/main">
              <a:ext uri="{FF2B5EF4-FFF2-40B4-BE49-F238E27FC236}">
                <a16:creationId xmlns:a16="http://schemas.microsoft.com/office/drawing/2014/main" id="{8969ABDC-3F2A-4052-8296-2DAE1D0C0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2167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85" name="text-131">
            <a:extLst xmlns:a="http://schemas.openxmlformats.org/drawingml/2006/main">
              <a:ext uri="{FF2B5EF4-FFF2-40B4-BE49-F238E27FC236}">
                <a16:creationId xmlns:a16="http://schemas.microsoft.com/office/drawing/2014/main" id="{119830FE-F7FF-4481-922B-E2944E30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870960"/>
            <a:ext cx="58293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2070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86" name="wire-132">
            <a:extLst xmlns:a="http://schemas.openxmlformats.org/drawingml/2006/main">
              <a:ext uri="{FF2B5EF4-FFF2-40B4-BE49-F238E27FC236}">
                <a16:creationId xmlns:a16="http://schemas.microsoft.com/office/drawing/2014/main" id="{94671409-9354-4F97-B99F-D2A822EDC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4476750"/>
            <a:ext cx="137160" cy="9525"/>
          </a:xfrm>
          <a:custGeom xmlns:a="http://schemas.openxmlformats.org/drawingml/2006/main">
            <a:pathLst>
              <a:path w="137160" h="9525">
                <a:moveTo>
                  <a:pt x="0" y="0"/>
                </a:moveTo>
                <a:lnTo>
                  <a:pt x="1371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0861">
            <a:solidFill>
              <a:srgbClr val="9FA9B9"/>
            </a:solidFill>
          </a:ln>
        </p:spPr>
      </p:sp>
      <p:sp>
        <p:nvSpPr>
          <p:cNvPr id="87" name="wire-133">
            <a:extLst xmlns:a="http://schemas.openxmlformats.org/drawingml/2006/main">
              <a:ext uri="{FF2B5EF4-FFF2-40B4-BE49-F238E27FC236}">
                <a16:creationId xmlns:a16="http://schemas.microsoft.com/office/drawing/2014/main" id="{314BB8AF-847D-4782-9A2C-801117789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6040" y="4476750"/>
            <a:ext cx="9525" cy="925830"/>
          </a:xfrm>
          <a:custGeom xmlns:a="http://schemas.openxmlformats.org/drawingml/2006/main">
            <a:pathLst>
              <a:path w="9525" h="925830">
                <a:moveTo>
                  <a:pt x="0" y="0"/>
                </a:moveTo>
                <a:lnTo>
                  <a:pt x="0" y="925830"/>
                </a:lnTo>
              </a:path>
            </a:pathLst>
          </a:custGeom>
          <a:noFill xmlns:a="http://schemas.openxmlformats.org/drawingml/2006/main"/>
          <a:ln xmlns:a="http://schemas.openxmlformats.org/drawingml/2006/main" w="30861">
            <a:solidFill>
              <a:srgbClr val="9FA9B9"/>
            </a:solidFill>
          </a:ln>
        </p:spPr>
      </p:sp>
      <p:sp>
        <p:nvSpPr>
          <p:cNvPr id="88" name="wire-134">
            <a:extLst xmlns:a="http://schemas.openxmlformats.org/drawingml/2006/main">
              <a:ext uri="{FF2B5EF4-FFF2-40B4-BE49-F238E27FC236}">
                <a16:creationId xmlns:a16="http://schemas.microsoft.com/office/drawing/2014/main" id="{09EBDCE3-F559-476D-A62A-50F18D4B8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6040" y="5402580"/>
            <a:ext cx="2903220" cy="9525"/>
          </a:xfrm>
          <a:custGeom xmlns:a="http://schemas.openxmlformats.org/drawingml/2006/main">
            <a:pathLst>
              <a:path w="2903220" h="9525">
                <a:moveTo>
                  <a:pt x="0" y="0"/>
                </a:moveTo>
                <a:lnTo>
                  <a:pt x="29032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0861">
            <a:solidFill>
              <a:srgbClr val="9FA9B9"/>
            </a:solidFill>
          </a:ln>
        </p:spPr>
      </p:sp>
      <p:sp>
        <p:nvSpPr>
          <p:cNvPr id="89" name="wire-135">
            <a:extLst xmlns:a="http://schemas.openxmlformats.org/drawingml/2006/main">
              <a:ext uri="{FF2B5EF4-FFF2-40B4-BE49-F238E27FC236}">
                <a16:creationId xmlns:a16="http://schemas.microsoft.com/office/drawing/2014/main" id="{0DAF231E-5680-4742-9669-B0F03018F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9260" y="4968240"/>
            <a:ext cx="9525" cy="434340"/>
          </a:xfrm>
          <a:custGeom xmlns:a="http://schemas.openxmlformats.org/drawingml/2006/main">
            <a:pathLst>
              <a:path w="9525" h="434340">
                <a:moveTo>
                  <a:pt x="0" y="43434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0861">
            <a:solidFill>
              <a:srgbClr val="9FA9B9"/>
            </a:solidFill>
          </a:ln>
        </p:spPr>
      </p:sp>
      <p:sp>
        <p:nvSpPr>
          <p:cNvPr id="90" name="wire-136">
            <a:extLst xmlns:a="http://schemas.openxmlformats.org/drawingml/2006/main">
              <a:ext uri="{FF2B5EF4-FFF2-40B4-BE49-F238E27FC236}">
                <a16:creationId xmlns:a16="http://schemas.microsoft.com/office/drawing/2014/main" id="{29CC4198-31B5-40D4-99E8-B6608D5B3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9260" y="4968240"/>
            <a:ext cx="320040" cy="9525"/>
          </a:xfrm>
          <a:custGeom xmlns:a="http://schemas.openxmlformats.org/drawingml/2006/main">
            <a:pathLst>
              <a:path w="320040" h="9525">
                <a:moveTo>
                  <a:pt x="0" y="0"/>
                </a:moveTo>
                <a:lnTo>
                  <a:pt x="3200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0861">
            <a:solidFill>
              <a:srgbClr val="9FA9B9"/>
            </a:solidFill>
          </a:ln>
        </p:spPr>
      </p:sp>
      <p:sp>
        <p:nvSpPr>
          <p:cNvPr id="91" name="circuit-137">
            <a:extLst xmlns:a="http://schemas.openxmlformats.org/drawingml/2006/main">
              <a:ext uri="{FF2B5EF4-FFF2-40B4-BE49-F238E27FC236}">
                <a16:creationId xmlns:a16="http://schemas.microsoft.com/office/drawing/2014/main" id="{1A49780E-7EF4-450B-B058-7643408EF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93680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2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9FA9B9"/>
          </a:solidFill>
          <a:ln xmlns:a="http://schemas.openxmlformats.org/drawingml/2006/main" w="9525">
            <a:solidFill>
              <a:srgbClr val="9FA9B9"/>
            </a:solidFill>
          </a:ln>
        </p:spPr>
      </p:sp>
      <p:sp>
        <p:nvSpPr>
          <p:cNvPr id="92" name="text-138">
            <a:extLst xmlns:a="http://schemas.openxmlformats.org/drawingml/2006/main">
              <a:ext uri="{FF2B5EF4-FFF2-40B4-BE49-F238E27FC236}">
                <a16:creationId xmlns:a16="http://schemas.microsoft.com/office/drawing/2014/main" id="{BB3F0AD8-B567-4EAF-AF90-92DB5D55F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1760" y="4659630"/>
            <a:ext cx="274320" cy="308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8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8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8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8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8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8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8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8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8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93" name="wire-139">
            <a:extLst xmlns:a="http://schemas.openxmlformats.org/drawingml/2006/main">
              <a:ext uri="{FF2B5EF4-FFF2-40B4-BE49-F238E27FC236}">
                <a16:creationId xmlns:a16="http://schemas.microsoft.com/office/drawing/2014/main" id="{20901A3B-74A6-48CA-B2EA-C9AA5A3E8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9510" y="4796790"/>
            <a:ext cx="125730" cy="9525"/>
          </a:xfrm>
          <a:custGeom xmlns:a="http://schemas.openxmlformats.org/drawingml/2006/main">
            <a:pathLst>
              <a:path w="125730" h="9525">
                <a:moveTo>
                  <a:pt x="0" y="0"/>
                </a:moveTo>
                <a:lnTo>
                  <a:pt x="12573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0861">
            <a:solidFill>
              <a:srgbClr val="1572C3"/>
            </a:solidFill>
          </a:ln>
        </p:spPr>
      </p:sp>
      <p:sp>
        <p:nvSpPr>
          <p:cNvPr id="94" name="wire-140">
            <a:extLst xmlns:a="http://schemas.openxmlformats.org/drawingml/2006/main">
              <a:ext uri="{FF2B5EF4-FFF2-40B4-BE49-F238E27FC236}">
                <a16:creationId xmlns:a16="http://schemas.microsoft.com/office/drawing/2014/main" id="{8EE432AA-0008-4B4F-9677-1EB074B45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5240" y="4796790"/>
            <a:ext cx="9525" cy="1120140"/>
          </a:xfrm>
          <a:custGeom xmlns:a="http://schemas.openxmlformats.org/drawingml/2006/main">
            <a:pathLst>
              <a:path w="9525" h="1120140">
                <a:moveTo>
                  <a:pt x="0" y="0"/>
                </a:moveTo>
                <a:lnTo>
                  <a:pt x="0" y="1120140"/>
                </a:lnTo>
              </a:path>
            </a:pathLst>
          </a:custGeom>
          <a:noFill xmlns:a="http://schemas.openxmlformats.org/drawingml/2006/main"/>
          <a:ln xmlns:a="http://schemas.openxmlformats.org/drawingml/2006/main" w="30861">
            <a:solidFill>
              <a:srgbClr val="1572C3"/>
            </a:solidFill>
          </a:ln>
        </p:spPr>
      </p:sp>
      <p:sp>
        <p:nvSpPr>
          <p:cNvPr id="95" name="wire-141">
            <a:extLst xmlns:a="http://schemas.openxmlformats.org/drawingml/2006/main">
              <a:ext uri="{FF2B5EF4-FFF2-40B4-BE49-F238E27FC236}">
                <a16:creationId xmlns:a16="http://schemas.microsoft.com/office/drawing/2014/main" id="{9B3E813C-79FD-479B-AFF3-77A3C3157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7190" y="5916930"/>
            <a:ext cx="7258050" cy="9525"/>
          </a:xfrm>
          <a:custGeom xmlns:a="http://schemas.openxmlformats.org/drawingml/2006/main">
            <a:pathLst>
              <a:path w="7258050" h="9525">
                <a:moveTo>
                  <a:pt x="72580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0861">
            <a:solidFill>
              <a:srgbClr val="1572C3"/>
            </a:solidFill>
          </a:ln>
        </p:spPr>
      </p:sp>
      <p:sp>
        <p:nvSpPr>
          <p:cNvPr id="96" name="wire-142">
            <a:extLst xmlns:a="http://schemas.openxmlformats.org/drawingml/2006/main">
              <a:ext uri="{FF2B5EF4-FFF2-40B4-BE49-F238E27FC236}">
                <a16:creationId xmlns:a16="http://schemas.microsoft.com/office/drawing/2014/main" id="{A0286237-1F4A-4607-8E6A-813D43BEF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7190" y="5128260"/>
            <a:ext cx="9525" cy="788670"/>
          </a:xfrm>
          <a:custGeom xmlns:a="http://schemas.openxmlformats.org/drawingml/2006/main">
            <a:pathLst>
              <a:path w="9525" h="788670">
                <a:moveTo>
                  <a:pt x="0" y="78867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0861">
            <a:solidFill>
              <a:srgbClr val="1572C3"/>
            </a:solidFill>
          </a:ln>
        </p:spPr>
      </p:sp>
      <p:sp>
        <p:nvSpPr>
          <p:cNvPr id="97" name="wire-143">
            <a:extLst xmlns:a="http://schemas.openxmlformats.org/drawingml/2006/main">
              <a:ext uri="{FF2B5EF4-FFF2-40B4-BE49-F238E27FC236}">
                <a16:creationId xmlns:a16="http://schemas.microsoft.com/office/drawing/2014/main" id="{68C99C3C-EB24-4D73-99E7-A111DE15E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7190" y="5128260"/>
            <a:ext cx="205740" cy="9525"/>
          </a:xfrm>
          <a:custGeom xmlns:a="http://schemas.openxmlformats.org/drawingml/2006/main">
            <a:pathLst>
              <a:path w="205740" h="9525">
                <a:moveTo>
                  <a:pt x="0" y="0"/>
                </a:moveTo>
                <a:lnTo>
                  <a:pt x="2057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0861">
            <a:solidFill>
              <a:srgbClr val="1572C3"/>
            </a:solidFill>
          </a:ln>
        </p:spPr>
      </p:sp>
      <p:sp>
        <p:nvSpPr>
          <p:cNvPr id="98" name="circuit-144">
            <a:extLst xmlns:a="http://schemas.openxmlformats.org/drawingml/2006/main">
              <a:ext uri="{FF2B5EF4-FFF2-40B4-BE49-F238E27FC236}">
                <a16:creationId xmlns:a16="http://schemas.microsoft.com/office/drawing/2014/main" id="{FF370D6D-E032-4FB2-B507-B15E604C9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730" y="509682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2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99" name="text-145">
            <a:extLst xmlns:a="http://schemas.openxmlformats.org/drawingml/2006/main">
              <a:ext uri="{FF2B5EF4-FFF2-40B4-BE49-F238E27FC236}">
                <a16:creationId xmlns:a16="http://schemas.microsoft.com/office/drawing/2014/main" id="{5DF9F30A-8A6B-48F0-818E-452ACA64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5720" y="5093970"/>
            <a:ext cx="274320" cy="2971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9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89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89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89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89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89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89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89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89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89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9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890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0" name="text-146">
            <a:extLst xmlns:a="http://schemas.openxmlformats.org/drawingml/2006/main">
              <a:ext uri="{FF2B5EF4-FFF2-40B4-BE49-F238E27FC236}">
                <a16:creationId xmlns:a16="http://schemas.microsoft.com/office/drawing/2014/main" id="{3D6CF1EC-C063-407A-8B46-55F56805F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81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x0の0 ＋ 命令中の8 ＝ 番地8 → 読んだ3をx1へ</a:t>
            </a:r>
          </a:p>
        </p:txBody>
      </p:sp>
      <p:sp>
        <p:nvSpPr>
          <p:cNvPr id="101" name="text-147">
            <a:extLst xmlns:a="http://schemas.openxmlformats.org/drawingml/2006/main">
              <a:ext uri="{FF2B5EF4-FFF2-40B4-BE49-F238E27FC236}">
                <a16:creationId xmlns:a16="http://schemas.microsoft.com/office/drawing/2014/main" id="{283D5652-AD9A-4196-8BC1-ABBC933EF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00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図 3</a:t>
            </a:r>
          </a:p>
        </p:txBody>
      </p:sp>
      <p:sp>
        <p:nvSpPr>
          <p:cNvPr id="102" name="text-148">
            <a:extLst xmlns:a="http://schemas.openxmlformats.org/drawingml/2006/main">
              <a:ext uri="{FF2B5EF4-FFF2-40B4-BE49-F238E27FC236}">
                <a16:creationId xmlns:a16="http://schemas.microsoft.com/office/drawing/2014/main" id="{F397D0A0-30BC-4EA3-BA6F-0133A1C3D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6515100"/>
            <a:ext cx="979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命令メモリもデータメモリもFPGA内に置く説明用の構成。灰色の線はlwでは使わない</a:t>
            </a:r>
          </a:p>
        </p:txBody>
      </p:sp>
    </p:spTree>
    <p:extLst>
      <p:ext uri="{BB962C8B-B14F-4D97-AF65-F5344CB8AC3E}">
        <p14:creationId xmlns:p14="http://schemas.microsoft.com/office/powerpoint/2010/main" val="79456709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4" name="text-149">
            <a:extLst xmlns:a="http://schemas.openxmlformats.org/drawingml/2006/main">
              <a:ext uri="{FF2B5EF4-FFF2-40B4-BE49-F238E27FC236}">
                <a16:creationId xmlns:a16="http://schemas.microsoft.com/office/drawing/2014/main" id="{8F342CB2-AAB4-4117-BD98-4E18F3C18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"/>
            <a:ext cx="5619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" name="text-150">
            <a:extLst xmlns:a="http://schemas.openxmlformats.org/drawingml/2006/main">
              <a:ext uri="{FF2B5EF4-FFF2-40B4-BE49-F238E27FC236}">
                <a16:creationId xmlns:a16="http://schemas.microsoft.com/office/drawing/2014/main" id="{057637B7-0E71-4E40-B8C5-879423949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4325"/>
            <a:ext cx="10325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sw：レジスタの値を指定した番地へ書く</a:t>
            </a:r>
          </a:p>
        </p:txBody>
      </p:sp>
      <p:sp>
        <p:nvSpPr>
          <p:cNvPr id="3" name="text-151">
            <a:extLst xmlns:a="http://schemas.openxmlformats.org/drawingml/2006/main">
              <a:ext uri="{FF2B5EF4-FFF2-40B4-BE49-F238E27FC236}">
                <a16:creationId xmlns:a16="http://schemas.microsoft.com/office/drawing/2014/main" id="{C3E56C47-3865-48EC-B170-1877BE14E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515100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defPPr>
            <a:lvl1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  <a:lvl2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2pPr>
            <a:lvl3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3pPr>
            <a:lvl4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4pPr>
            <a:lvl5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5pPr>
            <a:lvl6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6pPr>
            <a:lvl7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7pPr>
            <a:lvl8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8pPr>
            <a:lvl9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" name="text-152">
            <a:extLst xmlns:a="http://schemas.openxmlformats.org/drawingml/2006/main">
              <a:ext uri="{FF2B5EF4-FFF2-40B4-BE49-F238E27FC236}">
                <a16:creationId xmlns:a16="http://schemas.microsoft.com/office/drawing/2014/main" id="{AB6140C8-EBC0-43E9-9D17-D9B7BAC10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28725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sw x1, 12(x0)　：　x1の値を、データの12番地へ書く</a:t>
            </a:r>
          </a:p>
        </p:txBody>
      </p:sp>
      <p:sp>
        <p:nvSpPr>
          <p:cNvPr id="5" name="board-stable-chip">
            <a:extLst xmlns:a="http://schemas.openxmlformats.org/drawingml/2006/main">
              <a:ext uri="{FF2B5EF4-FFF2-40B4-BE49-F238E27FC236}">
                <a16:creationId xmlns:a16="http://schemas.microsoft.com/office/drawing/2014/main" id="{C4AF81CE-6B91-4007-B0A4-FC1DA8F65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0972800" cy="408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9F1"/>
          </a:solidFill>
          <a:ln xmlns:a="http://schemas.openxmlformats.org/drawingml/2006/main" w="25146">
            <a:solidFill>
              <a:srgbClr val="1572C3"/>
            </a:solidFill>
          </a:ln>
        </p:spPr>
      </p:sp>
      <p:sp>
        <p:nvSpPr>
          <p:cNvPr id="6" name="text-154">
            <a:extLst xmlns:a="http://schemas.openxmlformats.org/drawingml/2006/main">
              <a:ext uri="{FF2B5EF4-FFF2-40B4-BE49-F238E27FC236}">
                <a16:creationId xmlns:a16="http://schemas.microsoft.com/office/drawing/2014/main" id="{1CC2F58A-E47C-4462-80CB-E6B0F5F7B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" y="1985010"/>
            <a:ext cx="28575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07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7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7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7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7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7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7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7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7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7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7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207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FPGAチップ</a:t>
            </a:r>
          </a:p>
        </p:txBody>
      </p:sp>
      <p:sp>
        <p:nvSpPr>
          <p:cNvPr id="7" name="board-stable-dataMemory">
            <a:extLst xmlns:a="http://schemas.openxmlformats.org/drawingml/2006/main">
              <a:ext uri="{FF2B5EF4-FFF2-40B4-BE49-F238E27FC236}">
                <a16:creationId xmlns:a16="http://schemas.microsoft.com/office/drawing/2014/main" id="{AE15D03B-31E1-4AD9-AC16-5348EDFD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676650"/>
            <a:ext cx="1680210" cy="16230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146">
            <a:solidFill>
              <a:srgbClr val="231F20"/>
            </a:solidFill>
          </a:ln>
        </p:spPr>
      </p:sp>
      <p:sp>
        <p:nvSpPr>
          <p:cNvPr id="8" name="text-156">
            <a:extLst xmlns:a="http://schemas.openxmlformats.org/drawingml/2006/main">
              <a:ext uri="{FF2B5EF4-FFF2-40B4-BE49-F238E27FC236}">
                <a16:creationId xmlns:a16="http://schemas.microsoft.com/office/drawing/2014/main" id="{C8DFD595-83FB-43E3-9941-A931E3D43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7840" y="3219450"/>
            <a:ext cx="21717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データメモリ</a:t>
            </a:r>
          </a:p>
        </p:txBody>
      </p:sp>
      <p:sp>
        <p:nvSpPr>
          <p:cNvPr id="9" name="text-157">
            <a:extLst xmlns:a="http://schemas.openxmlformats.org/drawingml/2006/main">
              <a:ext uri="{FF2B5EF4-FFF2-40B4-BE49-F238E27FC236}">
                <a16:creationId xmlns:a16="http://schemas.microsoft.com/office/drawing/2014/main" id="{D76CA201-4CE1-4C27-95B7-423D182C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9310" y="4110990"/>
            <a:ext cx="28575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44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0" name="text-158">
            <a:extLst xmlns:a="http://schemas.openxmlformats.org/drawingml/2006/main">
              <a:ext uri="{FF2B5EF4-FFF2-40B4-BE49-F238E27FC236}">
                <a16:creationId xmlns:a16="http://schemas.microsoft.com/office/drawing/2014/main" id="{FCA0AC15-AD7C-45D3-81BF-F2A0C3C25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9310" y="4831080"/>
            <a:ext cx="40005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44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WD</a:t>
            </a:r>
          </a:p>
        </p:txBody>
      </p:sp>
      <p:sp>
        <p:nvSpPr>
          <p:cNvPr id="11" name="text-159">
            <a:extLst xmlns:a="http://schemas.openxmlformats.org/drawingml/2006/main">
              <a:ext uri="{FF2B5EF4-FFF2-40B4-BE49-F238E27FC236}">
                <a16:creationId xmlns:a16="http://schemas.microsoft.com/office/drawing/2014/main" id="{FF60B224-59A8-46AA-9609-42231DABC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8030" y="4636770"/>
            <a:ext cx="3429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44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</a:t>
            </a:r>
          </a:p>
        </p:txBody>
      </p:sp>
      <p:sp>
        <p:nvSpPr>
          <p:cNvPr id="12" name="text-160">
            <a:extLst xmlns:a="http://schemas.openxmlformats.org/drawingml/2006/main">
              <a:ext uri="{FF2B5EF4-FFF2-40B4-BE49-F238E27FC236}">
                <a16:creationId xmlns:a16="http://schemas.microsoft.com/office/drawing/2014/main" id="{938C7F0D-E8AD-44A2-A163-D2FD5DC62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905250"/>
            <a:ext cx="113157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12番地</a:t>
            </a:r>
          </a:p>
        </p:txBody>
      </p:sp>
      <p:sp>
        <p:nvSpPr>
          <p:cNvPr id="13" name="text-161">
            <a:extLst xmlns:a="http://schemas.openxmlformats.org/drawingml/2006/main">
              <a:ext uri="{FF2B5EF4-FFF2-40B4-BE49-F238E27FC236}">
                <a16:creationId xmlns:a16="http://schemas.microsoft.com/office/drawing/2014/main" id="{D6A8F72B-D859-48FE-95E9-E5E1D5287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0810" y="4305300"/>
            <a:ext cx="58293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61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261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261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261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261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261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261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261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261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261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61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2610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text-162">
            <a:extLst xmlns:a="http://schemas.openxmlformats.org/drawingml/2006/main">
              <a:ext uri="{FF2B5EF4-FFF2-40B4-BE49-F238E27FC236}">
                <a16:creationId xmlns:a16="http://schemas.microsoft.com/office/drawing/2014/main" id="{391E465E-D572-44C5-82B0-2627A60D1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2870" y="2350770"/>
            <a:ext cx="42748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53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3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3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3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3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3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3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3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3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3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3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53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命令から取り出す内容</a:t>
            </a:r>
          </a:p>
        </p:txBody>
      </p:sp>
      <p:sp>
        <p:nvSpPr>
          <p:cNvPr id="15" name="block-163">
            <a:extLst xmlns:a="http://schemas.openxmlformats.org/drawingml/2006/main">
              <a:ext uri="{FF2B5EF4-FFF2-40B4-BE49-F238E27FC236}">
                <a16:creationId xmlns:a16="http://schemas.microsoft.com/office/drawing/2014/main" id="{1BE4B4BC-364C-4D9D-A87F-8142285AD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7160" y="2842260"/>
            <a:ext cx="1508760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573">
            <a:solidFill>
              <a:srgbClr val="231F20"/>
            </a:solidFill>
          </a:ln>
        </p:spPr>
      </p:sp>
      <p:sp>
        <p:nvSpPr>
          <p:cNvPr id="16" name="text-164">
            <a:extLst xmlns:a="http://schemas.openxmlformats.org/drawingml/2006/main">
              <a:ext uri="{FF2B5EF4-FFF2-40B4-BE49-F238E27FC236}">
                <a16:creationId xmlns:a16="http://schemas.microsoft.com/office/drawing/2014/main" id="{A1EB96B8-89DA-4C60-A3DF-B425F6987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7160" y="2602230"/>
            <a:ext cx="150876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4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44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44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44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44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44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44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44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44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44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44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pPr>
            <a:r>
              <a:rPr sz="1440" b="0">
                <a:solidFill>
                  <a:srgbClr val="9FA9B9"/>
                </a:solidFill>
                <a:latin typeface="Yu Gothic"/>
                <a:ea typeface="Yu Gothic"/>
                <a:cs typeface="Yu Gothic"/>
              </a:rPr>
              <a:t>即値</a:t>
            </a:r>
          </a:p>
        </p:txBody>
      </p:sp>
      <p:sp>
        <p:nvSpPr>
          <p:cNvPr id="17" name="text-165">
            <a:extLst xmlns:a="http://schemas.openxmlformats.org/drawingml/2006/main">
              <a:ext uri="{FF2B5EF4-FFF2-40B4-BE49-F238E27FC236}">
                <a16:creationId xmlns:a16="http://schemas.microsoft.com/office/drawing/2014/main" id="{E9487415-095E-42C6-B5D3-B9DB321D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7160" y="2842260"/>
            <a:ext cx="150876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53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8" name="block-166">
            <a:extLst xmlns:a="http://schemas.openxmlformats.org/drawingml/2006/main">
              <a:ext uri="{FF2B5EF4-FFF2-40B4-BE49-F238E27FC236}">
                <a16:creationId xmlns:a16="http://schemas.microsoft.com/office/drawing/2014/main" id="{03F5DDAD-1AE3-43B4-AB10-FD5C44C15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5920" y="2842260"/>
            <a:ext cx="708660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573">
            <a:solidFill>
              <a:srgbClr val="231F20"/>
            </a:solidFill>
          </a:ln>
        </p:spPr>
      </p:sp>
      <p:sp>
        <p:nvSpPr>
          <p:cNvPr id="19" name="text-167">
            <a:extLst xmlns:a="http://schemas.openxmlformats.org/drawingml/2006/main">
              <a:ext uri="{FF2B5EF4-FFF2-40B4-BE49-F238E27FC236}">
                <a16:creationId xmlns:a16="http://schemas.microsoft.com/office/drawing/2014/main" id="{DE2BE863-909A-48E2-9752-337F6A15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5920" y="2602230"/>
            <a:ext cx="70866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4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defPPr>
            <a:lvl1pPr algn="ctr">
              <a:defRPr sz="144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1pPr>
            <a:lvl2pPr algn="ctr">
              <a:defRPr sz="144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2pPr>
            <a:lvl3pPr algn="ctr">
              <a:defRPr sz="144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3pPr>
            <a:lvl4pPr algn="ctr">
              <a:defRPr sz="144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4pPr>
            <a:lvl5pPr algn="ctr">
              <a:defRPr sz="144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5pPr>
            <a:lvl6pPr algn="ctr">
              <a:defRPr sz="144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6pPr>
            <a:lvl7pPr algn="ctr">
              <a:defRPr sz="144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7pPr>
            <a:lvl8pPr algn="ctr">
              <a:defRPr sz="144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8pPr>
            <a:lvl9pPr algn="ctr">
              <a:defRPr sz="144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4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pPr>
            <a:r>
              <a:rPr sz="1440" b="0">
                <a:solidFill>
                  <a:srgbClr val="9FA9B9"/>
                </a:solidFill>
                <a:latin typeface="Arial"/>
                <a:ea typeface="Arial"/>
                <a:cs typeface="Arial"/>
              </a:rPr>
              <a:t>A1</a:t>
            </a:r>
          </a:p>
        </p:txBody>
      </p:sp>
      <p:sp>
        <p:nvSpPr>
          <p:cNvPr id="20" name="text-168">
            <a:extLst xmlns:a="http://schemas.openxmlformats.org/drawingml/2006/main">
              <a:ext uri="{FF2B5EF4-FFF2-40B4-BE49-F238E27FC236}">
                <a16:creationId xmlns:a16="http://schemas.microsoft.com/office/drawing/2014/main" id="{186EAE80-08CB-43E2-A390-02655D557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5920" y="2842260"/>
            <a:ext cx="70866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53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block-169">
            <a:extLst xmlns:a="http://schemas.openxmlformats.org/drawingml/2006/main">
              <a:ext uri="{FF2B5EF4-FFF2-40B4-BE49-F238E27FC236}">
                <a16:creationId xmlns:a16="http://schemas.microsoft.com/office/drawing/2014/main" id="{3B48C58C-C79F-46F0-9A46-524BF4959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4580" y="2842260"/>
            <a:ext cx="1234440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573">
            <a:solidFill>
              <a:srgbClr val="231F20"/>
            </a:solidFill>
          </a:ln>
        </p:spPr>
      </p:sp>
      <p:sp>
        <p:nvSpPr>
          <p:cNvPr id="22" name="text-170">
            <a:extLst xmlns:a="http://schemas.openxmlformats.org/drawingml/2006/main">
              <a:ext uri="{FF2B5EF4-FFF2-40B4-BE49-F238E27FC236}">
                <a16:creationId xmlns:a16="http://schemas.microsoft.com/office/drawing/2014/main" id="{D722557B-72E4-49D4-94E6-C66EE35DF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4580" y="2602230"/>
            <a:ext cx="123444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4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defPPr>
            <a:lvl1pPr algn="ctr">
              <a:defRPr sz="144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1pPr>
            <a:lvl2pPr algn="ctr">
              <a:defRPr sz="144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2pPr>
            <a:lvl3pPr algn="ctr">
              <a:defRPr sz="144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3pPr>
            <a:lvl4pPr algn="ctr">
              <a:defRPr sz="144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4pPr>
            <a:lvl5pPr algn="ctr">
              <a:defRPr sz="144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5pPr>
            <a:lvl6pPr algn="ctr">
              <a:defRPr sz="144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6pPr>
            <a:lvl7pPr algn="ctr">
              <a:defRPr sz="144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7pPr>
            <a:lvl8pPr algn="ctr">
              <a:defRPr sz="144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8pPr>
            <a:lvl9pPr algn="ctr">
              <a:defRPr sz="144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4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pPr>
            <a:r>
              <a:rPr sz="1440" b="0">
                <a:solidFill>
                  <a:srgbClr val="9FA9B9"/>
                </a:solidFill>
                <a:latin typeface="Arial"/>
                <a:ea typeface="Arial"/>
                <a:cs typeface="Arial"/>
              </a:rPr>
              <a:t>A2</a:t>
            </a:r>
          </a:p>
        </p:txBody>
      </p:sp>
      <p:sp>
        <p:nvSpPr>
          <p:cNvPr id="23" name="text-171">
            <a:extLst xmlns:a="http://schemas.openxmlformats.org/drawingml/2006/main">
              <a:ext uri="{FF2B5EF4-FFF2-40B4-BE49-F238E27FC236}">
                <a16:creationId xmlns:a16="http://schemas.microsoft.com/office/drawing/2014/main" id="{620D82FE-81A2-40A5-A4E9-703CB682E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4580" y="2842260"/>
            <a:ext cx="123444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53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4" name="block-172">
            <a:extLst xmlns:a="http://schemas.openxmlformats.org/drawingml/2006/main">
              <a:ext uri="{FF2B5EF4-FFF2-40B4-BE49-F238E27FC236}">
                <a16:creationId xmlns:a16="http://schemas.microsoft.com/office/drawing/2014/main" id="{51E6FF7F-A4D5-4F40-8933-D4809DF02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9020" y="2842260"/>
            <a:ext cx="708660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573">
            <a:solidFill>
              <a:srgbClr val="231F20"/>
            </a:solidFill>
          </a:ln>
        </p:spPr>
      </p:sp>
      <p:sp>
        <p:nvSpPr>
          <p:cNvPr id="25" name="text-173">
            <a:extLst xmlns:a="http://schemas.openxmlformats.org/drawingml/2006/main">
              <a:ext uri="{FF2B5EF4-FFF2-40B4-BE49-F238E27FC236}">
                <a16:creationId xmlns:a16="http://schemas.microsoft.com/office/drawing/2014/main" id="{3A5E3F1C-C52C-4060-A64B-4EEC930D5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9020" y="2602230"/>
            <a:ext cx="70866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4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44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44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44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44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44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44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44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44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44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44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pPr>
            <a:r>
              <a:rPr sz="1440" b="0">
                <a:solidFill>
                  <a:srgbClr val="9FA9B9"/>
                </a:solidFill>
                <a:latin typeface="Yu Gothic"/>
                <a:ea typeface="Yu Gothic"/>
                <a:cs typeface="Yu Gothic"/>
              </a:rPr>
              <a:t>操作</a:t>
            </a:r>
          </a:p>
        </p:txBody>
      </p:sp>
      <p:sp>
        <p:nvSpPr>
          <p:cNvPr id="26" name="text-174">
            <a:extLst xmlns:a="http://schemas.openxmlformats.org/drawingml/2006/main">
              <a:ext uri="{FF2B5EF4-FFF2-40B4-BE49-F238E27FC236}">
                <a16:creationId xmlns:a16="http://schemas.microsoft.com/office/drawing/2014/main" id="{3BF20C75-1C90-43B6-BDC4-35F147174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9020" y="2842260"/>
            <a:ext cx="70866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53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sw</a:t>
            </a:r>
          </a:p>
        </p:txBody>
      </p:sp>
      <p:sp>
        <p:nvSpPr>
          <p:cNvPr id="27" name="board-stable-pc">
            <a:extLst xmlns:a="http://schemas.openxmlformats.org/drawingml/2006/main">
              <a:ext uri="{FF2B5EF4-FFF2-40B4-BE49-F238E27FC236}">
                <a16:creationId xmlns:a16="http://schemas.microsoft.com/office/drawing/2014/main" id="{0B8CBCC4-D69B-454E-BDD3-21BF35BF5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" y="3950970"/>
            <a:ext cx="377190" cy="754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146">
            <a:solidFill>
              <a:srgbClr val="231F20"/>
            </a:solidFill>
          </a:ln>
        </p:spPr>
      </p:sp>
      <p:sp>
        <p:nvSpPr>
          <p:cNvPr id="28" name="text-176">
            <a:extLst xmlns:a="http://schemas.openxmlformats.org/drawingml/2006/main">
              <a:ext uri="{FF2B5EF4-FFF2-40B4-BE49-F238E27FC236}">
                <a16:creationId xmlns:a16="http://schemas.microsoft.com/office/drawing/2014/main" id="{0A9B6CD9-D615-48CE-BE64-9775C8F12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" y="4168140"/>
            <a:ext cx="2971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17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17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17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17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17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17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17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17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17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17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7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17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D Q</a:t>
            </a:r>
          </a:p>
        </p:txBody>
      </p:sp>
      <p:sp>
        <p:nvSpPr>
          <p:cNvPr id="29" name="circuit-177">
            <a:extLst xmlns:a="http://schemas.openxmlformats.org/drawingml/2006/main">
              <a:ext uri="{FF2B5EF4-FFF2-40B4-BE49-F238E27FC236}">
                <a16:creationId xmlns:a16="http://schemas.microsoft.com/office/drawing/2014/main" id="{9326AD54-9A2B-40A3-BDC7-23C4E4B9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" y="3950970"/>
            <a:ext cx="205740" cy="114300"/>
          </a:xfrm>
          <a:custGeom xmlns:a="http://schemas.openxmlformats.org/drawingml/2006/main">
            <a:pathLst>
              <a:path w="205740" h="114300">
                <a:moveTo>
                  <a:pt x="0" y="0"/>
                </a:moveTo>
                <a:lnTo>
                  <a:pt x="102870" y="114300"/>
                </a:lnTo>
                <a:lnTo>
                  <a:pt x="20574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231F20"/>
            </a:solidFill>
          </a:ln>
        </p:spPr>
      </p:sp>
      <p:sp>
        <p:nvSpPr>
          <p:cNvPr id="30" name="wire-178">
            <a:extLst xmlns:a="http://schemas.openxmlformats.org/drawingml/2006/main">
              <a:ext uri="{FF2B5EF4-FFF2-40B4-BE49-F238E27FC236}">
                <a16:creationId xmlns:a16="http://schemas.microsoft.com/office/drawing/2014/main" id="{0B3FCA10-DB07-4F06-8526-02CEF5922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79520"/>
            <a:ext cx="9525" cy="171450"/>
          </a:xfrm>
          <a:custGeom xmlns:a="http://schemas.openxmlformats.org/drawingml/2006/main">
            <a:pathLst>
              <a:path w="9525" h="171450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3716">
            <a:solidFill>
              <a:srgbClr val="231F20"/>
            </a:solidFill>
          </a:ln>
        </p:spPr>
      </p:sp>
      <p:sp>
        <p:nvSpPr>
          <p:cNvPr id="31" name="text-179">
            <a:extLst xmlns:a="http://schemas.openxmlformats.org/drawingml/2006/main">
              <a:ext uri="{FF2B5EF4-FFF2-40B4-BE49-F238E27FC236}">
                <a16:creationId xmlns:a16="http://schemas.microsoft.com/office/drawing/2014/main" id="{F9718360-4964-44E0-9C5A-D41B824EF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514350" cy="2628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44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clk</a:t>
            </a:r>
          </a:p>
        </p:txBody>
      </p:sp>
      <p:sp>
        <p:nvSpPr>
          <p:cNvPr id="32" name="text-180">
            <a:extLst xmlns:a="http://schemas.openxmlformats.org/drawingml/2006/main">
              <a:ext uri="{FF2B5EF4-FFF2-40B4-BE49-F238E27FC236}">
                <a16:creationId xmlns:a16="http://schemas.microsoft.com/office/drawing/2014/main" id="{F86D62B8-B5E4-4215-8960-CDE765102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" y="4739640"/>
            <a:ext cx="59436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07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207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207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207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207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207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207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207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207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207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07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07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PC</a:t>
            </a:r>
          </a:p>
        </p:txBody>
      </p:sp>
      <p:sp>
        <p:nvSpPr>
          <p:cNvPr id="33" name="wire-181">
            <a:extLst xmlns:a="http://schemas.openxmlformats.org/drawingml/2006/main">
              <a:ext uri="{FF2B5EF4-FFF2-40B4-BE49-F238E27FC236}">
                <a16:creationId xmlns:a16="http://schemas.microsoft.com/office/drawing/2014/main" id="{058C8211-A61C-4C5D-9BF8-A2DEA556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2560" y="4293870"/>
            <a:ext cx="331470" cy="9525"/>
          </a:xfrm>
          <a:custGeom xmlns:a="http://schemas.openxmlformats.org/drawingml/2006/main">
            <a:pathLst>
              <a:path w="331470" h="9525">
                <a:moveTo>
                  <a:pt x="0" y="0"/>
                </a:moveTo>
                <a:lnTo>
                  <a:pt x="3314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34" name="circuit-182">
            <a:extLst xmlns:a="http://schemas.openxmlformats.org/drawingml/2006/main">
              <a:ext uri="{FF2B5EF4-FFF2-40B4-BE49-F238E27FC236}">
                <a16:creationId xmlns:a16="http://schemas.microsoft.com/office/drawing/2014/main" id="{F6AD26C3-A548-4A3B-9386-4DD5369A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7830" y="4262437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35" name="text-183">
            <a:extLst xmlns:a="http://schemas.openxmlformats.org/drawingml/2006/main">
              <a:ext uri="{FF2B5EF4-FFF2-40B4-BE49-F238E27FC236}">
                <a16:creationId xmlns:a16="http://schemas.microsoft.com/office/drawing/2014/main" id="{5375C83E-9115-40C0-87DC-EE0F45D51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3990" y="4396740"/>
            <a:ext cx="3429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98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98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98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98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98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98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98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98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98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98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8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980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6" name="board-stable-fetch">
            <a:extLst xmlns:a="http://schemas.openxmlformats.org/drawingml/2006/main">
              <a:ext uri="{FF2B5EF4-FFF2-40B4-BE49-F238E27FC236}">
                <a16:creationId xmlns:a16="http://schemas.microsoft.com/office/drawing/2014/main" id="{F7E17BF7-00AE-4943-AA07-F1369F3F2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4030" y="3676650"/>
            <a:ext cx="1657350" cy="13944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146">
            <a:solidFill>
              <a:srgbClr val="231F20"/>
            </a:solidFill>
          </a:ln>
        </p:spPr>
      </p:sp>
      <p:sp>
        <p:nvSpPr>
          <p:cNvPr id="37" name="text-185">
            <a:extLst xmlns:a="http://schemas.openxmlformats.org/drawingml/2006/main">
              <a:ext uri="{FF2B5EF4-FFF2-40B4-BE49-F238E27FC236}">
                <a16:creationId xmlns:a16="http://schemas.microsoft.com/office/drawing/2014/main" id="{D982CCBA-302F-4CB5-B071-1C8CB96F5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2610" y="3722370"/>
            <a:ext cx="152019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98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98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98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98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98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98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98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98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98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98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98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98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命令メモリ</a:t>
            </a:r>
          </a:p>
        </p:txBody>
      </p:sp>
      <p:sp>
        <p:nvSpPr>
          <p:cNvPr id="38" name="text-186">
            <a:extLst xmlns:a="http://schemas.openxmlformats.org/drawingml/2006/main">
              <a:ext uri="{FF2B5EF4-FFF2-40B4-BE49-F238E27FC236}">
                <a16:creationId xmlns:a16="http://schemas.microsoft.com/office/drawing/2014/main" id="{069D7436-D8BC-46FF-9424-C245232E0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4040" y="4156710"/>
            <a:ext cx="28575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44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39" name="text-187">
            <a:extLst xmlns:a="http://schemas.openxmlformats.org/drawingml/2006/main">
              <a:ext uri="{FF2B5EF4-FFF2-40B4-BE49-F238E27FC236}">
                <a16:creationId xmlns:a16="http://schemas.microsoft.com/office/drawing/2014/main" id="{7C0D2D59-A6DF-4092-8800-749AB5B9F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5620" y="4156710"/>
            <a:ext cx="3429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44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</a:t>
            </a:r>
          </a:p>
        </p:txBody>
      </p:sp>
      <p:sp>
        <p:nvSpPr>
          <p:cNvPr id="40" name="text-188">
            <a:extLst xmlns:a="http://schemas.openxmlformats.org/drawingml/2006/main">
              <a:ext uri="{FF2B5EF4-FFF2-40B4-BE49-F238E27FC236}">
                <a16:creationId xmlns:a16="http://schemas.microsoft.com/office/drawing/2014/main" id="{F84CC360-1682-40A1-B0C1-718928818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88180"/>
            <a:ext cx="1325880" cy="537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6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6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6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6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6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6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6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6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6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6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6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26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4：sw x1,12(x0)</a:t>
            </a:r>
          </a:p>
        </p:txBody>
      </p:sp>
      <p:sp>
        <p:nvSpPr>
          <p:cNvPr id="41" name="wire-189">
            <a:extLst xmlns:a="http://schemas.openxmlformats.org/drawingml/2006/main">
              <a:ext uri="{FF2B5EF4-FFF2-40B4-BE49-F238E27FC236}">
                <a16:creationId xmlns:a16="http://schemas.microsoft.com/office/drawing/2014/main" id="{C48F18C6-FB83-4BFE-8274-59959DF46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1380" y="4293870"/>
            <a:ext cx="262890" cy="9525"/>
          </a:xfrm>
          <a:custGeom xmlns:a="http://schemas.openxmlformats.org/drawingml/2006/main">
            <a:pathLst>
              <a:path w="262890" h="9525">
                <a:moveTo>
                  <a:pt x="0" y="0"/>
                </a:moveTo>
                <a:lnTo>
                  <a:pt x="2628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289">
            <a:solidFill>
              <a:srgbClr val="231F20"/>
            </a:solidFill>
          </a:ln>
        </p:spPr>
      </p:sp>
      <p:sp>
        <p:nvSpPr>
          <p:cNvPr id="42" name="wire-190">
            <a:extLst xmlns:a="http://schemas.openxmlformats.org/drawingml/2006/main">
              <a:ext uri="{FF2B5EF4-FFF2-40B4-BE49-F238E27FC236}">
                <a16:creationId xmlns:a16="http://schemas.microsoft.com/office/drawing/2014/main" id="{572E150B-49B1-4400-B19C-0A13BF7E6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4270" y="3002280"/>
            <a:ext cx="9525" cy="1291590"/>
          </a:xfrm>
          <a:custGeom xmlns:a="http://schemas.openxmlformats.org/drawingml/2006/main">
            <a:pathLst>
              <a:path w="9525" h="1291590">
                <a:moveTo>
                  <a:pt x="0" y="129159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289">
            <a:solidFill>
              <a:srgbClr val="231F20"/>
            </a:solidFill>
          </a:ln>
        </p:spPr>
      </p:sp>
      <p:sp>
        <p:nvSpPr>
          <p:cNvPr id="43" name="wire-191">
            <a:extLst xmlns:a="http://schemas.openxmlformats.org/drawingml/2006/main">
              <a:ext uri="{FF2B5EF4-FFF2-40B4-BE49-F238E27FC236}">
                <a16:creationId xmlns:a16="http://schemas.microsoft.com/office/drawing/2014/main" id="{0586884C-A10F-4C4E-99E3-EC9859081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4270" y="3002280"/>
            <a:ext cx="262890" cy="9525"/>
          </a:xfrm>
          <a:custGeom xmlns:a="http://schemas.openxmlformats.org/drawingml/2006/main">
            <a:pathLst>
              <a:path w="262890" h="9525">
                <a:moveTo>
                  <a:pt x="0" y="0"/>
                </a:moveTo>
                <a:lnTo>
                  <a:pt x="2628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289">
            <a:solidFill>
              <a:srgbClr val="231F20"/>
            </a:solidFill>
          </a:ln>
        </p:spPr>
      </p:sp>
      <p:sp>
        <p:nvSpPr>
          <p:cNvPr id="44" name="circuit-192">
            <a:extLst xmlns:a="http://schemas.openxmlformats.org/drawingml/2006/main">
              <a:ext uri="{FF2B5EF4-FFF2-40B4-BE49-F238E27FC236}">
                <a16:creationId xmlns:a16="http://schemas.microsoft.com/office/drawing/2014/main" id="{2785E7EC-05F3-4C1F-89A8-1648B562E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0960" y="297084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45" name="circuit-193">
            <a:extLst xmlns:a="http://schemas.openxmlformats.org/drawingml/2006/main">
              <a:ext uri="{FF2B5EF4-FFF2-40B4-BE49-F238E27FC236}">
                <a16:creationId xmlns:a16="http://schemas.microsoft.com/office/drawing/2014/main" id="{C8075073-0BF6-4AE1-914D-B37481BFD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5480" y="3025140"/>
            <a:ext cx="502920" cy="502920"/>
          </a:xfrm>
          <a:custGeom xmlns:a="http://schemas.openxmlformats.org/drawingml/2006/main">
            <a:pathLst>
              <a:path w="502920" h="502920">
                <a:moveTo>
                  <a:pt x="0" y="0"/>
                </a:moveTo>
                <a:lnTo>
                  <a:pt x="502920" y="125730"/>
                </a:lnTo>
                <a:lnTo>
                  <a:pt x="502920" y="377190"/>
                </a:lnTo>
                <a:lnTo>
                  <a:pt x="0" y="502920"/>
                </a:lnTo>
                <a:lnTo>
                  <a:pt x="0" y="354330"/>
                </a:lnTo>
                <a:lnTo>
                  <a:pt x="114300" y="25146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25146">
            <a:solidFill>
              <a:srgbClr val="231F20"/>
            </a:solidFill>
          </a:ln>
        </p:spPr>
      </p:sp>
      <p:sp>
        <p:nvSpPr>
          <p:cNvPr id="46" name="text-194">
            <a:extLst xmlns:a="http://schemas.openxmlformats.org/drawingml/2006/main">
              <a:ext uri="{FF2B5EF4-FFF2-40B4-BE49-F238E27FC236}">
                <a16:creationId xmlns:a16="http://schemas.microsoft.com/office/drawing/2014/main" id="{16DF0EFB-A1A8-46D5-B0EA-0467123EB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8360" y="3116580"/>
            <a:ext cx="28575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2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22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22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22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22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22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22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22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22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22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47" name="wire-195">
            <a:extLst xmlns:a="http://schemas.openxmlformats.org/drawingml/2006/main">
              <a:ext uri="{FF2B5EF4-FFF2-40B4-BE49-F238E27FC236}">
                <a16:creationId xmlns:a16="http://schemas.microsoft.com/office/drawing/2014/main" id="{1815D939-4828-4298-94DE-FBA17646E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6860" y="3150870"/>
            <a:ext cx="9525" cy="1143000"/>
          </a:xfrm>
          <a:custGeom xmlns:a="http://schemas.openxmlformats.org/drawingml/2006/main">
            <a:pathLst>
              <a:path w="9525" h="1143000">
                <a:moveTo>
                  <a:pt x="0" y="11430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48" name="wire-196">
            <a:extLst xmlns:a="http://schemas.openxmlformats.org/drawingml/2006/main">
              <a:ext uri="{FF2B5EF4-FFF2-40B4-BE49-F238E27FC236}">
                <a16:creationId xmlns:a16="http://schemas.microsoft.com/office/drawing/2014/main" id="{0A121381-3D2A-43B1-AB9D-9F1E43DD3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6860" y="3150870"/>
            <a:ext cx="388620" cy="9525"/>
          </a:xfrm>
          <a:custGeom xmlns:a="http://schemas.openxmlformats.org/drawingml/2006/main">
            <a:pathLst>
              <a:path w="388620" h="9525">
                <a:moveTo>
                  <a:pt x="0" y="0"/>
                </a:moveTo>
                <a:lnTo>
                  <a:pt x="3886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49" name="circuit-197">
            <a:extLst xmlns:a="http://schemas.openxmlformats.org/drawingml/2006/main">
              <a:ext uri="{FF2B5EF4-FFF2-40B4-BE49-F238E27FC236}">
                <a16:creationId xmlns:a16="http://schemas.microsoft.com/office/drawing/2014/main" id="{70E2C702-6D74-456D-B2F1-2A2156DC2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9280" y="311943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50" name="text-198">
            <a:extLst xmlns:a="http://schemas.openxmlformats.org/drawingml/2006/main">
              <a:ext uri="{FF2B5EF4-FFF2-40B4-BE49-F238E27FC236}">
                <a16:creationId xmlns:a16="http://schemas.microsoft.com/office/drawing/2014/main" id="{ADA7C5BC-4B2F-4274-BA88-1B5D3211B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9730" y="3310890"/>
            <a:ext cx="228600" cy="2628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7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7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7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7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7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7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7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7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7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7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71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1" name="wire-199">
            <a:extLst xmlns:a="http://schemas.openxmlformats.org/drawingml/2006/main">
              <a:ext uri="{FF2B5EF4-FFF2-40B4-BE49-F238E27FC236}">
                <a16:creationId xmlns:a16="http://schemas.microsoft.com/office/drawing/2014/main" id="{2C67F833-9D10-4EEC-8D59-3B8B3407F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8330" y="3390900"/>
            <a:ext cx="57150" cy="9525"/>
          </a:xfrm>
          <a:custGeom xmlns:a="http://schemas.openxmlformats.org/drawingml/2006/main">
            <a:pathLst>
              <a:path w="57150" h="9525">
                <a:moveTo>
                  <a:pt x="0" y="0"/>
                </a:moveTo>
                <a:lnTo>
                  <a:pt x="57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52" name="circuit-200">
            <a:extLst xmlns:a="http://schemas.openxmlformats.org/drawingml/2006/main">
              <a:ext uri="{FF2B5EF4-FFF2-40B4-BE49-F238E27FC236}">
                <a16:creationId xmlns:a16="http://schemas.microsoft.com/office/drawing/2014/main" id="{BBC0C16C-B849-45EC-92C7-8F3545534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9280" y="33594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53" name="wire-201">
            <a:extLst xmlns:a="http://schemas.openxmlformats.org/drawingml/2006/main">
              <a:ext uri="{FF2B5EF4-FFF2-40B4-BE49-F238E27FC236}">
                <a16:creationId xmlns:a16="http://schemas.microsoft.com/office/drawing/2014/main" id="{FFCD87D1-4ECF-4095-BF89-7B3FB406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276600"/>
            <a:ext cx="228600" cy="9525"/>
          </a:xfrm>
          <a:custGeom xmlns:a="http://schemas.openxmlformats.org/drawingml/2006/main">
            <a:pathLst>
              <a:path w="228600" h="952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54" name="wire-202">
            <a:extLst xmlns:a="http://schemas.openxmlformats.org/drawingml/2006/main">
              <a:ext uri="{FF2B5EF4-FFF2-40B4-BE49-F238E27FC236}">
                <a16:creationId xmlns:a16="http://schemas.microsoft.com/office/drawing/2014/main" id="{4443BD03-2EFB-4AE6-B6FE-413E3F44C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899410"/>
            <a:ext cx="9525" cy="377190"/>
          </a:xfrm>
          <a:custGeom xmlns:a="http://schemas.openxmlformats.org/drawingml/2006/main">
            <a:pathLst>
              <a:path w="9525" h="377190">
                <a:moveTo>
                  <a:pt x="0" y="37719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55" name="wire-203">
            <a:extLst xmlns:a="http://schemas.openxmlformats.org/drawingml/2006/main">
              <a:ext uri="{FF2B5EF4-FFF2-40B4-BE49-F238E27FC236}">
                <a16:creationId xmlns:a16="http://schemas.microsoft.com/office/drawing/2014/main" id="{BCDA00F7-E432-47E9-A537-39FB358B5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" y="2899410"/>
            <a:ext cx="1725930" cy="9525"/>
          </a:xfrm>
          <a:custGeom xmlns:a="http://schemas.openxmlformats.org/drawingml/2006/main">
            <a:pathLst>
              <a:path w="1725930" h="9525">
                <a:moveTo>
                  <a:pt x="172593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56" name="wire-204">
            <a:extLst xmlns:a="http://schemas.openxmlformats.org/drawingml/2006/main">
              <a:ext uri="{FF2B5EF4-FFF2-40B4-BE49-F238E27FC236}">
                <a16:creationId xmlns:a16="http://schemas.microsoft.com/office/drawing/2014/main" id="{2E923006-87C2-4294-9A86-E0F2665BF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" y="2899410"/>
            <a:ext cx="9525" cy="1394460"/>
          </a:xfrm>
          <a:custGeom xmlns:a="http://schemas.openxmlformats.org/drawingml/2006/main">
            <a:pathLst>
              <a:path w="9525" h="1394460">
                <a:moveTo>
                  <a:pt x="0" y="0"/>
                </a:moveTo>
                <a:lnTo>
                  <a:pt x="0" y="139446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57" name="wire-205">
            <a:extLst xmlns:a="http://schemas.openxmlformats.org/drawingml/2006/main">
              <a:ext uri="{FF2B5EF4-FFF2-40B4-BE49-F238E27FC236}">
                <a16:creationId xmlns:a16="http://schemas.microsoft.com/office/drawing/2014/main" id="{C462C6F8-5E60-43E5-A0EA-51161E650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" y="4293870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58" name="circuit-206">
            <a:extLst xmlns:a="http://schemas.openxmlformats.org/drawingml/2006/main">
              <a:ext uri="{FF2B5EF4-FFF2-40B4-BE49-F238E27FC236}">
                <a16:creationId xmlns:a16="http://schemas.microsoft.com/office/drawing/2014/main" id="{7F833811-5973-468D-BE15-AAF5D21DD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" y="4262437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59" name="text-207">
            <a:extLst xmlns:a="http://schemas.openxmlformats.org/drawingml/2006/main">
              <a:ext uri="{FF2B5EF4-FFF2-40B4-BE49-F238E27FC236}">
                <a16:creationId xmlns:a16="http://schemas.microsoft.com/office/drawing/2014/main" id="{9B0DE830-F889-4F11-A96F-23F38FBF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" y="292227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62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l">
              <a:defRPr sz="162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l">
              <a:defRPr sz="162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l">
              <a:defRPr sz="162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l">
              <a:defRPr sz="162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l">
              <a:defRPr sz="162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l">
              <a:defRPr sz="162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l">
              <a:defRPr sz="162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l">
              <a:defRPr sz="162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l">
              <a:defRPr sz="162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2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PC + 4</a:t>
            </a:r>
          </a:p>
        </p:txBody>
      </p:sp>
      <p:sp>
        <p:nvSpPr>
          <p:cNvPr id="60" name="wire-208">
            <a:extLst xmlns:a="http://schemas.openxmlformats.org/drawingml/2006/main">
              <a:ext uri="{FF2B5EF4-FFF2-40B4-BE49-F238E27FC236}">
                <a16:creationId xmlns:a16="http://schemas.microsoft.com/office/drawing/2014/main" id="{125DEAE9-CE7C-499B-AAE4-62C3DE44B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62300"/>
            <a:ext cx="9525" cy="160020"/>
          </a:xfrm>
          <a:custGeom xmlns:a="http://schemas.openxmlformats.org/drawingml/2006/main">
            <a:pathLst>
              <a:path w="9525" h="160020">
                <a:moveTo>
                  <a:pt x="0" y="0"/>
                </a:moveTo>
                <a:lnTo>
                  <a:pt x="0" y="160020"/>
                </a:lnTo>
              </a:path>
            </a:pathLst>
          </a:custGeom>
          <a:noFill xmlns:a="http://schemas.openxmlformats.org/drawingml/2006/main"/>
          <a:ln xmlns:a="http://schemas.openxmlformats.org/drawingml/2006/main" w="24003">
            <a:solidFill>
              <a:srgbClr val="1572C3"/>
            </a:solidFill>
          </a:ln>
        </p:spPr>
      </p:sp>
      <p:sp>
        <p:nvSpPr>
          <p:cNvPr id="61" name="wire-209">
            <a:extLst xmlns:a="http://schemas.openxmlformats.org/drawingml/2006/main">
              <a:ext uri="{FF2B5EF4-FFF2-40B4-BE49-F238E27FC236}">
                <a16:creationId xmlns:a16="http://schemas.microsoft.com/office/drawing/2014/main" id="{7F5114E4-CE82-4711-A9B7-25D2FEA70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7190" y="3322320"/>
            <a:ext cx="1623060" cy="9525"/>
          </a:xfrm>
          <a:custGeom xmlns:a="http://schemas.openxmlformats.org/drawingml/2006/main">
            <a:pathLst>
              <a:path w="1623060" h="9525">
                <a:moveTo>
                  <a:pt x="162306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003">
            <a:solidFill>
              <a:srgbClr val="1572C3"/>
            </a:solidFill>
          </a:ln>
        </p:spPr>
      </p:sp>
      <p:sp>
        <p:nvSpPr>
          <p:cNvPr id="62" name="wire-210">
            <a:extLst xmlns:a="http://schemas.openxmlformats.org/drawingml/2006/main">
              <a:ext uri="{FF2B5EF4-FFF2-40B4-BE49-F238E27FC236}">
                <a16:creationId xmlns:a16="http://schemas.microsoft.com/office/drawing/2014/main" id="{F1F0D0C0-D5D9-4734-AE6A-9552C1554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7190" y="3322320"/>
            <a:ext cx="9525" cy="674370"/>
          </a:xfrm>
          <a:custGeom xmlns:a="http://schemas.openxmlformats.org/drawingml/2006/main">
            <a:pathLst>
              <a:path w="9525" h="674370">
                <a:moveTo>
                  <a:pt x="0" y="0"/>
                </a:moveTo>
                <a:lnTo>
                  <a:pt x="0" y="674370"/>
                </a:lnTo>
              </a:path>
            </a:pathLst>
          </a:custGeom>
          <a:noFill xmlns:a="http://schemas.openxmlformats.org/drawingml/2006/main"/>
          <a:ln xmlns:a="http://schemas.openxmlformats.org/drawingml/2006/main" w="24003">
            <a:solidFill>
              <a:srgbClr val="1572C3"/>
            </a:solidFill>
          </a:ln>
        </p:spPr>
      </p:sp>
      <p:sp>
        <p:nvSpPr>
          <p:cNvPr id="63" name="wire-211">
            <a:extLst xmlns:a="http://schemas.openxmlformats.org/drawingml/2006/main">
              <a:ext uri="{FF2B5EF4-FFF2-40B4-BE49-F238E27FC236}">
                <a16:creationId xmlns:a16="http://schemas.microsoft.com/office/drawing/2014/main" id="{23EE86F9-C825-4DAE-BA40-46EF33C2A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7190" y="3996690"/>
            <a:ext cx="205740" cy="9525"/>
          </a:xfrm>
          <a:custGeom xmlns:a="http://schemas.openxmlformats.org/drawingml/2006/main">
            <a:pathLst>
              <a:path w="205740" h="9525">
                <a:moveTo>
                  <a:pt x="0" y="0"/>
                </a:moveTo>
                <a:lnTo>
                  <a:pt x="2057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003">
            <a:solidFill>
              <a:srgbClr val="1572C3"/>
            </a:solidFill>
          </a:ln>
        </p:spPr>
      </p:sp>
      <p:sp>
        <p:nvSpPr>
          <p:cNvPr id="64" name="circuit-212">
            <a:extLst xmlns:a="http://schemas.openxmlformats.org/drawingml/2006/main">
              <a:ext uri="{FF2B5EF4-FFF2-40B4-BE49-F238E27FC236}">
                <a16:creationId xmlns:a16="http://schemas.microsoft.com/office/drawing/2014/main" id="{6E53481E-7A17-4A8D-A28F-5C16A1CB0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730" y="396525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65" name="wire-213">
            <a:extLst xmlns:a="http://schemas.openxmlformats.org/drawingml/2006/main">
              <a:ext uri="{FF2B5EF4-FFF2-40B4-BE49-F238E27FC236}">
                <a16:creationId xmlns:a16="http://schemas.microsoft.com/office/drawing/2014/main" id="{D20723B6-CBEE-45AB-BF47-1A9B0360F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1540" y="3162300"/>
            <a:ext cx="9525" cy="80010"/>
          </a:xfrm>
          <a:custGeom xmlns:a="http://schemas.openxmlformats.org/drawingml/2006/main">
            <a:pathLst>
              <a:path w="9525" h="80010">
                <a:moveTo>
                  <a:pt x="0" y="0"/>
                </a:moveTo>
                <a:lnTo>
                  <a:pt x="0" y="80010"/>
                </a:lnTo>
              </a:path>
            </a:pathLst>
          </a:custGeom>
          <a:noFill xmlns:a="http://schemas.openxmlformats.org/drawingml/2006/main"/>
          <a:ln xmlns:a="http://schemas.openxmlformats.org/drawingml/2006/main" w="26289">
            <a:solidFill>
              <a:srgbClr val="1572C3"/>
            </a:solidFill>
          </a:ln>
        </p:spPr>
      </p:sp>
      <p:sp>
        <p:nvSpPr>
          <p:cNvPr id="66" name="wire-214">
            <a:extLst xmlns:a="http://schemas.openxmlformats.org/drawingml/2006/main">
              <a:ext uri="{FF2B5EF4-FFF2-40B4-BE49-F238E27FC236}">
                <a16:creationId xmlns:a16="http://schemas.microsoft.com/office/drawing/2014/main" id="{355F1DAB-1C4A-4D1C-B494-ACE124B3B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1540" y="3242310"/>
            <a:ext cx="2068830" cy="9525"/>
          </a:xfrm>
          <a:custGeom xmlns:a="http://schemas.openxmlformats.org/drawingml/2006/main">
            <a:pathLst>
              <a:path w="2068830" h="9525">
                <a:moveTo>
                  <a:pt x="0" y="0"/>
                </a:moveTo>
                <a:lnTo>
                  <a:pt x="206883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289">
            <a:solidFill>
              <a:srgbClr val="1572C3"/>
            </a:solidFill>
          </a:ln>
        </p:spPr>
      </p:sp>
      <p:sp>
        <p:nvSpPr>
          <p:cNvPr id="67" name="wire-215">
            <a:extLst xmlns:a="http://schemas.openxmlformats.org/drawingml/2006/main">
              <a:ext uri="{FF2B5EF4-FFF2-40B4-BE49-F238E27FC236}">
                <a16:creationId xmlns:a16="http://schemas.microsoft.com/office/drawing/2014/main" id="{371346B8-AD06-4FD8-8DB9-84FAB40DB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0370" y="3242310"/>
            <a:ext cx="9525" cy="1508760"/>
          </a:xfrm>
          <a:custGeom xmlns:a="http://schemas.openxmlformats.org/drawingml/2006/main">
            <a:pathLst>
              <a:path w="9525" h="1508760">
                <a:moveTo>
                  <a:pt x="0" y="0"/>
                </a:moveTo>
                <a:lnTo>
                  <a:pt x="0" y="1508760"/>
                </a:lnTo>
              </a:path>
            </a:pathLst>
          </a:custGeom>
          <a:noFill xmlns:a="http://schemas.openxmlformats.org/drawingml/2006/main"/>
          <a:ln xmlns:a="http://schemas.openxmlformats.org/drawingml/2006/main" w="26289">
            <a:solidFill>
              <a:srgbClr val="1572C3"/>
            </a:solidFill>
          </a:ln>
        </p:spPr>
      </p:sp>
      <p:sp>
        <p:nvSpPr>
          <p:cNvPr id="68" name="wire-216">
            <a:extLst xmlns:a="http://schemas.openxmlformats.org/drawingml/2006/main">
              <a:ext uri="{FF2B5EF4-FFF2-40B4-BE49-F238E27FC236}">
                <a16:creationId xmlns:a16="http://schemas.microsoft.com/office/drawing/2014/main" id="{D0095469-21B6-44E3-844A-9633659B7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0370" y="4751070"/>
            <a:ext cx="262890" cy="9525"/>
          </a:xfrm>
          <a:custGeom xmlns:a="http://schemas.openxmlformats.org/drawingml/2006/main">
            <a:pathLst>
              <a:path w="262890" h="9525">
                <a:moveTo>
                  <a:pt x="0" y="0"/>
                </a:moveTo>
                <a:lnTo>
                  <a:pt x="2628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289">
            <a:solidFill>
              <a:srgbClr val="1572C3"/>
            </a:solidFill>
          </a:ln>
        </p:spPr>
      </p:sp>
      <p:sp>
        <p:nvSpPr>
          <p:cNvPr id="69" name="circuit-217">
            <a:extLst xmlns:a="http://schemas.openxmlformats.org/drawingml/2006/main">
              <a:ext uri="{FF2B5EF4-FFF2-40B4-BE49-F238E27FC236}">
                <a16:creationId xmlns:a16="http://schemas.microsoft.com/office/drawing/2014/main" id="{72988C55-1F57-4D18-9AF9-9BEAA5F6D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7060" y="471963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70" name="wire-218">
            <a:extLst xmlns:a="http://schemas.openxmlformats.org/drawingml/2006/main">
              <a:ext uri="{FF2B5EF4-FFF2-40B4-BE49-F238E27FC236}">
                <a16:creationId xmlns:a16="http://schemas.microsoft.com/office/drawing/2014/main" id="{23DD4EE1-9E7A-49DE-BE51-CB556741D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230" y="3162300"/>
            <a:ext cx="9525" cy="217170"/>
          </a:xfrm>
          <a:custGeom xmlns:a="http://schemas.openxmlformats.org/drawingml/2006/main">
            <a:pathLst>
              <a:path w="9525" h="217170">
                <a:moveTo>
                  <a:pt x="0" y="0"/>
                </a:moveTo>
                <a:lnTo>
                  <a:pt x="0" y="217170"/>
                </a:lnTo>
              </a:path>
            </a:pathLst>
          </a:custGeom>
          <a:noFill xmlns:a="http://schemas.openxmlformats.org/drawingml/2006/main"/>
          <a:ln xmlns:a="http://schemas.openxmlformats.org/drawingml/2006/main" w="24003">
            <a:solidFill>
              <a:srgbClr val="1572C3"/>
            </a:solidFill>
          </a:ln>
        </p:spPr>
      </p:sp>
      <p:sp>
        <p:nvSpPr>
          <p:cNvPr id="71" name="wire-219">
            <a:extLst xmlns:a="http://schemas.openxmlformats.org/drawingml/2006/main">
              <a:ext uri="{FF2B5EF4-FFF2-40B4-BE49-F238E27FC236}">
                <a16:creationId xmlns:a16="http://schemas.microsoft.com/office/drawing/2014/main" id="{C573AF2D-DAA2-40C6-8E6E-FC17B7D32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379470"/>
            <a:ext cx="2697480" cy="9525"/>
          </a:xfrm>
          <a:custGeom xmlns:a="http://schemas.openxmlformats.org/drawingml/2006/main">
            <a:pathLst>
              <a:path w="2697480" h="9525">
                <a:moveTo>
                  <a:pt x="269748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003">
            <a:solidFill>
              <a:srgbClr val="1572C3"/>
            </a:solidFill>
          </a:ln>
        </p:spPr>
      </p:sp>
      <p:sp>
        <p:nvSpPr>
          <p:cNvPr id="72" name="wire-220">
            <a:extLst xmlns:a="http://schemas.openxmlformats.org/drawingml/2006/main">
              <a:ext uri="{FF2B5EF4-FFF2-40B4-BE49-F238E27FC236}">
                <a16:creationId xmlns:a16="http://schemas.microsoft.com/office/drawing/2014/main" id="{DE82D841-EEF9-4683-8FF8-2EFA7EA1E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379470"/>
            <a:ext cx="9525" cy="1097280"/>
          </a:xfrm>
          <a:custGeom xmlns:a="http://schemas.openxmlformats.org/drawingml/2006/main">
            <a:pathLst>
              <a:path w="9525" h="1097280">
                <a:moveTo>
                  <a:pt x="0" y="0"/>
                </a:moveTo>
                <a:lnTo>
                  <a:pt x="0" y="1097280"/>
                </a:lnTo>
              </a:path>
            </a:pathLst>
          </a:custGeom>
          <a:noFill xmlns:a="http://schemas.openxmlformats.org/drawingml/2006/main"/>
          <a:ln xmlns:a="http://schemas.openxmlformats.org/drawingml/2006/main" w="24003">
            <a:solidFill>
              <a:srgbClr val="1572C3"/>
            </a:solidFill>
          </a:ln>
        </p:spPr>
      </p:sp>
      <p:sp>
        <p:nvSpPr>
          <p:cNvPr id="73" name="wire-221">
            <a:extLst xmlns:a="http://schemas.openxmlformats.org/drawingml/2006/main">
              <a:ext uri="{FF2B5EF4-FFF2-40B4-BE49-F238E27FC236}">
                <a16:creationId xmlns:a16="http://schemas.microsoft.com/office/drawing/2014/main" id="{835273FF-1838-47DD-BBB8-5AE7418C4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76750"/>
            <a:ext cx="297180" cy="9525"/>
          </a:xfrm>
          <a:custGeom xmlns:a="http://schemas.openxmlformats.org/drawingml/2006/main">
            <a:pathLst>
              <a:path w="297180" h="9525">
                <a:moveTo>
                  <a:pt x="0" y="0"/>
                </a:moveTo>
                <a:lnTo>
                  <a:pt x="2971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003">
            <a:solidFill>
              <a:srgbClr val="1572C3"/>
            </a:solidFill>
          </a:ln>
        </p:spPr>
      </p:sp>
      <p:sp>
        <p:nvSpPr>
          <p:cNvPr id="74" name="circuit-222">
            <a:extLst xmlns:a="http://schemas.openxmlformats.org/drawingml/2006/main">
              <a:ext uri="{FF2B5EF4-FFF2-40B4-BE49-F238E27FC236}">
                <a16:creationId xmlns:a16="http://schemas.microsoft.com/office/drawing/2014/main" id="{08F31A78-58AE-4099-86D8-8CD1214E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730" y="44453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75" name="wire-223">
            <a:extLst xmlns:a="http://schemas.openxmlformats.org/drawingml/2006/main">
              <a:ext uri="{FF2B5EF4-FFF2-40B4-BE49-F238E27FC236}">
                <a16:creationId xmlns:a16="http://schemas.microsoft.com/office/drawing/2014/main" id="{FAF40AA0-C18C-4689-A2D8-E39DA2C45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8620" y="4831080"/>
            <a:ext cx="194310" cy="9525"/>
          </a:xfrm>
          <a:custGeom xmlns:a="http://schemas.openxmlformats.org/drawingml/2006/main">
            <a:pathLst>
              <a:path w="194310" h="9525">
                <a:moveTo>
                  <a:pt x="0" y="0"/>
                </a:moveTo>
                <a:lnTo>
                  <a:pt x="1943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9FA9B9"/>
            </a:solidFill>
          </a:ln>
        </p:spPr>
      </p:sp>
      <p:sp>
        <p:nvSpPr>
          <p:cNvPr id="76" name="circuit-224">
            <a:extLst xmlns:a="http://schemas.openxmlformats.org/drawingml/2006/main">
              <a:ext uri="{FF2B5EF4-FFF2-40B4-BE49-F238E27FC236}">
                <a16:creationId xmlns:a16="http://schemas.microsoft.com/office/drawing/2014/main" id="{444B638A-A55D-4CEE-8D09-E79C96F27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730" y="479964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9FA9B9"/>
          </a:solidFill>
          <a:ln xmlns:a="http://schemas.openxmlformats.org/drawingml/2006/main" w="9525">
            <a:solidFill>
              <a:srgbClr val="9FA9B9"/>
            </a:solidFill>
          </a:ln>
        </p:spPr>
      </p:sp>
      <p:sp>
        <p:nvSpPr>
          <p:cNvPr id="77" name="board-stable-rf">
            <a:extLst xmlns:a="http://schemas.openxmlformats.org/drawingml/2006/main">
              <a:ext uri="{FF2B5EF4-FFF2-40B4-BE49-F238E27FC236}">
                <a16:creationId xmlns:a16="http://schemas.microsoft.com/office/drawing/2014/main" id="{E6E4B3B3-7BF4-408E-A310-C75EBD7F7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2930" y="3505200"/>
            <a:ext cx="1885950" cy="1783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146">
            <a:solidFill>
              <a:srgbClr val="231F20"/>
            </a:solidFill>
          </a:ln>
        </p:spPr>
      </p:sp>
      <p:sp>
        <p:nvSpPr>
          <p:cNvPr id="78" name="circuit-226">
            <a:extLst xmlns:a="http://schemas.openxmlformats.org/drawingml/2006/main">
              <a:ext uri="{FF2B5EF4-FFF2-40B4-BE49-F238E27FC236}">
                <a16:creationId xmlns:a16="http://schemas.microsoft.com/office/drawing/2014/main" id="{957F864C-E06F-4DE4-83EB-2AC2342C8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1560" y="3505200"/>
            <a:ext cx="182880" cy="102870"/>
          </a:xfrm>
          <a:custGeom xmlns:a="http://schemas.openxmlformats.org/drawingml/2006/main">
            <a:pathLst>
              <a:path w="182880" h="102870">
                <a:moveTo>
                  <a:pt x="0" y="0"/>
                </a:moveTo>
                <a:lnTo>
                  <a:pt x="91440" y="102870"/>
                </a:lnTo>
                <a:lnTo>
                  <a:pt x="18288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231F20"/>
            </a:solidFill>
          </a:ln>
        </p:spPr>
      </p:sp>
      <p:sp>
        <p:nvSpPr>
          <p:cNvPr id="79" name="wire-227">
            <a:extLst xmlns:a="http://schemas.openxmlformats.org/drawingml/2006/main">
              <a:ext uri="{FF2B5EF4-FFF2-40B4-BE49-F238E27FC236}">
                <a16:creationId xmlns:a16="http://schemas.microsoft.com/office/drawing/2014/main" id="{C080B598-C60A-4CEC-B471-91248B941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425190"/>
            <a:ext cx="9525" cy="80010"/>
          </a:xfrm>
          <a:custGeom xmlns:a="http://schemas.openxmlformats.org/drawingml/2006/main">
            <a:pathLst>
              <a:path w="9525" h="80010">
                <a:moveTo>
                  <a:pt x="0" y="0"/>
                </a:moveTo>
                <a:lnTo>
                  <a:pt x="0" y="80010"/>
                </a:lnTo>
              </a:path>
            </a:pathLst>
          </a:custGeom>
          <a:noFill xmlns:a="http://schemas.openxmlformats.org/drawingml/2006/main"/>
          <a:ln xmlns:a="http://schemas.openxmlformats.org/drawingml/2006/main" w="13716">
            <a:solidFill>
              <a:srgbClr val="231F20"/>
            </a:solidFill>
          </a:ln>
        </p:spPr>
      </p:sp>
      <p:sp>
        <p:nvSpPr>
          <p:cNvPr id="80" name="text-228">
            <a:extLst xmlns:a="http://schemas.openxmlformats.org/drawingml/2006/main">
              <a:ext uri="{FF2B5EF4-FFF2-40B4-BE49-F238E27FC236}">
                <a16:creationId xmlns:a16="http://schemas.microsoft.com/office/drawing/2014/main" id="{B47AE8EE-7664-40C9-97F6-A08FC575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4099560"/>
            <a:ext cx="9144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71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71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71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71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71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71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71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71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71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71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71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71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レジスタ</a:t>
            </a:r>
          </a:p>
          <a:p xmlns:a="http://schemas.openxmlformats.org/drawingml/2006/main">
            <a:pPr algn="ctr">
              <a:defRPr sz="171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71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群</a:t>
            </a:r>
          </a:p>
        </p:txBody>
      </p:sp>
      <p:sp>
        <p:nvSpPr>
          <p:cNvPr id="81" name="text-229">
            <a:extLst xmlns:a="http://schemas.openxmlformats.org/drawingml/2006/main">
              <a:ext uri="{FF2B5EF4-FFF2-40B4-BE49-F238E27FC236}">
                <a16:creationId xmlns:a16="http://schemas.microsoft.com/office/drawing/2014/main" id="{832498E7-FEE0-44EC-B591-5E634D334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1510" y="3825240"/>
            <a:ext cx="4000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6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A1</a:t>
            </a:r>
          </a:p>
        </p:txBody>
      </p:sp>
      <p:sp>
        <p:nvSpPr>
          <p:cNvPr id="82" name="text-230">
            <a:extLst xmlns:a="http://schemas.openxmlformats.org/drawingml/2006/main">
              <a:ext uri="{FF2B5EF4-FFF2-40B4-BE49-F238E27FC236}">
                <a16:creationId xmlns:a16="http://schemas.microsoft.com/office/drawing/2014/main" id="{DF4C246D-E5C1-46EB-A520-E70299E64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1510" y="4328160"/>
            <a:ext cx="4000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6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A2</a:t>
            </a:r>
          </a:p>
        </p:txBody>
      </p:sp>
      <p:sp>
        <p:nvSpPr>
          <p:cNvPr id="83" name="text-231">
            <a:extLst xmlns:a="http://schemas.openxmlformats.org/drawingml/2006/main">
              <a:ext uri="{FF2B5EF4-FFF2-40B4-BE49-F238E27FC236}">
                <a16:creationId xmlns:a16="http://schemas.microsoft.com/office/drawing/2014/main" id="{261CA59F-8776-41A4-9602-904B4D5E8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1510" y="4671060"/>
            <a:ext cx="4000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defPPr>
            <a:lvl1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1pPr>
            <a:lvl2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2pPr>
            <a:lvl3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3pPr>
            <a:lvl4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4pPr>
            <a:lvl5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5pPr>
            <a:lvl6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6pPr>
            <a:lvl7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7pPr>
            <a:lvl8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8pPr>
            <a:lvl9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pPr>
            <a:r>
              <a:rPr sz="1260" b="0">
                <a:solidFill>
                  <a:srgbClr val="9FA9B9"/>
                </a:solidFill>
                <a:latin typeface="Arial"/>
                <a:ea typeface="Arial"/>
                <a:cs typeface="Arial"/>
              </a:rPr>
              <a:t>A3</a:t>
            </a:r>
          </a:p>
        </p:txBody>
      </p:sp>
      <p:sp>
        <p:nvSpPr>
          <p:cNvPr id="84" name="text-232">
            <a:extLst xmlns:a="http://schemas.openxmlformats.org/drawingml/2006/main">
              <a:ext uri="{FF2B5EF4-FFF2-40B4-BE49-F238E27FC236}">
                <a16:creationId xmlns:a16="http://schemas.microsoft.com/office/drawing/2014/main" id="{18B293A4-514A-4003-806B-8000D8DB7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1510" y="5013960"/>
            <a:ext cx="4000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defPPr>
            <a:lvl1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1pPr>
            <a:lvl2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2pPr>
            <a:lvl3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3pPr>
            <a:lvl4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4pPr>
            <a:lvl5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5pPr>
            <a:lvl6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6pPr>
            <a:lvl7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7pPr>
            <a:lvl8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8pPr>
            <a:lvl9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pPr>
            <a:r>
              <a:rPr sz="1260" b="0">
                <a:solidFill>
                  <a:srgbClr val="9FA9B9"/>
                </a:solidFill>
                <a:latin typeface="Arial"/>
                <a:ea typeface="Arial"/>
                <a:cs typeface="Arial"/>
              </a:rPr>
              <a:t>WD3</a:t>
            </a:r>
          </a:p>
        </p:txBody>
      </p:sp>
      <p:sp>
        <p:nvSpPr>
          <p:cNvPr id="85" name="text-233">
            <a:extLst xmlns:a="http://schemas.openxmlformats.org/drawingml/2006/main">
              <a:ext uri="{FF2B5EF4-FFF2-40B4-BE49-F238E27FC236}">
                <a16:creationId xmlns:a16="http://schemas.microsoft.com/office/drawing/2014/main" id="{F37ACB5B-756F-429A-B361-BABC296D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1680" y="3825240"/>
            <a:ext cx="4000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6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RD1</a:t>
            </a:r>
          </a:p>
        </p:txBody>
      </p:sp>
      <p:sp>
        <p:nvSpPr>
          <p:cNvPr id="86" name="text-234">
            <a:extLst xmlns:a="http://schemas.openxmlformats.org/drawingml/2006/main">
              <a:ext uri="{FF2B5EF4-FFF2-40B4-BE49-F238E27FC236}">
                <a16:creationId xmlns:a16="http://schemas.microsoft.com/office/drawing/2014/main" id="{CCBF8FB6-2A41-4653-9C11-DA41B4B3F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1680" y="4328160"/>
            <a:ext cx="4000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6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RD2</a:t>
            </a:r>
          </a:p>
        </p:txBody>
      </p:sp>
      <p:sp>
        <p:nvSpPr>
          <p:cNvPr id="87" name="text-235">
            <a:extLst xmlns:a="http://schemas.openxmlformats.org/drawingml/2006/main">
              <a:ext uri="{FF2B5EF4-FFF2-40B4-BE49-F238E27FC236}">
                <a16:creationId xmlns:a16="http://schemas.microsoft.com/office/drawing/2014/main" id="{1F1BD796-5793-4262-8D41-BAE30CBB2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8820" y="3528060"/>
            <a:ext cx="42291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defPPr>
            <a:lvl1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1pPr>
            <a:lvl2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2pPr>
            <a:lvl3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3pPr>
            <a:lvl4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4pPr>
            <a:lvl5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5pPr>
            <a:lvl6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6pPr>
            <a:lvl7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7pPr>
            <a:lvl8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8pPr>
            <a:lvl9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6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pPr>
            <a:r>
              <a:rPr sz="1260" b="0">
                <a:solidFill>
                  <a:srgbClr val="9FA9B9"/>
                </a:solidFill>
                <a:latin typeface="Arial"/>
                <a:ea typeface="Arial"/>
                <a:cs typeface="Arial"/>
              </a:rPr>
              <a:t>WE3</a:t>
            </a:r>
          </a:p>
        </p:txBody>
      </p:sp>
      <p:sp>
        <p:nvSpPr>
          <p:cNvPr id="88" name="wire-236">
            <a:extLst xmlns:a="http://schemas.openxmlformats.org/drawingml/2006/main">
              <a:ext uri="{FF2B5EF4-FFF2-40B4-BE49-F238E27FC236}">
                <a16:creationId xmlns:a16="http://schemas.microsoft.com/office/drawing/2014/main" id="{AC7684F4-5DB6-4812-A6EA-5E7BF6CF3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3996690"/>
            <a:ext cx="754380" cy="9525"/>
          </a:xfrm>
          <a:custGeom xmlns:a="http://schemas.openxmlformats.org/drawingml/2006/main">
            <a:pathLst>
              <a:path w="754380" h="9525">
                <a:moveTo>
                  <a:pt x="0" y="0"/>
                </a:moveTo>
                <a:lnTo>
                  <a:pt x="7543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0861">
            <a:solidFill>
              <a:srgbClr val="231F20"/>
            </a:solidFill>
          </a:ln>
        </p:spPr>
      </p:sp>
      <p:sp>
        <p:nvSpPr>
          <p:cNvPr id="89" name="circuit-237">
            <a:extLst xmlns:a="http://schemas.openxmlformats.org/drawingml/2006/main">
              <a:ext uri="{FF2B5EF4-FFF2-40B4-BE49-F238E27FC236}">
                <a16:creationId xmlns:a16="http://schemas.microsoft.com/office/drawing/2014/main" id="{923DE4DF-2BD9-4687-A5B9-D6381DB5B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7060" y="396525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90" name="text-238">
            <a:extLst xmlns:a="http://schemas.openxmlformats.org/drawingml/2006/main">
              <a:ext uri="{FF2B5EF4-FFF2-40B4-BE49-F238E27FC236}">
                <a16:creationId xmlns:a16="http://schemas.microsoft.com/office/drawing/2014/main" id="{5546E56F-D1A8-4AA2-8769-6B06803D9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1950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2070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1" name="board-stable-alu">
            <a:extLst xmlns:a="http://schemas.openxmlformats.org/drawingml/2006/main">
              <a:ext uri="{FF2B5EF4-FFF2-40B4-BE49-F238E27FC236}">
                <a16:creationId xmlns:a16="http://schemas.microsoft.com/office/drawing/2014/main" id="{9E63900D-B719-4A95-8D5F-C5D42469A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3260" y="3825240"/>
            <a:ext cx="777240" cy="1120140"/>
          </a:xfrm>
          <a:custGeom xmlns:a="http://schemas.openxmlformats.org/drawingml/2006/main">
            <a:pathLst>
              <a:path w="777240" h="1120140">
                <a:moveTo>
                  <a:pt x="0" y="0"/>
                </a:moveTo>
                <a:lnTo>
                  <a:pt x="777240" y="205740"/>
                </a:lnTo>
                <a:lnTo>
                  <a:pt x="777240" y="891540"/>
                </a:lnTo>
                <a:lnTo>
                  <a:pt x="0" y="1120140"/>
                </a:lnTo>
                <a:lnTo>
                  <a:pt x="0" y="685800"/>
                </a:lnTo>
                <a:lnTo>
                  <a:pt x="205740" y="548640"/>
                </a:lnTo>
                <a:lnTo>
                  <a:pt x="0" y="30861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26289">
            <a:solidFill>
              <a:srgbClr val="231F20"/>
            </a:solidFill>
          </a:ln>
        </p:spPr>
      </p:sp>
      <p:sp>
        <p:nvSpPr>
          <p:cNvPr id="92" name="text-240">
            <a:extLst xmlns:a="http://schemas.openxmlformats.org/drawingml/2006/main">
              <a:ext uri="{FF2B5EF4-FFF2-40B4-BE49-F238E27FC236}">
                <a16:creationId xmlns:a16="http://schemas.microsoft.com/office/drawing/2014/main" id="{B76A55A4-790A-4496-AD83-BDE5D0A87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6130" y="3482340"/>
            <a:ext cx="685800" cy="308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16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216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216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216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216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216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216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216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216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216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6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16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ALU</a:t>
            </a:r>
          </a:p>
        </p:txBody>
      </p:sp>
      <p:sp>
        <p:nvSpPr>
          <p:cNvPr id="93" name="text-241">
            <a:extLst xmlns:a="http://schemas.openxmlformats.org/drawingml/2006/main">
              <a:ext uri="{FF2B5EF4-FFF2-40B4-BE49-F238E27FC236}">
                <a16:creationId xmlns:a16="http://schemas.microsoft.com/office/drawing/2014/main" id="{C091D3D2-5C69-43B5-9B05-28D1940A2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156710"/>
            <a:ext cx="37719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7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27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27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27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27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27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27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27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27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27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7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94" name="text-242">
            <a:extLst xmlns:a="http://schemas.openxmlformats.org/drawingml/2006/main">
              <a:ext uri="{FF2B5EF4-FFF2-40B4-BE49-F238E27FC236}">
                <a16:creationId xmlns:a16="http://schemas.microsoft.com/office/drawing/2014/main" id="{1BC6D5B7-7C76-4F5B-80F6-7DE238E18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968240"/>
            <a:ext cx="131445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89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即値 12</a:t>
            </a:r>
          </a:p>
        </p:txBody>
      </p:sp>
      <p:sp>
        <p:nvSpPr>
          <p:cNvPr id="95" name="wire-243">
            <a:extLst xmlns:a="http://schemas.openxmlformats.org/drawingml/2006/main">
              <a:ext uri="{FF2B5EF4-FFF2-40B4-BE49-F238E27FC236}">
                <a16:creationId xmlns:a16="http://schemas.microsoft.com/office/drawing/2014/main" id="{ADA8DF95-8F2E-4E85-B973-74ECCA472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248150"/>
            <a:ext cx="1828800" cy="9525"/>
          </a:xfrm>
          <a:custGeom xmlns:a="http://schemas.openxmlformats.org/drawingml/2006/main">
            <a:pathLst>
              <a:path w="1828800" h="9525">
                <a:moveTo>
                  <a:pt x="0" y="0"/>
                </a:moveTo>
                <a:lnTo>
                  <a:pt x="182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2004">
            <a:solidFill>
              <a:srgbClr val="1572C3"/>
            </a:solidFill>
          </a:ln>
        </p:spPr>
      </p:sp>
      <p:sp>
        <p:nvSpPr>
          <p:cNvPr id="96" name="circuit-244">
            <a:extLst xmlns:a="http://schemas.openxmlformats.org/drawingml/2006/main">
              <a:ext uri="{FF2B5EF4-FFF2-40B4-BE49-F238E27FC236}">
                <a16:creationId xmlns:a16="http://schemas.microsoft.com/office/drawing/2014/main" id="{076898A3-3293-4679-883F-50FF6F610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2167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97" name="text-245">
            <a:extLst xmlns:a="http://schemas.openxmlformats.org/drawingml/2006/main">
              <a:ext uri="{FF2B5EF4-FFF2-40B4-BE49-F238E27FC236}">
                <a16:creationId xmlns:a16="http://schemas.microsoft.com/office/drawing/2014/main" id="{C886FB8D-19AC-40B5-9A4E-AF06B07E5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870960"/>
            <a:ext cx="58293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07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2070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98" name="wire-246">
            <a:extLst xmlns:a="http://schemas.openxmlformats.org/drawingml/2006/main">
              <a:ext uri="{FF2B5EF4-FFF2-40B4-BE49-F238E27FC236}">
                <a16:creationId xmlns:a16="http://schemas.microsoft.com/office/drawing/2014/main" id="{5BF14932-1A3A-499D-BB76-DC03E306B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4476750"/>
            <a:ext cx="137160" cy="9525"/>
          </a:xfrm>
          <a:custGeom xmlns:a="http://schemas.openxmlformats.org/drawingml/2006/main">
            <a:pathLst>
              <a:path w="137160" h="9525">
                <a:moveTo>
                  <a:pt x="0" y="0"/>
                </a:moveTo>
                <a:lnTo>
                  <a:pt x="1371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0861">
            <a:solidFill>
              <a:srgbClr val="1572C3"/>
            </a:solidFill>
          </a:ln>
        </p:spPr>
      </p:sp>
      <p:sp>
        <p:nvSpPr>
          <p:cNvPr id="99" name="wire-247">
            <a:extLst xmlns:a="http://schemas.openxmlformats.org/drawingml/2006/main">
              <a:ext uri="{FF2B5EF4-FFF2-40B4-BE49-F238E27FC236}">
                <a16:creationId xmlns:a16="http://schemas.microsoft.com/office/drawing/2014/main" id="{EFEA6ED8-820B-49FF-93A2-5C249EB87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6040" y="4476750"/>
            <a:ext cx="9525" cy="925830"/>
          </a:xfrm>
          <a:custGeom xmlns:a="http://schemas.openxmlformats.org/drawingml/2006/main">
            <a:pathLst>
              <a:path w="9525" h="925830">
                <a:moveTo>
                  <a:pt x="0" y="0"/>
                </a:moveTo>
                <a:lnTo>
                  <a:pt x="0" y="925830"/>
                </a:lnTo>
              </a:path>
            </a:pathLst>
          </a:custGeom>
          <a:noFill xmlns:a="http://schemas.openxmlformats.org/drawingml/2006/main"/>
          <a:ln xmlns:a="http://schemas.openxmlformats.org/drawingml/2006/main" w="30861">
            <a:solidFill>
              <a:srgbClr val="1572C3"/>
            </a:solidFill>
          </a:ln>
        </p:spPr>
      </p:sp>
      <p:sp>
        <p:nvSpPr>
          <p:cNvPr id="100" name="wire-248">
            <a:extLst xmlns:a="http://schemas.openxmlformats.org/drawingml/2006/main">
              <a:ext uri="{FF2B5EF4-FFF2-40B4-BE49-F238E27FC236}">
                <a16:creationId xmlns:a16="http://schemas.microsoft.com/office/drawing/2014/main" id="{B4757FE4-32AD-4676-863E-FF4C5BA79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6040" y="5402580"/>
            <a:ext cx="2903220" cy="9525"/>
          </a:xfrm>
          <a:custGeom xmlns:a="http://schemas.openxmlformats.org/drawingml/2006/main">
            <a:pathLst>
              <a:path w="2903220" h="9525">
                <a:moveTo>
                  <a:pt x="0" y="0"/>
                </a:moveTo>
                <a:lnTo>
                  <a:pt x="29032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0861">
            <a:solidFill>
              <a:srgbClr val="1572C3"/>
            </a:solidFill>
          </a:ln>
        </p:spPr>
      </p:sp>
      <p:sp>
        <p:nvSpPr>
          <p:cNvPr id="101" name="wire-249">
            <a:extLst xmlns:a="http://schemas.openxmlformats.org/drawingml/2006/main">
              <a:ext uri="{FF2B5EF4-FFF2-40B4-BE49-F238E27FC236}">
                <a16:creationId xmlns:a16="http://schemas.microsoft.com/office/drawing/2014/main" id="{896E14A5-5000-457C-B7A1-2B9F2DC21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9260" y="4968240"/>
            <a:ext cx="9525" cy="434340"/>
          </a:xfrm>
          <a:custGeom xmlns:a="http://schemas.openxmlformats.org/drawingml/2006/main">
            <a:pathLst>
              <a:path w="9525" h="434340">
                <a:moveTo>
                  <a:pt x="0" y="43434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0861">
            <a:solidFill>
              <a:srgbClr val="1572C3"/>
            </a:solidFill>
          </a:ln>
        </p:spPr>
      </p:sp>
      <p:sp>
        <p:nvSpPr>
          <p:cNvPr id="102" name="wire-250">
            <a:extLst xmlns:a="http://schemas.openxmlformats.org/drawingml/2006/main">
              <a:ext uri="{FF2B5EF4-FFF2-40B4-BE49-F238E27FC236}">
                <a16:creationId xmlns:a16="http://schemas.microsoft.com/office/drawing/2014/main" id="{1D4D6FCD-BC5A-436D-814B-A9BD2C5F0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9260" y="4968240"/>
            <a:ext cx="320040" cy="9525"/>
          </a:xfrm>
          <a:custGeom xmlns:a="http://schemas.openxmlformats.org/drawingml/2006/main">
            <a:pathLst>
              <a:path w="320040" h="9525">
                <a:moveTo>
                  <a:pt x="0" y="0"/>
                </a:moveTo>
                <a:lnTo>
                  <a:pt x="3200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0861">
            <a:solidFill>
              <a:srgbClr val="1572C3"/>
            </a:solidFill>
          </a:ln>
        </p:spPr>
      </p:sp>
      <p:sp>
        <p:nvSpPr>
          <p:cNvPr id="103" name="circuit-251">
            <a:extLst xmlns:a="http://schemas.openxmlformats.org/drawingml/2006/main">
              <a:ext uri="{FF2B5EF4-FFF2-40B4-BE49-F238E27FC236}">
                <a16:creationId xmlns:a16="http://schemas.microsoft.com/office/drawing/2014/main" id="{BDF2C46F-2CD7-4341-9D9C-1ACE03351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93680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2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04" name="text-252">
            <a:extLst xmlns:a="http://schemas.openxmlformats.org/drawingml/2006/main">
              <a:ext uri="{FF2B5EF4-FFF2-40B4-BE49-F238E27FC236}">
                <a16:creationId xmlns:a16="http://schemas.microsoft.com/office/drawing/2014/main" id="{2AA4F257-BC09-429C-8095-E860E4780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1760" y="4659630"/>
            <a:ext cx="274320" cy="308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5" name="wire-253">
            <a:extLst xmlns:a="http://schemas.openxmlformats.org/drawingml/2006/main">
              <a:ext uri="{FF2B5EF4-FFF2-40B4-BE49-F238E27FC236}">
                <a16:creationId xmlns:a16="http://schemas.microsoft.com/office/drawing/2014/main" id="{BCC8DD95-E102-41D5-A708-EBDDDDC11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9510" y="4796790"/>
            <a:ext cx="125730" cy="9525"/>
          </a:xfrm>
          <a:custGeom xmlns:a="http://schemas.openxmlformats.org/drawingml/2006/main">
            <a:pathLst>
              <a:path w="125730" h="9525">
                <a:moveTo>
                  <a:pt x="0" y="0"/>
                </a:moveTo>
                <a:lnTo>
                  <a:pt x="12573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0861">
            <a:solidFill>
              <a:srgbClr val="9FA9B9"/>
            </a:solidFill>
          </a:ln>
        </p:spPr>
      </p:sp>
      <p:sp>
        <p:nvSpPr>
          <p:cNvPr id="106" name="wire-254">
            <a:extLst xmlns:a="http://schemas.openxmlformats.org/drawingml/2006/main">
              <a:ext uri="{FF2B5EF4-FFF2-40B4-BE49-F238E27FC236}">
                <a16:creationId xmlns:a16="http://schemas.microsoft.com/office/drawing/2014/main" id="{CA9FEB81-4E82-4832-B77B-C11E89845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5240" y="4796790"/>
            <a:ext cx="9525" cy="1120140"/>
          </a:xfrm>
          <a:custGeom xmlns:a="http://schemas.openxmlformats.org/drawingml/2006/main">
            <a:pathLst>
              <a:path w="9525" h="1120140">
                <a:moveTo>
                  <a:pt x="0" y="0"/>
                </a:moveTo>
                <a:lnTo>
                  <a:pt x="0" y="1120140"/>
                </a:lnTo>
              </a:path>
            </a:pathLst>
          </a:custGeom>
          <a:noFill xmlns:a="http://schemas.openxmlformats.org/drawingml/2006/main"/>
          <a:ln xmlns:a="http://schemas.openxmlformats.org/drawingml/2006/main" w="30861">
            <a:solidFill>
              <a:srgbClr val="9FA9B9"/>
            </a:solidFill>
          </a:ln>
        </p:spPr>
      </p:sp>
      <p:sp>
        <p:nvSpPr>
          <p:cNvPr id="107" name="wire-255">
            <a:extLst xmlns:a="http://schemas.openxmlformats.org/drawingml/2006/main">
              <a:ext uri="{FF2B5EF4-FFF2-40B4-BE49-F238E27FC236}">
                <a16:creationId xmlns:a16="http://schemas.microsoft.com/office/drawing/2014/main" id="{EF6A3CA6-E4EF-4F0E-A0A1-924CE19BF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7190" y="5916930"/>
            <a:ext cx="7258050" cy="9525"/>
          </a:xfrm>
          <a:custGeom xmlns:a="http://schemas.openxmlformats.org/drawingml/2006/main">
            <a:pathLst>
              <a:path w="7258050" h="9525">
                <a:moveTo>
                  <a:pt x="72580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0861">
            <a:solidFill>
              <a:srgbClr val="9FA9B9"/>
            </a:solidFill>
          </a:ln>
        </p:spPr>
      </p:sp>
      <p:sp>
        <p:nvSpPr>
          <p:cNvPr id="108" name="wire-256">
            <a:extLst xmlns:a="http://schemas.openxmlformats.org/drawingml/2006/main">
              <a:ext uri="{FF2B5EF4-FFF2-40B4-BE49-F238E27FC236}">
                <a16:creationId xmlns:a16="http://schemas.microsoft.com/office/drawing/2014/main" id="{DD1B53B8-B5E6-4366-B65C-CD1242C1C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7190" y="5128260"/>
            <a:ext cx="9525" cy="788670"/>
          </a:xfrm>
          <a:custGeom xmlns:a="http://schemas.openxmlformats.org/drawingml/2006/main">
            <a:pathLst>
              <a:path w="9525" h="788670">
                <a:moveTo>
                  <a:pt x="0" y="78867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0861">
            <a:solidFill>
              <a:srgbClr val="9FA9B9"/>
            </a:solidFill>
          </a:ln>
        </p:spPr>
      </p:sp>
      <p:sp>
        <p:nvSpPr>
          <p:cNvPr id="109" name="wire-257">
            <a:extLst xmlns:a="http://schemas.openxmlformats.org/drawingml/2006/main">
              <a:ext uri="{FF2B5EF4-FFF2-40B4-BE49-F238E27FC236}">
                <a16:creationId xmlns:a16="http://schemas.microsoft.com/office/drawing/2014/main" id="{4B4B0A65-991F-49FE-BF6F-EF458B72B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7190" y="5128260"/>
            <a:ext cx="205740" cy="9525"/>
          </a:xfrm>
          <a:custGeom xmlns:a="http://schemas.openxmlformats.org/drawingml/2006/main">
            <a:pathLst>
              <a:path w="205740" h="9525">
                <a:moveTo>
                  <a:pt x="0" y="0"/>
                </a:moveTo>
                <a:lnTo>
                  <a:pt x="2057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0861">
            <a:solidFill>
              <a:srgbClr val="9FA9B9"/>
            </a:solidFill>
          </a:ln>
        </p:spPr>
      </p:sp>
      <p:sp>
        <p:nvSpPr>
          <p:cNvPr id="110" name="circuit-258">
            <a:extLst xmlns:a="http://schemas.openxmlformats.org/drawingml/2006/main">
              <a:ext uri="{FF2B5EF4-FFF2-40B4-BE49-F238E27FC236}">
                <a16:creationId xmlns:a16="http://schemas.microsoft.com/office/drawing/2014/main" id="{99C80FDD-B3EE-41FA-8B0A-6752FBE8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730" y="509682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2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9FA9B9"/>
          </a:solidFill>
          <a:ln xmlns:a="http://schemas.openxmlformats.org/drawingml/2006/main" w="9525">
            <a:solidFill>
              <a:srgbClr val="9FA9B9"/>
            </a:solidFill>
          </a:ln>
        </p:spPr>
      </p:sp>
      <p:sp>
        <p:nvSpPr>
          <p:cNvPr id="111" name="text-259">
            <a:extLst xmlns:a="http://schemas.openxmlformats.org/drawingml/2006/main">
              <a:ext uri="{FF2B5EF4-FFF2-40B4-BE49-F238E27FC236}">
                <a16:creationId xmlns:a16="http://schemas.microsoft.com/office/drawing/2014/main" id="{2DC1393C-1EAB-4874-83F5-99FA0A809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1085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番地は x0の0 ＋ 12 ＝ 12　／　書く値は x1の3</a:t>
            </a:r>
          </a:p>
        </p:txBody>
      </p:sp>
      <p:sp>
        <p:nvSpPr>
          <p:cNvPr id="112" name="text-260">
            <a:extLst xmlns:a="http://schemas.openxmlformats.org/drawingml/2006/main">
              <a:ext uri="{FF2B5EF4-FFF2-40B4-BE49-F238E27FC236}">
                <a16:creationId xmlns:a16="http://schemas.microsoft.com/office/drawing/2014/main" id="{1423CBEB-9758-44A7-ACF0-48C8BA03E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00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図 4</a:t>
            </a:r>
          </a:p>
        </p:txBody>
      </p:sp>
      <p:sp>
        <p:nvSpPr>
          <p:cNvPr id="113" name="text-261">
            <a:extLst xmlns:a="http://schemas.openxmlformats.org/drawingml/2006/main">
              <a:ext uri="{FF2B5EF4-FFF2-40B4-BE49-F238E27FC236}">
                <a16:creationId xmlns:a16="http://schemas.microsoft.com/office/drawing/2014/main" id="{A0F82EF6-2B71-41D8-91B9-FF81295C3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6515100"/>
            <a:ext cx="979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二つのメモリはFPGA内。上段は命令から取り出す内容で、ビット配置は省略</a:t>
            </a:r>
          </a:p>
        </p:txBody>
      </p:sp>
    </p:spTree>
    <p:extLst>
      <p:ext uri="{BB962C8B-B14F-4D97-AF65-F5344CB8AC3E}">
        <p14:creationId xmlns:p14="http://schemas.microsoft.com/office/powerpoint/2010/main" val="14424470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7" name="text-262">
            <a:extLst xmlns:a="http://schemas.openxmlformats.org/drawingml/2006/main">
              <a:ext uri="{FF2B5EF4-FFF2-40B4-BE49-F238E27FC236}">
                <a16:creationId xmlns:a16="http://schemas.microsoft.com/office/drawing/2014/main" id="{523F6353-BE50-4319-8D1E-F470F5435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"/>
            <a:ext cx="5619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" name="text-263">
            <a:extLst xmlns:a="http://schemas.openxmlformats.org/drawingml/2006/main">
              <a:ext uri="{FF2B5EF4-FFF2-40B4-BE49-F238E27FC236}">
                <a16:creationId xmlns:a16="http://schemas.microsoft.com/office/drawing/2014/main" id="{88B54724-21B6-4C4B-A5FF-7E21D9AB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4325"/>
            <a:ext cx="10325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バスと外付けDDR3メモリ</a:t>
            </a:r>
          </a:p>
        </p:txBody>
      </p:sp>
      <p:sp>
        <p:nvSpPr>
          <p:cNvPr id="3" name="text-264">
            <a:extLst xmlns:a="http://schemas.openxmlformats.org/drawingml/2006/main">
              <a:ext uri="{FF2B5EF4-FFF2-40B4-BE49-F238E27FC236}">
                <a16:creationId xmlns:a16="http://schemas.microsoft.com/office/drawing/2014/main" id="{CCC7B9A5-3C37-4234-86C0-CFA1A6969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515100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defPPr>
            <a:lvl1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  <a:lvl2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2pPr>
            <a:lvl3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3pPr>
            <a:lvl4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4pPr>
            <a:lvl5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5pPr>
            <a:lvl6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6pPr>
            <a:lvl7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7pPr>
            <a:lvl8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8pPr>
            <a:lvl9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" name="text-265">
            <a:extLst xmlns:a="http://schemas.openxmlformats.org/drawingml/2006/main">
              <a:ext uri="{FF2B5EF4-FFF2-40B4-BE49-F238E27FC236}">
                <a16:creationId xmlns:a16="http://schemas.microsoft.com/office/drawing/2014/main" id="{CCA2C4B5-94A1-43C5-BDC2-EF4D3F795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28725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命令とデータの保存先を、FPGA内のメモリからDDR3へ広げる</a:t>
            </a:r>
          </a:p>
        </p:txBody>
      </p:sp>
      <p:sp>
        <p:nvSpPr>
          <p:cNvPr id="5" name="board-stable-board">
            <a:extLst xmlns:a="http://schemas.openxmlformats.org/drawingml/2006/main">
              <a:ext uri="{FF2B5EF4-FFF2-40B4-BE49-F238E27FC236}">
                <a16:creationId xmlns:a16="http://schemas.microsoft.com/office/drawing/2014/main" id="{F6FFF0F8-FA48-48FF-B86F-F399A9A65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76450"/>
            <a:ext cx="11277600" cy="398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6" name="text-267">
            <a:extLst xmlns:a="http://schemas.openxmlformats.org/drawingml/2006/main">
              <a:ext uri="{FF2B5EF4-FFF2-40B4-BE49-F238E27FC236}">
                <a16:creationId xmlns:a16="http://schemas.microsoft.com/office/drawing/2014/main" id="{81AE9552-8832-4712-9B47-54C98081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33600"/>
            <a:ext cx="6477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FPGAボード / Nexys Video</a:t>
            </a:r>
          </a:p>
        </p:txBody>
      </p:sp>
      <p:sp>
        <p:nvSpPr>
          <p:cNvPr id="7" name="text-268">
            <a:extLst xmlns:a="http://schemas.openxmlformats.org/drawingml/2006/main">
              <a:ext uri="{FF2B5EF4-FFF2-40B4-BE49-F238E27FC236}">
                <a16:creationId xmlns:a16="http://schemas.microsoft.com/office/drawing/2014/main" id="{AA6A4930-F091-4DEE-AF79-94538F8E0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2466975"/>
            <a:ext cx="16764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チップ外の部品</a:t>
            </a:r>
          </a:p>
        </p:txBody>
      </p:sp>
      <p:sp>
        <p:nvSpPr>
          <p:cNvPr id="8" name="board-stable-chip">
            <a:extLst xmlns:a="http://schemas.openxmlformats.org/drawingml/2006/main">
              <a:ext uri="{FF2B5EF4-FFF2-40B4-BE49-F238E27FC236}">
                <a16:creationId xmlns:a16="http://schemas.microsoft.com/office/drawing/2014/main" id="{5A1A9F58-2327-4196-8745-91187F9E4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514600"/>
            <a:ext cx="9144000" cy="3400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9F1"/>
          </a:solidFill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9" name="text-270">
            <a:extLst xmlns:a="http://schemas.openxmlformats.org/drawingml/2006/main">
              <a:ext uri="{FF2B5EF4-FFF2-40B4-BE49-F238E27FC236}">
                <a16:creationId xmlns:a16="http://schemas.microsoft.com/office/drawing/2014/main" id="{548B87C2-87AE-4F07-A6FC-571960E07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FPGAチップ</a:t>
            </a:r>
          </a:p>
        </p:txBody>
      </p:sp>
      <p:sp>
        <p:nvSpPr>
          <p:cNvPr id="10" name="board-stable-card">
            <a:extLst xmlns:a="http://schemas.openxmlformats.org/drawingml/2006/main">
              <a:ext uri="{FF2B5EF4-FFF2-40B4-BE49-F238E27FC236}">
                <a16:creationId xmlns:a16="http://schemas.microsoft.com/office/drawing/2014/main" id="{20E7FB4C-F41A-4BA6-8B9C-965A0DC71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2857500"/>
            <a:ext cx="1543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9FA9B9"/>
            </a:solidFill>
          </a:ln>
        </p:spPr>
      </p:sp>
      <p:sp>
        <p:nvSpPr>
          <p:cNvPr id="11" name="text-272">
            <a:extLst xmlns:a="http://schemas.openxmlformats.org/drawingml/2006/main">
              <a:ext uri="{FF2B5EF4-FFF2-40B4-BE49-F238E27FC236}">
                <a16:creationId xmlns:a16="http://schemas.microsoft.com/office/drawing/2014/main" id="{444DC5BC-A571-4E15-AEA6-0D86CABAC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2914650"/>
            <a:ext cx="1390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pPr>
            <a:r>
              <a: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rPr>
              <a:t>SDカード</a:t>
            </a:r>
          </a:p>
          <a:p xmlns:a="http://schemas.openxmlformats.org/drawingml/2006/main">
            <a: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pPr>
            <a:r>
              <a: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rPr>
              <a:t>スロット</a:t>
            </a:r>
          </a:p>
        </p:txBody>
      </p:sp>
      <p:sp>
        <p:nvSpPr>
          <p:cNvPr id="12" name="board-stable-memory">
            <a:extLst xmlns:a="http://schemas.openxmlformats.org/drawingml/2006/main">
              <a:ext uri="{FF2B5EF4-FFF2-40B4-BE49-F238E27FC236}">
                <a16:creationId xmlns:a16="http://schemas.microsoft.com/office/drawing/2014/main" id="{F783528D-B9F9-4137-B4B4-167EA71ED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3876675"/>
            <a:ext cx="154305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13" name="text-274">
            <a:extLst xmlns:a="http://schemas.openxmlformats.org/drawingml/2006/main">
              <a:ext uri="{FF2B5EF4-FFF2-40B4-BE49-F238E27FC236}">
                <a16:creationId xmlns:a16="http://schemas.microsoft.com/office/drawing/2014/main" id="{6DCA9F10-E68F-4FE6-87A6-1EE99ACC9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92430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DDR3</a:t>
            </a:r>
          </a:p>
        </p:txBody>
      </p:sp>
      <p:sp>
        <p:nvSpPr>
          <p:cNvPr id="14" name="text-275">
            <a:extLst xmlns:a="http://schemas.openxmlformats.org/drawingml/2006/main">
              <a:ext uri="{FF2B5EF4-FFF2-40B4-BE49-F238E27FC236}">
                <a16:creationId xmlns:a16="http://schemas.microsoft.com/office/drawing/2014/main" id="{326184C2-B3F1-4594-AFA6-1B1D2E95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276725"/>
            <a:ext cx="1409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12番地：3</a:t>
            </a:r>
          </a:p>
        </p:txBody>
      </p:sp>
      <p:sp>
        <p:nvSpPr>
          <p:cNvPr id="15" name="board-stable-hdmi">
            <a:extLst xmlns:a="http://schemas.openxmlformats.org/drawingml/2006/main">
              <a:ext uri="{FF2B5EF4-FFF2-40B4-BE49-F238E27FC236}">
                <a16:creationId xmlns:a16="http://schemas.microsoft.com/office/drawing/2014/main" id="{0E1012E7-EC55-4C9B-AF65-08E0414E5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5257800"/>
            <a:ext cx="1543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9FA9B9"/>
            </a:solidFill>
          </a:ln>
        </p:spPr>
      </p:sp>
      <p:sp>
        <p:nvSpPr>
          <p:cNvPr id="16" name="text-277">
            <a:extLst xmlns:a="http://schemas.openxmlformats.org/drawingml/2006/main">
              <a:ext uri="{FF2B5EF4-FFF2-40B4-BE49-F238E27FC236}">
                <a16:creationId xmlns:a16="http://schemas.microsoft.com/office/drawing/2014/main" id="{9A28A3AD-00D4-4946-B8A2-B324BE610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314950"/>
            <a:ext cx="1390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75" b="1">
                <a:solidFill>
                  <a:srgbClr val="9FA9B9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1">
                <a:solidFill>
                  <a:srgbClr val="9FA9B9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1">
                <a:solidFill>
                  <a:srgbClr val="9FA9B9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1">
                <a:solidFill>
                  <a:srgbClr val="9FA9B9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1">
                <a:solidFill>
                  <a:srgbClr val="9FA9B9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1">
                <a:solidFill>
                  <a:srgbClr val="9FA9B9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1">
                <a:solidFill>
                  <a:srgbClr val="9FA9B9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1">
                <a:solidFill>
                  <a:srgbClr val="9FA9B9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1">
                <a:solidFill>
                  <a:srgbClr val="9FA9B9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1">
                <a:solidFill>
                  <a:srgbClr val="9FA9B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9FA9B9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9FA9B9"/>
                </a:solidFill>
                <a:latin typeface="Arial"/>
                <a:ea typeface="Arial"/>
                <a:cs typeface="Arial"/>
              </a:rPr>
              <a:t>HDMI OUT</a:t>
            </a:r>
          </a:p>
        </p:txBody>
      </p:sp>
      <p:sp>
        <p:nvSpPr>
          <p:cNvPr id="17" name="board-stable-bus">
            <a:extLst xmlns:a="http://schemas.openxmlformats.org/drawingml/2006/main">
              <a:ext uri="{FF2B5EF4-FFF2-40B4-BE49-F238E27FC236}">
                <a16:creationId xmlns:a16="http://schemas.microsoft.com/office/drawing/2014/main" id="{B05665E7-16CD-4D7A-9382-5666D03CB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762375"/>
            <a:ext cx="5715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18" name="text-279">
            <a:extLst xmlns:a="http://schemas.openxmlformats.org/drawingml/2006/main">
              <a:ext uri="{FF2B5EF4-FFF2-40B4-BE49-F238E27FC236}">
                <a16:creationId xmlns:a16="http://schemas.microsoft.com/office/drawing/2014/main" id="{BF1E8FFC-A982-45CB-85EA-6C1482CB5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421005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バス</a:t>
            </a:r>
          </a:p>
        </p:txBody>
      </p:sp>
      <p:sp>
        <p:nvSpPr>
          <p:cNvPr id="19" name="board-stable-ddr">
            <a:extLst xmlns:a="http://schemas.openxmlformats.org/drawingml/2006/main">
              <a:ext uri="{FF2B5EF4-FFF2-40B4-BE49-F238E27FC236}">
                <a16:creationId xmlns:a16="http://schemas.microsoft.com/office/drawing/2014/main" id="{1ABC0B04-3DA5-4D66-A130-586F159BA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4010025"/>
            <a:ext cx="1400175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20" name="text-281">
            <a:extLst xmlns:a="http://schemas.openxmlformats.org/drawingml/2006/main">
              <a:ext uri="{FF2B5EF4-FFF2-40B4-BE49-F238E27FC236}">
                <a16:creationId xmlns:a16="http://schemas.microsoft.com/office/drawing/2014/main" id="{F419AA41-1267-4B66-A825-8B56CF78B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067175"/>
            <a:ext cx="12477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DDR</a:t>
            </a:r>
          </a:p>
          <a:p xmlns:a="http://schemas.openxmlformats.org/drawingml/2006/main">
            <a: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コントローラー</a:t>
            </a:r>
          </a:p>
        </p:txBody>
      </p:sp>
      <p:sp>
        <p:nvSpPr>
          <p:cNvPr id="21" name="text-282">
            <a:extLst xmlns:a="http://schemas.openxmlformats.org/drawingml/2006/main">
              <a:ext uri="{FF2B5EF4-FFF2-40B4-BE49-F238E27FC236}">
                <a16:creationId xmlns:a16="http://schemas.microsoft.com/office/drawing/2014/main" id="{58ED319D-6D4A-4D6D-A2A6-0EAAAD8E7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6712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AMD提供（MIG）</a:t>
            </a:r>
          </a:p>
        </p:txBody>
      </p:sp>
      <p:sp>
        <p:nvSpPr>
          <p:cNvPr id="22" name="wire-283">
            <a:extLst xmlns:a="http://schemas.openxmlformats.org/drawingml/2006/main">
              <a:ext uri="{FF2B5EF4-FFF2-40B4-BE49-F238E27FC236}">
                <a16:creationId xmlns:a16="http://schemas.microsoft.com/office/drawing/2014/main" id="{3DCE7109-B320-45CB-9074-E4A7110B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333875"/>
            <a:ext cx="447675" cy="9525"/>
          </a:xfrm>
          <a:custGeom xmlns:a="http://schemas.openxmlformats.org/drawingml/2006/main">
            <a:pathLst>
              <a:path w="447675" h="9525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23" name="circuit-284">
            <a:extLst xmlns:a="http://schemas.openxmlformats.org/drawingml/2006/main">
              <a:ext uri="{FF2B5EF4-FFF2-40B4-BE49-F238E27FC236}">
                <a16:creationId xmlns:a16="http://schemas.microsoft.com/office/drawing/2014/main" id="{2F7CC8F8-A3C2-46D7-B740-DE52772F9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43024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24" name="wire-285">
            <a:extLst xmlns:a="http://schemas.openxmlformats.org/drawingml/2006/main">
              <a:ext uri="{FF2B5EF4-FFF2-40B4-BE49-F238E27FC236}">
                <a16:creationId xmlns:a16="http://schemas.microsoft.com/office/drawing/2014/main" id="{19B6466C-6734-4EBA-9615-DA2E6E8F4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333875"/>
            <a:ext cx="447675" cy="9525"/>
          </a:xfrm>
          <a:custGeom xmlns:a="http://schemas.openxmlformats.org/drawingml/2006/main">
            <a:pathLst>
              <a:path w="447675" h="9525">
                <a:moveTo>
                  <a:pt x="4476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25" name="circuit-286">
            <a:extLst xmlns:a="http://schemas.openxmlformats.org/drawingml/2006/main">
              <a:ext uri="{FF2B5EF4-FFF2-40B4-BE49-F238E27FC236}">
                <a16:creationId xmlns:a16="http://schemas.microsoft.com/office/drawing/2014/main" id="{9D19A8D6-6F9E-45E6-83F4-1A13FA76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302443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26" name="wire-287">
            <a:extLst xmlns:a="http://schemas.openxmlformats.org/drawingml/2006/main">
              <a:ext uri="{FF2B5EF4-FFF2-40B4-BE49-F238E27FC236}">
                <a16:creationId xmlns:a16="http://schemas.microsoft.com/office/drawing/2014/main" id="{2ECAC8ED-DDC4-442A-9D32-2B792DE5F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14825"/>
            <a:ext cx="9525" cy="247650"/>
          </a:xfrm>
          <a:custGeom xmlns:a="http://schemas.openxmlformats.org/drawingml/2006/main">
            <a:pathLst>
              <a:path w="9525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9FA9B9"/>
            </a:solidFill>
          </a:ln>
        </p:spPr>
      </p:sp>
      <p:sp>
        <p:nvSpPr>
          <p:cNvPr id="27" name="wire-288">
            <a:extLst xmlns:a="http://schemas.openxmlformats.org/drawingml/2006/main">
              <a:ext uri="{FF2B5EF4-FFF2-40B4-BE49-F238E27FC236}">
                <a16:creationId xmlns:a16="http://schemas.microsoft.com/office/drawing/2014/main" id="{1CE90EDF-A68C-45AC-9A52-F2D240944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62475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28" name="circuit-289">
            <a:extLst xmlns:a="http://schemas.openxmlformats.org/drawingml/2006/main">
              <a:ext uri="{FF2B5EF4-FFF2-40B4-BE49-F238E27FC236}">
                <a16:creationId xmlns:a16="http://schemas.microsoft.com/office/drawing/2014/main" id="{2C4CF869-6CE3-4591-B96E-20E441A05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310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29" name="wire-290">
            <a:extLst xmlns:a="http://schemas.openxmlformats.org/drawingml/2006/main">
              <a:ext uri="{FF2B5EF4-FFF2-40B4-BE49-F238E27FC236}">
                <a16:creationId xmlns:a16="http://schemas.microsoft.com/office/drawing/2014/main" id="{239FFB51-1197-4B19-B561-5AE74F121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62475"/>
            <a:ext cx="114300" cy="9525"/>
          </a:xfrm>
          <a:custGeom xmlns:a="http://schemas.openxmlformats.org/drawingml/2006/main">
            <a:pathLst>
              <a:path w="114300" h="9525">
                <a:moveTo>
                  <a:pt x="1143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0" name="circuit-291">
            <a:extLst xmlns:a="http://schemas.openxmlformats.org/drawingml/2006/main">
              <a:ext uri="{FF2B5EF4-FFF2-40B4-BE49-F238E27FC236}">
                <a16:creationId xmlns:a16="http://schemas.microsoft.com/office/drawing/2014/main" id="{93803111-EC7B-48EE-B669-B3B55DAE3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1043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31" name="wire-292">
            <a:extLst xmlns:a="http://schemas.openxmlformats.org/drawingml/2006/main">
              <a:ext uri="{FF2B5EF4-FFF2-40B4-BE49-F238E27FC236}">
                <a16:creationId xmlns:a16="http://schemas.microsoft.com/office/drawing/2014/main" id="{6C2CA094-79C7-4043-8020-AEAD54BDB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14825"/>
            <a:ext cx="238125" cy="9525"/>
          </a:xfrm>
          <a:custGeom xmlns:a="http://schemas.openxmlformats.org/drawingml/2006/main">
            <a:pathLst>
              <a:path w="238125" h="9525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2" name="circuit-293">
            <a:extLst xmlns:a="http://schemas.openxmlformats.org/drawingml/2006/main">
              <a:ext uri="{FF2B5EF4-FFF2-40B4-BE49-F238E27FC236}">
                <a16:creationId xmlns:a16="http://schemas.microsoft.com/office/drawing/2014/main" id="{D7641849-F0DA-402D-BE99-D6FF2214C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42833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33" name="wire-294">
            <a:extLst xmlns:a="http://schemas.openxmlformats.org/drawingml/2006/main">
              <a:ext uri="{FF2B5EF4-FFF2-40B4-BE49-F238E27FC236}">
                <a16:creationId xmlns:a16="http://schemas.microsoft.com/office/drawing/2014/main" id="{1504709A-BBF3-4F00-AC1E-76081333F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14825"/>
            <a:ext cx="238125" cy="9525"/>
          </a:xfrm>
          <a:custGeom xmlns:a="http://schemas.openxmlformats.org/drawingml/2006/main">
            <a:pathLst>
              <a:path w="238125" h="9525">
                <a:moveTo>
                  <a:pt x="2381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4" name="circuit-295">
            <a:extLst xmlns:a="http://schemas.openxmlformats.org/drawingml/2006/main">
              <a:ext uri="{FF2B5EF4-FFF2-40B4-BE49-F238E27FC236}">
                <a16:creationId xmlns:a16="http://schemas.microsoft.com/office/drawing/2014/main" id="{E4214A4E-F6F0-4FCD-85E1-3F737AC1D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283393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35" name="text-296">
            <a:extLst xmlns:a="http://schemas.openxmlformats.org/drawingml/2006/main">
              <a:ext uri="{FF2B5EF4-FFF2-40B4-BE49-F238E27FC236}">
                <a16:creationId xmlns:a16="http://schemas.microsoft.com/office/drawing/2014/main" id="{2A67BA0B-5FBA-41E4-B7BA-CACA03FD9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838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命令から取り出す内容</a:t>
            </a:r>
          </a:p>
        </p:txBody>
      </p:sp>
      <p:sp>
        <p:nvSpPr>
          <p:cNvPr id="36" name="block-297">
            <a:extLst xmlns:a="http://schemas.openxmlformats.org/drawingml/2006/main">
              <a:ext uri="{FF2B5EF4-FFF2-40B4-BE49-F238E27FC236}">
                <a16:creationId xmlns:a16="http://schemas.microsoft.com/office/drawing/2014/main" id="{4C359DD1-A28A-4D7A-BBA9-5806FA3B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248025"/>
            <a:ext cx="1257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231F20"/>
            </a:solidFill>
          </a:ln>
        </p:spPr>
      </p:sp>
      <p:sp>
        <p:nvSpPr>
          <p:cNvPr id="37" name="text-298">
            <a:extLst xmlns:a="http://schemas.openxmlformats.org/drawingml/2006/main">
              <a:ext uri="{FF2B5EF4-FFF2-40B4-BE49-F238E27FC236}">
                <a16:creationId xmlns:a16="http://schemas.microsoft.com/office/drawing/2014/main" id="{5CBEEDC2-99B3-4692-B882-81F66828A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048000"/>
            <a:ext cx="12573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rPr>
              <a:t>即値</a:t>
            </a:r>
          </a:p>
        </p:txBody>
      </p:sp>
      <p:sp>
        <p:nvSpPr>
          <p:cNvPr id="38" name="text-299">
            <a:extLst xmlns:a="http://schemas.openxmlformats.org/drawingml/2006/main">
              <a:ext uri="{FF2B5EF4-FFF2-40B4-BE49-F238E27FC236}">
                <a16:creationId xmlns:a16="http://schemas.microsoft.com/office/drawing/2014/main" id="{17F53F8E-A86D-4266-A2BB-CF17CE044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248025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9" name="block-300">
            <a:extLst xmlns:a="http://schemas.openxmlformats.org/drawingml/2006/main">
              <a:ext uri="{FF2B5EF4-FFF2-40B4-BE49-F238E27FC236}">
                <a16:creationId xmlns:a16="http://schemas.microsoft.com/office/drawing/2014/main" id="{741B31A3-7C0F-4CD2-BB7B-247127E1F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248025"/>
            <a:ext cx="590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231F20"/>
            </a:solidFill>
          </a:ln>
        </p:spPr>
      </p:sp>
      <p:sp>
        <p:nvSpPr>
          <p:cNvPr id="40" name="text-301">
            <a:extLst xmlns:a="http://schemas.openxmlformats.org/drawingml/2006/main">
              <a:ext uri="{FF2B5EF4-FFF2-40B4-BE49-F238E27FC236}">
                <a16:creationId xmlns:a16="http://schemas.microsoft.com/office/drawing/2014/main" id="{702779AD-0DBA-4ADF-A662-7C5085A7B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48000"/>
            <a:ext cx="59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defPPr>
            <a:lvl1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1pPr>
            <a:lvl2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2pPr>
            <a:lvl3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3pPr>
            <a:lvl4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4pPr>
            <a:lvl5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5pPr>
            <a:lvl6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6pPr>
            <a:lvl7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7pPr>
            <a:lvl8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8pPr>
            <a:lvl9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A9B9"/>
                </a:solidFill>
                <a:latin typeface="Arial"/>
                <a:ea typeface="Arial"/>
                <a:cs typeface="Arial"/>
              </a:rPr>
              <a:t>A1</a:t>
            </a:r>
          </a:p>
        </p:txBody>
      </p:sp>
      <p:sp>
        <p:nvSpPr>
          <p:cNvPr id="41" name="text-302">
            <a:extLst xmlns:a="http://schemas.openxmlformats.org/drawingml/2006/main">
              <a:ext uri="{FF2B5EF4-FFF2-40B4-BE49-F238E27FC236}">
                <a16:creationId xmlns:a16="http://schemas.microsoft.com/office/drawing/2014/main" id="{F03D6E92-7A0D-47AE-A4B8-4A3378CF1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248025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2" name="block-303">
            <a:extLst xmlns:a="http://schemas.openxmlformats.org/drawingml/2006/main">
              <a:ext uri="{FF2B5EF4-FFF2-40B4-BE49-F238E27FC236}">
                <a16:creationId xmlns:a16="http://schemas.microsoft.com/office/drawing/2014/main" id="{C2E4E509-0701-46FE-A50A-618DCDCDD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3248025"/>
            <a:ext cx="1028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231F20"/>
            </a:solidFill>
          </a:ln>
        </p:spPr>
      </p:sp>
      <p:sp>
        <p:nvSpPr>
          <p:cNvPr id="43" name="text-304">
            <a:extLst xmlns:a="http://schemas.openxmlformats.org/drawingml/2006/main">
              <a:ext uri="{FF2B5EF4-FFF2-40B4-BE49-F238E27FC236}">
                <a16:creationId xmlns:a16="http://schemas.microsoft.com/office/drawing/2014/main" id="{02471966-ACD1-4026-89D3-FF11AE7A9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3048000"/>
            <a:ext cx="10287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defPPr>
            <a:lvl1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1pPr>
            <a:lvl2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2pPr>
            <a:lvl3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3pPr>
            <a:lvl4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4pPr>
            <a:lvl5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5pPr>
            <a:lvl6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6pPr>
            <a:lvl7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7pPr>
            <a:lvl8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8pPr>
            <a:lvl9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A9B9"/>
                </a:solidFill>
                <a:latin typeface="Arial"/>
                <a:ea typeface="Arial"/>
                <a:cs typeface="Arial"/>
              </a:rPr>
              <a:t>A2</a:t>
            </a:r>
          </a:p>
        </p:txBody>
      </p:sp>
      <p:sp>
        <p:nvSpPr>
          <p:cNvPr id="44" name="text-305">
            <a:extLst xmlns:a="http://schemas.openxmlformats.org/drawingml/2006/main">
              <a:ext uri="{FF2B5EF4-FFF2-40B4-BE49-F238E27FC236}">
                <a16:creationId xmlns:a16="http://schemas.microsoft.com/office/drawing/2014/main" id="{BE687D87-6880-4A48-85D2-4C4F55729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32480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5" name="block-306">
            <a:extLst xmlns:a="http://schemas.openxmlformats.org/drawingml/2006/main">
              <a:ext uri="{FF2B5EF4-FFF2-40B4-BE49-F238E27FC236}">
                <a16:creationId xmlns:a16="http://schemas.microsoft.com/office/drawing/2014/main" id="{3FD9677C-C3DD-4695-9464-FB03DB40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248025"/>
            <a:ext cx="590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231F20"/>
            </a:solidFill>
          </a:ln>
        </p:spPr>
      </p:sp>
      <p:sp>
        <p:nvSpPr>
          <p:cNvPr id="46" name="text-307">
            <a:extLst xmlns:a="http://schemas.openxmlformats.org/drawingml/2006/main">
              <a:ext uri="{FF2B5EF4-FFF2-40B4-BE49-F238E27FC236}">
                <a16:creationId xmlns:a16="http://schemas.microsoft.com/office/drawing/2014/main" id="{0A3C76EF-7026-40AD-A069-2694E80B5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048000"/>
            <a:ext cx="59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rPr>
              <a:t>操作</a:t>
            </a:r>
          </a:p>
        </p:txBody>
      </p:sp>
      <p:sp>
        <p:nvSpPr>
          <p:cNvPr id="47" name="text-308">
            <a:extLst xmlns:a="http://schemas.openxmlformats.org/drawingml/2006/main">
              <a:ext uri="{FF2B5EF4-FFF2-40B4-BE49-F238E27FC236}">
                <a16:creationId xmlns:a16="http://schemas.microsoft.com/office/drawing/2014/main" id="{DAF5D94C-D880-46E4-BB06-5C93F18F7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248025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sw</a:t>
            </a:r>
          </a:p>
        </p:txBody>
      </p:sp>
      <p:sp>
        <p:nvSpPr>
          <p:cNvPr id="48" name="board-stable-pc">
            <a:extLst xmlns:a="http://schemas.openxmlformats.org/drawingml/2006/main">
              <a:ext uri="{FF2B5EF4-FFF2-40B4-BE49-F238E27FC236}">
                <a16:creationId xmlns:a16="http://schemas.microsoft.com/office/drawing/2014/main" id="{FD4060AF-E19E-4199-805E-95A415752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71950"/>
            <a:ext cx="3143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49" name="text-310">
            <a:extLst xmlns:a="http://schemas.openxmlformats.org/drawingml/2006/main">
              <a:ext uri="{FF2B5EF4-FFF2-40B4-BE49-F238E27FC236}">
                <a16:creationId xmlns:a16="http://schemas.microsoft.com/office/drawing/2014/main" id="{C3F30947-42FC-4FAE-8E0A-8E5BAA453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52925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D Q</a:t>
            </a:r>
          </a:p>
        </p:txBody>
      </p:sp>
      <p:sp>
        <p:nvSpPr>
          <p:cNvPr id="50" name="circuit-311">
            <a:extLst xmlns:a="http://schemas.openxmlformats.org/drawingml/2006/main">
              <a:ext uri="{FF2B5EF4-FFF2-40B4-BE49-F238E27FC236}">
                <a16:creationId xmlns:a16="http://schemas.microsoft.com/office/drawing/2014/main" id="{1F5ECE55-D1A3-4998-BC8F-09E72CCA5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171950"/>
            <a:ext cx="171450" cy="95250"/>
          </a:xfrm>
          <a:custGeom xmlns:a="http://schemas.openxmlformats.org/drawingml/2006/main">
            <a:pathLst>
              <a:path w="171450" h="95250">
                <a:moveTo>
                  <a:pt x="0" y="0"/>
                </a:moveTo>
                <a:lnTo>
                  <a:pt x="85725" y="95250"/>
                </a:lnTo>
                <a:lnTo>
                  <a:pt x="17145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51" name="wire-312">
            <a:extLst xmlns:a="http://schemas.openxmlformats.org/drawingml/2006/main">
              <a:ext uri="{FF2B5EF4-FFF2-40B4-BE49-F238E27FC236}">
                <a16:creationId xmlns:a16="http://schemas.microsoft.com/office/drawing/2014/main" id="{D4F68E0F-CF89-4460-88F3-6EE72DD36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29075"/>
            <a:ext cx="9525" cy="142875"/>
          </a:xfrm>
          <a:custGeom xmlns:a="http://schemas.openxmlformats.org/drawingml/2006/main">
            <a:pathLst>
              <a:path w="9525" h="142875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52" name="text-313">
            <a:extLst xmlns:a="http://schemas.openxmlformats.org/drawingml/2006/main">
              <a:ext uri="{FF2B5EF4-FFF2-40B4-BE49-F238E27FC236}">
                <a16:creationId xmlns:a16="http://schemas.microsoft.com/office/drawing/2014/main" id="{E324BF94-9A1E-4558-971A-FB9E0B2DE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00475"/>
            <a:ext cx="428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clk</a:t>
            </a:r>
          </a:p>
        </p:txBody>
      </p:sp>
      <p:sp>
        <p:nvSpPr>
          <p:cNvPr id="53" name="text-314">
            <a:extLst xmlns:a="http://schemas.openxmlformats.org/drawingml/2006/main">
              <a:ext uri="{FF2B5EF4-FFF2-40B4-BE49-F238E27FC236}">
                <a16:creationId xmlns:a16="http://schemas.microsoft.com/office/drawing/2014/main" id="{5118A79F-21C2-43D0-9DB2-65B2B3BEF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29175"/>
            <a:ext cx="4953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PC</a:t>
            </a:r>
          </a:p>
        </p:txBody>
      </p:sp>
      <p:sp>
        <p:nvSpPr>
          <p:cNvPr id="54" name="wire-315">
            <a:extLst xmlns:a="http://schemas.openxmlformats.org/drawingml/2006/main">
              <a:ext uri="{FF2B5EF4-FFF2-40B4-BE49-F238E27FC236}">
                <a16:creationId xmlns:a16="http://schemas.microsoft.com/office/drawing/2014/main" id="{CAF968EF-A39D-4DD6-A7E6-1B9864BAA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457700"/>
            <a:ext cx="276225" cy="9525"/>
          </a:xfrm>
          <a:custGeom xmlns:a="http://schemas.openxmlformats.org/drawingml/2006/main">
            <a:pathLst>
              <a:path w="276225" h="9525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55" name="circuit-316">
            <a:extLst xmlns:a="http://schemas.openxmlformats.org/drawingml/2006/main">
              <a:ext uri="{FF2B5EF4-FFF2-40B4-BE49-F238E27FC236}">
                <a16:creationId xmlns:a16="http://schemas.microsoft.com/office/drawing/2014/main" id="{2D95AE5E-706F-4327-AA69-1E168EE9D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262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56" name="text-317">
            <a:extLst xmlns:a="http://schemas.openxmlformats.org/drawingml/2006/main">
              <a:ext uri="{FF2B5EF4-FFF2-40B4-BE49-F238E27FC236}">
                <a16:creationId xmlns:a16="http://schemas.microsoft.com/office/drawing/2014/main" id="{36EF9A2B-3CEF-4367-B6C4-8FE594FD2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43425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7" name="board-stable-fetch">
            <a:extLst xmlns:a="http://schemas.openxmlformats.org/drawingml/2006/main">
              <a:ext uri="{FF2B5EF4-FFF2-40B4-BE49-F238E27FC236}">
                <a16:creationId xmlns:a16="http://schemas.microsoft.com/office/drawing/2014/main" id="{930C646B-A7CA-483A-8E8B-88293D738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943350"/>
            <a:ext cx="138112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58" name="text-319">
            <a:extLst xmlns:a="http://schemas.openxmlformats.org/drawingml/2006/main">
              <a:ext uri="{FF2B5EF4-FFF2-40B4-BE49-F238E27FC236}">
                <a16:creationId xmlns:a16="http://schemas.microsoft.com/office/drawing/2014/main" id="{DB9D5A9D-6B22-4040-BEE7-918C010CC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981450"/>
            <a:ext cx="12668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命令読出し</a:t>
            </a:r>
          </a:p>
        </p:txBody>
      </p:sp>
      <p:sp>
        <p:nvSpPr>
          <p:cNvPr id="59" name="text-320">
            <a:extLst xmlns:a="http://schemas.openxmlformats.org/drawingml/2006/main">
              <a:ext uri="{FF2B5EF4-FFF2-40B4-BE49-F238E27FC236}">
                <a16:creationId xmlns:a16="http://schemas.microsoft.com/office/drawing/2014/main" id="{D6EC0EEF-7E82-4E6F-88AC-BDEE696EA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343400"/>
            <a:ext cx="23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60" name="text-321">
            <a:extLst xmlns:a="http://schemas.openxmlformats.org/drawingml/2006/main">
              <a:ext uri="{FF2B5EF4-FFF2-40B4-BE49-F238E27FC236}">
                <a16:creationId xmlns:a16="http://schemas.microsoft.com/office/drawing/2014/main" id="{F622EBE4-BBCF-432A-8169-229616CAD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434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</a:t>
            </a:r>
          </a:p>
        </p:txBody>
      </p:sp>
      <p:sp>
        <p:nvSpPr>
          <p:cNvPr id="61" name="text-322">
            <a:extLst xmlns:a="http://schemas.openxmlformats.org/drawingml/2006/main">
              <a:ext uri="{FF2B5EF4-FFF2-40B4-BE49-F238E27FC236}">
                <a16:creationId xmlns:a16="http://schemas.microsoft.com/office/drawing/2014/main" id="{381950C5-C86F-47F8-BF99-26BCB9CE0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619625"/>
            <a:ext cx="11049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4：sw x1,12(x0)</a:t>
            </a:r>
          </a:p>
        </p:txBody>
      </p:sp>
      <p:sp>
        <p:nvSpPr>
          <p:cNvPr id="62" name="wire-323">
            <a:extLst xmlns:a="http://schemas.openxmlformats.org/drawingml/2006/main">
              <a:ext uri="{FF2B5EF4-FFF2-40B4-BE49-F238E27FC236}">
                <a16:creationId xmlns:a16="http://schemas.microsoft.com/office/drawing/2014/main" id="{404D5B7D-208B-4CAC-B99D-0DD4B897E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457700"/>
            <a:ext cx="219075" cy="9525"/>
          </a:xfrm>
          <a:custGeom xmlns:a="http://schemas.openxmlformats.org/drawingml/2006/main">
            <a:pathLst>
              <a:path w="219075" h="9525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231F20"/>
            </a:solidFill>
          </a:ln>
        </p:spPr>
      </p:sp>
      <p:sp>
        <p:nvSpPr>
          <p:cNvPr id="63" name="wire-324">
            <a:extLst xmlns:a="http://schemas.openxmlformats.org/drawingml/2006/main">
              <a:ext uri="{FF2B5EF4-FFF2-40B4-BE49-F238E27FC236}">
                <a16:creationId xmlns:a16="http://schemas.microsoft.com/office/drawing/2014/main" id="{0612C4C2-D992-4A60-BFA4-F1754F2F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381375"/>
            <a:ext cx="9525" cy="1076325"/>
          </a:xfrm>
          <a:custGeom xmlns:a="http://schemas.openxmlformats.org/drawingml/2006/main">
            <a:pathLst>
              <a:path w="9525" h="1076325">
                <a:moveTo>
                  <a:pt x="0" y="107632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231F20"/>
            </a:solidFill>
          </a:ln>
        </p:spPr>
      </p:sp>
      <p:sp>
        <p:nvSpPr>
          <p:cNvPr id="64" name="wire-325">
            <a:extLst xmlns:a="http://schemas.openxmlformats.org/drawingml/2006/main">
              <a:ext uri="{FF2B5EF4-FFF2-40B4-BE49-F238E27FC236}">
                <a16:creationId xmlns:a16="http://schemas.microsoft.com/office/drawing/2014/main" id="{20775AFF-64EC-4FC5-8C7A-D21AC133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381375"/>
            <a:ext cx="219075" cy="9525"/>
          </a:xfrm>
          <a:custGeom xmlns:a="http://schemas.openxmlformats.org/drawingml/2006/main">
            <a:pathLst>
              <a:path w="219075" h="9525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231F20"/>
            </a:solidFill>
          </a:ln>
        </p:spPr>
      </p:sp>
      <p:sp>
        <p:nvSpPr>
          <p:cNvPr id="65" name="circuit-326">
            <a:extLst xmlns:a="http://schemas.openxmlformats.org/drawingml/2006/main">
              <a:ext uri="{FF2B5EF4-FFF2-40B4-BE49-F238E27FC236}">
                <a16:creationId xmlns:a16="http://schemas.microsoft.com/office/drawing/2014/main" id="{A82811B2-3F30-468E-8BBE-45CD9943D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33499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66" name="circuit-327">
            <a:extLst xmlns:a="http://schemas.openxmlformats.org/drawingml/2006/main">
              <a:ext uri="{FF2B5EF4-FFF2-40B4-BE49-F238E27FC236}">
                <a16:creationId xmlns:a16="http://schemas.microsoft.com/office/drawing/2014/main" id="{1DA7E337-0CBF-4699-904D-CB246182D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3400425"/>
            <a:ext cx="419100" cy="419100"/>
          </a:xfrm>
          <a:custGeom xmlns:a="http://schemas.openxmlformats.org/drawingml/2006/main">
            <a:pathLst>
              <a:path w="419100" h="419100">
                <a:moveTo>
                  <a:pt x="0" y="0"/>
                </a:moveTo>
                <a:lnTo>
                  <a:pt x="419100" y="104775"/>
                </a:lnTo>
                <a:lnTo>
                  <a:pt x="419100" y="314325"/>
                </a:lnTo>
                <a:lnTo>
                  <a:pt x="0" y="419100"/>
                </a:lnTo>
                <a:lnTo>
                  <a:pt x="0" y="295275"/>
                </a:lnTo>
                <a:lnTo>
                  <a:pt x="95250" y="20955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67" name="text-328">
            <a:extLst xmlns:a="http://schemas.openxmlformats.org/drawingml/2006/main">
              <a:ext uri="{FF2B5EF4-FFF2-40B4-BE49-F238E27FC236}">
                <a16:creationId xmlns:a16="http://schemas.microsoft.com/office/drawing/2014/main" id="{0E4461F2-1343-4557-AAFA-5E6A979D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3476625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68" name="wire-329">
            <a:extLst xmlns:a="http://schemas.openxmlformats.org/drawingml/2006/main">
              <a:ext uri="{FF2B5EF4-FFF2-40B4-BE49-F238E27FC236}">
                <a16:creationId xmlns:a16="http://schemas.microsoft.com/office/drawing/2014/main" id="{E0ED72C8-4319-4014-8335-D9F6A41EC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3505200"/>
            <a:ext cx="9525" cy="952500"/>
          </a:xfrm>
          <a:custGeom xmlns:a="http://schemas.openxmlformats.org/drawingml/2006/main">
            <a:pathLst>
              <a:path w="9525" h="952500">
                <a:moveTo>
                  <a:pt x="0" y="9525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9" name="wire-330">
            <a:extLst xmlns:a="http://schemas.openxmlformats.org/drawingml/2006/main">
              <a:ext uri="{FF2B5EF4-FFF2-40B4-BE49-F238E27FC236}">
                <a16:creationId xmlns:a16="http://schemas.microsoft.com/office/drawing/2014/main" id="{46F0C4DE-518C-4EBE-84F3-1F8D6F09F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3505200"/>
            <a:ext cx="323850" cy="9525"/>
          </a:xfrm>
          <a:custGeom xmlns:a="http://schemas.openxmlformats.org/drawingml/2006/main">
            <a:pathLst>
              <a:path w="323850" h="9525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70" name="circuit-331">
            <a:extLst xmlns:a="http://schemas.openxmlformats.org/drawingml/2006/main">
              <a:ext uri="{FF2B5EF4-FFF2-40B4-BE49-F238E27FC236}">
                <a16:creationId xmlns:a16="http://schemas.microsoft.com/office/drawing/2014/main" id="{6C49B989-A9B8-4112-ABD9-1558FE618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4737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71" name="text-332">
            <a:extLst xmlns:a="http://schemas.openxmlformats.org/drawingml/2006/main">
              <a:ext uri="{FF2B5EF4-FFF2-40B4-BE49-F238E27FC236}">
                <a16:creationId xmlns:a16="http://schemas.microsoft.com/office/drawing/2014/main" id="{64D489B4-F936-4677-8C9F-5EE1BADAB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638550"/>
            <a:ext cx="190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2" name="wire-333">
            <a:extLst xmlns:a="http://schemas.openxmlformats.org/drawingml/2006/main">
              <a:ext uri="{FF2B5EF4-FFF2-40B4-BE49-F238E27FC236}">
                <a16:creationId xmlns:a16="http://schemas.microsoft.com/office/drawing/2014/main" id="{4C989B92-D763-4CE4-9974-FCB8E9BC6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705225"/>
            <a:ext cx="47625" cy="9525"/>
          </a:xfrm>
          <a:custGeom xmlns:a="http://schemas.openxmlformats.org/drawingml/2006/main">
            <a:pathLst>
              <a:path w="47625" h="952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73" name="circuit-334">
            <a:extLst xmlns:a="http://schemas.openxmlformats.org/drawingml/2006/main">
              <a:ext uri="{FF2B5EF4-FFF2-40B4-BE49-F238E27FC236}">
                <a16:creationId xmlns:a16="http://schemas.microsoft.com/office/drawing/2014/main" id="{308EF661-6230-4ABE-A6EF-2C3D47A78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6737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74" name="wire-335">
            <a:extLst xmlns:a="http://schemas.openxmlformats.org/drawingml/2006/main">
              <a:ext uri="{FF2B5EF4-FFF2-40B4-BE49-F238E27FC236}">
                <a16:creationId xmlns:a16="http://schemas.microsoft.com/office/drawing/2014/main" id="{4D174748-4930-46D6-AAFB-AB5BBD823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3609975"/>
            <a:ext cx="190500" cy="9525"/>
          </a:xfrm>
          <a:custGeom xmlns:a="http://schemas.openxmlformats.org/drawingml/2006/main">
            <a:pathLst>
              <a:path w="190500" h="9525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75" name="wire-336">
            <a:extLst xmlns:a="http://schemas.openxmlformats.org/drawingml/2006/main">
              <a:ext uri="{FF2B5EF4-FFF2-40B4-BE49-F238E27FC236}">
                <a16:creationId xmlns:a16="http://schemas.microsoft.com/office/drawing/2014/main" id="{603F17A1-B8BC-4865-8D76-03676D6C2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295650"/>
            <a:ext cx="9525" cy="314325"/>
          </a:xfrm>
          <a:custGeom xmlns:a="http://schemas.openxmlformats.org/drawingml/2006/main">
            <a:pathLst>
              <a:path w="9525" h="314325">
                <a:moveTo>
                  <a:pt x="0" y="31432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76" name="wire-337">
            <a:extLst xmlns:a="http://schemas.openxmlformats.org/drawingml/2006/main">
              <a:ext uri="{FF2B5EF4-FFF2-40B4-BE49-F238E27FC236}">
                <a16:creationId xmlns:a16="http://schemas.microsoft.com/office/drawing/2014/main" id="{561546A1-EEBF-42C7-93D9-BB35B5E91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1438275" cy="9525"/>
          </a:xfrm>
          <a:custGeom xmlns:a="http://schemas.openxmlformats.org/drawingml/2006/main">
            <a:pathLst>
              <a:path w="1438275" h="9525">
                <a:moveTo>
                  <a:pt x="14382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77" name="wire-338">
            <a:extLst xmlns:a="http://schemas.openxmlformats.org/drawingml/2006/main">
              <a:ext uri="{FF2B5EF4-FFF2-40B4-BE49-F238E27FC236}">
                <a16:creationId xmlns:a16="http://schemas.microsoft.com/office/drawing/2014/main" id="{262BE9B8-4176-4C20-A2BC-AE3E1DAD8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9525" cy="1162050"/>
          </a:xfrm>
          <a:custGeom xmlns:a="http://schemas.openxmlformats.org/drawingml/2006/main">
            <a:pathLst>
              <a:path w="9525" h="1162050">
                <a:moveTo>
                  <a:pt x="0" y="0"/>
                </a:moveTo>
                <a:lnTo>
                  <a:pt x="0" y="116205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78" name="wire-339">
            <a:extLst xmlns:a="http://schemas.openxmlformats.org/drawingml/2006/main">
              <a:ext uri="{FF2B5EF4-FFF2-40B4-BE49-F238E27FC236}">
                <a16:creationId xmlns:a16="http://schemas.microsoft.com/office/drawing/2014/main" id="{8FFB8C86-033D-424F-828F-CBF1011FF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57700"/>
            <a:ext cx="95250" cy="9525"/>
          </a:xfrm>
          <a:custGeom xmlns:a="http://schemas.openxmlformats.org/drawingml/2006/main">
            <a:pathLst>
              <a:path w="95250" h="9525">
                <a:moveTo>
                  <a:pt x="0" y="0"/>
                </a:moveTo>
                <a:lnTo>
                  <a:pt x="95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79" name="circuit-340">
            <a:extLst xmlns:a="http://schemas.openxmlformats.org/drawingml/2006/main">
              <a:ext uri="{FF2B5EF4-FFF2-40B4-BE49-F238E27FC236}">
                <a16:creationId xmlns:a16="http://schemas.microsoft.com/office/drawing/2014/main" id="{B87DA135-8485-46FC-81A4-DC17B44B7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262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80" name="text-341">
            <a:extLst xmlns:a="http://schemas.openxmlformats.org/drawingml/2006/main">
              <a:ext uri="{FF2B5EF4-FFF2-40B4-BE49-F238E27FC236}">
                <a16:creationId xmlns:a16="http://schemas.microsoft.com/office/drawing/2014/main" id="{5AC95229-D786-4016-994E-1D5A1C864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147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3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PC + 4</a:t>
            </a:r>
          </a:p>
        </p:txBody>
      </p:sp>
      <p:sp>
        <p:nvSpPr>
          <p:cNvPr id="81" name="wire-342">
            <a:extLst xmlns:a="http://schemas.openxmlformats.org/drawingml/2006/main">
              <a:ext uri="{FF2B5EF4-FFF2-40B4-BE49-F238E27FC236}">
                <a16:creationId xmlns:a16="http://schemas.microsoft.com/office/drawing/2014/main" id="{D3DC2BE8-9501-460C-B7E7-0D3DADC83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514725"/>
            <a:ext cx="9525" cy="133350"/>
          </a:xfrm>
          <a:custGeom xmlns:a="http://schemas.openxmlformats.org/drawingml/2006/main">
            <a:pathLst>
              <a:path w="952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82" name="wire-343">
            <a:extLst xmlns:a="http://schemas.openxmlformats.org/drawingml/2006/main">
              <a:ext uri="{FF2B5EF4-FFF2-40B4-BE49-F238E27FC236}">
                <a16:creationId xmlns:a16="http://schemas.microsoft.com/office/drawing/2014/main" id="{5F94B9BB-7E26-47DC-A4F7-18D1529ED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48075"/>
            <a:ext cx="1352550" cy="9525"/>
          </a:xfrm>
          <a:custGeom xmlns:a="http://schemas.openxmlformats.org/drawingml/2006/main">
            <a:pathLst>
              <a:path w="1352550" h="9525">
                <a:moveTo>
                  <a:pt x="13525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83" name="wire-344">
            <a:extLst xmlns:a="http://schemas.openxmlformats.org/drawingml/2006/main">
              <a:ext uri="{FF2B5EF4-FFF2-40B4-BE49-F238E27FC236}">
                <a16:creationId xmlns:a16="http://schemas.microsoft.com/office/drawing/2014/main" id="{AA49F18D-4D37-4650-905E-B19810F73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48075"/>
            <a:ext cx="9525" cy="561975"/>
          </a:xfrm>
          <a:custGeom xmlns:a="http://schemas.openxmlformats.org/drawingml/2006/main">
            <a:pathLst>
              <a:path w="9525" h="561975">
                <a:moveTo>
                  <a:pt x="0" y="0"/>
                </a:moveTo>
                <a:lnTo>
                  <a:pt x="0" y="561975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84" name="wire-345">
            <a:extLst xmlns:a="http://schemas.openxmlformats.org/drawingml/2006/main">
              <a:ext uri="{FF2B5EF4-FFF2-40B4-BE49-F238E27FC236}">
                <a16:creationId xmlns:a16="http://schemas.microsoft.com/office/drawing/2014/main" id="{1F89902E-CF3B-4F4E-9FB9-ED5136792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210050"/>
            <a:ext cx="171450" cy="9525"/>
          </a:xfrm>
          <a:custGeom xmlns:a="http://schemas.openxmlformats.org/drawingml/2006/main">
            <a:pathLst>
              <a:path w="171450" h="952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85" name="circuit-346">
            <a:extLst xmlns:a="http://schemas.openxmlformats.org/drawingml/2006/main">
              <a:ext uri="{FF2B5EF4-FFF2-40B4-BE49-F238E27FC236}">
                <a16:creationId xmlns:a16="http://schemas.microsoft.com/office/drawing/2014/main" id="{9411C23A-EDDE-4DFF-8CD7-CD3131441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1786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86" name="wire-347">
            <a:extLst xmlns:a="http://schemas.openxmlformats.org/drawingml/2006/main">
              <a:ext uri="{FF2B5EF4-FFF2-40B4-BE49-F238E27FC236}">
                <a16:creationId xmlns:a16="http://schemas.microsoft.com/office/drawing/2014/main" id="{07DE46F2-57A3-427A-8A43-24B991A07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514725"/>
            <a:ext cx="9525" cy="66675"/>
          </a:xfrm>
          <a:custGeom xmlns:a="http://schemas.openxmlformats.org/drawingml/2006/main">
            <a:pathLst>
              <a:path w="9525" h="66675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1572C3"/>
            </a:solidFill>
          </a:ln>
        </p:spPr>
      </p:sp>
      <p:sp>
        <p:nvSpPr>
          <p:cNvPr id="87" name="wire-348">
            <a:extLst xmlns:a="http://schemas.openxmlformats.org/drawingml/2006/main">
              <a:ext uri="{FF2B5EF4-FFF2-40B4-BE49-F238E27FC236}">
                <a16:creationId xmlns:a16="http://schemas.microsoft.com/office/drawing/2014/main" id="{EE2F0573-F061-4A05-BD64-FA95CC66C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581400"/>
            <a:ext cx="1724025" cy="9525"/>
          </a:xfrm>
          <a:custGeom xmlns:a="http://schemas.openxmlformats.org/drawingml/2006/main">
            <a:pathLst>
              <a:path w="1724025" h="9525">
                <a:moveTo>
                  <a:pt x="0" y="0"/>
                </a:moveTo>
                <a:lnTo>
                  <a:pt x="17240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1572C3"/>
            </a:solidFill>
          </a:ln>
        </p:spPr>
      </p:sp>
      <p:sp>
        <p:nvSpPr>
          <p:cNvPr id="88" name="wire-349">
            <a:extLst xmlns:a="http://schemas.openxmlformats.org/drawingml/2006/main">
              <a:ext uri="{FF2B5EF4-FFF2-40B4-BE49-F238E27FC236}">
                <a16:creationId xmlns:a16="http://schemas.microsoft.com/office/drawing/2014/main" id="{1BF2D0D5-6614-4451-A562-CB03912ED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581400"/>
            <a:ext cx="9525" cy="1257300"/>
          </a:xfrm>
          <a:custGeom xmlns:a="http://schemas.openxmlformats.org/drawingml/2006/main">
            <a:pathLst>
              <a:path w="9525" h="1257300">
                <a:moveTo>
                  <a:pt x="0" y="0"/>
                </a:moveTo>
                <a:lnTo>
                  <a:pt x="0" y="125730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1572C3"/>
            </a:solidFill>
          </a:ln>
        </p:spPr>
      </p:sp>
      <p:sp>
        <p:nvSpPr>
          <p:cNvPr id="89" name="wire-350">
            <a:extLst xmlns:a="http://schemas.openxmlformats.org/drawingml/2006/main">
              <a:ext uri="{FF2B5EF4-FFF2-40B4-BE49-F238E27FC236}">
                <a16:creationId xmlns:a16="http://schemas.microsoft.com/office/drawing/2014/main" id="{9C4789EF-8CDF-46B9-9685-5686025A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838700"/>
            <a:ext cx="219075" cy="9525"/>
          </a:xfrm>
          <a:custGeom xmlns:a="http://schemas.openxmlformats.org/drawingml/2006/main">
            <a:pathLst>
              <a:path w="219075" h="9525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1572C3"/>
            </a:solidFill>
          </a:ln>
        </p:spPr>
      </p:sp>
      <p:sp>
        <p:nvSpPr>
          <p:cNvPr id="90" name="circuit-351">
            <a:extLst xmlns:a="http://schemas.openxmlformats.org/drawingml/2006/main">
              <a:ext uri="{FF2B5EF4-FFF2-40B4-BE49-F238E27FC236}">
                <a16:creationId xmlns:a16="http://schemas.microsoft.com/office/drawing/2014/main" id="{2B10766D-A3E6-46A9-9D70-EEF888DE1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48072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91" name="wire-352">
            <a:extLst xmlns:a="http://schemas.openxmlformats.org/drawingml/2006/main">
              <a:ext uri="{FF2B5EF4-FFF2-40B4-BE49-F238E27FC236}">
                <a16:creationId xmlns:a16="http://schemas.microsoft.com/office/drawing/2014/main" id="{6961F04F-1C1F-4306-AC12-7B905B0CD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514725"/>
            <a:ext cx="9525" cy="180975"/>
          </a:xfrm>
          <a:custGeom xmlns:a="http://schemas.openxmlformats.org/drawingml/2006/main">
            <a:pathLst>
              <a:path w="9525"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92" name="wire-353">
            <a:extLst xmlns:a="http://schemas.openxmlformats.org/drawingml/2006/main">
              <a:ext uri="{FF2B5EF4-FFF2-40B4-BE49-F238E27FC236}">
                <a16:creationId xmlns:a16="http://schemas.microsoft.com/office/drawing/2014/main" id="{4414DEA5-7DC4-4D77-8D81-CA84546D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695700"/>
            <a:ext cx="2247900" cy="9525"/>
          </a:xfrm>
          <a:custGeom xmlns:a="http://schemas.openxmlformats.org/drawingml/2006/main">
            <a:pathLst>
              <a:path w="2247900" h="9525">
                <a:moveTo>
                  <a:pt x="22479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93" name="wire-354">
            <a:extLst xmlns:a="http://schemas.openxmlformats.org/drawingml/2006/main">
              <a:ext uri="{FF2B5EF4-FFF2-40B4-BE49-F238E27FC236}">
                <a16:creationId xmlns:a16="http://schemas.microsoft.com/office/drawing/2014/main" id="{43A415A8-F2F1-4073-9F94-87B2149CD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695700"/>
            <a:ext cx="9525" cy="914400"/>
          </a:xfrm>
          <a:custGeom xmlns:a="http://schemas.openxmlformats.org/drawingml/2006/main">
            <a:pathLst>
              <a:path w="9525" h="914400">
                <a:moveTo>
                  <a:pt x="0" y="0"/>
                </a:moveTo>
                <a:lnTo>
                  <a:pt x="0" y="91440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94" name="wire-355">
            <a:extLst xmlns:a="http://schemas.openxmlformats.org/drawingml/2006/main">
              <a:ext uri="{FF2B5EF4-FFF2-40B4-BE49-F238E27FC236}">
                <a16:creationId xmlns:a16="http://schemas.microsoft.com/office/drawing/2014/main" id="{EE7660AE-3C4B-43D3-89BE-13D4FAD3B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610100"/>
            <a:ext cx="247650" cy="9525"/>
          </a:xfrm>
          <a:custGeom xmlns:a="http://schemas.openxmlformats.org/drawingml/2006/main">
            <a:pathLst>
              <a:path w="247650" h="9525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95" name="circuit-356">
            <a:extLst xmlns:a="http://schemas.openxmlformats.org/drawingml/2006/main">
              <a:ext uri="{FF2B5EF4-FFF2-40B4-BE49-F238E27FC236}">
                <a16:creationId xmlns:a16="http://schemas.microsoft.com/office/drawing/2014/main" id="{38CF7FE2-F20E-4A02-955F-E81F2BB64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5786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96" name="wire-357">
            <a:extLst xmlns:a="http://schemas.openxmlformats.org/drawingml/2006/main">
              <a:ext uri="{FF2B5EF4-FFF2-40B4-BE49-F238E27FC236}">
                <a16:creationId xmlns:a16="http://schemas.microsoft.com/office/drawing/2014/main" id="{B4E48D1E-6732-4A2A-BB2E-ABBCC449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4905375"/>
            <a:ext cx="161925" cy="9525"/>
          </a:xfrm>
          <a:custGeom xmlns:a="http://schemas.openxmlformats.org/drawingml/2006/main">
            <a:pathLst>
              <a:path w="161925" h="9525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9FA9B9"/>
            </a:solidFill>
          </a:ln>
        </p:spPr>
      </p:sp>
      <p:sp>
        <p:nvSpPr>
          <p:cNvPr id="97" name="circuit-358">
            <a:extLst xmlns:a="http://schemas.openxmlformats.org/drawingml/2006/main">
              <a:ext uri="{FF2B5EF4-FFF2-40B4-BE49-F238E27FC236}">
                <a16:creationId xmlns:a16="http://schemas.microsoft.com/office/drawing/2014/main" id="{13C5E8FA-FB05-4A73-9C32-D6E88771C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739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9FA9B9"/>
          </a:solidFill>
          <a:ln xmlns:a="http://schemas.openxmlformats.org/drawingml/2006/main" w="9525">
            <a:solidFill>
              <a:srgbClr val="9FA9B9"/>
            </a:solidFill>
          </a:ln>
        </p:spPr>
      </p:sp>
      <p:sp>
        <p:nvSpPr>
          <p:cNvPr id="98" name="board-stable-rf">
            <a:extLst xmlns:a="http://schemas.openxmlformats.org/drawingml/2006/main">
              <a:ext uri="{FF2B5EF4-FFF2-40B4-BE49-F238E27FC236}">
                <a16:creationId xmlns:a16="http://schemas.microsoft.com/office/drawing/2014/main" id="{90BA1B45-D553-4172-9867-2B4A10DDE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800475"/>
            <a:ext cx="1571625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99" name="circuit-360">
            <a:extLst xmlns:a="http://schemas.openxmlformats.org/drawingml/2006/main">
              <a:ext uri="{FF2B5EF4-FFF2-40B4-BE49-F238E27FC236}">
                <a16:creationId xmlns:a16="http://schemas.microsoft.com/office/drawing/2014/main" id="{37876F7C-66DF-4348-96EF-DB24F6C7B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3800475"/>
            <a:ext cx="152400" cy="85725"/>
          </a:xfrm>
          <a:custGeom xmlns:a="http://schemas.openxmlformats.org/drawingml/2006/main">
            <a:pathLst>
              <a:path w="152400" h="85725">
                <a:moveTo>
                  <a:pt x="0" y="0"/>
                </a:moveTo>
                <a:lnTo>
                  <a:pt x="76200" y="85725"/>
                </a:lnTo>
                <a:lnTo>
                  <a:pt x="15240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00" name="wire-361">
            <a:extLst xmlns:a="http://schemas.openxmlformats.org/drawingml/2006/main">
              <a:ext uri="{FF2B5EF4-FFF2-40B4-BE49-F238E27FC236}">
                <a16:creationId xmlns:a16="http://schemas.microsoft.com/office/drawing/2014/main" id="{296E1848-73D8-4414-8D10-7BC1DFC39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733800"/>
            <a:ext cx="9525" cy="66675"/>
          </a:xfrm>
          <a:custGeom xmlns:a="http://schemas.openxmlformats.org/drawingml/2006/main">
            <a:pathLst>
              <a:path w="9525" h="66675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101" name="text-362">
            <a:extLst xmlns:a="http://schemas.openxmlformats.org/drawingml/2006/main">
              <a:ext uri="{FF2B5EF4-FFF2-40B4-BE49-F238E27FC236}">
                <a16:creationId xmlns:a16="http://schemas.microsoft.com/office/drawing/2014/main" id="{3FFF1719-7EB2-44F3-AF15-FD9BF4718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295775"/>
            <a:ext cx="76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レジスタ</a:t>
            </a:r>
          </a:p>
          <a:p xmlns:a="http://schemas.openxmlformats.org/drawingml/2006/main">
            <a: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群</a:t>
            </a:r>
          </a:p>
        </p:txBody>
      </p:sp>
      <p:sp>
        <p:nvSpPr>
          <p:cNvPr id="102" name="text-363">
            <a:extLst xmlns:a="http://schemas.openxmlformats.org/drawingml/2006/main">
              <a:ext uri="{FF2B5EF4-FFF2-40B4-BE49-F238E27FC236}">
                <a16:creationId xmlns:a16="http://schemas.microsoft.com/office/drawing/2014/main" id="{2E23B60A-D268-4711-B550-61268C1C6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067175"/>
            <a:ext cx="33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A1</a:t>
            </a:r>
          </a:p>
        </p:txBody>
      </p:sp>
      <p:sp>
        <p:nvSpPr>
          <p:cNvPr id="103" name="text-364">
            <a:extLst xmlns:a="http://schemas.openxmlformats.org/drawingml/2006/main">
              <a:ext uri="{FF2B5EF4-FFF2-40B4-BE49-F238E27FC236}">
                <a16:creationId xmlns:a16="http://schemas.microsoft.com/office/drawing/2014/main" id="{AD9F942C-CD1B-4FD4-BF16-6749460F4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486275"/>
            <a:ext cx="33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A2</a:t>
            </a:r>
          </a:p>
        </p:txBody>
      </p:sp>
      <p:sp>
        <p:nvSpPr>
          <p:cNvPr id="104" name="text-365">
            <a:extLst xmlns:a="http://schemas.openxmlformats.org/drawingml/2006/main">
              <a:ext uri="{FF2B5EF4-FFF2-40B4-BE49-F238E27FC236}">
                <a16:creationId xmlns:a16="http://schemas.microsoft.com/office/drawing/2014/main" id="{648B2404-B5CD-485B-9283-B5F0400AF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772025"/>
            <a:ext cx="33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A9B9"/>
                </a:solidFill>
                <a:latin typeface="Arial"/>
                <a:ea typeface="Arial"/>
                <a:cs typeface="Arial"/>
              </a:rPr>
              <a:t>A3</a:t>
            </a:r>
          </a:p>
        </p:txBody>
      </p:sp>
      <p:sp>
        <p:nvSpPr>
          <p:cNvPr id="105" name="text-366">
            <a:extLst xmlns:a="http://schemas.openxmlformats.org/drawingml/2006/main">
              <a:ext uri="{FF2B5EF4-FFF2-40B4-BE49-F238E27FC236}">
                <a16:creationId xmlns:a16="http://schemas.microsoft.com/office/drawing/2014/main" id="{83448B9F-E8CC-4BC8-BE4A-73BAAE36D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057775"/>
            <a:ext cx="33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A9B9"/>
                </a:solidFill>
                <a:latin typeface="Arial"/>
                <a:ea typeface="Arial"/>
                <a:cs typeface="Arial"/>
              </a:rPr>
              <a:t>WD3</a:t>
            </a:r>
          </a:p>
        </p:txBody>
      </p:sp>
      <p:sp>
        <p:nvSpPr>
          <p:cNvPr id="106" name="text-367">
            <a:extLst xmlns:a="http://schemas.openxmlformats.org/drawingml/2006/main">
              <a:ext uri="{FF2B5EF4-FFF2-40B4-BE49-F238E27FC236}">
                <a16:creationId xmlns:a16="http://schemas.microsoft.com/office/drawing/2014/main" id="{14A124C5-6A9A-4074-B07A-13872FA04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067175"/>
            <a:ext cx="33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RD1</a:t>
            </a:r>
          </a:p>
        </p:txBody>
      </p:sp>
      <p:sp>
        <p:nvSpPr>
          <p:cNvPr id="107" name="text-368">
            <a:extLst xmlns:a="http://schemas.openxmlformats.org/drawingml/2006/main">
              <a:ext uri="{FF2B5EF4-FFF2-40B4-BE49-F238E27FC236}">
                <a16:creationId xmlns:a16="http://schemas.microsoft.com/office/drawing/2014/main" id="{D55DB49E-8C33-4EF5-9633-05780634E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486275"/>
            <a:ext cx="33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RD2</a:t>
            </a:r>
          </a:p>
        </p:txBody>
      </p:sp>
      <p:sp>
        <p:nvSpPr>
          <p:cNvPr id="108" name="text-369">
            <a:extLst xmlns:a="http://schemas.openxmlformats.org/drawingml/2006/main">
              <a:ext uri="{FF2B5EF4-FFF2-40B4-BE49-F238E27FC236}">
                <a16:creationId xmlns:a16="http://schemas.microsoft.com/office/drawing/2014/main" id="{031231B6-AB56-4D9E-B29D-97A4EC08B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3819525"/>
            <a:ext cx="3524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A9B9"/>
                </a:solidFill>
                <a:latin typeface="Arial"/>
                <a:ea typeface="Arial"/>
                <a:cs typeface="Arial"/>
              </a:rPr>
              <a:t>WE3</a:t>
            </a:r>
          </a:p>
        </p:txBody>
      </p:sp>
      <p:sp>
        <p:nvSpPr>
          <p:cNvPr id="109" name="wire-370">
            <a:extLst xmlns:a="http://schemas.openxmlformats.org/drawingml/2006/main">
              <a:ext uri="{FF2B5EF4-FFF2-40B4-BE49-F238E27FC236}">
                <a16:creationId xmlns:a16="http://schemas.microsoft.com/office/drawing/2014/main" id="{27A76223-F618-41D3-AA1F-EEEC6F02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4210050"/>
            <a:ext cx="628650" cy="9525"/>
          </a:xfrm>
          <a:custGeom xmlns:a="http://schemas.openxmlformats.org/drawingml/2006/main">
            <a:pathLst>
              <a:path w="628650" h="9525">
                <a:moveTo>
                  <a:pt x="0" y="0"/>
                </a:moveTo>
                <a:lnTo>
                  <a:pt x="628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231F20"/>
            </a:solidFill>
          </a:ln>
        </p:spPr>
      </p:sp>
      <p:sp>
        <p:nvSpPr>
          <p:cNvPr id="110" name="circuit-371">
            <a:extLst xmlns:a="http://schemas.openxmlformats.org/drawingml/2006/main">
              <a:ext uri="{FF2B5EF4-FFF2-40B4-BE49-F238E27FC236}">
                <a16:creationId xmlns:a16="http://schemas.microsoft.com/office/drawing/2014/main" id="{69F5943A-3439-4A23-ABF9-AC55C1E0C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41786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11" name="text-372">
            <a:extLst xmlns:a="http://schemas.openxmlformats.org/drawingml/2006/main">
              <a:ext uri="{FF2B5EF4-FFF2-40B4-BE49-F238E27FC236}">
                <a16:creationId xmlns:a16="http://schemas.microsoft.com/office/drawing/2014/main" id="{912BD1DE-3B8E-4693-B133-7FA07F8CD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8957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12" name="board-stable-alu">
            <a:extLst xmlns:a="http://schemas.openxmlformats.org/drawingml/2006/main">
              <a:ext uri="{FF2B5EF4-FFF2-40B4-BE49-F238E27FC236}">
                <a16:creationId xmlns:a16="http://schemas.microsoft.com/office/drawing/2014/main" id="{F033B450-6228-4ABC-A6BD-2B76F53E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4067175"/>
            <a:ext cx="647700" cy="933450"/>
          </a:xfrm>
          <a:custGeom xmlns:a="http://schemas.openxmlformats.org/drawingml/2006/main">
            <a:pathLst>
              <a:path w="647700" h="933450">
                <a:moveTo>
                  <a:pt x="0" y="0"/>
                </a:moveTo>
                <a:lnTo>
                  <a:pt x="647700" y="171450"/>
                </a:lnTo>
                <a:lnTo>
                  <a:pt x="647700" y="742950"/>
                </a:lnTo>
                <a:lnTo>
                  <a:pt x="0" y="933450"/>
                </a:lnTo>
                <a:lnTo>
                  <a:pt x="0" y="571500"/>
                </a:lnTo>
                <a:lnTo>
                  <a:pt x="171450" y="457200"/>
                </a:lnTo>
                <a:lnTo>
                  <a:pt x="0" y="257175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21908">
            <a:solidFill>
              <a:srgbClr val="231F20"/>
            </a:solidFill>
          </a:ln>
        </p:spPr>
      </p:sp>
      <p:sp>
        <p:nvSpPr>
          <p:cNvPr id="113" name="text-374">
            <a:extLst xmlns:a="http://schemas.openxmlformats.org/drawingml/2006/main">
              <a:ext uri="{FF2B5EF4-FFF2-40B4-BE49-F238E27FC236}">
                <a16:creationId xmlns:a16="http://schemas.microsoft.com/office/drawing/2014/main" id="{FEBC0E04-FACA-4C0F-9B89-D7950A502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781425"/>
            <a:ext cx="571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ALU</a:t>
            </a:r>
          </a:p>
        </p:txBody>
      </p:sp>
      <p:sp>
        <p:nvSpPr>
          <p:cNvPr id="114" name="text-375">
            <a:extLst xmlns:a="http://schemas.openxmlformats.org/drawingml/2006/main">
              <a:ext uri="{FF2B5EF4-FFF2-40B4-BE49-F238E27FC236}">
                <a16:creationId xmlns:a16="http://schemas.microsoft.com/office/drawing/2014/main" id="{3F146CA0-9F03-485C-9E7D-DA22E9E46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343400"/>
            <a:ext cx="3143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15" name="text-376">
            <a:extLst xmlns:a="http://schemas.openxmlformats.org/drawingml/2006/main">
              <a:ext uri="{FF2B5EF4-FFF2-40B4-BE49-F238E27FC236}">
                <a16:creationId xmlns:a16="http://schemas.microsoft.com/office/drawing/2014/main" id="{991BAF89-8645-4FB8-B99C-644656409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5019675"/>
            <a:ext cx="1095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即値 12</a:t>
            </a:r>
          </a:p>
        </p:txBody>
      </p:sp>
      <p:sp>
        <p:nvSpPr>
          <p:cNvPr id="116" name="wire-377">
            <a:extLst xmlns:a="http://schemas.openxmlformats.org/drawingml/2006/main">
              <a:ext uri="{FF2B5EF4-FFF2-40B4-BE49-F238E27FC236}">
                <a16:creationId xmlns:a16="http://schemas.microsoft.com/office/drawing/2014/main" id="{1C182554-00D3-40F5-B1E9-CDEEC5D50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4419600"/>
            <a:ext cx="600075" cy="9525"/>
          </a:xfrm>
          <a:custGeom xmlns:a="http://schemas.openxmlformats.org/drawingml/2006/main">
            <a:pathLst>
              <a:path w="600075" h="9525">
                <a:moveTo>
                  <a:pt x="0" y="0"/>
                </a:moveTo>
                <a:lnTo>
                  <a:pt x="600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1572C3"/>
            </a:solidFill>
          </a:ln>
        </p:spPr>
      </p:sp>
      <p:sp>
        <p:nvSpPr>
          <p:cNvPr id="117" name="circuit-378">
            <a:extLst xmlns:a="http://schemas.openxmlformats.org/drawingml/2006/main">
              <a:ext uri="{FF2B5EF4-FFF2-40B4-BE49-F238E27FC236}">
                <a16:creationId xmlns:a16="http://schemas.microsoft.com/office/drawing/2014/main" id="{1DD94701-4914-4B41-AC05-21C18F3F8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3881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18" name="text-379">
            <a:extLst xmlns:a="http://schemas.openxmlformats.org/drawingml/2006/main">
              <a:ext uri="{FF2B5EF4-FFF2-40B4-BE49-F238E27FC236}">
                <a16:creationId xmlns:a16="http://schemas.microsoft.com/office/drawing/2014/main" id="{3CA4F980-1D83-4C93-8DB2-C642F9786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105275"/>
            <a:ext cx="4857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9" name="wire-380">
            <a:extLst xmlns:a="http://schemas.openxmlformats.org/drawingml/2006/main">
              <a:ext uri="{FF2B5EF4-FFF2-40B4-BE49-F238E27FC236}">
                <a16:creationId xmlns:a16="http://schemas.microsoft.com/office/drawing/2014/main" id="{5BEEE6DF-D121-4A35-850F-495AECECA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4610100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1572C3"/>
            </a:solidFill>
          </a:ln>
        </p:spPr>
      </p:sp>
      <p:sp>
        <p:nvSpPr>
          <p:cNvPr id="120" name="wire-381">
            <a:extLst xmlns:a="http://schemas.openxmlformats.org/drawingml/2006/main">
              <a:ext uri="{FF2B5EF4-FFF2-40B4-BE49-F238E27FC236}">
                <a16:creationId xmlns:a16="http://schemas.microsoft.com/office/drawing/2014/main" id="{FB6A560D-C606-46D4-B44A-E8B9F9640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4610100"/>
            <a:ext cx="9525" cy="771525"/>
          </a:xfrm>
          <a:custGeom xmlns:a="http://schemas.openxmlformats.org/drawingml/2006/main">
            <a:pathLst>
              <a:path w="9525" h="771525">
                <a:moveTo>
                  <a:pt x="0" y="0"/>
                </a:moveTo>
                <a:lnTo>
                  <a:pt x="0" y="771525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1572C3"/>
            </a:solidFill>
          </a:ln>
        </p:spPr>
      </p:sp>
      <p:sp>
        <p:nvSpPr>
          <p:cNvPr id="121" name="wire-382">
            <a:extLst xmlns:a="http://schemas.openxmlformats.org/drawingml/2006/main">
              <a:ext uri="{FF2B5EF4-FFF2-40B4-BE49-F238E27FC236}">
                <a16:creationId xmlns:a16="http://schemas.microsoft.com/office/drawing/2014/main" id="{D51F708A-80C8-4DCD-9C30-F0125D1D1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5381625"/>
            <a:ext cx="1628775" cy="9525"/>
          </a:xfrm>
          <a:custGeom xmlns:a="http://schemas.openxmlformats.org/drawingml/2006/main">
            <a:pathLst>
              <a:path w="1628775" h="9525">
                <a:moveTo>
                  <a:pt x="0" y="0"/>
                </a:moveTo>
                <a:lnTo>
                  <a:pt x="1628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1572C3"/>
            </a:solidFill>
          </a:ln>
        </p:spPr>
      </p:sp>
      <p:sp>
        <p:nvSpPr>
          <p:cNvPr id="122" name="wire-383">
            <a:extLst xmlns:a="http://schemas.openxmlformats.org/drawingml/2006/main">
              <a:ext uri="{FF2B5EF4-FFF2-40B4-BE49-F238E27FC236}">
                <a16:creationId xmlns:a16="http://schemas.microsoft.com/office/drawing/2014/main" id="{80131CA8-2F03-42D4-B464-538A79560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019675"/>
            <a:ext cx="9525" cy="361950"/>
          </a:xfrm>
          <a:custGeom xmlns:a="http://schemas.openxmlformats.org/drawingml/2006/main">
            <a:pathLst>
              <a:path w="9525" h="361950">
                <a:moveTo>
                  <a:pt x="0" y="3619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1572C3"/>
            </a:solidFill>
          </a:ln>
        </p:spPr>
      </p:sp>
      <p:sp>
        <p:nvSpPr>
          <p:cNvPr id="123" name="wire-384">
            <a:extLst xmlns:a="http://schemas.openxmlformats.org/drawingml/2006/main">
              <a:ext uri="{FF2B5EF4-FFF2-40B4-BE49-F238E27FC236}">
                <a16:creationId xmlns:a16="http://schemas.microsoft.com/office/drawing/2014/main" id="{7D83BEB3-E967-4A88-9D0F-62E8107BE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019675"/>
            <a:ext cx="133350" cy="9525"/>
          </a:xfrm>
          <a:custGeom xmlns:a="http://schemas.openxmlformats.org/drawingml/2006/main">
            <a:pathLst>
              <a:path w="133350" h="9525">
                <a:moveTo>
                  <a:pt x="0" y="0"/>
                </a:moveTo>
                <a:lnTo>
                  <a:pt x="1333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1572C3"/>
            </a:solidFill>
          </a:ln>
        </p:spPr>
      </p:sp>
      <p:sp>
        <p:nvSpPr>
          <p:cNvPr id="124" name="circuit-385">
            <a:extLst xmlns:a="http://schemas.openxmlformats.org/drawingml/2006/main">
              <a:ext uri="{FF2B5EF4-FFF2-40B4-BE49-F238E27FC236}">
                <a16:creationId xmlns:a16="http://schemas.microsoft.com/office/drawing/2014/main" id="{0DEA260F-81C8-4F54-AADD-8A259ABB2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9882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2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25" name="text-386">
            <a:extLst xmlns:a="http://schemas.openxmlformats.org/drawingml/2006/main">
              <a:ext uri="{FF2B5EF4-FFF2-40B4-BE49-F238E27FC236}">
                <a16:creationId xmlns:a16="http://schemas.microsoft.com/office/drawing/2014/main" id="{0CB1A67E-E98F-44CD-8C69-C714C1D42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4762500"/>
            <a:ext cx="2286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6" name="wire-387">
            <a:extLst xmlns:a="http://schemas.openxmlformats.org/drawingml/2006/main">
              <a:ext uri="{FF2B5EF4-FFF2-40B4-BE49-F238E27FC236}">
                <a16:creationId xmlns:a16="http://schemas.microsoft.com/office/drawing/2014/main" id="{B3B40883-AEEB-4CB1-8D2B-A63BBD2D7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5314950"/>
            <a:ext cx="104775" cy="9525"/>
          </a:xfrm>
          <a:custGeom xmlns:a="http://schemas.openxmlformats.org/drawingml/2006/main">
            <a:pathLst>
              <a:path w="104775" h="9525">
                <a:moveTo>
                  <a:pt x="1047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9FA9B9"/>
            </a:solidFill>
          </a:ln>
        </p:spPr>
      </p:sp>
      <p:sp>
        <p:nvSpPr>
          <p:cNvPr id="127" name="wire-388">
            <a:extLst xmlns:a="http://schemas.openxmlformats.org/drawingml/2006/main">
              <a:ext uri="{FF2B5EF4-FFF2-40B4-BE49-F238E27FC236}">
                <a16:creationId xmlns:a16="http://schemas.microsoft.com/office/drawing/2014/main" id="{E6A46CD1-5D65-492A-BE69-C5313541F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5314950"/>
            <a:ext cx="9525" cy="495300"/>
          </a:xfrm>
          <a:custGeom xmlns:a="http://schemas.openxmlformats.org/drawingml/2006/main">
            <a:pathLst>
              <a:path w="9525" h="495300">
                <a:moveTo>
                  <a:pt x="0" y="0"/>
                </a:moveTo>
                <a:lnTo>
                  <a:pt x="0" y="49530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9FA9B9"/>
            </a:solidFill>
          </a:ln>
        </p:spPr>
      </p:sp>
      <p:sp>
        <p:nvSpPr>
          <p:cNvPr id="128" name="wire-389">
            <a:extLst xmlns:a="http://schemas.openxmlformats.org/drawingml/2006/main">
              <a:ext uri="{FF2B5EF4-FFF2-40B4-BE49-F238E27FC236}">
                <a16:creationId xmlns:a16="http://schemas.microsoft.com/office/drawing/2014/main" id="{D8520B49-875C-4BC9-A6F6-43FFE14BF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810250"/>
            <a:ext cx="3514725" cy="9525"/>
          </a:xfrm>
          <a:custGeom xmlns:a="http://schemas.openxmlformats.org/drawingml/2006/main">
            <a:pathLst>
              <a:path w="3514725" h="9525">
                <a:moveTo>
                  <a:pt x="35147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9FA9B9"/>
            </a:solidFill>
          </a:ln>
        </p:spPr>
      </p:sp>
      <p:sp>
        <p:nvSpPr>
          <p:cNvPr id="129" name="wire-390">
            <a:extLst xmlns:a="http://schemas.openxmlformats.org/drawingml/2006/main">
              <a:ext uri="{FF2B5EF4-FFF2-40B4-BE49-F238E27FC236}">
                <a16:creationId xmlns:a16="http://schemas.microsoft.com/office/drawing/2014/main" id="{7BA62DF6-B85C-4454-B639-40E9B2DF4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153025"/>
            <a:ext cx="9525" cy="657225"/>
          </a:xfrm>
          <a:custGeom xmlns:a="http://schemas.openxmlformats.org/drawingml/2006/main">
            <a:pathLst>
              <a:path w="9525" h="657225">
                <a:moveTo>
                  <a:pt x="0" y="65722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9FA9B9"/>
            </a:solidFill>
          </a:ln>
        </p:spPr>
      </p:sp>
      <p:sp>
        <p:nvSpPr>
          <p:cNvPr id="130" name="wire-391">
            <a:extLst xmlns:a="http://schemas.openxmlformats.org/drawingml/2006/main">
              <a:ext uri="{FF2B5EF4-FFF2-40B4-BE49-F238E27FC236}">
                <a16:creationId xmlns:a16="http://schemas.microsoft.com/office/drawing/2014/main" id="{47CD7037-BA1F-4760-ABF7-F7039D74A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153025"/>
            <a:ext cx="171450" cy="9525"/>
          </a:xfrm>
          <a:custGeom xmlns:a="http://schemas.openxmlformats.org/drawingml/2006/main">
            <a:pathLst>
              <a:path w="171450" h="952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9FA9B9"/>
            </a:solidFill>
          </a:ln>
        </p:spPr>
      </p:sp>
      <p:sp>
        <p:nvSpPr>
          <p:cNvPr id="131" name="circuit-392">
            <a:extLst xmlns:a="http://schemas.openxmlformats.org/drawingml/2006/main">
              <a:ext uri="{FF2B5EF4-FFF2-40B4-BE49-F238E27FC236}">
                <a16:creationId xmlns:a16="http://schemas.microsoft.com/office/drawing/2014/main" id="{FEB2504D-16FD-46D7-A5DE-9B909EC7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215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2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9FA9B9"/>
          </a:solidFill>
          <a:ln xmlns:a="http://schemas.openxmlformats.org/drawingml/2006/main" w="9525">
            <a:solidFill>
              <a:srgbClr val="9FA9B9"/>
            </a:solidFill>
          </a:ln>
        </p:spPr>
      </p:sp>
      <p:sp>
        <p:nvSpPr>
          <p:cNvPr id="132" name="wire-393">
            <a:extLst xmlns:a="http://schemas.openxmlformats.org/drawingml/2006/main">
              <a:ext uri="{FF2B5EF4-FFF2-40B4-BE49-F238E27FC236}">
                <a16:creationId xmlns:a16="http://schemas.microsoft.com/office/drawing/2014/main" id="{1357E65A-7618-4BCC-B567-3C2EAB371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5105400"/>
            <a:ext cx="9525" cy="419100"/>
          </a:xfrm>
          <a:custGeom xmlns:a="http://schemas.openxmlformats.org/drawingml/2006/main">
            <a:pathLst>
              <a:path w="9525" h="419100">
                <a:moveTo>
                  <a:pt x="0" y="0"/>
                </a:moveTo>
                <a:lnTo>
                  <a:pt x="0" y="41910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133" name="wire-394">
            <a:extLst xmlns:a="http://schemas.openxmlformats.org/drawingml/2006/main">
              <a:ext uri="{FF2B5EF4-FFF2-40B4-BE49-F238E27FC236}">
                <a16:creationId xmlns:a16="http://schemas.microsoft.com/office/drawing/2014/main" id="{30E1488D-B692-4428-8142-70C6CA79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5524500"/>
            <a:ext cx="5133975" cy="9525"/>
          </a:xfrm>
          <a:custGeom xmlns:a="http://schemas.openxmlformats.org/drawingml/2006/main">
            <a:pathLst>
              <a:path w="5133975" h="9525">
                <a:moveTo>
                  <a:pt x="0" y="0"/>
                </a:moveTo>
                <a:lnTo>
                  <a:pt x="51339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134" name="wire-395">
            <a:extLst xmlns:a="http://schemas.openxmlformats.org/drawingml/2006/main">
              <a:ext uri="{FF2B5EF4-FFF2-40B4-BE49-F238E27FC236}">
                <a16:creationId xmlns:a16="http://schemas.microsoft.com/office/drawing/2014/main" id="{5FC95862-A30D-47F5-A8F7-07F858A61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86200"/>
            <a:ext cx="9525" cy="1638300"/>
          </a:xfrm>
          <a:custGeom xmlns:a="http://schemas.openxmlformats.org/drawingml/2006/main">
            <a:pathLst>
              <a:path w="9525" h="1638300">
                <a:moveTo>
                  <a:pt x="0" y="16383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135" name="wire-396">
            <a:extLst xmlns:a="http://schemas.openxmlformats.org/drawingml/2006/main">
              <a:ext uri="{FF2B5EF4-FFF2-40B4-BE49-F238E27FC236}">
                <a16:creationId xmlns:a16="http://schemas.microsoft.com/office/drawing/2014/main" id="{FC497C27-8BBB-4AAF-B145-DD16CE119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86200"/>
            <a:ext cx="76200" cy="9525"/>
          </a:xfrm>
          <a:custGeom xmlns:a="http://schemas.openxmlformats.org/drawingml/2006/main">
            <a:pathLst>
              <a:path w="76200" h="9525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136" name="circuit-397">
            <a:extLst xmlns:a="http://schemas.openxmlformats.org/drawingml/2006/main">
              <a:ext uri="{FF2B5EF4-FFF2-40B4-BE49-F238E27FC236}">
                <a16:creationId xmlns:a16="http://schemas.microsoft.com/office/drawing/2014/main" id="{ED73CA84-7676-46D9-B0E6-9E6F7184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547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37" name="wire-398">
            <a:extLst xmlns:a="http://schemas.openxmlformats.org/drawingml/2006/main">
              <a:ext uri="{FF2B5EF4-FFF2-40B4-BE49-F238E27FC236}">
                <a16:creationId xmlns:a16="http://schemas.microsoft.com/office/drawing/2014/main" id="{BC7D747B-8178-450C-B198-6DF8A6A55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076700"/>
            <a:ext cx="190500" cy="9525"/>
          </a:xfrm>
          <a:custGeom xmlns:a="http://schemas.openxmlformats.org/drawingml/2006/main">
            <a:pathLst>
              <a:path w="190500" h="9525">
                <a:moveTo>
                  <a:pt x="1905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138" name="wire-399">
            <a:extLst xmlns:a="http://schemas.openxmlformats.org/drawingml/2006/main">
              <a:ext uri="{FF2B5EF4-FFF2-40B4-BE49-F238E27FC236}">
                <a16:creationId xmlns:a16="http://schemas.microsoft.com/office/drawing/2014/main" id="{B725E87C-230E-4E08-B48D-5125CB17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076700"/>
            <a:ext cx="9525" cy="1581150"/>
          </a:xfrm>
          <a:custGeom xmlns:a="http://schemas.openxmlformats.org/drawingml/2006/main">
            <a:pathLst>
              <a:path w="9525" h="1581150">
                <a:moveTo>
                  <a:pt x="0" y="0"/>
                </a:moveTo>
                <a:lnTo>
                  <a:pt x="0" y="158115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139" name="wire-400">
            <a:extLst xmlns:a="http://schemas.openxmlformats.org/drawingml/2006/main">
              <a:ext uri="{FF2B5EF4-FFF2-40B4-BE49-F238E27FC236}">
                <a16:creationId xmlns:a16="http://schemas.microsoft.com/office/drawing/2014/main" id="{82C84408-CB37-483D-BBD8-13D4E914D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657850"/>
            <a:ext cx="4191000" cy="9525"/>
          </a:xfrm>
          <a:custGeom xmlns:a="http://schemas.openxmlformats.org/drawingml/2006/main">
            <a:pathLst>
              <a:path w="4191000" h="9525">
                <a:moveTo>
                  <a:pt x="41910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140" name="wire-401">
            <a:extLst xmlns:a="http://schemas.openxmlformats.org/drawingml/2006/main">
              <a:ext uri="{FF2B5EF4-FFF2-40B4-BE49-F238E27FC236}">
                <a16:creationId xmlns:a16="http://schemas.microsoft.com/office/drawing/2014/main" id="{9EF33990-CFAF-4FAD-94FB-0A09AB59F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105400"/>
            <a:ext cx="9525" cy="552450"/>
          </a:xfrm>
          <a:custGeom xmlns:a="http://schemas.openxmlformats.org/drawingml/2006/main">
            <a:pathLst>
              <a:path w="9525" h="552450">
                <a:moveTo>
                  <a:pt x="0" y="5524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141" name="circuit-402">
            <a:extLst xmlns:a="http://schemas.openxmlformats.org/drawingml/2006/main">
              <a:ext uri="{FF2B5EF4-FFF2-40B4-BE49-F238E27FC236}">
                <a16:creationId xmlns:a16="http://schemas.microsoft.com/office/drawing/2014/main" id="{8EF72862-36B7-491C-B48F-0822328B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6068" y="5105400"/>
            <a:ext cx="62865" cy="76200"/>
          </a:xfrm>
          <a:custGeom xmlns:a="http://schemas.openxmlformats.org/drawingml/2006/main">
            <a:pathLst>
              <a:path w="62865" h="76200">
                <a:moveTo>
                  <a:pt x="31433" y="0"/>
                </a:moveTo>
                <a:lnTo>
                  <a:pt x="0" y="76200"/>
                </a:lnTo>
                <a:lnTo>
                  <a:pt x="62865" y="7620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42" name="text-403">
            <a:extLst xmlns:a="http://schemas.openxmlformats.org/drawingml/2006/main">
              <a:ext uri="{FF2B5EF4-FFF2-40B4-BE49-F238E27FC236}">
                <a16:creationId xmlns:a16="http://schemas.microsoft.com/office/drawing/2014/main" id="{6EEFC0BC-BD07-4981-85DB-AA7EB758B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829050"/>
            <a:ext cx="476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命令</a:t>
            </a:r>
          </a:p>
        </p:txBody>
      </p:sp>
      <p:sp>
        <p:nvSpPr>
          <p:cNvPr id="143" name="text-404">
            <a:extLst xmlns:a="http://schemas.openxmlformats.org/drawingml/2006/main">
              <a:ext uri="{FF2B5EF4-FFF2-40B4-BE49-F238E27FC236}">
                <a16:creationId xmlns:a16="http://schemas.microsoft.com/office/drawing/2014/main" id="{B680F2B9-289C-4464-BDC1-C31E654C9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743450"/>
            <a:ext cx="4953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データ</a:t>
            </a:r>
          </a:p>
        </p:txBody>
      </p:sp>
      <p:sp>
        <p:nvSpPr>
          <p:cNvPr id="144" name="text-405">
            <a:extLst xmlns:a="http://schemas.openxmlformats.org/drawingml/2006/main">
              <a:ext uri="{FF2B5EF4-FFF2-40B4-BE49-F238E27FC236}">
                <a16:creationId xmlns:a16="http://schemas.microsoft.com/office/drawing/2014/main" id="{C1C82DA8-D0A2-493E-9695-3EFFF0762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DDR3との信号のやり取りは、AMD提供の回路に任せる</a:t>
            </a:r>
          </a:p>
        </p:txBody>
      </p:sp>
      <p:sp>
        <p:nvSpPr>
          <p:cNvPr id="145" name="text-406">
            <a:extLst xmlns:a="http://schemas.openxmlformats.org/drawingml/2006/main">
              <a:ext uri="{FF2B5EF4-FFF2-40B4-BE49-F238E27FC236}">
                <a16:creationId xmlns:a16="http://schemas.microsoft.com/office/drawing/2014/main" id="{8E6AC902-8677-4207-9845-DEF2F5918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00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図 5</a:t>
            </a:r>
          </a:p>
        </p:txBody>
      </p:sp>
      <p:sp>
        <p:nvSpPr>
          <p:cNvPr id="146" name="text-407">
            <a:extLst xmlns:a="http://schemas.openxmlformats.org/drawingml/2006/main">
              <a:ext uri="{FF2B5EF4-FFF2-40B4-BE49-F238E27FC236}">
                <a16:creationId xmlns:a16="http://schemas.microsoft.com/office/drawing/2014/main" id="{B375105B-AD27-4908-8203-B3F8A189D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6515100"/>
            <a:ext cx="979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CPU側は番地・読み書きの要求・データを渡す。DDRコントローラーの内部は省略</a:t>
            </a:r>
          </a:p>
        </p:txBody>
      </p:sp>
    </p:spTree>
    <p:extLst>
      <p:ext uri="{BB962C8B-B14F-4D97-AF65-F5344CB8AC3E}">
        <p14:creationId xmlns:p14="http://schemas.microsoft.com/office/powerpoint/2010/main" val="16674294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9" name="text-408">
            <a:extLst xmlns:a="http://schemas.openxmlformats.org/drawingml/2006/main">
              <a:ext uri="{FF2B5EF4-FFF2-40B4-BE49-F238E27FC236}">
                <a16:creationId xmlns:a16="http://schemas.microsoft.com/office/drawing/2014/main" id="{C4642B0F-3EF5-4D29-B35F-A48F7F8B5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"/>
            <a:ext cx="5619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" name="text-409">
            <a:extLst xmlns:a="http://schemas.openxmlformats.org/drawingml/2006/main">
              <a:ext uri="{FF2B5EF4-FFF2-40B4-BE49-F238E27FC236}">
                <a16:creationId xmlns:a16="http://schemas.microsoft.com/office/drawing/2014/main" id="{9145FE2E-E92E-4E12-9195-40623A8F4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4325"/>
            <a:ext cx="10325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SDカードのプログラムを、CPUがDDR3へ移す</a:t>
            </a:r>
          </a:p>
        </p:txBody>
      </p:sp>
      <p:sp>
        <p:nvSpPr>
          <p:cNvPr id="3" name="text-410">
            <a:extLst xmlns:a="http://schemas.openxmlformats.org/drawingml/2006/main">
              <a:ext uri="{FF2B5EF4-FFF2-40B4-BE49-F238E27FC236}">
                <a16:creationId xmlns:a16="http://schemas.microsoft.com/office/drawing/2014/main" id="{B34EE3E0-9CEA-4109-85BE-06F9C7264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515100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defPPr>
            <a:lvl1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  <a:lvl2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2pPr>
            <a:lvl3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3pPr>
            <a:lvl4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4pPr>
            <a:lvl5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5pPr>
            <a:lvl6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6pPr>
            <a:lvl7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7pPr>
            <a:lvl8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8pPr>
            <a:lvl9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4" name="text-411">
            <a:extLst xmlns:a="http://schemas.openxmlformats.org/drawingml/2006/main">
              <a:ext uri="{FF2B5EF4-FFF2-40B4-BE49-F238E27FC236}">
                <a16:creationId xmlns:a16="http://schemas.microsoft.com/office/drawing/2014/main" id="{4242695B-FADC-423C-80EF-F568FE879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28725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① 読出しを指示　② CPUが受け取る　③ DDR3へ書く</a:t>
            </a:r>
          </a:p>
        </p:txBody>
      </p:sp>
      <p:sp>
        <p:nvSpPr>
          <p:cNvPr id="5" name="board-stable-board">
            <a:extLst xmlns:a="http://schemas.openxmlformats.org/drawingml/2006/main">
              <a:ext uri="{FF2B5EF4-FFF2-40B4-BE49-F238E27FC236}">
                <a16:creationId xmlns:a16="http://schemas.microsoft.com/office/drawing/2014/main" id="{0D46C947-940E-4A53-899D-795C33185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76450"/>
            <a:ext cx="11277600" cy="398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6" name="text-413">
            <a:extLst xmlns:a="http://schemas.openxmlformats.org/drawingml/2006/main">
              <a:ext uri="{FF2B5EF4-FFF2-40B4-BE49-F238E27FC236}">
                <a16:creationId xmlns:a16="http://schemas.microsoft.com/office/drawing/2014/main" id="{1033DF07-61BD-4EA1-865F-C3DDD86D8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33600"/>
            <a:ext cx="6477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FPGAボード / Nexys Video</a:t>
            </a:r>
          </a:p>
        </p:txBody>
      </p:sp>
      <p:sp>
        <p:nvSpPr>
          <p:cNvPr id="7" name="text-414">
            <a:extLst xmlns:a="http://schemas.openxmlformats.org/drawingml/2006/main">
              <a:ext uri="{FF2B5EF4-FFF2-40B4-BE49-F238E27FC236}">
                <a16:creationId xmlns:a16="http://schemas.microsoft.com/office/drawing/2014/main" id="{30D3A5FB-7E81-4B35-9ADC-52F61B4C0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2466975"/>
            <a:ext cx="16764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チップ外の部品</a:t>
            </a:r>
          </a:p>
        </p:txBody>
      </p:sp>
      <p:sp>
        <p:nvSpPr>
          <p:cNvPr id="8" name="board-stable-chip">
            <a:extLst xmlns:a="http://schemas.openxmlformats.org/drawingml/2006/main">
              <a:ext uri="{FF2B5EF4-FFF2-40B4-BE49-F238E27FC236}">
                <a16:creationId xmlns:a16="http://schemas.microsoft.com/office/drawing/2014/main" id="{A1D54F51-68BB-4C61-8F87-666A001D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514600"/>
            <a:ext cx="9144000" cy="3400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9F1"/>
          </a:solidFill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9" name="text-416">
            <a:extLst xmlns:a="http://schemas.openxmlformats.org/drawingml/2006/main">
              <a:ext uri="{FF2B5EF4-FFF2-40B4-BE49-F238E27FC236}">
                <a16:creationId xmlns:a16="http://schemas.microsoft.com/office/drawing/2014/main" id="{D6400FD2-E6FA-4277-B072-DD214E15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FPGAチップ</a:t>
            </a:r>
          </a:p>
        </p:txBody>
      </p:sp>
      <p:sp>
        <p:nvSpPr>
          <p:cNvPr id="10" name="board-stable-card">
            <a:extLst xmlns:a="http://schemas.openxmlformats.org/drawingml/2006/main">
              <a:ext uri="{FF2B5EF4-FFF2-40B4-BE49-F238E27FC236}">
                <a16:creationId xmlns:a16="http://schemas.microsoft.com/office/drawing/2014/main" id="{37F3B018-EC38-4060-B2A8-C132FD0ED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2857500"/>
            <a:ext cx="1543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11" name="text-418">
            <a:extLst xmlns:a="http://schemas.openxmlformats.org/drawingml/2006/main">
              <a:ext uri="{FF2B5EF4-FFF2-40B4-BE49-F238E27FC236}">
                <a16:creationId xmlns:a16="http://schemas.microsoft.com/office/drawing/2014/main" id="{FD055F8B-8CAA-4D99-8343-28B147D08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2914650"/>
            <a:ext cx="1390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SDカード</a:t>
            </a:r>
          </a:p>
          <a:p xmlns:a="http://schemas.openxmlformats.org/drawingml/2006/main">
            <a: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スロット</a:t>
            </a:r>
          </a:p>
        </p:txBody>
      </p:sp>
      <p:sp>
        <p:nvSpPr>
          <p:cNvPr id="12" name="board-stable-memory">
            <a:extLst xmlns:a="http://schemas.openxmlformats.org/drawingml/2006/main">
              <a:ext uri="{FF2B5EF4-FFF2-40B4-BE49-F238E27FC236}">
                <a16:creationId xmlns:a16="http://schemas.microsoft.com/office/drawing/2014/main" id="{BCF0F596-8758-4036-A44A-E4B83BB06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3876675"/>
            <a:ext cx="154305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13" name="text-420">
            <a:extLst xmlns:a="http://schemas.openxmlformats.org/drawingml/2006/main">
              <a:ext uri="{FF2B5EF4-FFF2-40B4-BE49-F238E27FC236}">
                <a16:creationId xmlns:a16="http://schemas.microsoft.com/office/drawing/2014/main" id="{209C49A6-1245-44FC-8491-507F0126F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92430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DDR3</a:t>
            </a:r>
          </a:p>
        </p:txBody>
      </p:sp>
      <p:sp>
        <p:nvSpPr>
          <p:cNvPr id="14" name="text-421">
            <a:extLst xmlns:a="http://schemas.openxmlformats.org/drawingml/2006/main">
              <a:ext uri="{FF2B5EF4-FFF2-40B4-BE49-F238E27FC236}">
                <a16:creationId xmlns:a16="http://schemas.microsoft.com/office/drawing/2014/main" id="{71874650-539B-429C-8C13-1BC886C75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276725"/>
            <a:ext cx="1409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命令・データ</a:t>
            </a:r>
          </a:p>
        </p:txBody>
      </p:sp>
      <p:sp>
        <p:nvSpPr>
          <p:cNvPr id="15" name="board-stable-hdmi">
            <a:extLst xmlns:a="http://schemas.openxmlformats.org/drawingml/2006/main">
              <a:ext uri="{FF2B5EF4-FFF2-40B4-BE49-F238E27FC236}">
                <a16:creationId xmlns:a16="http://schemas.microsoft.com/office/drawing/2014/main" id="{F46AB1A1-6626-48D9-AB26-A849CE421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5257800"/>
            <a:ext cx="1543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9FA9B9"/>
            </a:solidFill>
          </a:ln>
        </p:spPr>
      </p:sp>
      <p:sp>
        <p:nvSpPr>
          <p:cNvPr id="16" name="text-423">
            <a:extLst xmlns:a="http://schemas.openxmlformats.org/drawingml/2006/main">
              <a:ext uri="{FF2B5EF4-FFF2-40B4-BE49-F238E27FC236}">
                <a16:creationId xmlns:a16="http://schemas.microsoft.com/office/drawing/2014/main" id="{300B1B70-93AE-45D9-865B-B5C60F592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314950"/>
            <a:ext cx="1390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75" b="1">
                <a:solidFill>
                  <a:srgbClr val="9FA9B9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1">
                <a:solidFill>
                  <a:srgbClr val="9FA9B9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1">
                <a:solidFill>
                  <a:srgbClr val="9FA9B9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1">
                <a:solidFill>
                  <a:srgbClr val="9FA9B9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1">
                <a:solidFill>
                  <a:srgbClr val="9FA9B9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1">
                <a:solidFill>
                  <a:srgbClr val="9FA9B9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1">
                <a:solidFill>
                  <a:srgbClr val="9FA9B9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1">
                <a:solidFill>
                  <a:srgbClr val="9FA9B9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1">
                <a:solidFill>
                  <a:srgbClr val="9FA9B9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1">
                <a:solidFill>
                  <a:srgbClr val="9FA9B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9FA9B9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9FA9B9"/>
                </a:solidFill>
                <a:latin typeface="Arial"/>
                <a:ea typeface="Arial"/>
                <a:cs typeface="Arial"/>
              </a:rPr>
              <a:t>HDMI OUT</a:t>
            </a:r>
          </a:p>
        </p:txBody>
      </p:sp>
      <p:sp>
        <p:nvSpPr>
          <p:cNvPr id="17" name="board-stable-bus">
            <a:extLst xmlns:a="http://schemas.openxmlformats.org/drawingml/2006/main">
              <a:ext uri="{FF2B5EF4-FFF2-40B4-BE49-F238E27FC236}">
                <a16:creationId xmlns:a16="http://schemas.microsoft.com/office/drawing/2014/main" id="{8F642BA8-95DD-4C1C-B305-A2EDA6C25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762375"/>
            <a:ext cx="5715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9FA9B9"/>
            </a:solidFill>
          </a:ln>
        </p:spPr>
      </p:sp>
      <p:sp>
        <p:nvSpPr>
          <p:cNvPr id="18" name="text-425">
            <a:extLst xmlns:a="http://schemas.openxmlformats.org/drawingml/2006/main">
              <a:ext uri="{FF2B5EF4-FFF2-40B4-BE49-F238E27FC236}">
                <a16:creationId xmlns:a16="http://schemas.microsoft.com/office/drawing/2014/main" id="{FD55AF6E-E292-4F9F-A6AA-505D1B3DF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421005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rPr>
              <a:t>バス</a:t>
            </a:r>
          </a:p>
        </p:txBody>
      </p:sp>
      <p:sp>
        <p:nvSpPr>
          <p:cNvPr id="19" name="board-stable-ddr">
            <a:extLst xmlns:a="http://schemas.openxmlformats.org/drawingml/2006/main">
              <a:ext uri="{FF2B5EF4-FFF2-40B4-BE49-F238E27FC236}">
                <a16:creationId xmlns:a16="http://schemas.microsoft.com/office/drawing/2014/main" id="{D960D83E-2E51-4ED6-84FB-5222431AE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4010025"/>
            <a:ext cx="1400175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20" name="text-427">
            <a:extLst xmlns:a="http://schemas.openxmlformats.org/drawingml/2006/main">
              <a:ext uri="{FF2B5EF4-FFF2-40B4-BE49-F238E27FC236}">
                <a16:creationId xmlns:a16="http://schemas.microsoft.com/office/drawing/2014/main" id="{D03D5120-8BEC-4152-904B-E4F206A51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067175"/>
            <a:ext cx="12477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DDR</a:t>
            </a:r>
          </a:p>
          <a:p xmlns:a="http://schemas.openxmlformats.org/drawingml/2006/main">
            <a: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コントローラー</a:t>
            </a:r>
          </a:p>
        </p:txBody>
      </p:sp>
      <p:sp>
        <p:nvSpPr>
          <p:cNvPr id="21" name="text-428">
            <a:extLst xmlns:a="http://schemas.openxmlformats.org/drawingml/2006/main">
              <a:ext uri="{FF2B5EF4-FFF2-40B4-BE49-F238E27FC236}">
                <a16:creationId xmlns:a16="http://schemas.microsoft.com/office/drawing/2014/main" id="{A8F87FEB-2272-4248-93A0-5AADB30A7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6712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AMD提供（MIG）</a:t>
            </a:r>
          </a:p>
        </p:txBody>
      </p:sp>
      <p:sp>
        <p:nvSpPr>
          <p:cNvPr id="22" name="wire-429">
            <a:extLst xmlns:a="http://schemas.openxmlformats.org/drawingml/2006/main">
              <a:ext uri="{FF2B5EF4-FFF2-40B4-BE49-F238E27FC236}">
                <a16:creationId xmlns:a16="http://schemas.microsoft.com/office/drawing/2014/main" id="{F442510E-350E-444A-B12F-598012C30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333875"/>
            <a:ext cx="447675" cy="9525"/>
          </a:xfrm>
          <a:custGeom xmlns:a="http://schemas.openxmlformats.org/drawingml/2006/main">
            <a:pathLst>
              <a:path w="447675" h="9525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23" name="circuit-430">
            <a:extLst xmlns:a="http://schemas.openxmlformats.org/drawingml/2006/main">
              <a:ext uri="{FF2B5EF4-FFF2-40B4-BE49-F238E27FC236}">
                <a16:creationId xmlns:a16="http://schemas.microsoft.com/office/drawing/2014/main" id="{896157BF-C07D-44E4-AB60-5A8FA204B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43024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24" name="wire-431">
            <a:extLst xmlns:a="http://schemas.openxmlformats.org/drawingml/2006/main">
              <a:ext uri="{FF2B5EF4-FFF2-40B4-BE49-F238E27FC236}">
                <a16:creationId xmlns:a16="http://schemas.microsoft.com/office/drawing/2014/main" id="{708CFE63-B8D8-47AE-B4C3-B196E9982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333875"/>
            <a:ext cx="447675" cy="9525"/>
          </a:xfrm>
          <a:custGeom xmlns:a="http://schemas.openxmlformats.org/drawingml/2006/main">
            <a:pathLst>
              <a:path w="447675" h="9525">
                <a:moveTo>
                  <a:pt x="4476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25" name="circuit-432">
            <a:extLst xmlns:a="http://schemas.openxmlformats.org/drawingml/2006/main">
              <a:ext uri="{FF2B5EF4-FFF2-40B4-BE49-F238E27FC236}">
                <a16:creationId xmlns:a16="http://schemas.microsoft.com/office/drawing/2014/main" id="{15EA716C-4C21-4F6D-8CD2-9C9C7FD8A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302443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26" name="wire-433">
            <a:extLst xmlns:a="http://schemas.openxmlformats.org/drawingml/2006/main">
              <a:ext uri="{FF2B5EF4-FFF2-40B4-BE49-F238E27FC236}">
                <a16:creationId xmlns:a16="http://schemas.microsoft.com/office/drawing/2014/main" id="{4ACE130D-FA34-46B9-99C5-566446A86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00400"/>
            <a:ext cx="9525" cy="1362075"/>
          </a:xfrm>
          <a:custGeom xmlns:a="http://schemas.openxmlformats.org/drawingml/2006/main">
            <a:pathLst>
              <a:path w="9525" h="1362075">
                <a:moveTo>
                  <a:pt x="0" y="0"/>
                </a:moveTo>
                <a:lnTo>
                  <a:pt x="0" y="1362075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9FA9B9"/>
            </a:solidFill>
          </a:ln>
        </p:spPr>
      </p:sp>
      <p:sp>
        <p:nvSpPr>
          <p:cNvPr id="27" name="wire-434">
            <a:extLst xmlns:a="http://schemas.openxmlformats.org/drawingml/2006/main">
              <a:ext uri="{FF2B5EF4-FFF2-40B4-BE49-F238E27FC236}">
                <a16:creationId xmlns:a16="http://schemas.microsoft.com/office/drawing/2014/main" id="{98A6AD9A-B457-4B4C-8C9D-58797D316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62475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9FA9B9"/>
            </a:solidFill>
          </a:ln>
        </p:spPr>
      </p:sp>
      <p:sp>
        <p:nvSpPr>
          <p:cNvPr id="28" name="circuit-435">
            <a:extLst xmlns:a="http://schemas.openxmlformats.org/drawingml/2006/main">
              <a:ext uri="{FF2B5EF4-FFF2-40B4-BE49-F238E27FC236}">
                <a16:creationId xmlns:a16="http://schemas.microsoft.com/office/drawing/2014/main" id="{F351840E-5EE1-4930-83CA-10DE7C318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310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9FA9B9"/>
          </a:solidFill>
          <a:ln xmlns:a="http://schemas.openxmlformats.org/drawingml/2006/main" w="9525">
            <a:solidFill>
              <a:srgbClr val="9FA9B9"/>
            </a:solidFill>
          </a:ln>
        </p:spPr>
      </p:sp>
      <p:sp>
        <p:nvSpPr>
          <p:cNvPr id="29" name="wire-436">
            <a:extLst xmlns:a="http://schemas.openxmlformats.org/drawingml/2006/main">
              <a:ext uri="{FF2B5EF4-FFF2-40B4-BE49-F238E27FC236}">
                <a16:creationId xmlns:a16="http://schemas.microsoft.com/office/drawing/2014/main" id="{4656FAA0-8E5C-4965-A64A-9C92808F3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62475"/>
            <a:ext cx="114300" cy="9525"/>
          </a:xfrm>
          <a:custGeom xmlns:a="http://schemas.openxmlformats.org/drawingml/2006/main">
            <a:pathLst>
              <a:path w="114300" h="9525">
                <a:moveTo>
                  <a:pt x="1143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9FA9B9"/>
            </a:solidFill>
          </a:ln>
        </p:spPr>
      </p:sp>
      <p:sp>
        <p:nvSpPr>
          <p:cNvPr id="30" name="circuit-437">
            <a:extLst xmlns:a="http://schemas.openxmlformats.org/drawingml/2006/main">
              <a:ext uri="{FF2B5EF4-FFF2-40B4-BE49-F238E27FC236}">
                <a16:creationId xmlns:a16="http://schemas.microsoft.com/office/drawing/2014/main" id="{585EC7A0-63EA-42D3-A370-B08280C5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1043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9FA9B9"/>
          </a:solidFill>
          <a:ln xmlns:a="http://schemas.openxmlformats.org/drawingml/2006/main" w="9525">
            <a:solidFill>
              <a:srgbClr val="9FA9B9"/>
            </a:solidFill>
          </a:ln>
        </p:spPr>
      </p:sp>
      <p:sp>
        <p:nvSpPr>
          <p:cNvPr id="31" name="wire-438">
            <a:extLst xmlns:a="http://schemas.openxmlformats.org/drawingml/2006/main">
              <a:ext uri="{FF2B5EF4-FFF2-40B4-BE49-F238E27FC236}">
                <a16:creationId xmlns:a16="http://schemas.microsoft.com/office/drawing/2014/main" id="{4C086A01-76DF-40D9-8298-D7BA41201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14825"/>
            <a:ext cx="238125" cy="9525"/>
          </a:xfrm>
          <a:custGeom xmlns:a="http://schemas.openxmlformats.org/drawingml/2006/main">
            <a:pathLst>
              <a:path w="238125" h="9525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2" name="circuit-439">
            <a:extLst xmlns:a="http://schemas.openxmlformats.org/drawingml/2006/main">
              <a:ext uri="{FF2B5EF4-FFF2-40B4-BE49-F238E27FC236}">
                <a16:creationId xmlns:a16="http://schemas.microsoft.com/office/drawing/2014/main" id="{28738634-31F3-4A75-B164-B7912110D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42833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33" name="wire-440">
            <a:extLst xmlns:a="http://schemas.openxmlformats.org/drawingml/2006/main">
              <a:ext uri="{FF2B5EF4-FFF2-40B4-BE49-F238E27FC236}">
                <a16:creationId xmlns:a16="http://schemas.microsoft.com/office/drawing/2014/main" id="{BCFA4197-8BAF-4266-B6DE-49560D20D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14825"/>
            <a:ext cx="238125" cy="9525"/>
          </a:xfrm>
          <a:custGeom xmlns:a="http://schemas.openxmlformats.org/drawingml/2006/main">
            <a:pathLst>
              <a:path w="238125" h="9525">
                <a:moveTo>
                  <a:pt x="2381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4" name="circuit-441">
            <a:extLst xmlns:a="http://schemas.openxmlformats.org/drawingml/2006/main">
              <a:ext uri="{FF2B5EF4-FFF2-40B4-BE49-F238E27FC236}">
                <a16:creationId xmlns:a16="http://schemas.microsoft.com/office/drawing/2014/main" id="{7411FCD7-F60D-4C4E-A4F2-80AE4A689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283393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35" name="board-stable-sd">
            <a:extLst xmlns:a="http://schemas.openxmlformats.org/drawingml/2006/main">
              <a:ext uri="{FF2B5EF4-FFF2-40B4-BE49-F238E27FC236}">
                <a16:creationId xmlns:a16="http://schemas.microsoft.com/office/drawing/2014/main" id="{A88FC0F3-F732-412A-A00B-45603F691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933700"/>
            <a:ext cx="14001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36" name="text-443">
            <a:extLst xmlns:a="http://schemas.openxmlformats.org/drawingml/2006/main">
              <a:ext uri="{FF2B5EF4-FFF2-40B4-BE49-F238E27FC236}">
                <a16:creationId xmlns:a16="http://schemas.microsoft.com/office/drawing/2014/main" id="{F3C48C65-37B5-49F6-B73F-12B7FC07C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990850"/>
            <a:ext cx="12477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SD制御</a:t>
            </a:r>
          </a:p>
        </p:txBody>
      </p:sp>
      <p:sp>
        <p:nvSpPr>
          <p:cNvPr id="37" name="wire-444">
            <a:extLst xmlns:a="http://schemas.openxmlformats.org/drawingml/2006/main">
              <a:ext uri="{FF2B5EF4-FFF2-40B4-BE49-F238E27FC236}">
                <a16:creationId xmlns:a16="http://schemas.microsoft.com/office/drawing/2014/main" id="{DBF0348F-8DFF-4B2D-94C5-3474080CE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200400"/>
            <a:ext cx="447675" cy="9525"/>
          </a:xfrm>
          <a:custGeom xmlns:a="http://schemas.openxmlformats.org/drawingml/2006/main">
            <a:pathLst>
              <a:path w="447675" h="9525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8" name="circuit-445">
            <a:extLst xmlns:a="http://schemas.openxmlformats.org/drawingml/2006/main">
              <a:ext uri="{FF2B5EF4-FFF2-40B4-BE49-F238E27FC236}">
                <a16:creationId xmlns:a16="http://schemas.microsoft.com/office/drawing/2014/main" id="{229A383B-DA80-4621-8006-2FF869132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31689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39" name="wire-446">
            <a:extLst xmlns:a="http://schemas.openxmlformats.org/drawingml/2006/main">
              <a:ext uri="{FF2B5EF4-FFF2-40B4-BE49-F238E27FC236}">
                <a16:creationId xmlns:a16="http://schemas.microsoft.com/office/drawing/2014/main" id="{07FB2342-B742-47CB-8781-24D00E2BD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200400"/>
            <a:ext cx="447675" cy="9525"/>
          </a:xfrm>
          <a:custGeom xmlns:a="http://schemas.openxmlformats.org/drawingml/2006/main">
            <a:pathLst>
              <a:path w="447675" h="9525">
                <a:moveTo>
                  <a:pt x="4476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40" name="circuit-447">
            <a:extLst xmlns:a="http://schemas.openxmlformats.org/drawingml/2006/main">
              <a:ext uri="{FF2B5EF4-FFF2-40B4-BE49-F238E27FC236}">
                <a16:creationId xmlns:a16="http://schemas.microsoft.com/office/drawing/2014/main" id="{D128A256-25F8-4CDE-ADB5-5E1F920E4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168968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41" name="wire-448">
            <a:extLst xmlns:a="http://schemas.openxmlformats.org/drawingml/2006/main">
              <a:ext uri="{FF2B5EF4-FFF2-40B4-BE49-F238E27FC236}">
                <a16:creationId xmlns:a16="http://schemas.microsoft.com/office/drawing/2014/main" id="{7F04144B-BB67-4F66-9386-50CCC74E3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00400"/>
            <a:ext cx="238125" cy="9525"/>
          </a:xfrm>
          <a:custGeom xmlns:a="http://schemas.openxmlformats.org/drawingml/2006/main">
            <a:pathLst>
              <a:path w="238125" h="9525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42" name="circuit-449">
            <a:extLst xmlns:a="http://schemas.openxmlformats.org/drawingml/2006/main">
              <a:ext uri="{FF2B5EF4-FFF2-40B4-BE49-F238E27FC236}">
                <a16:creationId xmlns:a16="http://schemas.microsoft.com/office/drawing/2014/main" id="{514F9AB1-E014-49B9-A702-C3EB8BBEB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31689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43" name="wire-450">
            <a:extLst xmlns:a="http://schemas.openxmlformats.org/drawingml/2006/main">
              <a:ext uri="{FF2B5EF4-FFF2-40B4-BE49-F238E27FC236}">
                <a16:creationId xmlns:a16="http://schemas.microsoft.com/office/drawing/2014/main" id="{911AC1E8-F313-4FF5-91A6-D1B42578C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00400"/>
            <a:ext cx="238125" cy="9525"/>
          </a:xfrm>
          <a:custGeom xmlns:a="http://schemas.openxmlformats.org/drawingml/2006/main">
            <a:pathLst>
              <a:path w="238125" h="9525">
                <a:moveTo>
                  <a:pt x="2381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44" name="circuit-451">
            <a:extLst xmlns:a="http://schemas.openxmlformats.org/drawingml/2006/main">
              <a:ext uri="{FF2B5EF4-FFF2-40B4-BE49-F238E27FC236}">
                <a16:creationId xmlns:a16="http://schemas.microsoft.com/office/drawing/2014/main" id="{463B452A-C3EA-4676-B101-BBE67C4CA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168968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45" name="wire-452">
            <a:extLst xmlns:a="http://schemas.openxmlformats.org/drawingml/2006/main">
              <a:ext uri="{FF2B5EF4-FFF2-40B4-BE49-F238E27FC236}">
                <a16:creationId xmlns:a16="http://schemas.microsoft.com/office/drawing/2014/main" id="{26651383-14A1-40DC-8866-EA706BF5C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62475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46" name="wire-453">
            <a:extLst xmlns:a="http://schemas.openxmlformats.org/drawingml/2006/main">
              <a:ext uri="{FF2B5EF4-FFF2-40B4-BE49-F238E27FC236}">
                <a16:creationId xmlns:a16="http://schemas.microsoft.com/office/drawing/2014/main" id="{7924274B-3458-489F-A03B-A8EE8A1B2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00400"/>
            <a:ext cx="9525" cy="1362075"/>
          </a:xfrm>
          <a:custGeom xmlns:a="http://schemas.openxmlformats.org/drawingml/2006/main">
            <a:pathLst>
              <a:path w="9525" h="1362075">
                <a:moveTo>
                  <a:pt x="0" y="136207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47" name="wire-454">
            <a:extLst xmlns:a="http://schemas.openxmlformats.org/drawingml/2006/main">
              <a:ext uri="{FF2B5EF4-FFF2-40B4-BE49-F238E27FC236}">
                <a16:creationId xmlns:a16="http://schemas.microsoft.com/office/drawing/2014/main" id="{6B7DBA0A-25E3-4E80-9E5D-CE64DB4E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00400"/>
            <a:ext cx="238125" cy="9525"/>
          </a:xfrm>
          <a:custGeom xmlns:a="http://schemas.openxmlformats.org/drawingml/2006/main">
            <a:pathLst>
              <a:path w="238125" h="9525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48" name="circuit-455">
            <a:extLst xmlns:a="http://schemas.openxmlformats.org/drawingml/2006/main">
              <a:ext uri="{FF2B5EF4-FFF2-40B4-BE49-F238E27FC236}">
                <a16:creationId xmlns:a16="http://schemas.microsoft.com/office/drawing/2014/main" id="{AD6E0212-259C-454B-9152-FB671581C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31689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49" name="text-456">
            <a:extLst xmlns:a="http://schemas.openxmlformats.org/drawingml/2006/main">
              <a:ext uri="{FF2B5EF4-FFF2-40B4-BE49-F238E27FC236}">
                <a16:creationId xmlns:a16="http://schemas.microsoft.com/office/drawing/2014/main" id="{8DAF3583-A939-40E5-A4B4-26702F5D5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838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命令から取り出す内容</a:t>
            </a:r>
          </a:p>
        </p:txBody>
      </p:sp>
      <p:sp>
        <p:nvSpPr>
          <p:cNvPr id="50" name="block-457">
            <a:extLst xmlns:a="http://schemas.openxmlformats.org/drawingml/2006/main">
              <a:ext uri="{FF2B5EF4-FFF2-40B4-BE49-F238E27FC236}">
                <a16:creationId xmlns:a16="http://schemas.microsoft.com/office/drawing/2014/main" id="{0D184439-C627-40C6-B863-9654F1A4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248025"/>
            <a:ext cx="1257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231F20"/>
            </a:solidFill>
          </a:ln>
        </p:spPr>
      </p:sp>
      <p:sp>
        <p:nvSpPr>
          <p:cNvPr id="51" name="text-458">
            <a:extLst xmlns:a="http://schemas.openxmlformats.org/drawingml/2006/main">
              <a:ext uri="{FF2B5EF4-FFF2-40B4-BE49-F238E27FC236}">
                <a16:creationId xmlns:a16="http://schemas.microsoft.com/office/drawing/2014/main" id="{E3DA7976-81CC-4914-856A-C0CDEB8CE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048000"/>
            <a:ext cx="12573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rPr>
              <a:t>即値</a:t>
            </a:r>
          </a:p>
        </p:txBody>
      </p:sp>
      <p:sp>
        <p:nvSpPr>
          <p:cNvPr id="52" name="text-459">
            <a:extLst xmlns:a="http://schemas.openxmlformats.org/drawingml/2006/main">
              <a:ext uri="{FF2B5EF4-FFF2-40B4-BE49-F238E27FC236}">
                <a16:creationId xmlns:a16="http://schemas.microsoft.com/office/drawing/2014/main" id="{67B730FC-29A4-44C5-AA36-9FBA94B62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248025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数値</a:t>
            </a:r>
          </a:p>
        </p:txBody>
      </p:sp>
      <p:sp>
        <p:nvSpPr>
          <p:cNvPr id="53" name="block-460">
            <a:extLst xmlns:a="http://schemas.openxmlformats.org/drawingml/2006/main">
              <a:ext uri="{FF2B5EF4-FFF2-40B4-BE49-F238E27FC236}">
                <a16:creationId xmlns:a16="http://schemas.microsoft.com/office/drawing/2014/main" id="{84CEF93B-588A-473B-A0C0-D43162221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248025"/>
            <a:ext cx="590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231F20"/>
            </a:solidFill>
          </a:ln>
        </p:spPr>
      </p:sp>
      <p:sp>
        <p:nvSpPr>
          <p:cNvPr id="54" name="text-461">
            <a:extLst xmlns:a="http://schemas.openxmlformats.org/drawingml/2006/main">
              <a:ext uri="{FF2B5EF4-FFF2-40B4-BE49-F238E27FC236}">
                <a16:creationId xmlns:a16="http://schemas.microsoft.com/office/drawing/2014/main" id="{21CC21D3-5DD1-4A51-B398-014521BB2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48000"/>
            <a:ext cx="59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defPPr>
            <a:lvl1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1pPr>
            <a:lvl2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2pPr>
            <a:lvl3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3pPr>
            <a:lvl4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4pPr>
            <a:lvl5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5pPr>
            <a:lvl6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6pPr>
            <a:lvl7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7pPr>
            <a:lvl8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8pPr>
            <a:lvl9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A9B9"/>
                </a:solidFill>
                <a:latin typeface="Arial"/>
                <a:ea typeface="Arial"/>
                <a:cs typeface="Arial"/>
              </a:rPr>
              <a:t>A1</a:t>
            </a:r>
          </a:p>
        </p:txBody>
      </p:sp>
      <p:sp>
        <p:nvSpPr>
          <p:cNvPr id="55" name="text-462">
            <a:extLst xmlns:a="http://schemas.openxmlformats.org/drawingml/2006/main">
              <a:ext uri="{FF2B5EF4-FFF2-40B4-BE49-F238E27FC236}">
                <a16:creationId xmlns:a16="http://schemas.microsoft.com/office/drawing/2014/main" id="{3F0BBFD9-FEE5-47D1-8206-CFC5EEB88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248025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番号</a:t>
            </a:r>
          </a:p>
        </p:txBody>
      </p:sp>
      <p:sp>
        <p:nvSpPr>
          <p:cNvPr id="56" name="block-463">
            <a:extLst xmlns:a="http://schemas.openxmlformats.org/drawingml/2006/main">
              <a:ext uri="{FF2B5EF4-FFF2-40B4-BE49-F238E27FC236}">
                <a16:creationId xmlns:a16="http://schemas.microsoft.com/office/drawing/2014/main" id="{A03B44B0-623B-4248-84FF-715E6CBD5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3248025"/>
            <a:ext cx="1028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231F20"/>
            </a:solidFill>
          </a:ln>
        </p:spPr>
      </p:sp>
      <p:sp>
        <p:nvSpPr>
          <p:cNvPr id="57" name="text-464">
            <a:extLst xmlns:a="http://schemas.openxmlformats.org/drawingml/2006/main">
              <a:ext uri="{FF2B5EF4-FFF2-40B4-BE49-F238E27FC236}">
                <a16:creationId xmlns:a16="http://schemas.microsoft.com/office/drawing/2014/main" id="{77354C8F-2F6C-470B-A207-88881A25B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3048000"/>
            <a:ext cx="10287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defPPr>
            <a:lvl1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1pPr>
            <a:lvl2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2pPr>
            <a:lvl3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3pPr>
            <a:lvl4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4pPr>
            <a:lvl5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5pPr>
            <a:lvl6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6pPr>
            <a:lvl7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7pPr>
            <a:lvl8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8pPr>
            <a:lvl9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A9B9"/>
                </a:solidFill>
                <a:latin typeface="Arial"/>
                <a:ea typeface="Arial"/>
                <a:cs typeface="Arial"/>
              </a:rPr>
              <a:t>A2</a:t>
            </a:r>
          </a:p>
        </p:txBody>
      </p:sp>
      <p:sp>
        <p:nvSpPr>
          <p:cNvPr id="58" name="text-465">
            <a:extLst xmlns:a="http://schemas.openxmlformats.org/drawingml/2006/main">
              <a:ext uri="{FF2B5EF4-FFF2-40B4-BE49-F238E27FC236}">
                <a16:creationId xmlns:a16="http://schemas.microsoft.com/office/drawing/2014/main" id="{F8D3638A-DB2B-4000-8DD0-90E533734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32480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番号</a:t>
            </a:r>
          </a:p>
        </p:txBody>
      </p:sp>
      <p:sp>
        <p:nvSpPr>
          <p:cNvPr id="59" name="block-466">
            <a:extLst xmlns:a="http://schemas.openxmlformats.org/drawingml/2006/main">
              <a:ext uri="{FF2B5EF4-FFF2-40B4-BE49-F238E27FC236}">
                <a16:creationId xmlns:a16="http://schemas.microsoft.com/office/drawing/2014/main" id="{2152240B-F687-489C-907D-7A3E14DA3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248025"/>
            <a:ext cx="590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231F20"/>
            </a:solidFill>
          </a:ln>
        </p:spPr>
      </p:sp>
      <p:sp>
        <p:nvSpPr>
          <p:cNvPr id="60" name="text-467">
            <a:extLst xmlns:a="http://schemas.openxmlformats.org/drawingml/2006/main">
              <a:ext uri="{FF2B5EF4-FFF2-40B4-BE49-F238E27FC236}">
                <a16:creationId xmlns:a16="http://schemas.microsoft.com/office/drawing/2014/main" id="{03449895-CB85-430E-9898-4DDFA7EDC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048000"/>
            <a:ext cx="59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rPr>
              <a:t>操作</a:t>
            </a:r>
          </a:p>
        </p:txBody>
      </p:sp>
      <p:sp>
        <p:nvSpPr>
          <p:cNvPr id="61" name="text-468">
            <a:extLst xmlns:a="http://schemas.openxmlformats.org/drawingml/2006/main">
              <a:ext uri="{FF2B5EF4-FFF2-40B4-BE49-F238E27FC236}">
                <a16:creationId xmlns:a16="http://schemas.microsoft.com/office/drawing/2014/main" id="{788DD8CB-458B-4355-8E30-E13F02D2D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248025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lw/sw</a:t>
            </a:r>
          </a:p>
        </p:txBody>
      </p:sp>
      <p:sp>
        <p:nvSpPr>
          <p:cNvPr id="62" name="board-stable-pc">
            <a:extLst xmlns:a="http://schemas.openxmlformats.org/drawingml/2006/main">
              <a:ext uri="{FF2B5EF4-FFF2-40B4-BE49-F238E27FC236}">
                <a16:creationId xmlns:a16="http://schemas.microsoft.com/office/drawing/2014/main" id="{20322255-FC25-414C-8068-F9EF1CE2C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71950"/>
            <a:ext cx="3143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63" name="text-470">
            <a:extLst xmlns:a="http://schemas.openxmlformats.org/drawingml/2006/main">
              <a:ext uri="{FF2B5EF4-FFF2-40B4-BE49-F238E27FC236}">
                <a16:creationId xmlns:a16="http://schemas.microsoft.com/office/drawing/2014/main" id="{6E553C25-EA33-4D3C-A190-C25F56F62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52925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D Q</a:t>
            </a:r>
          </a:p>
        </p:txBody>
      </p:sp>
      <p:sp>
        <p:nvSpPr>
          <p:cNvPr id="64" name="circuit-471">
            <a:extLst xmlns:a="http://schemas.openxmlformats.org/drawingml/2006/main">
              <a:ext uri="{FF2B5EF4-FFF2-40B4-BE49-F238E27FC236}">
                <a16:creationId xmlns:a16="http://schemas.microsoft.com/office/drawing/2014/main" id="{2AF5C9D4-544E-4BD9-A446-2607B273C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171950"/>
            <a:ext cx="171450" cy="95250"/>
          </a:xfrm>
          <a:custGeom xmlns:a="http://schemas.openxmlformats.org/drawingml/2006/main">
            <a:pathLst>
              <a:path w="171450" h="95250">
                <a:moveTo>
                  <a:pt x="0" y="0"/>
                </a:moveTo>
                <a:lnTo>
                  <a:pt x="85725" y="95250"/>
                </a:lnTo>
                <a:lnTo>
                  <a:pt x="17145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65" name="wire-472">
            <a:extLst xmlns:a="http://schemas.openxmlformats.org/drawingml/2006/main">
              <a:ext uri="{FF2B5EF4-FFF2-40B4-BE49-F238E27FC236}">
                <a16:creationId xmlns:a16="http://schemas.microsoft.com/office/drawing/2014/main" id="{799BF312-9B7E-4865-8ABF-0B07C789A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29075"/>
            <a:ext cx="9525" cy="142875"/>
          </a:xfrm>
          <a:custGeom xmlns:a="http://schemas.openxmlformats.org/drawingml/2006/main">
            <a:pathLst>
              <a:path w="9525" h="142875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66" name="text-473">
            <a:extLst xmlns:a="http://schemas.openxmlformats.org/drawingml/2006/main">
              <a:ext uri="{FF2B5EF4-FFF2-40B4-BE49-F238E27FC236}">
                <a16:creationId xmlns:a16="http://schemas.microsoft.com/office/drawing/2014/main" id="{C68D1C57-82BB-461F-8E49-710CC2C1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00475"/>
            <a:ext cx="428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clk</a:t>
            </a:r>
          </a:p>
        </p:txBody>
      </p:sp>
      <p:sp>
        <p:nvSpPr>
          <p:cNvPr id="67" name="text-474">
            <a:extLst xmlns:a="http://schemas.openxmlformats.org/drawingml/2006/main">
              <a:ext uri="{FF2B5EF4-FFF2-40B4-BE49-F238E27FC236}">
                <a16:creationId xmlns:a16="http://schemas.microsoft.com/office/drawing/2014/main" id="{49734EF4-2433-4AF6-AA3A-996D08A88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29175"/>
            <a:ext cx="4953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PC</a:t>
            </a:r>
          </a:p>
        </p:txBody>
      </p:sp>
      <p:sp>
        <p:nvSpPr>
          <p:cNvPr id="68" name="wire-475">
            <a:extLst xmlns:a="http://schemas.openxmlformats.org/drawingml/2006/main">
              <a:ext uri="{FF2B5EF4-FFF2-40B4-BE49-F238E27FC236}">
                <a16:creationId xmlns:a16="http://schemas.microsoft.com/office/drawing/2014/main" id="{738F2076-C64B-4633-8C96-EC6EC33E1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457700"/>
            <a:ext cx="276225" cy="9525"/>
          </a:xfrm>
          <a:custGeom xmlns:a="http://schemas.openxmlformats.org/drawingml/2006/main">
            <a:pathLst>
              <a:path w="276225" h="9525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69" name="circuit-476">
            <a:extLst xmlns:a="http://schemas.openxmlformats.org/drawingml/2006/main">
              <a:ext uri="{FF2B5EF4-FFF2-40B4-BE49-F238E27FC236}">
                <a16:creationId xmlns:a16="http://schemas.microsoft.com/office/drawing/2014/main" id="{0A31015A-82E1-43C2-9C4E-978302DA7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262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70" name="text-477">
            <a:extLst xmlns:a="http://schemas.openxmlformats.org/drawingml/2006/main">
              <a:ext uri="{FF2B5EF4-FFF2-40B4-BE49-F238E27FC236}">
                <a16:creationId xmlns:a16="http://schemas.microsoft.com/office/drawing/2014/main" id="{97C8FC8F-E126-4F10-A6AD-68DEA3AD4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43425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番地</a:t>
            </a:r>
          </a:p>
        </p:txBody>
      </p:sp>
      <p:sp>
        <p:nvSpPr>
          <p:cNvPr id="71" name="board-stable-fetch">
            <a:extLst xmlns:a="http://schemas.openxmlformats.org/drawingml/2006/main">
              <a:ext uri="{FF2B5EF4-FFF2-40B4-BE49-F238E27FC236}">
                <a16:creationId xmlns:a16="http://schemas.microsoft.com/office/drawing/2014/main" id="{D9F297E3-6291-4F48-A892-E041ECDFB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943350"/>
            <a:ext cx="138112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72" name="text-479">
            <a:extLst xmlns:a="http://schemas.openxmlformats.org/drawingml/2006/main">
              <a:ext uri="{FF2B5EF4-FFF2-40B4-BE49-F238E27FC236}">
                <a16:creationId xmlns:a16="http://schemas.microsoft.com/office/drawing/2014/main" id="{28418B31-9FA2-42C6-8079-957226E01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981450"/>
            <a:ext cx="12668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命令読出し</a:t>
            </a:r>
          </a:p>
        </p:txBody>
      </p:sp>
      <p:sp>
        <p:nvSpPr>
          <p:cNvPr id="73" name="text-480">
            <a:extLst xmlns:a="http://schemas.openxmlformats.org/drawingml/2006/main">
              <a:ext uri="{FF2B5EF4-FFF2-40B4-BE49-F238E27FC236}">
                <a16:creationId xmlns:a16="http://schemas.microsoft.com/office/drawing/2014/main" id="{9735D801-6111-42E5-B1DC-73880429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343400"/>
            <a:ext cx="23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74" name="text-481">
            <a:extLst xmlns:a="http://schemas.openxmlformats.org/drawingml/2006/main">
              <a:ext uri="{FF2B5EF4-FFF2-40B4-BE49-F238E27FC236}">
                <a16:creationId xmlns:a16="http://schemas.microsoft.com/office/drawing/2014/main" id="{2DBF66E0-55F9-40A9-B425-6F87E0BB4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434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</a:t>
            </a:r>
          </a:p>
        </p:txBody>
      </p:sp>
      <p:sp>
        <p:nvSpPr>
          <p:cNvPr id="75" name="text-482">
            <a:extLst xmlns:a="http://schemas.openxmlformats.org/drawingml/2006/main">
              <a:ext uri="{FF2B5EF4-FFF2-40B4-BE49-F238E27FC236}">
                <a16:creationId xmlns:a16="http://schemas.microsoft.com/office/drawing/2014/main" id="{0364015A-ACB9-4437-8CF3-0C03D995E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619625"/>
            <a:ext cx="11049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DDR3から</a:t>
            </a:r>
          </a:p>
          <a:p xmlns:a="http://schemas.openxmlformats.org/drawingml/2006/main">
            <a: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命令を読む</a:t>
            </a:r>
          </a:p>
        </p:txBody>
      </p:sp>
      <p:sp>
        <p:nvSpPr>
          <p:cNvPr id="76" name="wire-483">
            <a:extLst xmlns:a="http://schemas.openxmlformats.org/drawingml/2006/main">
              <a:ext uri="{FF2B5EF4-FFF2-40B4-BE49-F238E27FC236}">
                <a16:creationId xmlns:a16="http://schemas.microsoft.com/office/drawing/2014/main" id="{2353439C-35A4-47DB-A1B1-10F4AC8ED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457700"/>
            <a:ext cx="219075" cy="9525"/>
          </a:xfrm>
          <a:custGeom xmlns:a="http://schemas.openxmlformats.org/drawingml/2006/main">
            <a:pathLst>
              <a:path w="219075" h="9525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231F20"/>
            </a:solidFill>
          </a:ln>
        </p:spPr>
      </p:sp>
      <p:sp>
        <p:nvSpPr>
          <p:cNvPr id="77" name="wire-484">
            <a:extLst xmlns:a="http://schemas.openxmlformats.org/drawingml/2006/main">
              <a:ext uri="{FF2B5EF4-FFF2-40B4-BE49-F238E27FC236}">
                <a16:creationId xmlns:a16="http://schemas.microsoft.com/office/drawing/2014/main" id="{B2D22829-22D1-4D0C-B61B-213EF5B4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381375"/>
            <a:ext cx="9525" cy="1076325"/>
          </a:xfrm>
          <a:custGeom xmlns:a="http://schemas.openxmlformats.org/drawingml/2006/main">
            <a:pathLst>
              <a:path w="9525" h="1076325">
                <a:moveTo>
                  <a:pt x="0" y="107632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231F20"/>
            </a:solidFill>
          </a:ln>
        </p:spPr>
      </p:sp>
      <p:sp>
        <p:nvSpPr>
          <p:cNvPr id="78" name="wire-485">
            <a:extLst xmlns:a="http://schemas.openxmlformats.org/drawingml/2006/main">
              <a:ext uri="{FF2B5EF4-FFF2-40B4-BE49-F238E27FC236}">
                <a16:creationId xmlns:a16="http://schemas.microsoft.com/office/drawing/2014/main" id="{F7431344-EB35-44B9-BD1C-1A8C1D819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381375"/>
            <a:ext cx="219075" cy="9525"/>
          </a:xfrm>
          <a:custGeom xmlns:a="http://schemas.openxmlformats.org/drawingml/2006/main">
            <a:pathLst>
              <a:path w="219075" h="9525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231F20"/>
            </a:solidFill>
          </a:ln>
        </p:spPr>
      </p:sp>
      <p:sp>
        <p:nvSpPr>
          <p:cNvPr id="79" name="circuit-486">
            <a:extLst xmlns:a="http://schemas.openxmlformats.org/drawingml/2006/main">
              <a:ext uri="{FF2B5EF4-FFF2-40B4-BE49-F238E27FC236}">
                <a16:creationId xmlns:a16="http://schemas.microsoft.com/office/drawing/2014/main" id="{6584E663-423C-4855-8C3D-0580635AF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33499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80" name="circuit-487">
            <a:extLst xmlns:a="http://schemas.openxmlformats.org/drawingml/2006/main">
              <a:ext uri="{FF2B5EF4-FFF2-40B4-BE49-F238E27FC236}">
                <a16:creationId xmlns:a16="http://schemas.microsoft.com/office/drawing/2014/main" id="{CEDDD7D2-5420-4A7A-92E6-2CB1AC68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3400425"/>
            <a:ext cx="419100" cy="419100"/>
          </a:xfrm>
          <a:custGeom xmlns:a="http://schemas.openxmlformats.org/drawingml/2006/main">
            <a:pathLst>
              <a:path w="419100" h="419100">
                <a:moveTo>
                  <a:pt x="0" y="0"/>
                </a:moveTo>
                <a:lnTo>
                  <a:pt x="419100" y="104775"/>
                </a:lnTo>
                <a:lnTo>
                  <a:pt x="419100" y="314325"/>
                </a:lnTo>
                <a:lnTo>
                  <a:pt x="0" y="419100"/>
                </a:lnTo>
                <a:lnTo>
                  <a:pt x="0" y="295275"/>
                </a:lnTo>
                <a:lnTo>
                  <a:pt x="95250" y="20955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81" name="text-488">
            <a:extLst xmlns:a="http://schemas.openxmlformats.org/drawingml/2006/main">
              <a:ext uri="{FF2B5EF4-FFF2-40B4-BE49-F238E27FC236}">
                <a16:creationId xmlns:a16="http://schemas.microsoft.com/office/drawing/2014/main" id="{BB35BAD3-180F-42EC-B084-3CAF46E62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3476625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82" name="wire-489">
            <a:extLst xmlns:a="http://schemas.openxmlformats.org/drawingml/2006/main">
              <a:ext uri="{FF2B5EF4-FFF2-40B4-BE49-F238E27FC236}">
                <a16:creationId xmlns:a16="http://schemas.microsoft.com/office/drawing/2014/main" id="{2B1661E6-35B6-4965-BF96-8D5206505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3505200"/>
            <a:ext cx="9525" cy="952500"/>
          </a:xfrm>
          <a:custGeom xmlns:a="http://schemas.openxmlformats.org/drawingml/2006/main">
            <a:pathLst>
              <a:path w="9525" h="952500">
                <a:moveTo>
                  <a:pt x="0" y="9525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83" name="wire-490">
            <a:extLst xmlns:a="http://schemas.openxmlformats.org/drawingml/2006/main">
              <a:ext uri="{FF2B5EF4-FFF2-40B4-BE49-F238E27FC236}">
                <a16:creationId xmlns:a16="http://schemas.microsoft.com/office/drawing/2014/main" id="{072211DA-76E8-4484-B95B-AD9910C3F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3505200"/>
            <a:ext cx="323850" cy="9525"/>
          </a:xfrm>
          <a:custGeom xmlns:a="http://schemas.openxmlformats.org/drawingml/2006/main">
            <a:pathLst>
              <a:path w="323850" h="9525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84" name="circuit-491">
            <a:extLst xmlns:a="http://schemas.openxmlformats.org/drawingml/2006/main">
              <a:ext uri="{FF2B5EF4-FFF2-40B4-BE49-F238E27FC236}">
                <a16:creationId xmlns:a16="http://schemas.microsoft.com/office/drawing/2014/main" id="{D9B6AA8E-D702-4D0C-A86B-0F1BBC1FA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4737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85" name="text-492">
            <a:extLst xmlns:a="http://schemas.openxmlformats.org/drawingml/2006/main">
              <a:ext uri="{FF2B5EF4-FFF2-40B4-BE49-F238E27FC236}">
                <a16:creationId xmlns:a16="http://schemas.microsoft.com/office/drawing/2014/main" id="{F9088D6E-9E21-499C-9B30-AED1A50B5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638550"/>
            <a:ext cx="190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86" name="wire-493">
            <a:extLst xmlns:a="http://schemas.openxmlformats.org/drawingml/2006/main">
              <a:ext uri="{FF2B5EF4-FFF2-40B4-BE49-F238E27FC236}">
                <a16:creationId xmlns:a16="http://schemas.microsoft.com/office/drawing/2014/main" id="{9E937542-66B3-446B-A553-2CBE5EDCD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705225"/>
            <a:ext cx="47625" cy="9525"/>
          </a:xfrm>
          <a:custGeom xmlns:a="http://schemas.openxmlformats.org/drawingml/2006/main">
            <a:pathLst>
              <a:path w="47625" h="952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87" name="circuit-494">
            <a:extLst xmlns:a="http://schemas.openxmlformats.org/drawingml/2006/main">
              <a:ext uri="{FF2B5EF4-FFF2-40B4-BE49-F238E27FC236}">
                <a16:creationId xmlns:a16="http://schemas.microsoft.com/office/drawing/2014/main" id="{F80410CF-5C82-4AC4-A825-CE6D1683A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6737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88" name="wire-495">
            <a:extLst xmlns:a="http://schemas.openxmlformats.org/drawingml/2006/main">
              <a:ext uri="{FF2B5EF4-FFF2-40B4-BE49-F238E27FC236}">
                <a16:creationId xmlns:a16="http://schemas.microsoft.com/office/drawing/2014/main" id="{1CB46FDF-AB0C-4CF1-858E-012B1EFB6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3609975"/>
            <a:ext cx="190500" cy="9525"/>
          </a:xfrm>
          <a:custGeom xmlns:a="http://schemas.openxmlformats.org/drawingml/2006/main">
            <a:pathLst>
              <a:path w="190500" h="9525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89" name="wire-496">
            <a:extLst xmlns:a="http://schemas.openxmlformats.org/drawingml/2006/main">
              <a:ext uri="{FF2B5EF4-FFF2-40B4-BE49-F238E27FC236}">
                <a16:creationId xmlns:a16="http://schemas.microsoft.com/office/drawing/2014/main" id="{E61E31C4-EDC6-498D-B48B-F82084B51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295650"/>
            <a:ext cx="9525" cy="314325"/>
          </a:xfrm>
          <a:custGeom xmlns:a="http://schemas.openxmlformats.org/drawingml/2006/main">
            <a:pathLst>
              <a:path w="9525" h="314325">
                <a:moveTo>
                  <a:pt x="0" y="31432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90" name="wire-497">
            <a:extLst xmlns:a="http://schemas.openxmlformats.org/drawingml/2006/main">
              <a:ext uri="{FF2B5EF4-FFF2-40B4-BE49-F238E27FC236}">
                <a16:creationId xmlns:a16="http://schemas.microsoft.com/office/drawing/2014/main" id="{9515151E-B712-4563-8255-49D68DF8C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1438275" cy="9525"/>
          </a:xfrm>
          <a:custGeom xmlns:a="http://schemas.openxmlformats.org/drawingml/2006/main">
            <a:pathLst>
              <a:path w="1438275" h="9525">
                <a:moveTo>
                  <a:pt x="14382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91" name="wire-498">
            <a:extLst xmlns:a="http://schemas.openxmlformats.org/drawingml/2006/main">
              <a:ext uri="{FF2B5EF4-FFF2-40B4-BE49-F238E27FC236}">
                <a16:creationId xmlns:a16="http://schemas.microsoft.com/office/drawing/2014/main" id="{C0758722-544A-4266-BB81-42DC3CDBA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9525" cy="1162050"/>
          </a:xfrm>
          <a:custGeom xmlns:a="http://schemas.openxmlformats.org/drawingml/2006/main">
            <a:pathLst>
              <a:path w="9525" h="1162050">
                <a:moveTo>
                  <a:pt x="0" y="0"/>
                </a:moveTo>
                <a:lnTo>
                  <a:pt x="0" y="116205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92" name="wire-499">
            <a:extLst xmlns:a="http://schemas.openxmlformats.org/drawingml/2006/main">
              <a:ext uri="{FF2B5EF4-FFF2-40B4-BE49-F238E27FC236}">
                <a16:creationId xmlns:a16="http://schemas.microsoft.com/office/drawing/2014/main" id="{2400F033-8468-4216-B0B9-4E603AEC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57700"/>
            <a:ext cx="95250" cy="9525"/>
          </a:xfrm>
          <a:custGeom xmlns:a="http://schemas.openxmlformats.org/drawingml/2006/main">
            <a:pathLst>
              <a:path w="95250" h="9525">
                <a:moveTo>
                  <a:pt x="0" y="0"/>
                </a:moveTo>
                <a:lnTo>
                  <a:pt x="95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93" name="circuit-500">
            <a:extLst xmlns:a="http://schemas.openxmlformats.org/drawingml/2006/main">
              <a:ext uri="{FF2B5EF4-FFF2-40B4-BE49-F238E27FC236}">
                <a16:creationId xmlns:a16="http://schemas.microsoft.com/office/drawing/2014/main" id="{E7615C33-21DA-4BB8-89F7-116FB7F9E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262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94" name="text-501">
            <a:extLst xmlns:a="http://schemas.openxmlformats.org/drawingml/2006/main">
              <a:ext uri="{FF2B5EF4-FFF2-40B4-BE49-F238E27FC236}">
                <a16:creationId xmlns:a16="http://schemas.microsoft.com/office/drawing/2014/main" id="{FEF4BF01-36D3-49F0-B5A5-2EBE6425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147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PC + 4</a:t>
            </a:r>
          </a:p>
        </p:txBody>
      </p:sp>
      <p:sp>
        <p:nvSpPr>
          <p:cNvPr id="95" name="wire-502">
            <a:extLst xmlns:a="http://schemas.openxmlformats.org/drawingml/2006/main">
              <a:ext uri="{FF2B5EF4-FFF2-40B4-BE49-F238E27FC236}">
                <a16:creationId xmlns:a16="http://schemas.microsoft.com/office/drawing/2014/main" id="{0994D811-9B8A-429A-B02F-7B83689AD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514725"/>
            <a:ext cx="9525" cy="133350"/>
          </a:xfrm>
          <a:custGeom xmlns:a="http://schemas.openxmlformats.org/drawingml/2006/main">
            <a:pathLst>
              <a:path w="952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96" name="wire-503">
            <a:extLst xmlns:a="http://schemas.openxmlformats.org/drawingml/2006/main">
              <a:ext uri="{FF2B5EF4-FFF2-40B4-BE49-F238E27FC236}">
                <a16:creationId xmlns:a16="http://schemas.microsoft.com/office/drawing/2014/main" id="{5E2F6CFE-B2C7-4EAC-B7D6-A515B76ED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48075"/>
            <a:ext cx="1352550" cy="9525"/>
          </a:xfrm>
          <a:custGeom xmlns:a="http://schemas.openxmlformats.org/drawingml/2006/main">
            <a:pathLst>
              <a:path w="1352550" h="9525">
                <a:moveTo>
                  <a:pt x="13525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97" name="wire-504">
            <a:extLst xmlns:a="http://schemas.openxmlformats.org/drawingml/2006/main">
              <a:ext uri="{FF2B5EF4-FFF2-40B4-BE49-F238E27FC236}">
                <a16:creationId xmlns:a16="http://schemas.microsoft.com/office/drawing/2014/main" id="{352036DA-FD66-45B6-8D7C-A9561318D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48075"/>
            <a:ext cx="9525" cy="561975"/>
          </a:xfrm>
          <a:custGeom xmlns:a="http://schemas.openxmlformats.org/drawingml/2006/main">
            <a:pathLst>
              <a:path w="9525" h="561975">
                <a:moveTo>
                  <a:pt x="0" y="0"/>
                </a:moveTo>
                <a:lnTo>
                  <a:pt x="0" y="561975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98" name="wire-505">
            <a:extLst xmlns:a="http://schemas.openxmlformats.org/drawingml/2006/main">
              <a:ext uri="{FF2B5EF4-FFF2-40B4-BE49-F238E27FC236}">
                <a16:creationId xmlns:a16="http://schemas.microsoft.com/office/drawing/2014/main" id="{48ACBC85-8920-45C7-A692-C14C6AF39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210050"/>
            <a:ext cx="171450" cy="9525"/>
          </a:xfrm>
          <a:custGeom xmlns:a="http://schemas.openxmlformats.org/drawingml/2006/main">
            <a:pathLst>
              <a:path w="171450" h="952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99" name="circuit-506">
            <a:extLst xmlns:a="http://schemas.openxmlformats.org/drawingml/2006/main">
              <a:ext uri="{FF2B5EF4-FFF2-40B4-BE49-F238E27FC236}">
                <a16:creationId xmlns:a16="http://schemas.microsoft.com/office/drawing/2014/main" id="{F5A7E5A1-9109-43AA-9A63-EDD385E4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1786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00" name="wire-507">
            <a:extLst xmlns:a="http://schemas.openxmlformats.org/drawingml/2006/main">
              <a:ext uri="{FF2B5EF4-FFF2-40B4-BE49-F238E27FC236}">
                <a16:creationId xmlns:a16="http://schemas.microsoft.com/office/drawing/2014/main" id="{486F05DC-0F0B-493C-8EDD-EE43B54FC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514725"/>
            <a:ext cx="9525" cy="66675"/>
          </a:xfrm>
          <a:custGeom xmlns:a="http://schemas.openxmlformats.org/drawingml/2006/main">
            <a:pathLst>
              <a:path w="9525" h="66675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1572C3"/>
            </a:solidFill>
          </a:ln>
        </p:spPr>
      </p:sp>
      <p:sp>
        <p:nvSpPr>
          <p:cNvPr id="101" name="wire-508">
            <a:extLst xmlns:a="http://schemas.openxmlformats.org/drawingml/2006/main">
              <a:ext uri="{FF2B5EF4-FFF2-40B4-BE49-F238E27FC236}">
                <a16:creationId xmlns:a16="http://schemas.microsoft.com/office/drawing/2014/main" id="{51546394-4350-4763-9F82-05B86CED7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581400"/>
            <a:ext cx="1724025" cy="9525"/>
          </a:xfrm>
          <a:custGeom xmlns:a="http://schemas.openxmlformats.org/drawingml/2006/main">
            <a:pathLst>
              <a:path w="1724025" h="9525">
                <a:moveTo>
                  <a:pt x="0" y="0"/>
                </a:moveTo>
                <a:lnTo>
                  <a:pt x="17240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1572C3"/>
            </a:solidFill>
          </a:ln>
        </p:spPr>
      </p:sp>
      <p:sp>
        <p:nvSpPr>
          <p:cNvPr id="102" name="wire-509">
            <a:extLst xmlns:a="http://schemas.openxmlformats.org/drawingml/2006/main">
              <a:ext uri="{FF2B5EF4-FFF2-40B4-BE49-F238E27FC236}">
                <a16:creationId xmlns:a16="http://schemas.microsoft.com/office/drawing/2014/main" id="{C33C66EA-8346-4853-8E96-A888DE80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581400"/>
            <a:ext cx="9525" cy="1257300"/>
          </a:xfrm>
          <a:custGeom xmlns:a="http://schemas.openxmlformats.org/drawingml/2006/main">
            <a:pathLst>
              <a:path w="9525" h="1257300">
                <a:moveTo>
                  <a:pt x="0" y="0"/>
                </a:moveTo>
                <a:lnTo>
                  <a:pt x="0" y="125730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1572C3"/>
            </a:solidFill>
          </a:ln>
        </p:spPr>
      </p:sp>
      <p:sp>
        <p:nvSpPr>
          <p:cNvPr id="103" name="wire-510">
            <a:extLst xmlns:a="http://schemas.openxmlformats.org/drawingml/2006/main">
              <a:ext uri="{FF2B5EF4-FFF2-40B4-BE49-F238E27FC236}">
                <a16:creationId xmlns:a16="http://schemas.microsoft.com/office/drawing/2014/main" id="{3EFB87AC-4AF1-42BB-B72E-4F87ECE16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838700"/>
            <a:ext cx="219075" cy="9525"/>
          </a:xfrm>
          <a:custGeom xmlns:a="http://schemas.openxmlformats.org/drawingml/2006/main">
            <a:pathLst>
              <a:path w="219075" h="9525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1572C3"/>
            </a:solidFill>
          </a:ln>
        </p:spPr>
      </p:sp>
      <p:sp>
        <p:nvSpPr>
          <p:cNvPr id="104" name="circuit-511">
            <a:extLst xmlns:a="http://schemas.openxmlformats.org/drawingml/2006/main">
              <a:ext uri="{FF2B5EF4-FFF2-40B4-BE49-F238E27FC236}">
                <a16:creationId xmlns:a16="http://schemas.microsoft.com/office/drawing/2014/main" id="{B3384DB6-70C3-43C6-ABCB-2301019AC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48072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05" name="wire-512">
            <a:extLst xmlns:a="http://schemas.openxmlformats.org/drawingml/2006/main">
              <a:ext uri="{FF2B5EF4-FFF2-40B4-BE49-F238E27FC236}">
                <a16:creationId xmlns:a16="http://schemas.microsoft.com/office/drawing/2014/main" id="{66513329-E321-4811-A6A5-359499BC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514725"/>
            <a:ext cx="9525" cy="180975"/>
          </a:xfrm>
          <a:custGeom xmlns:a="http://schemas.openxmlformats.org/drawingml/2006/main">
            <a:pathLst>
              <a:path w="9525"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9FA9B9"/>
            </a:solidFill>
          </a:ln>
        </p:spPr>
      </p:sp>
      <p:sp>
        <p:nvSpPr>
          <p:cNvPr id="106" name="wire-513">
            <a:extLst xmlns:a="http://schemas.openxmlformats.org/drawingml/2006/main">
              <a:ext uri="{FF2B5EF4-FFF2-40B4-BE49-F238E27FC236}">
                <a16:creationId xmlns:a16="http://schemas.microsoft.com/office/drawing/2014/main" id="{5E150DCD-5118-4920-9D77-56CC377D8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695700"/>
            <a:ext cx="2247900" cy="9525"/>
          </a:xfrm>
          <a:custGeom xmlns:a="http://schemas.openxmlformats.org/drawingml/2006/main">
            <a:pathLst>
              <a:path w="2247900" h="9525">
                <a:moveTo>
                  <a:pt x="22479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9FA9B9"/>
            </a:solidFill>
          </a:ln>
        </p:spPr>
      </p:sp>
      <p:sp>
        <p:nvSpPr>
          <p:cNvPr id="107" name="wire-514">
            <a:extLst xmlns:a="http://schemas.openxmlformats.org/drawingml/2006/main">
              <a:ext uri="{FF2B5EF4-FFF2-40B4-BE49-F238E27FC236}">
                <a16:creationId xmlns:a16="http://schemas.microsoft.com/office/drawing/2014/main" id="{B0D7963E-1B73-4FE7-B341-77744B15B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695700"/>
            <a:ext cx="9525" cy="914400"/>
          </a:xfrm>
          <a:custGeom xmlns:a="http://schemas.openxmlformats.org/drawingml/2006/main">
            <a:pathLst>
              <a:path w="9525" h="914400">
                <a:moveTo>
                  <a:pt x="0" y="0"/>
                </a:moveTo>
                <a:lnTo>
                  <a:pt x="0" y="91440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9FA9B9"/>
            </a:solidFill>
          </a:ln>
        </p:spPr>
      </p:sp>
      <p:sp>
        <p:nvSpPr>
          <p:cNvPr id="108" name="wire-515">
            <a:extLst xmlns:a="http://schemas.openxmlformats.org/drawingml/2006/main">
              <a:ext uri="{FF2B5EF4-FFF2-40B4-BE49-F238E27FC236}">
                <a16:creationId xmlns:a16="http://schemas.microsoft.com/office/drawing/2014/main" id="{37D3FBCA-91A6-4B45-9BF5-28DF73814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610100"/>
            <a:ext cx="247650" cy="9525"/>
          </a:xfrm>
          <a:custGeom xmlns:a="http://schemas.openxmlformats.org/drawingml/2006/main">
            <a:pathLst>
              <a:path w="247650" h="9525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9FA9B9"/>
            </a:solidFill>
          </a:ln>
        </p:spPr>
      </p:sp>
      <p:sp>
        <p:nvSpPr>
          <p:cNvPr id="109" name="circuit-516">
            <a:extLst xmlns:a="http://schemas.openxmlformats.org/drawingml/2006/main">
              <a:ext uri="{FF2B5EF4-FFF2-40B4-BE49-F238E27FC236}">
                <a16:creationId xmlns:a16="http://schemas.microsoft.com/office/drawing/2014/main" id="{330E9C99-F440-4973-9105-AD4989EDE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5786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9FA9B9"/>
          </a:solidFill>
          <a:ln xmlns:a="http://schemas.openxmlformats.org/drawingml/2006/main" w="9525">
            <a:solidFill>
              <a:srgbClr val="9FA9B9"/>
            </a:solidFill>
          </a:ln>
        </p:spPr>
      </p:sp>
      <p:sp>
        <p:nvSpPr>
          <p:cNvPr id="110" name="wire-517">
            <a:extLst xmlns:a="http://schemas.openxmlformats.org/drawingml/2006/main">
              <a:ext uri="{FF2B5EF4-FFF2-40B4-BE49-F238E27FC236}">
                <a16:creationId xmlns:a16="http://schemas.microsoft.com/office/drawing/2014/main" id="{F8AB9EBF-77E3-4242-8BF6-FA39617A8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4905375"/>
            <a:ext cx="161925" cy="9525"/>
          </a:xfrm>
          <a:custGeom xmlns:a="http://schemas.openxmlformats.org/drawingml/2006/main">
            <a:pathLst>
              <a:path w="161925" h="9525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111" name="circuit-518">
            <a:extLst xmlns:a="http://schemas.openxmlformats.org/drawingml/2006/main">
              <a:ext uri="{FF2B5EF4-FFF2-40B4-BE49-F238E27FC236}">
                <a16:creationId xmlns:a16="http://schemas.microsoft.com/office/drawing/2014/main" id="{A01CE4B9-68CE-4B6E-83D7-77B606F15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739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12" name="board-stable-rf">
            <a:extLst xmlns:a="http://schemas.openxmlformats.org/drawingml/2006/main">
              <a:ext uri="{FF2B5EF4-FFF2-40B4-BE49-F238E27FC236}">
                <a16:creationId xmlns:a16="http://schemas.microsoft.com/office/drawing/2014/main" id="{090C5501-F8B9-445C-B4D8-EF0A38A2B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800475"/>
            <a:ext cx="1571625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13" name="circuit-520">
            <a:extLst xmlns:a="http://schemas.openxmlformats.org/drawingml/2006/main">
              <a:ext uri="{FF2B5EF4-FFF2-40B4-BE49-F238E27FC236}">
                <a16:creationId xmlns:a16="http://schemas.microsoft.com/office/drawing/2014/main" id="{74444D8E-B80C-4627-AFF0-B81748F7E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3800475"/>
            <a:ext cx="152400" cy="85725"/>
          </a:xfrm>
          <a:custGeom xmlns:a="http://schemas.openxmlformats.org/drawingml/2006/main">
            <a:pathLst>
              <a:path w="152400" h="85725">
                <a:moveTo>
                  <a:pt x="0" y="0"/>
                </a:moveTo>
                <a:lnTo>
                  <a:pt x="76200" y="85725"/>
                </a:lnTo>
                <a:lnTo>
                  <a:pt x="15240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14" name="wire-521">
            <a:extLst xmlns:a="http://schemas.openxmlformats.org/drawingml/2006/main">
              <a:ext uri="{FF2B5EF4-FFF2-40B4-BE49-F238E27FC236}">
                <a16:creationId xmlns:a16="http://schemas.microsoft.com/office/drawing/2014/main" id="{C77D91EA-87D7-4DE2-A8A3-EA5E8A1CF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733800"/>
            <a:ext cx="9525" cy="66675"/>
          </a:xfrm>
          <a:custGeom xmlns:a="http://schemas.openxmlformats.org/drawingml/2006/main">
            <a:pathLst>
              <a:path w="9525" h="66675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115" name="text-522">
            <a:extLst xmlns:a="http://schemas.openxmlformats.org/drawingml/2006/main">
              <a:ext uri="{FF2B5EF4-FFF2-40B4-BE49-F238E27FC236}">
                <a16:creationId xmlns:a16="http://schemas.microsoft.com/office/drawing/2014/main" id="{5BFBF1A3-2486-4018-9042-66E5B9E20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295775"/>
            <a:ext cx="76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レジスタ</a:t>
            </a:r>
          </a:p>
          <a:p xmlns:a="http://schemas.openxmlformats.org/drawingml/2006/main">
            <a: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群</a:t>
            </a:r>
          </a:p>
        </p:txBody>
      </p:sp>
      <p:sp>
        <p:nvSpPr>
          <p:cNvPr id="116" name="text-523">
            <a:extLst xmlns:a="http://schemas.openxmlformats.org/drawingml/2006/main">
              <a:ext uri="{FF2B5EF4-FFF2-40B4-BE49-F238E27FC236}">
                <a16:creationId xmlns:a16="http://schemas.microsoft.com/office/drawing/2014/main" id="{8BBE2BC2-B7C2-46C7-9121-1C9D49BD8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067175"/>
            <a:ext cx="33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A1</a:t>
            </a:r>
          </a:p>
        </p:txBody>
      </p:sp>
      <p:sp>
        <p:nvSpPr>
          <p:cNvPr id="117" name="text-524">
            <a:extLst xmlns:a="http://schemas.openxmlformats.org/drawingml/2006/main">
              <a:ext uri="{FF2B5EF4-FFF2-40B4-BE49-F238E27FC236}">
                <a16:creationId xmlns:a16="http://schemas.microsoft.com/office/drawing/2014/main" id="{C166BCBF-5ADD-4BC3-B426-4E4655155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486275"/>
            <a:ext cx="33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A2</a:t>
            </a:r>
          </a:p>
        </p:txBody>
      </p:sp>
      <p:sp>
        <p:nvSpPr>
          <p:cNvPr id="118" name="text-525">
            <a:extLst xmlns:a="http://schemas.openxmlformats.org/drawingml/2006/main">
              <a:ext uri="{FF2B5EF4-FFF2-40B4-BE49-F238E27FC236}">
                <a16:creationId xmlns:a16="http://schemas.microsoft.com/office/drawing/2014/main" id="{D22622C5-5486-47C0-934D-66F50C5AF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772025"/>
            <a:ext cx="33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A3</a:t>
            </a:r>
          </a:p>
        </p:txBody>
      </p:sp>
      <p:sp>
        <p:nvSpPr>
          <p:cNvPr id="119" name="text-526">
            <a:extLst xmlns:a="http://schemas.openxmlformats.org/drawingml/2006/main">
              <a:ext uri="{FF2B5EF4-FFF2-40B4-BE49-F238E27FC236}">
                <a16:creationId xmlns:a16="http://schemas.microsoft.com/office/drawing/2014/main" id="{B6383493-DBAE-4257-9E5D-B79CEC1E2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057775"/>
            <a:ext cx="33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WD3</a:t>
            </a:r>
          </a:p>
        </p:txBody>
      </p:sp>
      <p:sp>
        <p:nvSpPr>
          <p:cNvPr id="120" name="text-527">
            <a:extLst xmlns:a="http://schemas.openxmlformats.org/drawingml/2006/main">
              <a:ext uri="{FF2B5EF4-FFF2-40B4-BE49-F238E27FC236}">
                <a16:creationId xmlns:a16="http://schemas.microsoft.com/office/drawing/2014/main" id="{7E9A037F-93C4-455C-9DAA-799C2C891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067175"/>
            <a:ext cx="33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RD1</a:t>
            </a:r>
          </a:p>
        </p:txBody>
      </p:sp>
      <p:sp>
        <p:nvSpPr>
          <p:cNvPr id="121" name="text-528">
            <a:extLst xmlns:a="http://schemas.openxmlformats.org/drawingml/2006/main">
              <a:ext uri="{FF2B5EF4-FFF2-40B4-BE49-F238E27FC236}">
                <a16:creationId xmlns:a16="http://schemas.microsoft.com/office/drawing/2014/main" id="{0F3C7231-D6DB-4FAB-B82E-2EE4EF4FD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486275"/>
            <a:ext cx="33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RD2</a:t>
            </a:r>
          </a:p>
        </p:txBody>
      </p:sp>
      <p:sp>
        <p:nvSpPr>
          <p:cNvPr id="122" name="text-529">
            <a:extLst xmlns:a="http://schemas.openxmlformats.org/drawingml/2006/main">
              <a:ext uri="{FF2B5EF4-FFF2-40B4-BE49-F238E27FC236}">
                <a16:creationId xmlns:a16="http://schemas.microsoft.com/office/drawing/2014/main" id="{74F0CE1D-C32E-48DE-B1FA-3FF4029E5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3819525"/>
            <a:ext cx="3524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572C3"/>
                </a:solidFill>
                <a:latin typeface="Arial"/>
                <a:ea typeface="Arial"/>
                <a:cs typeface="Arial"/>
              </a:rPr>
              <a:t>WE3</a:t>
            </a:r>
          </a:p>
        </p:txBody>
      </p:sp>
      <p:sp>
        <p:nvSpPr>
          <p:cNvPr id="123" name="wire-530">
            <a:extLst xmlns:a="http://schemas.openxmlformats.org/drawingml/2006/main">
              <a:ext uri="{FF2B5EF4-FFF2-40B4-BE49-F238E27FC236}">
                <a16:creationId xmlns:a16="http://schemas.microsoft.com/office/drawing/2014/main" id="{2DC7C302-D040-4D79-9BA1-B6465207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4210050"/>
            <a:ext cx="628650" cy="9525"/>
          </a:xfrm>
          <a:custGeom xmlns:a="http://schemas.openxmlformats.org/drawingml/2006/main">
            <a:pathLst>
              <a:path w="628650" h="9525">
                <a:moveTo>
                  <a:pt x="0" y="0"/>
                </a:moveTo>
                <a:lnTo>
                  <a:pt x="628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231F20"/>
            </a:solidFill>
          </a:ln>
        </p:spPr>
      </p:sp>
      <p:sp>
        <p:nvSpPr>
          <p:cNvPr id="124" name="circuit-531">
            <a:extLst xmlns:a="http://schemas.openxmlformats.org/drawingml/2006/main">
              <a:ext uri="{FF2B5EF4-FFF2-40B4-BE49-F238E27FC236}">
                <a16:creationId xmlns:a16="http://schemas.microsoft.com/office/drawing/2014/main" id="{CEDF1A4A-A827-4CF9-B75D-25BEF732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41786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25" name="text-532">
            <a:extLst xmlns:a="http://schemas.openxmlformats.org/drawingml/2006/main">
              <a:ext uri="{FF2B5EF4-FFF2-40B4-BE49-F238E27FC236}">
                <a16:creationId xmlns:a16="http://schemas.microsoft.com/office/drawing/2014/main" id="{708CC48A-CB29-4257-9FF2-CD5003CE9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8957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126" name="board-stable-alu">
            <a:extLst xmlns:a="http://schemas.openxmlformats.org/drawingml/2006/main">
              <a:ext uri="{FF2B5EF4-FFF2-40B4-BE49-F238E27FC236}">
                <a16:creationId xmlns:a16="http://schemas.microsoft.com/office/drawing/2014/main" id="{F4EFA6A1-5CC5-4323-A610-96CD28E14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4067175"/>
            <a:ext cx="647700" cy="933450"/>
          </a:xfrm>
          <a:custGeom xmlns:a="http://schemas.openxmlformats.org/drawingml/2006/main">
            <a:pathLst>
              <a:path w="647700" h="933450">
                <a:moveTo>
                  <a:pt x="0" y="0"/>
                </a:moveTo>
                <a:lnTo>
                  <a:pt x="647700" y="171450"/>
                </a:lnTo>
                <a:lnTo>
                  <a:pt x="647700" y="742950"/>
                </a:lnTo>
                <a:lnTo>
                  <a:pt x="0" y="933450"/>
                </a:lnTo>
                <a:lnTo>
                  <a:pt x="0" y="571500"/>
                </a:lnTo>
                <a:lnTo>
                  <a:pt x="171450" y="457200"/>
                </a:lnTo>
                <a:lnTo>
                  <a:pt x="0" y="257175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21908">
            <a:solidFill>
              <a:srgbClr val="231F20"/>
            </a:solidFill>
          </a:ln>
        </p:spPr>
      </p:sp>
      <p:sp>
        <p:nvSpPr>
          <p:cNvPr id="127" name="text-534">
            <a:extLst xmlns:a="http://schemas.openxmlformats.org/drawingml/2006/main">
              <a:ext uri="{FF2B5EF4-FFF2-40B4-BE49-F238E27FC236}">
                <a16:creationId xmlns:a16="http://schemas.microsoft.com/office/drawing/2014/main" id="{D25B302F-21B0-4308-8F0A-907D979E0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781425"/>
            <a:ext cx="571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ALU</a:t>
            </a:r>
          </a:p>
        </p:txBody>
      </p:sp>
      <p:sp>
        <p:nvSpPr>
          <p:cNvPr id="128" name="text-535">
            <a:extLst xmlns:a="http://schemas.openxmlformats.org/drawingml/2006/main">
              <a:ext uri="{FF2B5EF4-FFF2-40B4-BE49-F238E27FC236}">
                <a16:creationId xmlns:a16="http://schemas.microsoft.com/office/drawing/2014/main" id="{5926CC78-7BB0-4A2B-B5C7-1DAB360D5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343400"/>
            <a:ext cx="3143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29" name="text-536">
            <a:extLst xmlns:a="http://schemas.openxmlformats.org/drawingml/2006/main">
              <a:ext uri="{FF2B5EF4-FFF2-40B4-BE49-F238E27FC236}">
                <a16:creationId xmlns:a16="http://schemas.microsoft.com/office/drawing/2014/main" id="{A51BE543-28C1-4E0C-90DF-647303B97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5019675"/>
            <a:ext cx="1095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即値</a:t>
            </a:r>
          </a:p>
        </p:txBody>
      </p:sp>
      <p:sp>
        <p:nvSpPr>
          <p:cNvPr id="130" name="wire-537">
            <a:extLst xmlns:a="http://schemas.openxmlformats.org/drawingml/2006/main">
              <a:ext uri="{FF2B5EF4-FFF2-40B4-BE49-F238E27FC236}">
                <a16:creationId xmlns:a16="http://schemas.microsoft.com/office/drawing/2014/main" id="{80B44F9C-CC66-4BFE-A5E0-910D2F7E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4419600"/>
            <a:ext cx="600075" cy="9525"/>
          </a:xfrm>
          <a:custGeom xmlns:a="http://schemas.openxmlformats.org/drawingml/2006/main">
            <a:pathLst>
              <a:path w="600075" h="9525">
                <a:moveTo>
                  <a:pt x="0" y="0"/>
                </a:moveTo>
                <a:lnTo>
                  <a:pt x="600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1572C3"/>
            </a:solidFill>
          </a:ln>
        </p:spPr>
      </p:sp>
      <p:sp>
        <p:nvSpPr>
          <p:cNvPr id="131" name="circuit-538">
            <a:extLst xmlns:a="http://schemas.openxmlformats.org/drawingml/2006/main">
              <a:ext uri="{FF2B5EF4-FFF2-40B4-BE49-F238E27FC236}">
                <a16:creationId xmlns:a16="http://schemas.microsoft.com/office/drawing/2014/main" id="{A7E82E47-3407-40AF-8C88-C115AF89D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3881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32" name="text-539">
            <a:extLst xmlns:a="http://schemas.openxmlformats.org/drawingml/2006/main">
              <a:ext uri="{FF2B5EF4-FFF2-40B4-BE49-F238E27FC236}">
                <a16:creationId xmlns:a16="http://schemas.microsoft.com/office/drawing/2014/main" id="{61006CC9-9CCB-4324-A8E8-4AA4088E4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105275"/>
            <a:ext cx="4857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番地</a:t>
            </a:r>
          </a:p>
        </p:txBody>
      </p:sp>
      <p:sp>
        <p:nvSpPr>
          <p:cNvPr id="133" name="wire-540">
            <a:extLst xmlns:a="http://schemas.openxmlformats.org/drawingml/2006/main">
              <a:ext uri="{FF2B5EF4-FFF2-40B4-BE49-F238E27FC236}">
                <a16:creationId xmlns:a16="http://schemas.microsoft.com/office/drawing/2014/main" id="{142D67A6-9091-44E5-9E82-D08613299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4610100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1572C3"/>
            </a:solidFill>
          </a:ln>
        </p:spPr>
      </p:sp>
      <p:sp>
        <p:nvSpPr>
          <p:cNvPr id="134" name="wire-541">
            <a:extLst xmlns:a="http://schemas.openxmlformats.org/drawingml/2006/main">
              <a:ext uri="{FF2B5EF4-FFF2-40B4-BE49-F238E27FC236}">
                <a16:creationId xmlns:a16="http://schemas.microsoft.com/office/drawing/2014/main" id="{0E978338-F4BA-49E1-AD6F-288D6B0F6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4610100"/>
            <a:ext cx="9525" cy="771525"/>
          </a:xfrm>
          <a:custGeom xmlns:a="http://schemas.openxmlformats.org/drawingml/2006/main">
            <a:pathLst>
              <a:path w="9525" h="771525">
                <a:moveTo>
                  <a:pt x="0" y="0"/>
                </a:moveTo>
                <a:lnTo>
                  <a:pt x="0" y="771525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1572C3"/>
            </a:solidFill>
          </a:ln>
        </p:spPr>
      </p:sp>
      <p:sp>
        <p:nvSpPr>
          <p:cNvPr id="135" name="wire-542">
            <a:extLst xmlns:a="http://schemas.openxmlformats.org/drawingml/2006/main">
              <a:ext uri="{FF2B5EF4-FFF2-40B4-BE49-F238E27FC236}">
                <a16:creationId xmlns:a16="http://schemas.microsoft.com/office/drawing/2014/main" id="{5CC87837-1BB0-4AC3-B77C-9613D67B4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5381625"/>
            <a:ext cx="1628775" cy="9525"/>
          </a:xfrm>
          <a:custGeom xmlns:a="http://schemas.openxmlformats.org/drawingml/2006/main">
            <a:pathLst>
              <a:path w="1628775" h="9525">
                <a:moveTo>
                  <a:pt x="0" y="0"/>
                </a:moveTo>
                <a:lnTo>
                  <a:pt x="1628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1572C3"/>
            </a:solidFill>
          </a:ln>
        </p:spPr>
      </p:sp>
      <p:sp>
        <p:nvSpPr>
          <p:cNvPr id="136" name="wire-543">
            <a:extLst xmlns:a="http://schemas.openxmlformats.org/drawingml/2006/main">
              <a:ext uri="{FF2B5EF4-FFF2-40B4-BE49-F238E27FC236}">
                <a16:creationId xmlns:a16="http://schemas.microsoft.com/office/drawing/2014/main" id="{3F0B4547-3199-43D2-84DC-78942FBAB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019675"/>
            <a:ext cx="9525" cy="361950"/>
          </a:xfrm>
          <a:custGeom xmlns:a="http://schemas.openxmlformats.org/drawingml/2006/main">
            <a:pathLst>
              <a:path w="9525" h="361950">
                <a:moveTo>
                  <a:pt x="0" y="3619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1572C3"/>
            </a:solidFill>
          </a:ln>
        </p:spPr>
      </p:sp>
      <p:sp>
        <p:nvSpPr>
          <p:cNvPr id="137" name="wire-544">
            <a:extLst xmlns:a="http://schemas.openxmlformats.org/drawingml/2006/main">
              <a:ext uri="{FF2B5EF4-FFF2-40B4-BE49-F238E27FC236}">
                <a16:creationId xmlns:a16="http://schemas.microsoft.com/office/drawing/2014/main" id="{3D8D29D2-9976-4F3E-AD57-C2F8FE5D4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019675"/>
            <a:ext cx="133350" cy="9525"/>
          </a:xfrm>
          <a:custGeom xmlns:a="http://schemas.openxmlformats.org/drawingml/2006/main">
            <a:pathLst>
              <a:path w="133350" h="9525">
                <a:moveTo>
                  <a:pt x="0" y="0"/>
                </a:moveTo>
                <a:lnTo>
                  <a:pt x="1333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1572C3"/>
            </a:solidFill>
          </a:ln>
        </p:spPr>
      </p:sp>
      <p:sp>
        <p:nvSpPr>
          <p:cNvPr id="138" name="circuit-545">
            <a:extLst xmlns:a="http://schemas.openxmlformats.org/drawingml/2006/main">
              <a:ext uri="{FF2B5EF4-FFF2-40B4-BE49-F238E27FC236}">
                <a16:creationId xmlns:a16="http://schemas.microsoft.com/office/drawing/2014/main" id="{03264533-4E30-4A78-80C0-77C4D50F2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9882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2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39" name="text-546">
            <a:extLst xmlns:a="http://schemas.openxmlformats.org/drawingml/2006/main">
              <a:ext uri="{FF2B5EF4-FFF2-40B4-BE49-F238E27FC236}">
                <a16:creationId xmlns:a16="http://schemas.microsoft.com/office/drawing/2014/main" id="{5BB74489-ACAA-44C7-BF87-21338BA20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4762500"/>
            <a:ext cx="2286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140" name="wire-547">
            <a:extLst xmlns:a="http://schemas.openxmlformats.org/drawingml/2006/main">
              <a:ext uri="{FF2B5EF4-FFF2-40B4-BE49-F238E27FC236}">
                <a16:creationId xmlns:a16="http://schemas.microsoft.com/office/drawing/2014/main" id="{9D03D73E-3EA3-4AA9-AFB9-6108C8257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5314950"/>
            <a:ext cx="104775" cy="9525"/>
          </a:xfrm>
          <a:custGeom xmlns:a="http://schemas.openxmlformats.org/drawingml/2006/main">
            <a:pathLst>
              <a:path w="104775" h="9525">
                <a:moveTo>
                  <a:pt x="1047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1572C3"/>
            </a:solidFill>
          </a:ln>
        </p:spPr>
      </p:sp>
      <p:sp>
        <p:nvSpPr>
          <p:cNvPr id="141" name="wire-548">
            <a:extLst xmlns:a="http://schemas.openxmlformats.org/drawingml/2006/main">
              <a:ext uri="{FF2B5EF4-FFF2-40B4-BE49-F238E27FC236}">
                <a16:creationId xmlns:a16="http://schemas.microsoft.com/office/drawing/2014/main" id="{E782CAEC-DD91-489A-ADB1-AA179BF95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5314950"/>
            <a:ext cx="9525" cy="495300"/>
          </a:xfrm>
          <a:custGeom xmlns:a="http://schemas.openxmlformats.org/drawingml/2006/main">
            <a:pathLst>
              <a:path w="9525" h="495300">
                <a:moveTo>
                  <a:pt x="0" y="0"/>
                </a:moveTo>
                <a:lnTo>
                  <a:pt x="0" y="49530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1572C3"/>
            </a:solidFill>
          </a:ln>
        </p:spPr>
      </p:sp>
      <p:sp>
        <p:nvSpPr>
          <p:cNvPr id="142" name="wire-549">
            <a:extLst xmlns:a="http://schemas.openxmlformats.org/drawingml/2006/main">
              <a:ext uri="{FF2B5EF4-FFF2-40B4-BE49-F238E27FC236}">
                <a16:creationId xmlns:a16="http://schemas.microsoft.com/office/drawing/2014/main" id="{57FF1513-5B59-4E99-A812-F61EE3D85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810250"/>
            <a:ext cx="3514725" cy="9525"/>
          </a:xfrm>
          <a:custGeom xmlns:a="http://schemas.openxmlformats.org/drawingml/2006/main">
            <a:pathLst>
              <a:path w="3514725" h="9525">
                <a:moveTo>
                  <a:pt x="35147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1572C3"/>
            </a:solidFill>
          </a:ln>
        </p:spPr>
      </p:sp>
      <p:sp>
        <p:nvSpPr>
          <p:cNvPr id="143" name="wire-550">
            <a:extLst xmlns:a="http://schemas.openxmlformats.org/drawingml/2006/main">
              <a:ext uri="{FF2B5EF4-FFF2-40B4-BE49-F238E27FC236}">
                <a16:creationId xmlns:a16="http://schemas.microsoft.com/office/drawing/2014/main" id="{1197395A-9570-401D-B696-D0585104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153025"/>
            <a:ext cx="9525" cy="657225"/>
          </a:xfrm>
          <a:custGeom xmlns:a="http://schemas.openxmlformats.org/drawingml/2006/main">
            <a:pathLst>
              <a:path w="9525" h="657225">
                <a:moveTo>
                  <a:pt x="0" y="65722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1572C3"/>
            </a:solidFill>
          </a:ln>
        </p:spPr>
      </p:sp>
      <p:sp>
        <p:nvSpPr>
          <p:cNvPr id="144" name="wire-551">
            <a:extLst xmlns:a="http://schemas.openxmlformats.org/drawingml/2006/main">
              <a:ext uri="{FF2B5EF4-FFF2-40B4-BE49-F238E27FC236}">
                <a16:creationId xmlns:a16="http://schemas.microsoft.com/office/drawing/2014/main" id="{01CDFC13-6390-4FB7-BDA3-0C9748EC5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153025"/>
            <a:ext cx="171450" cy="9525"/>
          </a:xfrm>
          <a:custGeom xmlns:a="http://schemas.openxmlformats.org/drawingml/2006/main">
            <a:pathLst>
              <a:path w="171450" h="952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1572C3"/>
            </a:solidFill>
          </a:ln>
        </p:spPr>
      </p:sp>
      <p:sp>
        <p:nvSpPr>
          <p:cNvPr id="145" name="circuit-552">
            <a:extLst xmlns:a="http://schemas.openxmlformats.org/drawingml/2006/main">
              <a:ext uri="{FF2B5EF4-FFF2-40B4-BE49-F238E27FC236}">
                <a16:creationId xmlns:a16="http://schemas.microsoft.com/office/drawing/2014/main" id="{6FEE4560-1B1A-425B-8A4C-5B5E4AA54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215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2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46" name="wire-553">
            <a:extLst xmlns:a="http://schemas.openxmlformats.org/drawingml/2006/main">
              <a:ext uri="{FF2B5EF4-FFF2-40B4-BE49-F238E27FC236}">
                <a16:creationId xmlns:a16="http://schemas.microsoft.com/office/drawing/2014/main" id="{95BE1DBE-6D87-4810-91F4-688068DE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5105400"/>
            <a:ext cx="9525" cy="419100"/>
          </a:xfrm>
          <a:custGeom xmlns:a="http://schemas.openxmlformats.org/drawingml/2006/main">
            <a:pathLst>
              <a:path w="9525" h="419100">
                <a:moveTo>
                  <a:pt x="0" y="0"/>
                </a:moveTo>
                <a:lnTo>
                  <a:pt x="0" y="41910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9FA9B9"/>
            </a:solidFill>
          </a:ln>
        </p:spPr>
      </p:sp>
      <p:sp>
        <p:nvSpPr>
          <p:cNvPr id="147" name="wire-554">
            <a:extLst xmlns:a="http://schemas.openxmlformats.org/drawingml/2006/main">
              <a:ext uri="{FF2B5EF4-FFF2-40B4-BE49-F238E27FC236}">
                <a16:creationId xmlns:a16="http://schemas.microsoft.com/office/drawing/2014/main" id="{B87A92A2-7C56-4927-9D28-BA8130612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5524500"/>
            <a:ext cx="5133975" cy="9525"/>
          </a:xfrm>
          <a:custGeom xmlns:a="http://schemas.openxmlformats.org/drawingml/2006/main">
            <a:pathLst>
              <a:path w="5133975" h="9525">
                <a:moveTo>
                  <a:pt x="0" y="0"/>
                </a:moveTo>
                <a:lnTo>
                  <a:pt x="51339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9FA9B9"/>
            </a:solidFill>
          </a:ln>
        </p:spPr>
      </p:sp>
      <p:sp>
        <p:nvSpPr>
          <p:cNvPr id="148" name="wire-555">
            <a:extLst xmlns:a="http://schemas.openxmlformats.org/drawingml/2006/main">
              <a:ext uri="{FF2B5EF4-FFF2-40B4-BE49-F238E27FC236}">
                <a16:creationId xmlns:a16="http://schemas.microsoft.com/office/drawing/2014/main" id="{D7D3096B-93BA-4D46-A391-1389B70D1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86200"/>
            <a:ext cx="9525" cy="1638300"/>
          </a:xfrm>
          <a:custGeom xmlns:a="http://schemas.openxmlformats.org/drawingml/2006/main">
            <a:pathLst>
              <a:path w="9525" h="1638300">
                <a:moveTo>
                  <a:pt x="0" y="16383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9FA9B9"/>
            </a:solidFill>
          </a:ln>
        </p:spPr>
      </p:sp>
      <p:sp>
        <p:nvSpPr>
          <p:cNvPr id="149" name="wire-556">
            <a:extLst xmlns:a="http://schemas.openxmlformats.org/drawingml/2006/main">
              <a:ext uri="{FF2B5EF4-FFF2-40B4-BE49-F238E27FC236}">
                <a16:creationId xmlns:a16="http://schemas.microsoft.com/office/drawing/2014/main" id="{AF1309C1-0BFA-41EE-80FC-3CDC247FC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86200"/>
            <a:ext cx="76200" cy="9525"/>
          </a:xfrm>
          <a:custGeom xmlns:a="http://schemas.openxmlformats.org/drawingml/2006/main">
            <a:pathLst>
              <a:path w="76200" h="9525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9FA9B9"/>
            </a:solidFill>
          </a:ln>
        </p:spPr>
      </p:sp>
      <p:sp>
        <p:nvSpPr>
          <p:cNvPr id="150" name="circuit-557">
            <a:extLst xmlns:a="http://schemas.openxmlformats.org/drawingml/2006/main">
              <a:ext uri="{FF2B5EF4-FFF2-40B4-BE49-F238E27FC236}">
                <a16:creationId xmlns:a16="http://schemas.microsoft.com/office/drawing/2014/main" id="{2DC4C587-7CEB-4B7B-A87C-6BC6654E3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547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9FA9B9"/>
          </a:solidFill>
          <a:ln xmlns:a="http://schemas.openxmlformats.org/drawingml/2006/main" w="9525">
            <a:solidFill>
              <a:srgbClr val="9FA9B9"/>
            </a:solidFill>
          </a:ln>
        </p:spPr>
      </p:sp>
      <p:sp>
        <p:nvSpPr>
          <p:cNvPr id="151" name="wire-558">
            <a:extLst xmlns:a="http://schemas.openxmlformats.org/drawingml/2006/main">
              <a:ext uri="{FF2B5EF4-FFF2-40B4-BE49-F238E27FC236}">
                <a16:creationId xmlns:a16="http://schemas.microsoft.com/office/drawing/2014/main" id="{CD344F21-4160-42DC-8C0B-7C47FAF5D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076700"/>
            <a:ext cx="190500" cy="9525"/>
          </a:xfrm>
          <a:custGeom xmlns:a="http://schemas.openxmlformats.org/drawingml/2006/main">
            <a:pathLst>
              <a:path w="190500" h="9525">
                <a:moveTo>
                  <a:pt x="1905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9FA9B9"/>
            </a:solidFill>
          </a:ln>
        </p:spPr>
      </p:sp>
      <p:sp>
        <p:nvSpPr>
          <p:cNvPr id="152" name="wire-559">
            <a:extLst xmlns:a="http://schemas.openxmlformats.org/drawingml/2006/main">
              <a:ext uri="{FF2B5EF4-FFF2-40B4-BE49-F238E27FC236}">
                <a16:creationId xmlns:a16="http://schemas.microsoft.com/office/drawing/2014/main" id="{4C928FB8-2608-460A-A366-571B9B418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076700"/>
            <a:ext cx="9525" cy="1581150"/>
          </a:xfrm>
          <a:custGeom xmlns:a="http://schemas.openxmlformats.org/drawingml/2006/main">
            <a:pathLst>
              <a:path w="9525" h="1581150">
                <a:moveTo>
                  <a:pt x="0" y="0"/>
                </a:moveTo>
                <a:lnTo>
                  <a:pt x="0" y="158115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9FA9B9"/>
            </a:solidFill>
          </a:ln>
        </p:spPr>
      </p:sp>
      <p:sp>
        <p:nvSpPr>
          <p:cNvPr id="153" name="wire-560">
            <a:extLst xmlns:a="http://schemas.openxmlformats.org/drawingml/2006/main">
              <a:ext uri="{FF2B5EF4-FFF2-40B4-BE49-F238E27FC236}">
                <a16:creationId xmlns:a16="http://schemas.microsoft.com/office/drawing/2014/main" id="{5D1CDF57-A022-41E4-952A-F9C060438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657850"/>
            <a:ext cx="4191000" cy="9525"/>
          </a:xfrm>
          <a:custGeom xmlns:a="http://schemas.openxmlformats.org/drawingml/2006/main">
            <a:pathLst>
              <a:path w="4191000" h="9525">
                <a:moveTo>
                  <a:pt x="41910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9FA9B9"/>
            </a:solidFill>
          </a:ln>
        </p:spPr>
      </p:sp>
      <p:sp>
        <p:nvSpPr>
          <p:cNvPr id="154" name="wire-561">
            <a:extLst xmlns:a="http://schemas.openxmlformats.org/drawingml/2006/main">
              <a:ext uri="{FF2B5EF4-FFF2-40B4-BE49-F238E27FC236}">
                <a16:creationId xmlns:a16="http://schemas.microsoft.com/office/drawing/2014/main" id="{938ED9CA-D61F-4B21-9383-F1B805FB7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105400"/>
            <a:ext cx="9525" cy="552450"/>
          </a:xfrm>
          <a:custGeom xmlns:a="http://schemas.openxmlformats.org/drawingml/2006/main">
            <a:pathLst>
              <a:path w="9525" h="552450">
                <a:moveTo>
                  <a:pt x="0" y="5524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9FA9B9"/>
            </a:solidFill>
          </a:ln>
        </p:spPr>
      </p:sp>
      <p:sp>
        <p:nvSpPr>
          <p:cNvPr id="155" name="circuit-562">
            <a:extLst xmlns:a="http://schemas.openxmlformats.org/drawingml/2006/main">
              <a:ext uri="{FF2B5EF4-FFF2-40B4-BE49-F238E27FC236}">
                <a16:creationId xmlns:a16="http://schemas.microsoft.com/office/drawing/2014/main" id="{17899FDF-23E2-476F-A6F7-4F28B84A9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6068" y="5105400"/>
            <a:ext cx="62865" cy="76200"/>
          </a:xfrm>
          <a:custGeom xmlns:a="http://schemas.openxmlformats.org/drawingml/2006/main">
            <a:pathLst>
              <a:path w="62865" h="76200">
                <a:moveTo>
                  <a:pt x="31433" y="0"/>
                </a:moveTo>
                <a:lnTo>
                  <a:pt x="0" y="76200"/>
                </a:lnTo>
                <a:lnTo>
                  <a:pt x="62865" y="76200"/>
                </a:lnTo>
                <a:close/>
              </a:path>
            </a:pathLst>
          </a:custGeom>
          <a:solidFill xmlns:a="http://schemas.openxmlformats.org/drawingml/2006/main">
            <a:srgbClr val="9FA9B9"/>
          </a:solidFill>
          <a:ln xmlns:a="http://schemas.openxmlformats.org/drawingml/2006/main" w="9525">
            <a:solidFill>
              <a:srgbClr val="9FA9B9"/>
            </a:solidFill>
          </a:ln>
        </p:spPr>
      </p:sp>
      <p:sp>
        <p:nvSpPr>
          <p:cNvPr id="156" name="text-563">
            <a:extLst xmlns:a="http://schemas.openxmlformats.org/drawingml/2006/main">
              <a:ext uri="{FF2B5EF4-FFF2-40B4-BE49-F238E27FC236}">
                <a16:creationId xmlns:a16="http://schemas.microsoft.com/office/drawing/2014/main" id="{5B48C5F4-CD29-4406-88D6-95D0F7E46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コピーした命令を、前の図と同じ経路で読み、実行する</a:t>
            </a:r>
          </a:p>
        </p:txBody>
      </p:sp>
      <p:sp>
        <p:nvSpPr>
          <p:cNvPr id="157" name="text-564">
            <a:extLst xmlns:a="http://schemas.openxmlformats.org/drawingml/2006/main">
              <a:ext uri="{FF2B5EF4-FFF2-40B4-BE49-F238E27FC236}">
                <a16:creationId xmlns:a16="http://schemas.microsoft.com/office/drawing/2014/main" id="{1D25507E-9CB1-4898-BF3D-A1228209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00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図 6</a:t>
            </a:r>
          </a:p>
        </p:txBody>
      </p:sp>
      <p:sp>
        <p:nvSpPr>
          <p:cNvPr id="158" name="text-565">
            <a:extLst xmlns:a="http://schemas.openxmlformats.org/drawingml/2006/main">
              <a:ext uri="{FF2B5EF4-FFF2-40B4-BE49-F238E27FC236}">
                <a16:creationId xmlns:a16="http://schemas.microsoft.com/office/drawing/2014/main" id="{F21AD677-C2E0-4E48-A54C-ED1644E6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6515100"/>
            <a:ext cx="979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CPUが制御回路を操作して読み書きする。SDカードとDDR3を直接つなぐ線はない</a:t>
            </a:r>
          </a:p>
        </p:txBody>
      </p:sp>
    </p:spTree>
    <p:extLst>
      <p:ext uri="{BB962C8B-B14F-4D97-AF65-F5344CB8AC3E}">
        <p14:creationId xmlns:p14="http://schemas.microsoft.com/office/powerpoint/2010/main" val="116644246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3" name="text-566">
            <a:extLst xmlns:a="http://schemas.openxmlformats.org/drawingml/2006/main">
              <a:ext uri="{FF2B5EF4-FFF2-40B4-BE49-F238E27FC236}">
                <a16:creationId xmlns:a16="http://schemas.microsoft.com/office/drawing/2014/main" id="{8796DC10-A15D-42BE-A399-E3DE0A9F6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"/>
            <a:ext cx="5619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" name="text-567">
            <a:extLst xmlns:a="http://schemas.openxmlformats.org/drawingml/2006/main">
              <a:ext uri="{FF2B5EF4-FFF2-40B4-BE49-F238E27FC236}">
                <a16:creationId xmlns:a16="http://schemas.microsoft.com/office/drawing/2014/main" id="{11BB1036-22BE-4D1A-9FE1-4608714A5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4325"/>
            <a:ext cx="10325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RasterIXを追加し、swで描画命令を渡す</a:t>
            </a:r>
          </a:p>
        </p:txBody>
      </p:sp>
      <p:sp>
        <p:nvSpPr>
          <p:cNvPr id="3" name="text-568">
            <a:extLst xmlns:a="http://schemas.openxmlformats.org/drawingml/2006/main">
              <a:ext uri="{FF2B5EF4-FFF2-40B4-BE49-F238E27FC236}">
                <a16:creationId xmlns:a16="http://schemas.microsoft.com/office/drawing/2014/main" id="{6D574167-F28C-4C03-9B19-B78C8F7F7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515100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defPPr>
            <a:lvl1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  <a:lvl2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2pPr>
            <a:lvl3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3pPr>
            <a:lvl4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4pPr>
            <a:lvl5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5pPr>
            <a:lvl6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6pPr>
            <a:lvl7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7pPr>
            <a:lvl8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8pPr>
            <a:lvl9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" name="text-569">
            <a:extLst xmlns:a="http://schemas.openxmlformats.org/drawingml/2006/main">
              <a:ext uri="{FF2B5EF4-FFF2-40B4-BE49-F238E27FC236}">
                <a16:creationId xmlns:a16="http://schemas.microsoft.com/office/drawing/2014/main" id="{B97A7221-DF8A-485E-9AB3-40B802C24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28725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sw x1, 0(x2)　：　描画用の番地Bへ、数値Dを書く</a:t>
            </a:r>
          </a:p>
        </p:txBody>
      </p:sp>
      <p:sp>
        <p:nvSpPr>
          <p:cNvPr id="5" name="board-stable-board">
            <a:extLst xmlns:a="http://schemas.openxmlformats.org/drawingml/2006/main">
              <a:ext uri="{FF2B5EF4-FFF2-40B4-BE49-F238E27FC236}">
                <a16:creationId xmlns:a16="http://schemas.microsoft.com/office/drawing/2014/main" id="{CDB300DE-545F-4E46-8365-1211F6EC2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76450"/>
            <a:ext cx="11277600" cy="398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6" name="text-571">
            <a:extLst xmlns:a="http://schemas.openxmlformats.org/drawingml/2006/main">
              <a:ext uri="{FF2B5EF4-FFF2-40B4-BE49-F238E27FC236}">
                <a16:creationId xmlns:a16="http://schemas.microsoft.com/office/drawing/2014/main" id="{8F028AAE-4DF6-4033-A0B8-95BE845B1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33600"/>
            <a:ext cx="6477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FPGAボード / Nexys Video</a:t>
            </a:r>
          </a:p>
        </p:txBody>
      </p:sp>
      <p:sp>
        <p:nvSpPr>
          <p:cNvPr id="7" name="text-572">
            <a:extLst xmlns:a="http://schemas.openxmlformats.org/drawingml/2006/main">
              <a:ext uri="{FF2B5EF4-FFF2-40B4-BE49-F238E27FC236}">
                <a16:creationId xmlns:a16="http://schemas.microsoft.com/office/drawing/2014/main" id="{CFCC9400-3110-4F56-BEAD-90B311F7E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2466975"/>
            <a:ext cx="16764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チップ外の部品</a:t>
            </a:r>
          </a:p>
        </p:txBody>
      </p:sp>
      <p:sp>
        <p:nvSpPr>
          <p:cNvPr id="8" name="board-stable-chip">
            <a:extLst xmlns:a="http://schemas.openxmlformats.org/drawingml/2006/main">
              <a:ext uri="{FF2B5EF4-FFF2-40B4-BE49-F238E27FC236}">
                <a16:creationId xmlns:a16="http://schemas.microsoft.com/office/drawing/2014/main" id="{1D1019A8-26FF-4423-87E0-3677C9B52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514600"/>
            <a:ext cx="9144000" cy="3400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9F1"/>
          </a:solidFill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9" name="text-574">
            <a:extLst xmlns:a="http://schemas.openxmlformats.org/drawingml/2006/main">
              <a:ext uri="{FF2B5EF4-FFF2-40B4-BE49-F238E27FC236}">
                <a16:creationId xmlns:a16="http://schemas.microsoft.com/office/drawing/2014/main" id="{282CF8A7-E4C5-47B3-B935-1831A421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FPGAチップ</a:t>
            </a:r>
          </a:p>
        </p:txBody>
      </p:sp>
      <p:sp>
        <p:nvSpPr>
          <p:cNvPr id="10" name="board-stable-card">
            <a:extLst xmlns:a="http://schemas.openxmlformats.org/drawingml/2006/main">
              <a:ext uri="{FF2B5EF4-FFF2-40B4-BE49-F238E27FC236}">
                <a16:creationId xmlns:a16="http://schemas.microsoft.com/office/drawing/2014/main" id="{A1E11012-D0C2-452A-B6EB-D8904AC09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2857500"/>
            <a:ext cx="1543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9FA9B9"/>
            </a:solidFill>
          </a:ln>
        </p:spPr>
      </p:sp>
      <p:sp>
        <p:nvSpPr>
          <p:cNvPr id="11" name="text-576">
            <a:extLst xmlns:a="http://schemas.openxmlformats.org/drawingml/2006/main">
              <a:ext uri="{FF2B5EF4-FFF2-40B4-BE49-F238E27FC236}">
                <a16:creationId xmlns:a16="http://schemas.microsoft.com/office/drawing/2014/main" id="{9A3C2DFB-F406-4974-A28E-CAF082D53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2914650"/>
            <a:ext cx="1390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pPr>
            <a:r>
              <a: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rPr>
              <a:t>SDカード</a:t>
            </a:r>
          </a:p>
          <a:p xmlns:a="http://schemas.openxmlformats.org/drawingml/2006/main">
            <a: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pPr>
            <a:r>
              <a: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rPr>
              <a:t>スロット</a:t>
            </a:r>
          </a:p>
        </p:txBody>
      </p:sp>
      <p:sp>
        <p:nvSpPr>
          <p:cNvPr id="12" name="board-stable-memory">
            <a:extLst xmlns:a="http://schemas.openxmlformats.org/drawingml/2006/main">
              <a:ext uri="{FF2B5EF4-FFF2-40B4-BE49-F238E27FC236}">
                <a16:creationId xmlns:a16="http://schemas.microsoft.com/office/drawing/2014/main" id="{4E0E4D4A-C82E-4A85-9F75-5824B3D74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3876675"/>
            <a:ext cx="154305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13" name="text-578">
            <a:extLst xmlns:a="http://schemas.openxmlformats.org/drawingml/2006/main">
              <a:ext uri="{FF2B5EF4-FFF2-40B4-BE49-F238E27FC236}">
                <a16:creationId xmlns:a16="http://schemas.microsoft.com/office/drawing/2014/main" id="{E8565E0C-F2BA-4BC6-AA54-7CAFC3343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92430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DDR3</a:t>
            </a:r>
          </a:p>
        </p:txBody>
      </p:sp>
      <p:sp>
        <p:nvSpPr>
          <p:cNvPr id="14" name="text-579">
            <a:extLst xmlns:a="http://schemas.openxmlformats.org/drawingml/2006/main">
              <a:ext uri="{FF2B5EF4-FFF2-40B4-BE49-F238E27FC236}">
                <a16:creationId xmlns:a16="http://schemas.microsoft.com/office/drawing/2014/main" id="{0580DF78-4E93-4F00-B37E-A3A9A682F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276725"/>
            <a:ext cx="1409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命令・データ</a:t>
            </a:r>
          </a:p>
        </p:txBody>
      </p:sp>
      <p:sp>
        <p:nvSpPr>
          <p:cNvPr id="15" name="board-stable-hdmi">
            <a:extLst xmlns:a="http://schemas.openxmlformats.org/drawingml/2006/main">
              <a:ext uri="{FF2B5EF4-FFF2-40B4-BE49-F238E27FC236}">
                <a16:creationId xmlns:a16="http://schemas.microsoft.com/office/drawing/2014/main" id="{4B380F08-6727-47CB-8930-AE0935511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5257800"/>
            <a:ext cx="1543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9FA9B9"/>
            </a:solidFill>
          </a:ln>
        </p:spPr>
      </p:sp>
      <p:sp>
        <p:nvSpPr>
          <p:cNvPr id="16" name="text-581">
            <a:extLst xmlns:a="http://schemas.openxmlformats.org/drawingml/2006/main">
              <a:ext uri="{FF2B5EF4-FFF2-40B4-BE49-F238E27FC236}">
                <a16:creationId xmlns:a16="http://schemas.microsoft.com/office/drawing/2014/main" id="{0FA661D0-675D-441A-B6E0-7D5C5DFE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314950"/>
            <a:ext cx="1390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75" b="1">
                <a:solidFill>
                  <a:srgbClr val="9FA9B9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1">
                <a:solidFill>
                  <a:srgbClr val="9FA9B9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1">
                <a:solidFill>
                  <a:srgbClr val="9FA9B9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1">
                <a:solidFill>
                  <a:srgbClr val="9FA9B9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1">
                <a:solidFill>
                  <a:srgbClr val="9FA9B9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1">
                <a:solidFill>
                  <a:srgbClr val="9FA9B9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1">
                <a:solidFill>
                  <a:srgbClr val="9FA9B9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1">
                <a:solidFill>
                  <a:srgbClr val="9FA9B9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1">
                <a:solidFill>
                  <a:srgbClr val="9FA9B9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1">
                <a:solidFill>
                  <a:srgbClr val="9FA9B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9FA9B9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9FA9B9"/>
                </a:solidFill>
                <a:latin typeface="Arial"/>
                <a:ea typeface="Arial"/>
                <a:cs typeface="Arial"/>
              </a:rPr>
              <a:t>HDMI OUT</a:t>
            </a:r>
          </a:p>
        </p:txBody>
      </p:sp>
      <p:sp>
        <p:nvSpPr>
          <p:cNvPr id="17" name="board-stable-bus">
            <a:extLst xmlns:a="http://schemas.openxmlformats.org/drawingml/2006/main">
              <a:ext uri="{FF2B5EF4-FFF2-40B4-BE49-F238E27FC236}">
                <a16:creationId xmlns:a16="http://schemas.microsoft.com/office/drawing/2014/main" id="{8088D75B-4205-4D9E-91A6-946D2C561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762375"/>
            <a:ext cx="5715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9FA9B9"/>
            </a:solidFill>
          </a:ln>
        </p:spPr>
      </p:sp>
      <p:sp>
        <p:nvSpPr>
          <p:cNvPr id="18" name="text-583">
            <a:extLst xmlns:a="http://schemas.openxmlformats.org/drawingml/2006/main">
              <a:ext uri="{FF2B5EF4-FFF2-40B4-BE49-F238E27FC236}">
                <a16:creationId xmlns:a16="http://schemas.microsoft.com/office/drawing/2014/main" id="{D7B126AE-D7B7-498A-A6B4-22E1B8F16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421005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rPr>
              <a:t>バス</a:t>
            </a:r>
          </a:p>
        </p:txBody>
      </p:sp>
      <p:sp>
        <p:nvSpPr>
          <p:cNvPr id="19" name="board-stable-ddr">
            <a:extLst xmlns:a="http://schemas.openxmlformats.org/drawingml/2006/main">
              <a:ext uri="{FF2B5EF4-FFF2-40B4-BE49-F238E27FC236}">
                <a16:creationId xmlns:a16="http://schemas.microsoft.com/office/drawing/2014/main" id="{A9F86C73-36BA-4DAD-845A-3261FC7B9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4010025"/>
            <a:ext cx="1400175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20" name="text-585">
            <a:extLst xmlns:a="http://schemas.openxmlformats.org/drawingml/2006/main">
              <a:ext uri="{FF2B5EF4-FFF2-40B4-BE49-F238E27FC236}">
                <a16:creationId xmlns:a16="http://schemas.microsoft.com/office/drawing/2014/main" id="{BBDE5499-229D-438D-8089-9CD7F0415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067175"/>
            <a:ext cx="12477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DDR</a:t>
            </a:r>
          </a:p>
          <a:p xmlns:a="http://schemas.openxmlformats.org/drawingml/2006/main">
            <a: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コントローラー</a:t>
            </a:r>
          </a:p>
        </p:txBody>
      </p:sp>
      <p:sp>
        <p:nvSpPr>
          <p:cNvPr id="21" name="text-586">
            <a:extLst xmlns:a="http://schemas.openxmlformats.org/drawingml/2006/main">
              <a:ext uri="{FF2B5EF4-FFF2-40B4-BE49-F238E27FC236}">
                <a16:creationId xmlns:a16="http://schemas.microsoft.com/office/drawing/2014/main" id="{CFBC520A-0FD9-440B-B557-BF2CEF294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6712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AMD提供（MIG）</a:t>
            </a:r>
          </a:p>
        </p:txBody>
      </p:sp>
      <p:sp>
        <p:nvSpPr>
          <p:cNvPr id="22" name="wire-587">
            <a:extLst xmlns:a="http://schemas.openxmlformats.org/drawingml/2006/main">
              <a:ext uri="{FF2B5EF4-FFF2-40B4-BE49-F238E27FC236}">
                <a16:creationId xmlns:a16="http://schemas.microsoft.com/office/drawing/2014/main" id="{8528D0FA-BD0F-46EB-9F13-229E5968A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333875"/>
            <a:ext cx="447675" cy="9525"/>
          </a:xfrm>
          <a:custGeom xmlns:a="http://schemas.openxmlformats.org/drawingml/2006/main">
            <a:pathLst>
              <a:path w="447675" h="9525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23" name="circuit-588">
            <a:extLst xmlns:a="http://schemas.openxmlformats.org/drawingml/2006/main">
              <a:ext uri="{FF2B5EF4-FFF2-40B4-BE49-F238E27FC236}">
                <a16:creationId xmlns:a16="http://schemas.microsoft.com/office/drawing/2014/main" id="{C0127E41-573B-44FE-9DC3-7563FC2A8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43024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24" name="wire-589">
            <a:extLst xmlns:a="http://schemas.openxmlformats.org/drawingml/2006/main">
              <a:ext uri="{FF2B5EF4-FFF2-40B4-BE49-F238E27FC236}">
                <a16:creationId xmlns:a16="http://schemas.microsoft.com/office/drawing/2014/main" id="{812DA8E6-3729-4E28-909F-5AEA0D0FB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333875"/>
            <a:ext cx="447675" cy="9525"/>
          </a:xfrm>
          <a:custGeom xmlns:a="http://schemas.openxmlformats.org/drawingml/2006/main">
            <a:pathLst>
              <a:path w="447675" h="9525">
                <a:moveTo>
                  <a:pt x="4476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25" name="circuit-590">
            <a:extLst xmlns:a="http://schemas.openxmlformats.org/drawingml/2006/main">
              <a:ext uri="{FF2B5EF4-FFF2-40B4-BE49-F238E27FC236}">
                <a16:creationId xmlns:a16="http://schemas.microsoft.com/office/drawing/2014/main" id="{348759F2-9539-4D48-B89C-21B9511D9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302443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26" name="wire-591">
            <a:extLst xmlns:a="http://schemas.openxmlformats.org/drawingml/2006/main">
              <a:ext uri="{FF2B5EF4-FFF2-40B4-BE49-F238E27FC236}">
                <a16:creationId xmlns:a16="http://schemas.microsoft.com/office/drawing/2014/main" id="{6241265C-AA70-4E53-A0E1-1EADC8323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00400"/>
            <a:ext cx="9525" cy="1809750"/>
          </a:xfrm>
          <a:custGeom xmlns:a="http://schemas.openxmlformats.org/drawingml/2006/main">
            <a:pathLst>
              <a:path w="9525" h="1809750">
                <a:moveTo>
                  <a:pt x="0" y="0"/>
                </a:moveTo>
                <a:lnTo>
                  <a:pt x="0" y="180975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9FA9B9"/>
            </a:solidFill>
          </a:ln>
        </p:spPr>
      </p:sp>
      <p:sp>
        <p:nvSpPr>
          <p:cNvPr id="27" name="wire-592">
            <a:extLst xmlns:a="http://schemas.openxmlformats.org/drawingml/2006/main">
              <a:ext uri="{FF2B5EF4-FFF2-40B4-BE49-F238E27FC236}">
                <a16:creationId xmlns:a16="http://schemas.microsoft.com/office/drawing/2014/main" id="{7A7F4EFD-3ED5-45F9-82AB-8EC993606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62475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28" name="circuit-593">
            <a:extLst xmlns:a="http://schemas.openxmlformats.org/drawingml/2006/main">
              <a:ext uri="{FF2B5EF4-FFF2-40B4-BE49-F238E27FC236}">
                <a16:creationId xmlns:a16="http://schemas.microsoft.com/office/drawing/2014/main" id="{B77523C6-20B6-462E-8B17-F4FBD3771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310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29" name="wire-594">
            <a:extLst xmlns:a="http://schemas.openxmlformats.org/drawingml/2006/main">
              <a:ext uri="{FF2B5EF4-FFF2-40B4-BE49-F238E27FC236}">
                <a16:creationId xmlns:a16="http://schemas.microsoft.com/office/drawing/2014/main" id="{4B4CFA04-5D1E-4644-8E5F-2811D1F21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62475"/>
            <a:ext cx="114300" cy="9525"/>
          </a:xfrm>
          <a:custGeom xmlns:a="http://schemas.openxmlformats.org/drawingml/2006/main">
            <a:pathLst>
              <a:path w="114300" h="9525">
                <a:moveTo>
                  <a:pt x="1143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0" name="circuit-595">
            <a:extLst xmlns:a="http://schemas.openxmlformats.org/drawingml/2006/main">
              <a:ext uri="{FF2B5EF4-FFF2-40B4-BE49-F238E27FC236}">
                <a16:creationId xmlns:a16="http://schemas.microsoft.com/office/drawing/2014/main" id="{EBF1E2B6-A627-453D-886F-2EFC3A564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1043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31" name="wire-596">
            <a:extLst xmlns:a="http://schemas.openxmlformats.org/drawingml/2006/main">
              <a:ext uri="{FF2B5EF4-FFF2-40B4-BE49-F238E27FC236}">
                <a16:creationId xmlns:a16="http://schemas.microsoft.com/office/drawing/2014/main" id="{BCD3106B-07B7-42B8-8945-CE856548E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14825"/>
            <a:ext cx="238125" cy="9525"/>
          </a:xfrm>
          <a:custGeom xmlns:a="http://schemas.openxmlformats.org/drawingml/2006/main">
            <a:pathLst>
              <a:path w="238125" h="9525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2" name="circuit-597">
            <a:extLst xmlns:a="http://schemas.openxmlformats.org/drawingml/2006/main">
              <a:ext uri="{FF2B5EF4-FFF2-40B4-BE49-F238E27FC236}">
                <a16:creationId xmlns:a16="http://schemas.microsoft.com/office/drawing/2014/main" id="{7797FE0E-0462-4137-8E92-2ECA9F1C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42833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33" name="wire-598">
            <a:extLst xmlns:a="http://schemas.openxmlformats.org/drawingml/2006/main">
              <a:ext uri="{FF2B5EF4-FFF2-40B4-BE49-F238E27FC236}">
                <a16:creationId xmlns:a16="http://schemas.microsoft.com/office/drawing/2014/main" id="{2C64828D-E5EA-4F4C-B8BC-CFC0D5F2B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14825"/>
            <a:ext cx="238125" cy="9525"/>
          </a:xfrm>
          <a:custGeom xmlns:a="http://schemas.openxmlformats.org/drawingml/2006/main">
            <a:pathLst>
              <a:path w="238125" h="9525">
                <a:moveTo>
                  <a:pt x="2381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4" name="circuit-599">
            <a:extLst xmlns:a="http://schemas.openxmlformats.org/drawingml/2006/main">
              <a:ext uri="{FF2B5EF4-FFF2-40B4-BE49-F238E27FC236}">
                <a16:creationId xmlns:a16="http://schemas.microsoft.com/office/drawing/2014/main" id="{E1A426AA-39FD-4DC6-A989-C92EBC0E3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283393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35" name="board-stable-sd">
            <a:extLst xmlns:a="http://schemas.openxmlformats.org/drawingml/2006/main">
              <a:ext uri="{FF2B5EF4-FFF2-40B4-BE49-F238E27FC236}">
                <a16:creationId xmlns:a16="http://schemas.microsoft.com/office/drawing/2014/main" id="{4ECD32E8-CFE4-4688-9B9C-6101028C9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933700"/>
            <a:ext cx="14001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9FA9B9"/>
            </a:solidFill>
          </a:ln>
        </p:spPr>
      </p:sp>
      <p:sp>
        <p:nvSpPr>
          <p:cNvPr id="36" name="text-601">
            <a:extLst xmlns:a="http://schemas.openxmlformats.org/drawingml/2006/main">
              <a:ext uri="{FF2B5EF4-FFF2-40B4-BE49-F238E27FC236}">
                <a16:creationId xmlns:a16="http://schemas.microsoft.com/office/drawing/2014/main" id="{07894EA1-9899-4CF9-997C-CA3B7B33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990850"/>
            <a:ext cx="12477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725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725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725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725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725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725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725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725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725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9FA9B9"/>
                </a:solidFill>
                <a:latin typeface="Yu Gothic"/>
                <a:ea typeface="Yu Gothic"/>
                <a:cs typeface="Yu Gothic"/>
              </a:rPr>
              <a:t>SD制御</a:t>
            </a:r>
          </a:p>
        </p:txBody>
      </p:sp>
      <p:sp>
        <p:nvSpPr>
          <p:cNvPr id="37" name="wire-602">
            <a:extLst xmlns:a="http://schemas.openxmlformats.org/drawingml/2006/main">
              <a:ext uri="{FF2B5EF4-FFF2-40B4-BE49-F238E27FC236}">
                <a16:creationId xmlns:a16="http://schemas.microsoft.com/office/drawing/2014/main" id="{AABA9E62-0CC5-42F9-9C86-A36D35792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200400"/>
            <a:ext cx="447675" cy="9525"/>
          </a:xfrm>
          <a:custGeom xmlns:a="http://schemas.openxmlformats.org/drawingml/2006/main">
            <a:pathLst>
              <a:path w="447675" h="9525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9FA9B9"/>
            </a:solidFill>
          </a:ln>
        </p:spPr>
      </p:sp>
      <p:sp>
        <p:nvSpPr>
          <p:cNvPr id="38" name="circuit-603">
            <a:extLst xmlns:a="http://schemas.openxmlformats.org/drawingml/2006/main">
              <a:ext uri="{FF2B5EF4-FFF2-40B4-BE49-F238E27FC236}">
                <a16:creationId xmlns:a16="http://schemas.microsoft.com/office/drawing/2014/main" id="{E5959CA8-61CA-47A7-A6AD-563289FEF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31689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9FA9B9"/>
          </a:solidFill>
          <a:ln xmlns:a="http://schemas.openxmlformats.org/drawingml/2006/main" w="9525">
            <a:solidFill>
              <a:srgbClr val="9FA9B9"/>
            </a:solidFill>
          </a:ln>
        </p:spPr>
      </p:sp>
      <p:sp>
        <p:nvSpPr>
          <p:cNvPr id="39" name="wire-604">
            <a:extLst xmlns:a="http://schemas.openxmlformats.org/drawingml/2006/main">
              <a:ext uri="{FF2B5EF4-FFF2-40B4-BE49-F238E27FC236}">
                <a16:creationId xmlns:a16="http://schemas.microsoft.com/office/drawing/2014/main" id="{6B3B3941-4990-4B80-AE1F-B41625527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200400"/>
            <a:ext cx="447675" cy="9525"/>
          </a:xfrm>
          <a:custGeom xmlns:a="http://schemas.openxmlformats.org/drawingml/2006/main">
            <a:pathLst>
              <a:path w="447675" h="9525">
                <a:moveTo>
                  <a:pt x="4476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9FA9B9"/>
            </a:solidFill>
          </a:ln>
        </p:spPr>
      </p:sp>
      <p:sp>
        <p:nvSpPr>
          <p:cNvPr id="40" name="circuit-605">
            <a:extLst xmlns:a="http://schemas.openxmlformats.org/drawingml/2006/main">
              <a:ext uri="{FF2B5EF4-FFF2-40B4-BE49-F238E27FC236}">
                <a16:creationId xmlns:a16="http://schemas.microsoft.com/office/drawing/2014/main" id="{AB9EB2F9-43D9-4511-972D-80B2D4BE1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168968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9FA9B9"/>
          </a:solidFill>
          <a:ln xmlns:a="http://schemas.openxmlformats.org/drawingml/2006/main" w="9525">
            <a:solidFill>
              <a:srgbClr val="9FA9B9"/>
            </a:solidFill>
          </a:ln>
        </p:spPr>
      </p:sp>
      <p:sp>
        <p:nvSpPr>
          <p:cNvPr id="41" name="wire-606">
            <a:extLst xmlns:a="http://schemas.openxmlformats.org/drawingml/2006/main">
              <a:ext uri="{FF2B5EF4-FFF2-40B4-BE49-F238E27FC236}">
                <a16:creationId xmlns:a16="http://schemas.microsoft.com/office/drawing/2014/main" id="{C5D41687-5A7A-4DB1-A77E-6A7B60520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00400"/>
            <a:ext cx="238125" cy="9525"/>
          </a:xfrm>
          <a:custGeom xmlns:a="http://schemas.openxmlformats.org/drawingml/2006/main">
            <a:pathLst>
              <a:path w="238125" h="9525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9FA9B9"/>
            </a:solidFill>
          </a:ln>
        </p:spPr>
      </p:sp>
      <p:sp>
        <p:nvSpPr>
          <p:cNvPr id="42" name="circuit-607">
            <a:extLst xmlns:a="http://schemas.openxmlformats.org/drawingml/2006/main">
              <a:ext uri="{FF2B5EF4-FFF2-40B4-BE49-F238E27FC236}">
                <a16:creationId xmlns:a16="http://schemas.microsoft.com/office/drawing/2014/main" id="{ACCBD94C-859B-4BFD-BFA3-9CA85A5CF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31689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9FA9B9"/>
          </a:solidFill>
          <a:ln xmlns:a="http://schemas.openxmlformats.org/drawingml/2006/main" w="9525">
            <a:solidFill>
              <a:srgbClr val="9FA9B9"/>
            </a:solidFill>
          </a:ln>
        </p:spPr>
      </p:sp>
      <p:sp>
        <p:nvSpPr>
          <p:cNvPr id="43" name="wire-608">
            <a:extLst xmlns:a="http://schemas.openxmlformats.org/drawingml/2006/main">
              <a:ext uri="{FF2B5EF4-FFF2-40B4-BE49-F238E27FC236}">
                <a16:creationId xmlns:a16="http://schemas.microsoft.com/office/drawing/2014/main" id="{59056308-198C-452F-B5F5-59A67D7B6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00400"/>
            <a:ext cx="238125" cy="9525"/>
          </a:xfrm>
          <a:custGeom xmlns:a="http://schemas.openxmlformats.org/drawingml/2006/main">
            <a:pathLst>
              <a:path w="238125" h="9525">
                <a:moveTo>
                  <a:pt x="2381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9FA9B9"/>
            </a:solidFill>
          </a:ln>
        </p:spPr>
      </p:sp>
      <p:sp>
        <p:nvSpPr>
          <p:cNvPr id="44" name="circuit-609">
            <a:extLst xmlns:a="http://schemas.openxmlformats.org/drawingml/2006/main">
              <a:ext uri="{FF2B5EF4-FFF2-40B4-BE49-F238E27FC236}">
                <a16:creationId xmlns:a16="http://schemas.microsoft.com/office/drawing/2014/main" id="{4236C294-5D1C-4C88-A2C3-96A5148A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168968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9FA9B9"/>
          </a:solidFill>
          <a:ln xmlns:a="http://schemas.openxmlformats.org/drawingml/2006/main" w="9525">
            <a:solidFill>
              <a:srgbClr val="9FA9B9"/>
            </a:solidFill>
          </a:ln>
        </p:spPr>
      </p:sp>
      <p:sp>
        <p:nvSpPr>
          <p:cNvPr id="45" name="board-stable-gpu">
            <a:extLst xmlns:a="http://schemas.openxmlformats.org/drawingml/2006/main">
              <a:ext uri="{FF2B5EF4-FFF2-40B4-BE49-F238E27FC236}">
                <a16:creationId xmlns:a16="http://schemas.microsoft.com/office/drawing/2014/main" id="{F1D1C1AE-6CA8-4B37-9AE5-30683C73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4791075"/>
            <a:ext cx="14001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46" name="text-611">
            <a:extLst xmlns:a="http://schemas.openxmlformats.org/drawingml/2006/main">
              <a:ext uri="{FF2B5EF4-FFF2-40B4-BE49-F238E27FC236}">
                <a16:creationId xmlns:a16="http://schemas.microsoft.com/office/drawing/2014/main" id="{9A7A0BBD-C024-4B39-B401-71375C5F8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848225"/>
            <a:ext cx="12477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RasterIX</a:t>
            </a:r>
          </a:p>
        </p:txBody>
      </p:sp>
      <p:sp>
        <p:nvSpPr>
          <p:cNvPr id="47" name="wire-612">
            <a:extLst xmlns:a="http://schemas.openxmlformats.org/drawingml/2006/main">
              <a:ext uri="{FF2B5EF4-FFF2-40B4-BE49-F238E27FC236}">
                <a16:creationId xmlns:a16="http://schemas.microsoft.com/office/drawing/2014/main" id="{CEFB4017-4A18-40A1-8F4D-EEF62585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010150"/>
            <a:ext cx="238125" cy="9525"/>
          </a:xfrm>
          <a:custGeom xmlns:a="http://schemas.openxmlformats.org/drawingml/2006/main">
            <a:pathLst>
              <a:path w="238125" h="9525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48" name="circuit-613">
            <a:extLst xmlns:a="http://schemas.openxmlformats.org/drawingml/2006/main">
              <a:ext uri="{FF2B5EF4-FFF2-40B4-BE49-F238E27FC236}">
                <a16:creationId xmlns:a16="http://schemas.microsoft.com/office/drawing/2014/main" id="{F82B85DC-8F60-46A9-A4DA-0A5DEBC6F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49787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2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49" name="wire-614">
            <a:extLst xmlns:a="http://schemas.openxmlformats.org/drawingml/2006/main">
              <a:ext uri="{FF2B5EF4-FFF2-40B4-BE49-F238E27FC236}">
                <a16:creationId xmlns:a16="http://schemas.microsoft.com/office/drawing/2014/main" id="{06BA35BF-005E-4A8B-A803-C0A86EDC5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62475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50" name="wire-615">
            <a:extLst xmlns:a="http://schemas.openxmlformats.org/drawingml/2006/main">
              <a:ext uri="{FF2B5EF4-FFF2-40B4-BE49-F238E27FC236}">
                <a16:creationId xmlns:a16="http://schemas.microsoft.com/office/drawing/2014/main" id="{AE64BC5D-91F4-4B64-82E9-FEF25EBE4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562475"/>
            <a:ext cx="9525" cy="447675"/>
          </a:xfrm>
          <a:custGeom xmlns:a="http://schemas.openxmlformats.org/drawingml/2006/main">
            <a:pathLst>
              <a:path w="9525" h="447675">
                <a:moveTo>
                  <a:pt x="0" y="0"/>
                </a:moveTo>
                <a:lnTo>
                  <a:pt x="0" y="44767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51" name="wire-616">
            <a:extLst xmlns:a="http://schemas.openxmlformats.org/drawingml/2006/main">
              <a:ext uri="{FF2B5EF4-FFF2-40B4-BE49-F238E27FC236}">
                <a16:creationId xmlns:a16="http://schemas.microsoft.com/office/drawing/2014/main" id="{4AF40A63-99B1-4D29-A70E-880A9B49C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010150"/>
            <a:ext cx="238125" cy="9525"/>
          </a:xfrm>
          <a:custGeom xmlns:a="http://schemas.openxmlformats.org/drawingml/2006/main">
            <a:pathLst>
              <a:path w="238125" h="9525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52" name="circuit-617">
            <a:extLst xmlns:a="http://schemas.openxmlformats.org/drawingml/2006/main">
              <a:ext uri="{FF2B5EF4-FFF2-40B4-BE49-F238E27FC236}">
                <a16:creationId xmlns:a16="http://schemas.microsoft.com/office/drawing/2014/main" id="{FD70F380-61B2-433C-8BA3-234DD9995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49787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2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53" name="text-618">
            <a:extLst xmlns:a="http://schemas.openxmlformats.org/drawingml/2006/main">
              <a:ext uri="{FF2B5EF4-FFF2-40B4-BE49-F238E27FC236}">
                <a16:creationId xmlns:a16="http://schemas.microsoft.com/office/drawing/2014/main" id="{65A9EFB9-5FEE-4420-B635-F5EA36E4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838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命令から取り出す内容</a:t>
            </a:r>
          </a:p>
        </p:txBody>
      </p:sp>
      <p:sp>
        <p:nvSpPr>
          <p:cNvPr id="54" name="block-619">
            <a:extLst xmlns:a="http://schemas.openxmlformats.org/drawingml/2006/main">
              <a:ext uri="{FF2B5EF4-FFF2-40B4-BE49-F238E27FC236}">
                <a16:creationId xmlns:a16="http://schemas.microsoft.com/office/drawing/2014/main" id="{5504755C-3EAF-4941-9178-C42C636D7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248025"/>
            <a:ext cx="1257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231F20"/>
            </a:solidFill>
          </a:ln>
        </p:spPr>
      </p:sp>
      <p:sp>
        <p:nvSpPr>
          <p:cNvPr id="55" name="text-620">
            <a:extLst xmlns:a="http://schemas.openxmlformats.org/drawingml/2006/main">
              <a:ext uri="{FF2B5EF4-FFF2-40B4-BE49-F238E27FC236}">
                <a16:creationId xmlns:a16="http://schemas.microsoft.com/office/drawing/2014/main" id="{B43C3885-16A5-4B37-A49C-79C9D000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048000"/>
            <a:ext cx="12573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rPr>
              <a:t>即値</a:t>
            </a:r>
          </a:p>
        </p:txBody>
      </p:sp>
      <p:sp>
        <p:nvSpPr>
          <p:cNvPr id="56" name="text-621">
            <a:extLst xmlns:a="http://schemas.openxmlformats.org/drawingml/2006/main">
              <a:ext uri="{FF2B5EF4-FFF2-40B4-BE49-F238E27FC236}">
                <a16:creationId xmlns:a16="http://schemas.microsoft.com/office/drawing/2014/main" id="{739037EE-FAD3-4D9D-ABB5-D57B022B1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248025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7" name="block-622">
            <a:extLst xmlns:a="http://schemas.openxmlformats.org/drawingml/2006/main">
              <a:ext uri="{FF2B5EF4-FFF2-40B4-BE49-F238E27FC236}">
                <a16:creationId xmlns:a16="http://schemas.microsoft.com/office/drawing/2014/main" id="{A2C74012-D77B-4C29-8C0B-F3CAE78E3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248025"/>
            <a:ext cx="590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231F20"/>
            </a:solidFill>
          </a:ln>
        </p:spPr>
      </p:sp>
      <p:sp>
        <p:nvSpPr>
          <p:cNvPr id="58" name="text-623">
            <a:extLst xmlns:a="http://schemas.openxmlformats.org/drawingml/2006/main">
              <a:ext uri="{FF2B5EF4-FFF2-40B4-BE49-F238E27FC236}">
                <a16:creationId xmlns:a16="http://schemas.microsoft.com/office/drawing/2014/main" id="{88287B94-B97E-47FA-93D7-43084EAB9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48000"/>
            <a:ext cx="59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defPPr>
            <a:lvl1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1pPr>
            <a:lvl2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2pPr>
            <a:lvl3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3pPr>
            <a:lvl4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4pPr>
            <a:lvl5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5pPr>
            <a:lvl6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6pPr>
            <a:lvl7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7pPr>
            <a:lvl8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8pPr>
            <a:lvl9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A9B9"/>
                </a:solidFill>
                <a:latin typeface="Arial"/>
                <a:ea typeface="Arial"/>
                <a:cs typeface="Arial"/>
              </a:rPr>
              <a:t>A1</a:t>
            </a:r>
          </a:p>
        </p:txBody>
      </p:sp>
      <p:sp>
        <p:nvSpPr>
          <p:cNvPr id="59" name="text-624">
            <a:extLst xmlns:a="http://schemas.openxmlformats.org/drawingml/2006/main">
              <a:ext uri="{FF2B5EF4-FFF2-40B4-BE49-F238E27FC236}">
                <a16:creationId xmlns:a16="http://schemas.microsoft.com/office/drawing/2014/main" id="{F2BB345D-C762-4558-A380-93ECBF6CA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248025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0" name="block-625">
            <a:extLst xmlns:a="http://schemas.openxmlformats.org/drawingml/2006/main">
              <a:ext uri="{FF2B5EF4-FFF2-40B4-BE49-F238E27FC236}">
                <a16:creationId xmlns:a16="http://schemas.microsoft.com/office/drawing/2014/main" id="{8F967EAF-2038-4DAB-88C2-20C582F03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3248025"/>
            <a:ext cx="1028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231F20"/>
            </a:solidFill>
          </a:ln>
        </p:spPr>
      </p:sp>
      <p:sp>
        <p:nvSpPr>
          <p:cNvPr id="61" name="text-626">
            <a:extLst xmlns:a="http://schemas.openxmlformats.org/drawingml/2006/main">
              <a:ext uri="{FF2B5EF4-FFF2-40B4-BE49-F238E27FC236}">
                <a16:creationId xmlns:a16="http://schemas.microsoft.com/office/drawing/2014/main" id="{005BCA2A-7AAD-4D73-8C06-1333B58B0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3048000"/>
            <a:ext cx="10287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defPPr>
            <a:lvl1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1pPr>
            <a:lvl2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2pPr>
            <a:lvl3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3pPr>
            <a:lvl4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4pPr>
            <a:lvl5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5pPr>
            <a:lvl6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6pPr>
            <a:lvl7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7pPr>
            <a:lvl8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8pPr>
            <a:lvl9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A9B9"/>
                </a:solidFill>
                <a:latin typeface="Arial"/>
                <a:ea typeface="Arial"/>
                <a:cs typeface="Arial"/>
              </a:rPr>
              <a:t>A2</a:t>
            </a:r>
          </a:p>
        </p:txBody>
      </p:sp>
      <p:sp>
        <p:nvSpPr>
          <p:cNvPr id="62" name="text-627">
            <a:extLst xmlns:a="http://schemas.openxmlformats.org/drawingml/2006/main">
              <a:ext uri="{FF2B5EF4-FFF2-40B4-BE49-F238E27FC236}">
                <a16:creationId xmlns:a16="http://schemas.microsoft.com/office/drawing/2014/main" id="{2E00FA86-C397-457A-B559-4E8B2B476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32480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3" name="block-628">
            <a:extLst xmlns:a="http://schemas.openxmlformats.org/drawingml/2006/main">
              <a:ext uri="{FF2B5EF4-FFF2-40B4-BE49-F238E27FC236}">
                <a16:creationId xmlns:a16="http://schemas.microsoft.com/office/drawing/2014/main" id="{729C32DF-1749-4688-914E-195C75465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248025"/>
            <a:ext cx="590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231F20"/>
            </a:solidFill>
          </a:ln>
        </p:spPr>
      </p:sp>
      <p:sp>
        <p:nvSpPr>
          <p:cNvPr id="64" name="text-629">
            <a:extLst xmlns:a="http://schemas.openxmlformats.org/drawingml/2006/main">
              <a:ext uri="{FF2B5EF4-FFF2-40B4-BE49-F238E27FC236}">
                <a16:creationId xmlns:a16="http://schemas.microsoft.com/office/drawing/2014/main" id="{297AC54C-B14C-4C10-A161-0130AB1AF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048000"/>
            <a:ext cx="59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rPr>
              <a:t>操作</a:t>
            </a:r>
          </a:p>
        </p:txBody>
      </p:sp>
      <p:sp>
        <p:nvSpPr>
          <p:cNvPr id="65" name="text-630">
            <a:extLst xmlns:a="http://schemas.openxmlformats.org/drawingml/2006/main">
              <a:ext uri="{FF2B5EF4-FFF2-40B4-BE49-F238E27FC236}">
                <a16:creationId xmlns:a16="http://schemas.microsoft.com/office/drawing/2014/main" id="{92B4912E-D707-495E-8B11-7D0A21309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248025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sw</a:t>
            </a:r>
          </a:p>
        </p:txBody>
      </p:sp>
      <p:sp>
        <p:nvSpPr>
          <p:cNvPr id="66" name="board-stable-pc">
            <a:extLst xmlns:a="http://schemas.openxmlformats.org/drawingml/2006/main">
              <a:ext uri="{FF2B5EF4-FFF2-40B4-BE49-F238E27FC236}">
                <a16:creationId xmlns:a16="http://schemas.microsoft.com/office/drawing/2014/main" id="{C08C94D3-65F4-4EBC-B821-8D058146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71950"/>
            <a:ext cx="3143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67" name="text-632">
            <a:extLst xmlns:a="http://schemas.openxmlformats.org/drawingml/2006/main">
              <a:ext uri="{FF2B5EF4-FFF2-40B4-BE49-F238E27FC236}">
                <a16:creationId xmlns:a16="http://schemas.microsoft.com/office/drawing/2014/main" id="{1781D211-7E72-4BE3-94B6-1867CF558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52925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D Q</a:t>
            </a:r>
          </a:p>
        </p:txBody>
      </p:sp>
      <p:sp>
        <p:nvSpPr>
          <p:cNvPr id="68" name="circuit-633">
            <a:extLst xmlns:a="http://schemas.openxmlformats.org/drawingml/2006/main">
              <a:ext uri="{FF2B5EF4-FFF2-40B4-BE49-F238E27FC236}">
                <a16:creationId xmlns:a16="http://schemas.microsoft.com/office/drawing/2014/main" id="{112DEF09-3E9A-4F64-B50D-29183BE01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171950"/>
            <a:ext cx="171450" cy="95250"/>
          </a:xfrm>
          <a:custGeom xmlns:a="http://schemas.openxmlformats.org/drawingml/2006/main">
            <a:pathLst>
              <a:path w="171450" h="95250">
                <a:moveTo>
                  <a:pt x="0" y="0"/>
                </a:moveTo>
                <a:lnTo>
                  <a:pt x="85725" y="95250"/>
                </a:lnTo>
                <a:lnTo>
                  <a:pt x="17145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69" name="wire-634">
            <a:extLst xmlns:a="http://schemas.openxmlformats.org/drawingml/2006/main">
              <a:ext uri="{FF2B5EF4-FFF2-40B4-BE49-F238E27FC236}">
                <a16:creationId xmlns:a16="http://schemas.microsoft.com/office/drawing/2014/main" id="{4ADC00A1-E315-4DA6-9B34-90174F73C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29075"/>
            <a:ext cx="9525" cy="142875"/>
          </a:xfrm>
          <a:custGeom xmlns:a="http://schemas.openxmlformats.org/drawingml/2006/main">
            <a:pathLst>
              <a:path w="9525" h="142875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70" name="text-635">
            <a:extLst xmlns:a="http://schemas.openxmlformats.org/drawingml/2006/main">
              <a:ext uri="{FF2B5EF4-FFF2-40B4-BE49-F238E27FC236}">
                <a16:creationId xmlns:a16="http://schemas.microsoft.com/office/drawing/2014/main" id="{5E6E98F9-87DA-4DDE-B33D-C032F0FCD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00475"/>
            <a:ext cx="428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clk</a:t>
            </a:r>
          </a:p>
        </p:txBody>
      </p:sp>
      <p:sp>
        <p:nvSpPr>
          <p:cNvPr id="71" name="text-636">
            <a:extLst xmlns:a="http://schemas.openxmlformats.org/drawingml/2006/main">
              <a:ext uri="{FF2B5EF4-FFF2-40B4-BE49-F238E27FC236}">
                <a16:creationId xmlns:a16="http://schemas.microsoft.com/office/drawing/2014/main" id="{2585150C-9C86-4731-B6F3-2C55D0E48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29175"/>
            <a:ext cx="4953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PC</a:t>
            </a:r>
          </a:p>
        </p:txBody>
      </p:sp>
      <p:sp>
        <p:nvSpPr>
          <p:cNvPr id="72" name="wire-637">
            <a:extLst xmlns:a="http://schemas.openxmlformats.org/drawingml/2006/main">
              <a:ext uri="{FF2B5EF4-FFF2-40B4-BE49-F238E27FC236}">
                <a16:creationId xmlns:a16="http://schemas.microsoft.com/office/drawing/2014/main" id="{AF96C2E2-09C6-4EBC-AA25-1986959D8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457700"/>
            <a:ext cx="276225" cy="9525"/>
          </a:xfrm>
          <a:custGeom xmlns:a="http://schemas.openxmlformats.org/drawingml/2006/main">
            <a:pathLst>
              <a:path w="276225" h="9525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73" name="circuit-638">
            <a:extLst xmlns:a="http://schemas.openxmlformats.org/drawingml/2006/main">
              <a:ext uri="{FF2B5EF4-FFF2-40B4-BE49-F238E27FC236}">
                <a16:creationId xmlns:a16="http://schemas.microsoft.com/office/drawing/2014/main" id="{D95F2909-A40E-42EF-9CCA-09B86F125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262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74" name="text-639">
            <a:extLst xmlns:a="http://schemas.openxmlformats.org/drawingml/2006/main">
              <a:ext uri="{FF2B5EF4-FFF2-40B4-BE49-F238E27FC236}">
                <a16:creationId xmlns:a16="http://schemas.microsoft.com/office/drawing/2014/main" id="{446181BE-B772-42BC-93FB-0D12768AB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43425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番地</a:t>
            </a:r>
          </a:p>
        </p:txBody>
      </p:sp>
      <p:sp>
        <p:nvSpPr>
          <p:cNvPr id="75" name="board-stable-fetch">
            <a:extLst xmlns:a="http://schemas.openxmlformats.org/drawingml/2006/main">
              <a:ext uri="{FF2B5EF4-FFF2-40B4-BE49-F238E27FC236}">
                <a16:creationId xmlns:a16="http://schemas.microsoft.com/office/drawing/2014/main" id="{BB4E9AAA-043E-4C7B-B1AF-C69E6DFCD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943350"/>
            <a:ext cx="138112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76" name="text-641">
            <a:extLst xmlns:a="http://schemas.openxmlformats.org/drawingml/2006/main">
              <a:ext uri="{FF2B5EF4-FFF2-40B4-BE49-F238E27FC236}">
                <a16:creationId xmlns:a16="http://schemas.microsoft.com/office/drawing/2014/main" id="{86FB3060-3E79-4561-AB7A-958BF38AF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981450"/>
            <a:ext cx="12668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命令読出し</a:t>
            </a:r>
          </a:p>
        </p:txBody>
      </p:sp>
      <p:sp>
        <p:nvSpPr>
          <p:cNvPr id="77" name="text-642">
            <a:extLst xmlns:a="http://schemas.openxmlformats.org/drawingml/2006/main">
              <a:ext uri="{FF2B5EF4-FFF2-40B4-BE49-F238E27FC236}">
                <a16:creationId xmlns:a16="http://schemas.microsoft.com/office/drawing/2014/main" id="{BE947E1D-F611-4833-A025-9A57E782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343400"/>
            <a:ext cx="23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78" name="text-643">
            <a:extLst xmlns:a="http://schemas.openxmlformats.org/drawingml/2006/main">
              <a:ext uri="{FF2B5EF4-FFF2-40B4-BE49-F238E27FC236}">
                <a16:creationId xmlns:a16="http://schemas.microsoft.com/office/drawing/2014/main" id="{95D76920-4A88-4A97-89E0-AF287CF57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434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</a:t>
            </a:r>
          </a:p>
        </p:txBody>
      </p:sp>
      <p:sp>
        <p:nvSpPr>
          <p:cNvPr id="79" name="text-644">
            <a:extLst xmlns:a="http://schemas.openxmlformats.org/drawingml/2006/main">
              <a:ext uri="{FF2B5EF4-FFF2-40B4-BE49-F238E27FC236}">
                <a16:creationId xmlns:a16="http://schemas.microsoft.com/office/drawing/2014/main" id="{A283A93F-0F7A-44AD-AB43-61C3D1893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619625"/>
            <a:ext cx="11049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DDR3から</a:t>
            </a:r>
          </a:p>
          <a:p xmlns:a="http://schemas.openxmlformats.org/drawingml/2006/main">
            <a: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命令を読む</a:t>
            </a:r>
          </a:p>
        </p:txBody>
      </p:sp>
      <p:sp>
        <p:nvSpPr>
          <p:cNvPr id="80" name="wire-645">
            <a:extLst xmlns:a="http://schemas.openxmlformats.org/drawingml/2006/main">
              <a:ext uri="{FF2B5EF4-FFF2-40B4-BE49-F238E27FC236}">
                <a16:creationId xmlns:a16="http://schemas.microsoft.com/office/drawing/2014/main" id="{F2BFC0D2-1ED2-4ECC-8AE4-2DA12B4A2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457700"/>
            <a:ext cx="219075" cy="9525"/>
          </a:xfrm>
          <a:custGeom xmlns:a="http://schemas.openxmlformats.org/drawingml/2006/main">
            <a:pathLst>
              <a:path w="219075" h="9525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231F20"/>
            </a:solidFill>
          </a:ln>
        </p:spPr>
      </p:sp>
      <p:sp>
        <p:nvSpPr>
          <p:cNvPr id="81" name="wire-646">
            <a:extLst xmlns:a="http://schemas.openxmlformats.org/drawingml/2006/main">
              <a:ext uri="{FF2B5EF4-FFF2-40B4-BE49-F238E27FC236}">
                <a16:creationId xmlns:a16="http://schemas.microsoft.com/office/drawing/2014/main" id="{3F425C24-AD87-455F-9048-0B83F39B6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381375"/>
            <a:ext cx="9525" cy="1076325"/>
          </a:xfrm>
          <a:custGeom xmlns:a="http://schemas.openxmlformats.org/drawingml/2006/main">
            <a:pathLst>
              <a:path w="9525" h="1076325">
                <a:moveTo>
                  <a:pt x="0" y="107632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231F20"/>
            </a:solidFill>
          </a:ln>
        </p:spPr>
      </p:sp>
      <p:sp>
        <p:nvSpPr>
          <p:cNvPr id="82" name="wire-647">
            <a:extLst xmlns:a="http://schemas.openxmlformats.org/drawingml/2006/main">
              <a:ext uri="{FF2B5EF4-FFF2-40B4-BE49-F238E27FC236}">
                <a16:creationId xmlns:a16="http://schemas.microsoft.com/office/drawing/2014/main" id="{8F224A75-53F3-463C-A328-5E142F321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381375"/>
            <a:ext cx="219075" cy="9525"/>
          </a:xfrm>
          <a:custGeom xmlns:a="http://schemas.openxmlformats.org/drawingml/2006/main">
            <a:pathLst>
              <a:path w="219075" h="9525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231F20"/>
            </a:solidFill>
          </a:ln>
        </p:spPr>
      </p:sp>
      <p:sp>
        <p:nvSpPr>
          <p:cNvPr id="83" name="circuit-648">
            <a:extLst xmlns:a="http://schemas.openxmlformats.org/drawingml/2006/main">
              <a:ext uri="{FF2B5EF4-FFF2-40B4-BE49-F238E27FC236}">
                <a16:creationId xmlns:a16="http://schemas.microsoft.com/office/drawing/2014/main" id="{A0DD2627-A0B6-4A51-B423-6404322FC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33499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84" name="circuit-649">
            <a:extLst xmlns:a="http://schemas.openxmlformats.org/drawingml/2006/main">
              <a:ext uri="{FF2B5EF4-FFF2-40B4-BE49-F238E27FC236}">
                <a16:creationId xmlns:a16="http://schemas.microsoft.com/office/drawing/2014/main" id="{CF6F800B-BB8E-484C-8F4E-EC6265E4E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3400425"/>
            <a:ext cx="419100" cy="419100"/>
          </a:xfrm>
          <a:custGeom xmlns:a="http://schemas.openxmlformats.org/drawingml/2006/main">
            <a:pathLst>
              <a:path w="419100" h="419100">
                <a:moveTo>
                  <a:pt x="0" y="0"/>
                </a:moveTo>
                <a:lnTo>
                  <a:pt x="419100" y="104775"/>
                </a:lnTo>
                <a:lnTo>
                  <a:pt x="419100" y="314325"/>
                </a:lnTo>
                <a:lnTo>
                  <a:pt x="0" y="419100"/>
                </a:lnTo>
                <a:lnTo>
                  <a:pt x="0" y="295275"/>
                </a:lnTo>
                <a:lnTo>
                  <a:pt x="95250" y="20955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85" name="text-650">
            <a:extLst xmlns:a="http://schemas.openxmlformats.org/drawingml/2006/main">
              <a:ext uri="{FF2B5EF4-FFF2-40B4-BE49-F238E27FC236}">
                <a16:creationId xmlns:a16="http://schemas.microsoft.com/office/drawing/2014/main" id="{1C72D44C-0978-424F-A922-A1F0AEBD6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3476625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86" name="wire-651">
            <a:extLst xmlns:a="http://schemas.openxmlformats.org/drawingml/2006/main">
              <a:ext uri="{FF2B5EF4-FFF2-40B4-BE49-F238E27FC236}">
                <a16:creationId xmlns:a16="http://schemas.microsoft.com/office/drawing/2014/main" id="{F040EA0C-9C26-4EAB-9BE8-5D0AF5393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3505200"/>
            <a:ext cx="9525" cy="952500"/>
          </a:xfrm>
          <a:custGeom xmlns:a="http://schemas.openxmlformats.org/drawingml/2006/main">
            <a:pathLst>
              <a:path w="9525" h="952500">
                <a:moveTo>
                  <a:pt x="0" y="9525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87" name="wire-652">
            <a:extLst xmlns:a="http://schemas.openxmlformats.org/drawingml/2006/main">
              <a:ext uri="{FF2B5EF4-FFF2-40B4-BE49-F238E27FC236}">
                <a16:creationId xmlns:a16="http://schemas.microsoft.com/office/drawing/2014/main" id="{EF9AA989-E21F-490F-BDB8-319588844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3505200"/>
            <a:ext cx="323850" cy="9525"/>
          </a:xfrm>
          <a:custGeom xmlns:a="http://schemas.openxmlformats.org/drawingml/2006/main">
            <a:pathLst>
              <a:path w="323850" h="9525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88" name="circuit-653">
            <a:extLst xmlns:a="http://schemas.openxmlformats.org/drawingml/2006/main">
              <a:ext uri="{FF2B5EF4-FFF2-40B4-BE49-F238E27FC236}">
                <a16:creationId xmlns:a16="http://schemas.microsoft.com/office/drawing/2014/main" id="{336346A7-427F-423F-82CB-13C22B339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4737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89" name="text-654">
            <a:extLst xmlns:a="http://schemas.openxmlformats.org/drawingml/2006/main">
              <a:ext uri="{FF2B5EF4-FFF2-40B4-BE49-F238E27FC236}">
                <a16:creationId xmlns:a16="http://schemas.microsoft.com/office/drawing/2014/main" id="{9BDAF571-1C50-49D7-A395-AB3CBE601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638550"/>
            <a:ext cx="190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90" name="wire-655">
            <a:extLst xmlns:a="http://schemas.openxmlformats.org/drawingml/2006/main">
              <a:ext uri="{FF2B5EF4-FFF2-40B4-BE49-F238E27FC236}">
                <a16:creationId xmlns:a16="http://schemas.microsoft.com/office/drawing/2014/main" id="{C25BE99B-E616-4950-90C8-A3B1FB87A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705225"/>
            <a:ext cx="47625" cy="9525"/>
          </a:xfrm>
          <a:custGeom xmlns:a="http://schemas.openxmlformats.org/drawingml/2006/main">
            <a:pathLst>
              <a:path w="47625" h="952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91" name="circuit-656">
            <a:extLst xmlns:a="http://schemas.openxmlformats.org/drawingml/2006/main">
              <a:ext uri="{FF2B5EF4-FFF2-40B4-BE49-F238E27FC236}">
                <a16:creationId xmlns:a16="http://schemas.microsoft.com/office/drawing/2014/main" id="{72A033AA-6C1F-4681-B17D-8BC278F75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6737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92" name="wire-657">
            <a:extLst xmlns:a="http://schemas.openxmlformats.org/drawingml/2006/main">
              <a:ext uri="{FF2B5EF4-FFF2-40B4-BE49-F238E27FC236}">
                <a16:creationId xmlns:a16="http://schemas.microsoft.com/office/drawing/2014/main" id="{D5F6DFD3-5423-4D62-B6EA-55C048618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3609975"/>
            <a:ext cx="190500" cy="9525"/>
          </a:xfrm>
          <a:custGeom xmlns:a="http://schemas.openxmlformats.org/drawingml/2006/main">
            <a:pathLst>
              <a:path w="190500" h="9525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93" name="wire-658">
            <a:extLst xmlns:a="http://schemas.openxmlformats.org/drawingml/2006/main">
              <a:ext uri="{FF2B5EF4-FFF2-40B4-BE49-F238E27FC236}">
                <a16:creationId xmlns:a16="http://schemas.microsoft.com/office/drawing/2014/main" id="{EE3CDC9D-26A1-4E42-8184-51D2CFEAC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295650"/>
            <a:ext cx="9525" cy="314325"/>
          </a:xfrm>
          <a:custGeom xmlns:a="http://schemas.openxmlformats.org/drawingml/2006/main">
            <a:pathLst>
              <a:path w="9525" h="314325">
                <a:moveTo>
                  <a:pt x="0" y="31432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94" name="wire-659">
            <a:extLst xmlns:a="http://schemas.openxmlformats.org/drawingml/2006/main">
              <a:ext uri="{FF2B5EF4-FFF2-40B4-BE49-F238E27FC236}">
                <a16:creationId xmlns:a16="http://schemas.microsoft.com/office/drawing/2014/main" id="{EBDE6319-8EEE-47D1-9AD6-C622A3953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1438275" cy="9525"/>
          </a:xfrm>
          <a:custGeom xmlns:a="http://schemas.openxmlformats.org/drawingml/2006/main">
            <a:pathLst>
              <a:path w="1438275" h="9525">
                <a:moveTo>
                  <a:pt x="14382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95" name="wire-660">
            <a:extLst xmlns:a="http://schemas.openxmlformats.org/drawingml/2006/main">
              <a:ext uri="{FF2B5EF4-FFF2-40B4-BE49-F238E27FC236}">
                <a16:creationId xmlns:a16="http://schemas.microsoft.com/office/drawing/2014/main" id="{B85BB423-1201-47F8-AB2F-B04057F50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9525" cy="1162050"/>
          </a:xfrm>
          <a:custGeom xmlns:a="http://schemas.openxmlformats.org/drawingml/2006/main">
            <a:pathLst>
              <a:path w="9525" h="1162050">
                <a:moveTo>
                  <a:pt x="0" y="0"/>
                </a:moveTo>
                <a:lnTo>
                  <a:pt x="0" y="116205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96" name="wire-661">
            <a:extLst xmlns:a="http://schemas.openxmlformats.org/drawingml/2006/main">
              <a:ext uri="{FF2B5EF4-FFF2-40B4-BE49-F238E27FC236}">
                <a16:creationId xmlns:a16="http://schemas.microsoft.com/office/drawing/2014/main" id="{1534511C-BA9C-48E4-8293-00E05111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57700"/>
            <a:ext cx="95250" cy="9525"/>
          </a:xfrm>
          <a:custGeom xmlns:a="http://schemas.openxmlformats.org/drawingml/2006/main">
            <a:pathLst>
              <a:path w="95250" h="9525">
                <a:moveTo>
                  <a:pt x="0" y="0"/>
                </a:moveTo>
                <a:lnTo>
                  <a:pt x="95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97" name="circuit-662">
            <a:extLst xmlns:a="http://schemas.openxmlformats.org/drawingml/2006/main">
              <a:ext uri="{FF2B5EF4-FFF2-40B4-BE49-F238E27FC236}">
                <a16:creationId xmlns:a16="http://schemas.microsoft.com/office/drawing/2014/main" id="{A7869F00-4CE0-4F9A-A2A4-D3BF48902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262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98" name="text-663">
            <a:extLst xmlns:a="http://schemas.openxmlformats.org/drawingml/2006/main">
              <a:ext uri="{FF2B5EF4-FFF2-40B4-BE49-F238E27FC236}">
                <a16:creationId xmlns:a16="http://schemas.microsoft.com/office/drawing/2014/main" id="{B4868722-A9E9-4922-8407-189E016C4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147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PC + 4</a:t>
            </a:r>
          </a:p>
        </p:txBody>
      </p:sp>
      <p:sp>
        <p:nvSpPr>
          <p:cNvPr id="99" name="wire-664">
            <a:extLst xmlns:a="http://schemas.openxmlformats.org/drawingml/2006/main">
              <a:ext uri="{FF2B5EF4-FFF2-40B4-BE49-F238E27FC236}">
                <a16:creationId xmlns:a16="http://schemas.microsoft.com/office/drawing/2014/main" id="{BE62E2EA-735C-47A5-9B91-5E0413A45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514725"/>
            <a:ext cx="9525" cy="133350"/>
          </a:xfrm>
          <a:custGeom xmlns:a="http://schemas.openxmlformats.org/drawingml/2006/main">
            <a:pathLst>
              <a:path w="952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100" name="wire-665">
            <a:extLst xmlns:a="http://schemas.openxmlformats.org/drawingml/2006/main">
              <a:ext uri="{FF2B5EF4-FFF2-40B4-BE49-F238E27FC236}">
                <a16:creationId xmlns:a16="http://schemas.microsoft.com/office/drawing/2014/main" id="{3CE948B4-4DC7-4FA7-9971-FDF5963E4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48075"/>
            <a:ext cx="1352550" cy="9525"/>
          </a:xfrm>
          <a:custGeom xmlns:a="http://schemas.openxmlformats.org/drawingml/2006/main">
            <a:pathLst>
              <a:path w="1352550" h="9525">
                <a:moveTo>
                  <a:pt x="13525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101" name="wire-666">
            <a:extLst xmlns:a="http://schemas.openxmlformats.org/drawingml/2006/main">
              <a:ext uri="{FF2B5EF4-FFF2-40B4-BE49-F238E27FC236}">
                <a16:creationId xmlns:a16="http://schemas.microsoft.com/office/drawing/2014/main" id="{3A7FA7C0-96A0-49AA-8F3A-292F691A0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48075"/>
            <a:ext cx="9525" cy="561975"/>
          </a:xfrm>
          <a:custGeom xmlns:a="http://schemas.openxmlformats.org/drawingml/2006/main">
            <a:pathLst>
              <a:path w="9525" h="561975">
                <a:moveTo>
                  <a:pt x="0" y="0"/>
                </a:moveTo>
                <a:lnTo>
                  <a:pt x="0" y="561975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102" name="wire-667">
            <a:extLst xmlns:a="http://schemas.openxmlformats.org/drawingml/2006/main">
              <a:ext uri="{FF2B5EF4-FFF2-40B4-BE49-F238E27FC236}">
                <a16:creationId xmlns:a16="http://schemas.microsoft.com/office/drawing/2014/main" id="{B72699C8-0CE3-4994-B887-0B539D0D8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210050"/>
            <a:ext cx="171450" cy="9525"/>
          </a:xfrm>
          <a:custGeom xmlns:a="http://schemas.openxmlformats.org/drawingml/2006/main">
            <a:pathLst>
              <a:path w="171450" h="952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103" name="circuit-668">
            <a:extLst xmlns:a="http://schemas.openxmlformats.org/drawingml/2006/main">
              <a:ext uri="{FF2B5EF4-FFF2-40B4-BE49-F238E27FC236}">
                <a16:creationId xmlns:a16="http://schemas.microsoft.com/office/drawing/2014/main" id="{1C526F35-B4AE-4530-81AB-A46C8B4B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1786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04" name="wire-669">
            <a:extLst xmlns:a="http://schemas.openxmlformats.org/drawingml/2006/main">
              <a:ext uri="{FF2B5EF4-FFF2-40B4-BE49-F238E27FC236}">
                <a16:creationId xmlns:a16="http://schemas.microsoft.com/office/drawing/2014/main" id="{A06ECD9F-C1FB-4C79-8519-EEA8721AE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514725"/>
            <a:ext cx="9525" cy="66675"/>
          </a:xfrm>
          <a:custGeom xmlns:a="http://schemas.openxmlformats.org/drawingml/2006/main">
            <a:pathLst>
              <a:path w="9525" h="66675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1572C3"/>
            </a:solidFill>
          </a:ln>
        </p:spPr>
      </p:sp>
      <p:sp>
        <p:nvSpPr>
          <p:cNvPr id="105" name="wire-670">
            <a:extLst xmlns:a="http://schemas.openxmlformats.org/drawingml/2006/main">
              <a:ext uri="{FF2B5EF4-FFF2-40B4-BE49-F238E27FC236}">
                <a16:creationId xmlns:a16="http://schemas.microsoft.com/office/drawing/2014/main" id="{22A87FFC-F3D2-4FF1-88C2-E5138A25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581400"/>
            <a:ext cx="1724025" cy="9525"/>
          </a:xfrm>
          <a:custGeom xmlns:a="http://schemas.openxmlformats.org/drawingml/2006/main">
            <a:pathLst>
              <a:path w="1724025" h="9525">
                <a:moveTo>
                  <a:pt x="0" y="0"/>
                </a:moveTo>
                <a:lnTo>
                  <a:pt x="17240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1572C3"/>
            </a:solidFill>
          </a:ln>
        </p:spPr>
      </p:sp>
      <p:sp>
        <p:nvSpPr>
          <p:cNvPr id="106" name="wire-671">
            <a:extLst xmlns:a="http://schemas.openxmlformats.org/drawingml/2006/main">
              <a:ext uri="{FF2B5EF4-FFF2-40B4-BE49-F238E27FC236}">
                <a16:creationId xmlns:a16="http://schemas.microsoft.com/office/drawing/2014/main" id="{9C4790CF-3A8E-4A13-9116-603BB1085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581400"/>
            <a:ext cx="9525" cy="1257300"/>
          </a:xfrm>
          <a:custGeom xmlns:a="http://schemas.openxmlformats.org/drawingml/2006/main">
            <a:pathLst>
              <a:path w="9525" h="1257300">
                <a:moveTo>
                  <a:pt x="0" y="0"/>
                </a:moveTo>
                <a:lnTo>
                  <a:pt x="0" y="125730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1572C3"/>
            </a:solidFill>
          </a:ln>
        </p:spPr>
      </p:sp>
      <p:sp>
        <p:nvSpPr>
          <p:cNvPr id="107" name="wire-672">
            <a:extLst xmlns:a="http://schemas.openxmlformats.org/drawingml/2006/main">
              <a:ext uri="{FF2B5EF4-FFF2-40B4-BE49-F238E27FC236}">
                <a16:creationId xmlns:a16="http://schemas.microsoft.com/office/drawing/2014/main" id="{BFAE42F9-EF2B-4368-9C1E-6A61E7D1B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838700"/>
            <a:ext cx="219075" cy="9525"/>
          </a:xfrm>
          <a:custGeom xmlns:a="http://schemas.openxmlformats.org/drawingml/2006/main">
            <a:pathLst>
              <a:path w="219075" h="9525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1572C3"/>
            </a:solidFill>
          </a:ln>
        </p:spPr>
      </p:sp>
      <p:sp>
        <p:nvSpPr>
          <p:cNvPr id="108" name="circuit-673">
            <a:extLst xmlns:a="http://schemas.openxmlformats.org/drawingml/2006/main">
              <a:ext uri="{FF2B5EF4-FFF2-40B4-BE49-F238E27FC236}">
                <a16:creationId xmlns:a16="http://schemas.microsoft.com/office/drawing/2014/main" id="{29688689-DD2A-4F20-A43C-EE6E4CF86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48072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09" name="wire-674">
            <a:extLst xmlns:a="http://schemas.openxmlformats.org/drawingml/2006/main">
              <a:ext uri="{FF2B5EF4-FFF2-40B4-BE49-F238E27FC236}">
                <a16:creationId xmlns:a16="http://schemas.microsoft.com/office/drawing/2014/main" id="{4EFC0916-7BAA-45A5-B671-1F77147D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514725"/>
            <a:ext cx="9525" cy="180975"/>
          </a:xfrm>
          <a:custGeom xmlns:a="http://schemas.openxmlformats.org/drawingml/2006/main">
            <a:pathLst>
              <a:path w="9525"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110" name="wire-675">
            <a:extLst xmlns:a="http://schemas.openxmlformats.org/drawingml/2006/main">
              <a:ext uri="{FF2B5EF4-FFF2-40B4-BE49-F238E27FC236}">
                <a16:creationId xmlns:a16="http://schemas.microsoft.com/office/drawing/2014/main" id="{E8D79EF2-2CFE-4BFB-AD25-5AFDC321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695700"/>
            <a:ext cx="2247900" cy="9525"/>
          </a:xfrm>
          <a:custGeom xmlns:a="http://schemas.openxmlformats.org/drawingml/2006/main">
            <a:pathLst>
              <a:path w="2247900" h="9525">
                <a:moveTo>
                  <a:pt x="22479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111" name="wire-676">
            <a:extLst xmlns:a="http://schemas.openxmlformats.org/drawingml/2006/main">
              <a:ext uri="{FF2B5EF4-FFF2-40B4-BE49-F238E27FC236}">
                <a16:creationId xmlns:a16="http://schemas.microsoft.com/office/drawing/2014/main" id="{83476692-0FD5-4207-977B-7EB856B7F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695700"/>
            <a:ext cx="9525" cy="914400"/>
          </a:xfrm>
          <a:custGeom xmlns:a="http://schemas.openxmlformats.org/drawingml/2006/main">
            <a:pathLst>
              <a:path w="9525" h="914400">
                <a:moveTo>
                  <a:pt x="0" y="0"/>
                </a:moveTo>
                <a:lnTo>
                  <a:pt x="0" y="91440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112" name="wire-677">
            <a:extLst xmlns:a="http://schemas.openxmlformats.org/drawingml/2006/main">
              <a:ext uri="{FF2B5EF4-FFF2-40B4-BE49-F238E27FC236}">
                <a16:creationId xmlns:a16="http://schemas.microsoft.com/office/drawing/2014/main" id="{A538B153-2068-49F8-9D42-6C7562CD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610100"/>
            <a:ext cx="247650" cy="9525"/>
          </a:xfrm>
          <a:custGeom xmlns:a="http://schemas.openxmlformats.org/drawingml/2006/main">
            <a:pathLst>
              <a:path w="247650" h="9525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113" name="circuit-678">
            <a:extLst xmlns:a="http://schemas.openxmlformats.org/drawingml/2006/main">
              <a:ext uri="{FF2B5EF4-FFF2-40B4-BE49-F238E27FC236}">
                <a16:creationId xmlns:a16="http://schemas.microsoft.com/office/drawing/2014/main" id="{EE6CC7A0-333F-4D65-A2D0-122EF03F5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5786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14" name="wire-679">
            <a:extLst xmlns:a="http://schemas.openxmlformats.org/drawingml/2006/main">
              <a:ext uri="{FF2B5EF4-FFF2-40B4-BE49-F238E27FC236}">
                <a16:creationId xmlns:a16="http://schemas.microsoft.com/office/drawing/2014/main" id="{C1C9DF05-F392-4410-80E3-C0F2CAE64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4905375"/>
            <a:ext cx="161925" cy="9525"/>
          </a:xfrm>
          <a:custGeom xmlns:a="http://schemas.openxmlformats.org/drawingml/2006/main">
            <a:pathLst>
              <a:path w="161925" h="9525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9FA9B9"/>
            </a:solidFill>
          </a:ln>
        </p:spPr>
      </p:sp>
      <p:sp>
        <p:nvSpPr>
          <p:cNvPr id="115" name="circuit-680">
            <a:extLst xmlns:a="http://schemas.openxmlformats.org/drawingml/2006/main">
              <a:ext uri="{FF2B5EF4-FFF2-40B4-BE49-F238E27FC236}">
                <a16:creationId xmlns:a16="http://schemas.microsoft.com/office/drawing/2014/main" id="{20848EAD-6936-4167-A32D-2FFA0DC45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739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9FA9B9"/>
          </a:solidFill>
          <a:ln xmlns:a="http://schemas.openxmlformats.org/drawingml/2006/main" w="9525">
            <a:solidFill>
              <a:srgbClr val="9FA9B9"/>
            </a:solidFill>
          </a:ln>
        </p:spPr>
      </p:sp>
      <p:sp>
        <p:nvSpPr>
          <p:cNvPr id="116" name="board-stable-rf">
            <a:extLst xmlns:a="http://schemas.openxmlformats.org/drawingml/2006/main">
              <a:ext uri="{FF2B5EF4-FFF2-40B4-BE49-F238E27FC236}">
                <a16:creationId xmlns:a16="http://schemas.microsoft.com/office/drawing/2014/main" id="{E6E16E1D-C739-40A4-A43B-D23C81423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800475"/>
            <a:ext cx="1571625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17" name="circuit-682">
            <a:extLst xmlns:a="http://schemas.openxmlformats.org/drawingml/2006/main">
              <a:ext uri="{FF2B5EF4-FFF2-40B4-BE49-F238E27FC236}">
                <a16:creationId xmlns:a16="http://schemas.microsoft.com/office/drawing/2014/main" id="{8CD56558-CB0F-4A7A-B876-C11DDA114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3800475"/>
            <a:ext cx="152400" cy="85725"/>
          </a:xfrm>
          <a:custGeom xmlns:a="http://schemas.openxmlformats.org/drawingml/2006/main">
            <a:pathLst>
              <a:path w="152400" h="85725">
                <a:moveTo>
                  <a:pt x="0" y="0"/>
                </a:moveTo>
                <a:lnTo>
                  <a:pt x="76200" y="85725"/>
                </a:lnTo>
                <a:lnTo>
                  <a:pt x="15240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18" name="wire-683">
            <a:extLst xmlns:a="http://schemas.openxmlformats.org/drawingml/2006/main">
              <a:ext uri="{FF2B5EF4-FFF2-40B4-BE49-F238E27FC236}">
                <a16:creationId xmlns:a16="http://schemas.microsoft.com/office/drawing/2014/main" id="{E83BC690-8690-4CF0-9C61-C8B60B276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733800"/>
            <a:ext cx="9525" cy="66675"/>
          </a:xfrm>
          <a:custGeom xmlns:a="http://schemas.openxmlformats.org/drawingml/2006/main">
            <a:pathLst>
              <a:path w="9525" h="66675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119" name="text-684">
            <a:extLst xmlns:a="http://schemas.openxmlformats.org/drawingml/2006/main">
              <a:ext uri="{FF2B5EF4-FFF2-40B4-BE49-F238E27FC236}">
                <a16:creationId xmlns:a16="http://schemas.microsoft.com/office/drawing/2014/main" id="{7869F996-D79E-481B-90C5-DC337ACB6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295775"/>
            <a:ext cx="76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レジスタ</a:t>
            </a:r>
          </a:p>
          <a:p xmlns:a="http://schemas.openxmlformats.org/drawingml/2006/main">
            <a: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群</a:t>
            </a:r>
          </a:p>
        </p:txBody>
      </p:sp>
      <p:sp>
        <p:nvSpPr>
          <p:cNvPr id="120" name="text-685">
            <a:extLst xmlns:a="http://schemas.openxmlformats.org/drawingml/2006/main">
              <a:ext uri="{FF2B5EF4-FFF2-40B4-BE49-F238E27FC236}">
                <a16:creationId xmlns:a16="http://schemas.microsoft.com/office/drawing/2014/main" id="{ED499829-01F9-45C2-A40A-0A1DFFD69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067175"/>
            <a:ext cx="33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A1</a:t>
            </a:r>
          </a:p>
        </p:txBody>
      </p:sp>
      <p:sp>
        <p:nvSpPr>
          <p:cNvPr id="121" name="text-686">
            <a:extLst xmlns:a="http://schemas.openxmlformats.org/drawingml/2006/main">
              <a:ext uri="{FF2B5EF4-FFF2-40B4-BE49-F238E27FC236}">
                <a16:creationId xmlns:a16="http://schemas.microsoft.com/office/drawing/2014/main" id="{02C9FE2D-4525-4E4E-A230-3CC11EC10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486275"/>
            <a:ext cx="33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A2</a:t>
            </a:r>
          </a:p>
        </p:txBody>
      </p:sp>
      <p:sp>
        <p:nvSpPr>
          <p:cNvPr id="122" name="text-687">
            <a:extLst xmlns:a="http://schemas.openxmlformats.org/drawingml/2006/main">
              <a:ext uri="{FF2B5EF4-FFF2-40B4-BE49-F238E27FC236}">
                <a16:creationId xmlns:a16="http://schemas.microsoft.com/office/drawing/2014/main" id="{8761B95E-4424-4543-9C04-7E8144ED9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772025"/>
            <a:ext cx="33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A9B9"/>
                </a:solidFill>
                <a:latin typeface="Arial"/>
                <a:ea typeface="Arial"/>
                <a:cs typeface="Arial"/>
              </a:rPr>
              <a:t>A3</a:t>
            </a:r>
          </a:p>
        </p:txBody>
      </p:sp>
      <p:sp>
        <p:nvSpPr>
          <p:cNvPr id="123" name="text-688">
            <a:extLst xmlns:a="http://schemas.openxmlformats.org/drawingml/2006/main">
              <a:ext uri="{FF2B5EF4-FFF2-40B4-BE49-F238E27FC236}">
                <a16:creationId xmlns:a16="http://schemas.microsoft.com/office/drawing/2014/main" id="{A051DCD3-5E77-4C66-A090-75F1E2EBA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057775"/>
            <a:ext cx="33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A9B9"/>
                </a:solidFill>
                <a:latin typeface="Arial"/>
                <a:ea typeface="Arial"/>
                <a:cs typeface="Arial"/>
              </a:rPr>
              <a:t>WD3</a:t>
            </a:r>
          </a:p>
        </p:txBody>
      </p:sp>
      <p:sp>
        <p:nvSpPr>
          <p:cNvPr id="124" name="text-689">
            <a:extLst xmlns:a="http://schemas.openxmlformats.org/drawingml/2006/main">
              <a:ext uri="{FF2B5EF4-FFF2-40B4-BE49-F238E27FC236}">
                <a16:creationId xmlns:a16="http://schemas.microsoft.com/office/drawing/2014/main" id="{03E262B2-5012-4C2C-8388-9309EF35C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067175"/>
            <a:ext cx="33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RD1</a:t>
            </a:r>
          </a:p>
        </p:txBody>
      </p:sp>
      <p:sp>
        <p:nvSpPr>
          <p:cNvPr id="125" name="text-690">
            <a:extLst xmlns:a="http://schemas.openxmlformats.org/drawingml/2006/main">
              <a:ext uri="{FF2B5EF4-FFF2-40B4-BE49-F238E27FC236}">
                <a16:creationId xmlns:a16="http://schemas.microsoft.com/office/drawing/2014/main" id="{AADF9E82-335E-4D6D-AE76-77F9FDFF3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486275"/>
            <a:ext cx="33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RD2</a:t>
            </a:r>
          </a:p>
        </p:txBody>
      </p:sp>
      <p:sp>
        <p:nvSpPr>
          <p:cNvPr id="126" name="text-691">
            <a:extLst xmlns:a="http://schemas.openxmlformats.org/drawingml/2006/main">
              <a:ext uri="{FF2B5EF4-FFF2-40B4-BE49-F238E27FC236}">
                <a16:creationId xmlns:a16="http://schemas.microsoft.com/office/drawing/2014/main" id="{F97CDD44-E385-425F-BBCC-553357F62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3819525"/>
            <a:ext cx="3524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A9B9"/>
                </a:solidFill>
                <a:latin typeface="Arial"/>
                <a:ea typeface="Arial"/>
                <a:cs typeface="Arial"/>
              </a:rPr>
              <a:t>WE3</a:t>
            </a:r>
          </a:p>
        </p:txBody>
      </p:sp>
      <p:sp>
        <p:nvSpPr>
          <p:cNvPr id="127" name="wire-692">
            <a:extLst xmlns:a="http://schemas.openxmlformats.org/drawingml/2006/main">
              <a:ext uri="{FF2B5EF4-FFF2-40B4-BE49-F238E27FC236}">
                <a16:creationId xmlns:a16="http://schemas.microsoft.com/office/drawing/2014/main" id="{2756E4EB-1885-465F-B15B-1CB31AB84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4210050"/>
            <a:ext cx="628650" cy="9525"/>
          </a:xfrm>
          <a:custGeom xmlns:a="http://schemas.openxmlformats.org/drawingml/2006/main">
            <a:pathLst>
              <a:path w="628650" h="9525">
                <a:moveTo>
                  <a:pt x="0" y="0"/>
                </a:moveTo>
                <a:lnTo>
                  <a:pt x="628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231F20"/>
            </a:solidFill>
          </a:ln>
        </p:spPr>
      </p:sp>
      <p:sp>
        <p:nvSpPr>
          <p:cNvPr id="128" name="circuit-693">
            <a:extLst xmlns:a="http://schemas.openxmlformats.org/drawingml/2006/main">
              <a:ext uri="{FF2B5EF4-FFF2-40B4-BE49-F238E27FC236}">
                <a16:creationId xmlns:a16="http://schemas.microsoft.com/office/drawing/2014/main" id="{E0002852-AC9C-4AD8-9069-8F088343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41786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29" name="text-694">
            <a:extLst xmlns:a="http://schemas.openxmlformats.org/drawingml/2006/main">
              <a:ext uri="{FF2B5EF4-FFF2-40B4-BE49-F238E27FC236}">
                <a16:creationId xmlns:a16="http://schemas.microsoft.com/office/drawing/2014/main" id="{21DF42FA-EBF2-4E62-BB0A-13681D955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8957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30" name="board-stable-alu">
            <a:extLst xmlns:a="http://schemas.openxmlformats.org/drawingml/2006/main">
              <a:ext uri="{FF2B5EF4-FFF2-40B4-BE49-F238E27FC236}">
                <a16:creationId xmlns:a16="http://schemas.microsoft.com/office/drawing/2014/main" id="{B915FA39-DF54-4920-94A8-AE7640B2B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4067175"/>
            <a:ext cx="647700" cy="933450"/>
          </a:xfrm>
          <a:custGeom xmlns:a="http://schemas.openxmlformats.org/drawingml/2006/main">
            <a:pathLst>
              <a:path w="647700" h="933450">
                <a:moveTo>
                  <a:pt x="0" y="0"/>
                </a:moveTo>
                <a:lnTo>
                  <a:pt x="647700" y="171450"/>
                </a:lnTo>
                <a:lnTo>
                  <a:pt x="647700" y="742950"/>
                </a:lnTo>
                <a:lnTo>
                  <a:pt x="0" y="933450"/>
                </a:lnTo>
                <a:lnTo>
                  <a:pt x="0" y="571500"/>
                </a:lnTo>
                <a:lnTo>
                  <a:pt x="171450" y="457200"/>
                </a:lnTo>
                <a:lnTo>
                  <a:pt x="0" y="257175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21908">
            <a:solidFill>
              <a:srgbClr val="231F20"/>
            </a:solidFill>
          </a:ln>
        </p:spPr>
      </p:sp>
      <p:sp>
        <p:nvSpPr>
          <p:cNvPr id="131" name="text-696">
            <a:extLst xmlns:a="http://schemas.openxmlformats.org/drawingml/2006/main">
              <a:ext uri="{FF2B5EF4-FFF2-40B4-BE49-F238E27FC236}">
                <a16:creationId xmlns:a16="http://schemas.microsoft.com/office/drawing/2014/main" id="{6F0DE4D8-98CD-49F8-A5EB-987E95E7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781425"/>
            <a:ext cx="571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ALU</a:t>
            </a:r>
          </a:p>
        </p:txBody>
      </p:sp>
      <p:sp>
        <p:nvSpPr>
          <p:cNvPr id="132" name="text-697">
            <a:extLst xmlns:a="http://schemas.openxmlformats.org/drawingml/2006/main">
              <a:ext uri="{FF2B5EF4-FFF2-40B4-BE49-F238E27FC236}">
                <a16:creationId xmlns:a16="http://schemas.microsoft.com/office/drawing/2014/main" id="{649AF3B1-11FB-480E-97DF-A6C51E625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343400"/>
            <a:ext cx="3143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33" name="text-698">
            <a:extLst xmlns:a="http://schemas.openxmlformats.org/drawingml/2006/main">
              <a:ext uri="{FF2B5EF4-FFF2-40B4-BE49-F238E27FC236}">
                <a16:creationId xmlns:a16="http://schemas.microsoft.com/office/drawing/2014/main" id="{5B26757E-60D0-4A13-9D0D-0C29DBD6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5019675"/>
            <a:ext cx="1095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即値 0</a:t>
            </a:r>
          </a:p>
        </p:txBody>
      </p:sp>
      <p:sp>
        <p:nvSpPr>
          <p:cNvPr id="134" name="wire-699">
            <a:extLst xmlns:a="http://schemas.openxmlformats.org/drawingml/2006/main">
              <a:ext uri="{FF2B5EF4-FFF2-40B4-BE49-F238E27FC236}">
                <a16:creationId xmlns:a16="http://schemas.microsoft.com/office/drawing/2014/main" id="{897AD340-9B96-4EBE-83AA-79E545D09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4419600"/>
            <a:ext cx="600075" cy="9525"/>
          </a:xfrm>
          <a:custGeom xmlns:a="http://schemas.openxmlformats.org/drawingml/2006/main">
            <a:pathLst>
              <a:path w="600075" h="9525">
                <a:moveTo>
                  <a:pt x="0" y="0"/>
                </a:moveTo>
                <a:lnTo>
                  <a:pt x="600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1572C3"/>
            </a:solidFill>
          </a:ln>
        </p:spPr>
      </p:sp>
      <p:sp>
        <p:nvSpPr>
          <p:cNvPr id="135" name="circuit-700">
            <a:extLst xmlns:a="http://schemas.openxmlformats.org/drawingml/2006/main">
              <a:ext uri="{FF2B5EF4-FFF2-40B4-BE49-F238E27FC236}">
                <a16:creationId xmlns:a16="http://schemas.microsoft.com/office/drawing/2014/main" id="{7B7F3145-A264-432B-82CE-3993709C0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3881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36" name="text-701">
            <a:extLst xmlns:a="http://schemas.openxmlformats.org/drawingml/2006/main">
              <a:ext uri="{FF2B5EF4-FFF2-40B4-BE49-F238E27FC236}">
                <a16:creationId xmlns:a16="http://schemas.microsoft.com/office/drawing/2014/main" id="{428B7905-A4AC-4A94-94F6-E736FA59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105275"/>
            <a:ext cx="4857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37" name="wire-702">
            <a:extLst xmlns:a="http://schemas.openxmlformats.org/drawingml/2006/main">
              <a:ext uri="{FF2B5EF4-FFF2-40B4-BE49-F238E27FC236}">
                <a16:creationId xmlns:a16="http://schemas.microsoft.com/office/drawing/2014/main" id="{35972512-A4FF-4F10-AD0C-E073679E2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4610100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1572C3"/>
            </a:solidFill>
          </a:ln>
        </p:spPr>
      </p:sp>
      <p:sp>
        <p:nvSpPr>
          <p:cNvPr id="138" name="wire-703">
            <a:extLst xmlns:a="http://schemas.openxmlformats.org/drawingml/2006/main">
              <a:ext uri="{FF2B5EF4-FFF2-40B4-BE49-F238E27FC236}">
                <a16:creationId xmlns:a16="http://schemas.microsoft.com/office/drawing/2014/main" id="{49DD4958-274F-4F15-A842-C0C7E215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4610100"/>
            <a:ext cx="9525" cy="771525"/>
          </a:xfrm>
          <a:custGeom xmlns:a="http://schemas.openxmlformats.org/drawingml/2006/main">
            <a:pathLst>
              <a:path w="9525" h="771525">
                <a:moveTo>
                  <a:pt x="0" y="0"/>
                </a:moveTo>
                <a:lnTo>
                  <a:pt x="0" y="771525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1572C3"/>
            </a:solidFill>
          </a:ln>
        </p:spPr>
      </p:sp>
      <p:sp>
        <p:nvSpPr>
          <p:cNvPr id="139" name="wire-704">
            <a:extLst xmlns:a="http://schemas.openxmlformats.org/drawingml/2006/main">
              <a:ext uri="{FF2B5EF4-FFF2-40B4-BE49-F238E27FC236}">
                <a16:creationId xmlns:a16="http://schemas.microsoft.com/office/drawing/2014/main" id="{77C7A9F4-A599-444F-9228-90F919382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5381625"/>
            <a:ext cx="1628775" cy="9525"/>
          </a:xfrm>
          <a:custGeom xmlns:a="http://schemas.openxmlformats.org/drawingml/2006/main">
            <a:pathLst>
              <a:path w="1628775" h="9525">
                <a:moveTo>
                  <a:pt x="0" y="0"/>
                </a:moveTo>
                <a:lnTo>
                  <a:pt x="1628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1572C3"/>
            </a:solidFill>
          </a:ln>
        </p:spPr>
      </p:sp>
      <p:sp>
        <p:nvSpPr>
          <p:cNvPr id="140" name="wire-705">
            <a:extLst xmlns:a="http://schemas.openxmlformats.org/drawingml/2006/main">
              <a:ext uri="{FF2B5EF4-FFF2-40B4-BE49-F238E27FC236}">
                <a16:creationId xmlns:a16="http://schemas.microsoft.com/office/drawing/2014/main" id="{3A10035E-0A7F-472C-A9AB-E11E9E09E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019675"/>
            <a:ext cx="9525" cy="361950"/>
          </a:xfrm>
          <a:custGeom xmlns:a="http://schemas.openxmlformats.org/drawingml/2006/main">
            <a:pathLst>
              <a:path w="9525" h="361950">
                <a:moveTo>
                  <a:pt x="0" y="3619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1572C3"/>
            </a:solidFill>
          </a:ln>
        </p:spPr>
      </p:sp>
      <p:sp>
        <p:nvSpPr>
          <p:cNvPr id="141" name="wire-706">
            <a:extLst xmlns:a="http://schemas.openxmlformats.org/drawingml/2006/main">
              <a:ext uri="{FF2B5EF4-FFF2-40B4-BE49-F238E27FC236}">
                <a16:creationId xmlns:a16="http://schemas.microsoft.com/office/drawing/2014/main" id="{CCD749C3-C39D-4D83-B7C8-5966B2F97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019675"/>
            <a:ext cx="133350" cy="9525"/>
          </a:xfrm>
          <a:custGeom xmlns:a="http://schemas.openxmlformats.org/drawingml/2006/main">
            <a:pathLst>
              <a:path w="133350" h="9525">
                <a:moveTo>
                  <a:pt x="0" y="0"/>
                </a:moveTo>
                <a:lnTo>
                  <a:pt x="1333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1572C3"/>
            </a:solidFill>
          </a:ln>
        </p:spPr>
      </p:sp>
      <p:sp>
        <p:nvSpPr>
          <p:cNvPr id="142" name="circuit-707">
            <a:extLst xmlns:a="http://schemas.openxmlformats.org/drawingml/2006/main">
              <a:ext uri="{FF2B5EF4-FFF2-40B4-BE49-F238E27FC236}">
                <a16:creationId xmlns:a16="http://schemas.microsoft.com/office/drawing/2014/main" id="{A17887E3-98F1-4254-9EA7-3C4408B5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9882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2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43" name="text-708">
            <a:extLst xmlns:a="http://schemas.openxmlformats.org/drawingml/2006/main">
              <a:ext uri="{FF2B5EF4-FFF2-40B4-BE49-F238E27FC236}">
                <a16:creationId xmlns:a16="http://schemas.microsoft.com/office/drawing/2014/main" id="{B1579B02-484C-4ABE-A3E8-52A700F91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4762500"/>
            <a:ext cx="2286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44" name="wire-709">
            <a:extLst xmlns:a="http://schemas.openxmlformats.org/drawingml/2006/main">
              <a:ext uri="{FF2B5EF4-FFF2-40B4-BE49-F238E27FC236}">
                <a16:creationId xmlns:a16="http://schemas.microsoft.com/office/drawing/2014/main" id="{260E7370-F304-49F2-905F-5FA08213A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5314950"/>
            <a:ext cx="104775" cy="9525"/>
          </a:xfrm>
          <a:custGeom xmlns:a="http://schemas.openxmlformats.org/drawingml/2006/main">
            <a:pathLst>
              <a:path w="104775" h="9525">
                <a:moveTo>
                  <a:pt x="1047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9FA9B9"/>
            </a:solidFill>
          </a:ln>
        </p:spPr>
      </p:sp>
      <p:sp>
        <p:nvSpPr>
          <p:cNvPr id="145" name="wire-710">
            <a:extLst xmlns:a="http://schemas.openxmlformats.org/drawingml/2006/main">
              <a:ext uri="{FF2B5EF4-FFF2-40B4-BE49-F238E27FC236}">
                <a16:creationId xmlns:a16="http://schemas.microsoft.com/office/drawing/2014/main" id="{C3CE8806-6868-4BE6-B59E-2635817D3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5314950"/>
            <a:ext cx="9525" cy="495300"/>
          </a:xfrm>
          <a:custGeom xmlns:a="http://schemas.openxmlformats.org/drawingml/2006/main">
            <a:pathLst>
              <a:path w="9525" h="495300">
                <a:moveTo>
                  <a:pt x="0" y="0"/>
                </a:moveTo>
                <a:lnTo>
                  <a:pt x="0" y="49530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9FA9B9"/>
            </a:solidFill>
          </a:ln>
        </p:spPr>
      </p:sp>
      <p:sp>
        <p:nvSpPr>
          <p:cNvPr id="146" name="wire-711">
            <a:extLst xmlns:a="http://schemas.openxmlformats.org/drawingml/2006/main">
              <a:ext uri="{FF2B5EF4-FFF2-40B4-BE49-F238E27FC236}">
                <a16:creationId xmlns:a16="http://schemas.microsoft.com/office/drawing/2014/main" id="{38FDFD13-8A22-482E-A151-92EEA757D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810250"/>
            <a:ext cx="3514725" cy="9525"/>
          </a:xfrm>
          <a:custGeom xmlns:a="http://schemas.openxmlformats.org/drawingml/2006/main">
            <a:pathLst>
              <a:path w="3514725" h="9525">
                <a:moveTo>
                  <a:pt x="35147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9FA9B9"/>
            </a:solidFill>
          </a:ln>
        </p:spPr>
      </p:sp>
      <p:sp>
        <p:nvSpPr>
          <p:cNvPr id="147" name="wire-712">
            <a:extLst xmlns:a="http://schemas.openxmlformats.org/drawingml/2006/main">
              <a:ext uri="{FF2B5EF4-FFF2-40B4-BE49-F238E27FC236}">
                <a16:creationId xmlns:a16="http://schemas.microsoft.com/office/drawing/2014/main" id="{2608C992-0726-4D2C-BAF3-88CFCE01E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153025"/>
            <a:ext cx="9525" cy="657225"/>
          </a:xfrm>
          <a:custGeom xmlns:a="http://schemas.openxmlformats.org/drawingml/2006/main">
            <a:pathLst>
              <a:path w="9525" h="657225">
                <a:moveTo>
                  <a:pt x="0" y="65722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9FA9B9"/>
            </a:solidFill>
          </a:ln>
        </p:spPr>
      </p:sp>
      <p:sp>
        <p:nvSpPr>
          <p:cNvPr id="148" name="wire-713">
            <a:extLst xmlns:a="http://schemas.openxmlformats.org/drawingml/2006/main">
              <a:ext uri="{FF2B5EF4-FFF2-40B4-BE49-F238E27FC236}">
                <a16:creationId xmlns:a16="http://schemas.microsoft.com/office/drawing/2014/main" id="{E3374CAE-D783-4554-A2CC-D2B150A90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153025"/>
            <a:ext cx="171450" cy="9525"/>
          </a:xfrm>
          <a:custGeom xmlns:a="http://schemas.openxmlformats.org/drawingml/2006/main">
            <a:pathLst>
              <a:path w="171450" h="952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9FA9B9"/>
            </a:solidFill>
          </a:ln>
        </p:spPr>
      </p:sp>
      <p:sp>
        <p:nvSpPr>
          <p:cNvPr id="149" name="circuit-714">
            <a:extLst xmlns:a="http://schemas.openxmlformats.org/drawingml/2006/main">
              <a:ext uri="{FF2B5EF4-FFF2-40B4-BE49-F238E27FC236}">
                <a16:creationId xmlns:a16="http://schemas.microsoft.com/office/drawing/2014/main" id="{2B2867C7-7439-454B-BDE7-A165E23D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215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2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9FA9B9"/>
          </a:solidFill>
          <a:ln xmlns:a="http://schemas.openxmlformats.org/drawingml/2006/main" w="9525">
            <a:solidFill>
              <a:srgbClr val="9FA9B9"/>
            </a:solidFill>
          </a:ln>
        </p:spPr>
      </p:sp>
      <p:sp>
        <p:nvSpPr>
          <p:cNvPr id="150" name="wire-715">
            <a:extLst xmlns:a="http://schemas.openxmlformats.org/drawingml/2006/main">
              <a:ext uri="{FF2B5EF4-FFF2-40B4-BE49-F238E27FC236}">
                <a16:creationId xmlns:a16="http://schemas.microsoft.com/office/drawing/2014/main" id="{E9B8C8E3-8B84-4D9E-90EF-57A152669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5105400"/>
            <a:ext cx="9525" cy="419100"/>
          </a:xfrm>
          <a:custGeom xmlns:a="http://schemas.openxmlformats.org/drawingml/2006/main">
            <a:pathLst>
              <a:path w="9525" h="419100">
                <a:moveTo>
                  <a:pt x="0" y="0"/>
                </a:moveTo>
                <a:lnTo>
                  <a:pt x="0" y="41910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9FA9B9"/>
            </a:solidFill>
          </a:ln>
        </p:spPr>
      </p:sp>
      <p:sp>
        <p:nvSpPr>
          <p:cNvPr id="151" name="wire-716">
            <a:extLst xmlns:a="http://schemas.openxmlformats.org/drawingml/2006/main">
              <a:ext uri="{FF2B5EF4-FFF2-40B4-BE49-F238E27FC236}">
                <a16:creationId xmlns:a16="http://schemas.microsoft.com/office/drawing/2014/main" id="{F3F848D6-D33E-49D2-8C5D-314D09DC1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5524500"/>
            <a:ext cx="5133975" cy="9525"/>
          </a:xfrm>
          <a:custGeom xmlns:a="http://schemas.openxmlformats.org/drawingml/2006/main">
            <a:pathLst>
              <a:path w="5133975" h="9525">
                <a:moveTo>
                  <a:pt x="0" y="0"/>
                </a:moveTo>
                <a:lnTo>
                  <a:pt x="51339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9FA9B9"/>
            </a:solidFill>
          </a:ln>
        </p:spPr>
      </p:sp>
      <p:sp>
        <p:nvSpPr>
          <p:cNvPr id="152" name="wire-717">
            <a:extLst xmlns:a="http://schemas.openxmlformats.org/drawingml/2006/main">
              <a:ext uri="{FF2B5EF4-FFF2-40B4-BE49-F238E27FC236}">
                <a16:creationId xmlns:a16="http://schemas.microsoft.com/office/drawing/2014/main" id="{DFDC1DDF-64A0-4098-904F-63931682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86200"/>
            <a:ext cx="9525" cy="1638300"/>
          </a:xfrm>
          <a:custGeom xmlns:a="http://schemas.openxmlformats.org/drawingml/2006/main">
            <a:pathLst>
              <a:path w="9525" h="1638300">
                <a:moveTo>
                  <a:pt x="0" y="16383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9FA9B9"/>
            </a:solidFill>
          </a:ln>
        </p:spPr>
      </p:sp>
      <p:sp>
        <p:nvSpPr>
          <p:cNvPr id="153" name="wire-718">
            <a:extLst xmlns:a="http://schemas.openxmlformats.org/drawingml/2006/main">
              <a:ext uri="{FF2B5EF4-FFF2-40B4-BE49-F238E27FC236}">
                <a16:creationId xmlns:a16="http://schemas.microsoft.com/office/drawing/2014/main" id="{D29F22E5-7A53-401D-B812-4AAB4D0A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86200"/>
            <a:ext cx="76200" cy="9525"/>
          </a:xfrm>
          <a:custGeom xmlns:a="http://schemas.openxmlformats.org/drawingml/2006/main">
            <a:pathLst>
              <a:path w="76200" h="9525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9FA9B9"/>
            </a:solidFill>
          </a:ln>
        </p:spPr>
      </p:sp>
      <p:sp>
        <p:nvSpPr>
          <p:cNvPr id="154" name="circuit-719">
            <a:extLst xmlns:a="http://schemas.openxmlformats.org/drawingml/2006/main">
              <a:ext uri="{FF2B5EF4-FFF2-40B4-BE49-F238E27FC236}">
                <a16:creationId xmlns:a16="http://schemas.microsoft.com/office/drawing/2014/main" id="{22628AF2-741F-4BA2-B5E3-7074790D5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547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9FA9B9"/>
          </a:solidFill>
          <a:ln xmlns:a="http://schemas.openxmlformats.org/drawingml/2006/main" w="9525">
            <a:solidFill>
              <a:srgbClr val="9FA9B9"/>
            </a:solidFill>
          </a:ln>
        </p:spPr>
      </p:sp>
      <p:sp>
        <p:nvSpPr>
          <p:cNvPr id="155" name="wire-720">
            <a:extLst xmlns:a="http://schemas.openxmlformats.org/drawingml/2006/main">
              <a:ext uri="{FF2B5EF4-FFF2-40B4-BE49-F238E27FC236}">
                <a16:creationId xmlns:a16="http://schemas.microsoft.com/office/drawing/2014/main" id="{6D98F71F-D794-4663-86C3-9CA6E221F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076700"/>
            <a:ext cx="190500" cy="9525"/>
          </a:xfrm>
          <a:custGeom xmlns:a="http://schemas.openxmlformats.org/drawingml/2006/main">
            <a:pathLst>
              <a:path w="190500" h="9525">
                <a:moveTo>
                  <a:pt x="1905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9FA9B9"/>
            </a:solidFill>
          </a:ln>
        </p:spPr>
      </p:sp>
      <p:sp>
        <p:nvSpPr>
          <p:cNvPr id="156" name="wire-721">
            <a:extLst xmlns:a="http://schemas.openxmlformats.org/drawingml/2006/main">
              <a:ext uri="{FF2B5EF4-FFF2-40B4-BE49-F238E27FC236}">
                <a16:creationId xmlns:a16="http://schemas.microsoft.com/office/drawing/2014/main" id="{55A110C7-60F9-4B91-BA2F-C3C1D2039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076700"/>
            <a:ext cx="9525" cy="1581150"/>
          </a:xfrm>
          <a:custGeom xmlns:a="http://schemas.openxmlformats.org/drawingml/2006/main">
            <a:pathLst>
              <a:path w="9525" h="1581150">
                <a:moveTo>
                  <a:pt x="0" y="0"/>
                </a:moveTo>
                <a:lnTo>
                  <a:pt x="0" y="158115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9FA9B9"/>
            </a:solidFill>
          </a:ln>
        </p:spPr>
      </p:sp>
      <p:sp>
        <p:nvSpPr>
          <p:cNvPr id="157" name="wire-722">
            <a:extLst xmlns:a="http://schemas.openxmlformats.org/drawingml/2006/main">
              <a:ext uri="{FF2B5EF4-FFF2-40B4-BE49-F238E27FC236}">
                <a16:creationId xmlns:a16="http://schemas.microsoft.com/office/drawing/2014/main" id="{A943937B-0FFF-43EC-926F-7475B5AA2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657850"/>
            <a:ext cx="4191000" cy="9525"/>
          </a:xfrm>
          <a:custGeom xmlns:a="http://schemas.openxmlformats.org/drawingml/2006/main">
            <a:pathLst>
              <a:path w="4191000" h="9525">
                <a:moveTo>
                  <a:pt x="41910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9FA9B9"/>
            </a:solidFill>
          </a:ln>
        </p:spPr>
      </p:sp>
      <p:sp>
        <p:nvSpPr>
          <p:cNvPr id="158" name="wire-723">
            <a:extLst xmlns:a="http://schemas.openxmlformats.org/drawingml/2006/main">
              <a:ext uri="{FF2B5EF4-FFF2-40B4-BE49-F238E27FC236}">
                <a16:creationId xmlns:a16="http://schemas.microsoft.com/office/drawing/2014/main" id="{594E78FE-B7FA-41D5-9B06-3CA689855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105400"/>
            <a:ext cx="9525" cy="552450"/>
          </a:xfrm>
          <a:custGeom xmlns:a="http://schemas.openxmlformats.org/drawingml/2006/main">
            <a:pathLst>
              <a:path w="9525" h="552450">
                <a:moveTo>
                  <a:pt x="0" y="5524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9FA9B9"/>
            </a:solidFill>
          </a:ln>
        </p:spPr>
      </p:sp>
      <p:sp>
        <p:nvSpPr>
          <p:cNvPr id="159" name="circuit-724">
            <a:extLst xmlns:a="http://schemas.openxmlformats.org/drawingml/2006/main">
              <a:ext uri="{FF2B5EF4-FFF2-40B4-BE49-F238E27FC236}">
                <a16:creationId xmlns:a16="http://schemas.microsoft.com/office/drawing/2014/main" id="{D77F1C08-9915-4480-9D04-8909A3C23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6068" y="5105400"/>
            <a:ext cx="62865" cy="76200"/>
          </a:xfrm>
          <a:custGeom xmlns:a="http://schemas.openxmlformats.org/drawingml/2006/main">
            <a:pathLst>
              <a:path w="62865" h="76200">
                <a:moveTo>
                  <a:pt x="31433" y="0"/>
                </a:moveTo>
                <a:lnTo>
                  <a:pt x="0" y="76200"/>
                </a:lnTo>
                <a:lnTo>
                  <a:pt x="62865" y="76200"/>
                </a:lnTo>
                <a:close/>
              </a:path>
            </a:pathLst>
          </a:custGeom>
          <a:solidFill xmlns:a="http://schemas.openxmlformats.org/drawingml/2006/main">
            <a:srgbClr val="9FA9B9"/>
          </a:solidFill>
          <a:ln xmlns:a="http://schemas.openxmlformats.org/drawingml/2006/main" w="9525">
            <a:solidFill>
              <a:srgbClr val="9FA9B9"/>
            </a:solidFill>
          </a:ln>
        </p:spPr>
      </p:sp>
      <p:sp>
        <p:nvSpPr>
          <p:cNvPr id="160" name="text-725">
            <a:extLst xmlns:a="http://schemas.openxmlformats.org/drawingml/2006/main">
              <a:ext uri="{FF2B5EF4-FFF2-40B4-BE49-F238E27FC236}">
                <a16:creationId xmlns:a16="http://schemas.microsoft.com/office/drawing/2014/main" id="{BEE71A94-6961-4198-B9C3-763AFD86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x2のB ＋ 即値0 ＝ 番地B　／　x1から送る値はD</a:t>
            </a:r>
          </a:p>
        </p:txBody>
      </p:sp>
      <p:sp>
        <p:nvSpPr>
          <p:cNvPr id="161" name="text-726">
            <a:extLst xmlns:a="http://schemas.openxmlformats.org/drawingml/2006/main">
              <a:ext uri="{FF2B5EF4-FFF2-40B4-BE49-F238E27FC236}">
                <a16:creationId xmlns:a16="http://schemas.microsoft.com/office/drawing/2014/main" id="{1B2C816A-2457-4193-896D-C0A9D784B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00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図 7</a:t>
            </a:r>
          </a:p>
        </p:txBody>
      </p:sp>
      <p:sp>
        <p:nvSpPr>
          <p:cNvPr id="162" name="text-727">
            <a:extLst xmlns:a="http://schemas.openxmlformats.org/drawingml/2006/main">
              <a:ext uri="{FF2B5EF4-FFF2-40B4-BE49-F238E27FC236}">
                <a16:creationId xmlns:a16="http://schemas.microsoft.com/office/drawing/2014/main" id="{66123685-4C71-4225-9351-B40C19646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6515100"/>
            <a:ext cx="979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CPUのsw命令と送る描画データDは別のもの。送信用の接続回路はRasterIXの箱に含む</a:t>
            </a:r>
          </a:p>
        </p:txBody>
      </p:sp>
    </p:spTree>
    <p:extLst>
      <p:ext uri="{BB962C8B-B14F-4D97-AF65-F5344CB8AC3E}">
        <p14:creationId xmlns:p14="http://schemas.microsoft.com/office/powerpoint/2010/main" val="19112188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3" name="text-728">
            <a:extLst xmlns:a="http://schemas.openxmlformats.org/drawingml/2006/main">
              <a:ext uri="{FF2B5EF4-FFF2-40B4-BE49-F238E27FC236}">
                <a16:creationId xmlns:a16="http://schemas.microsoft.com/office/drawing/2014/main" id="{E8770A6E-DF7D-421B-8BCE-20602E7B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"/>
            <a:ext cx="5619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" name="text-729">
            <a:extLst xmlns:a="http://schemas.openxmlformats.org/drawingml/2006/main">
              <a:ext uri="{FF2B5EF4-FFF2-40B4-BE49-F238E27FC236}">
                <a16:creationId xmlns:a16="http://schemas.microsoft.com/office/drawing/2014/main" id="{6D400BD4-57C4-494F-AEF4-874157867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4325"/>
            <a:ext cx="10325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画像をDDR3へ保存し、HDMI端子へ出力する</a:t>
            </a:r>
          </a:p>
        </p:txBody>
      </p:sp>
      <p:sp>
        <p:nvSpPr>
          <p:cNvPr id="3" name="text-730">
            <a:extLst xmlns:a="http://schemas.openxmlformats.org/drawingml/2006/main">
              <a:ext uri="{FF2B5EF4-FFF2-40B4-BE49-F238E27FC236}">
                <a16:creationId xmlns:a16="http://schemas.microsoft.com/office/drawing/2014/main" id="{CF701FC4-F0EB-4EEA-8945-26756834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515100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defPPr>
            <a:lvl1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  <a:lvl2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2pPr>
            <a:lvl3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3pPr>
            <a:lvl4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4pPr>
            <a:lvl5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5pPr>
            <a:lvl6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6pPr>
            <a:lvl7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7pPr>
            <a:lvl8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8pPr>
            <a:lvl9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4" name="text-731">
            <a:extLst xmlns:a="http://schemas.openxmlformats.org/drawingml/2006/main">
              <a:ext uri="{FF2B5EF4-FFF2-40B4-BE49-F238E27FC236}">
                <a16:creationId xmlns:a16="http://schemas.microsoft.com/office/drawing/2014/main" id="{0313D45B-94EA-479A-90FE-CF882F592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28725"/>
            <a:ext cx="981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RasterIXが画像を作り、表示回路がその画像を出す</a:t>
            </a:r>
          </a:p>
        </p:txBody>
      </p:sp>
      <p:sp>
        <p:nvSpPr>
          <p:cNvPr id="5" name="board-stable-board">
            <a:extLst xmlns:a="http://schemas.openxmlformats.org/drawingml/2006/main">
              <a:ext uri="{FF2B5EF4-FFF2-40B4-BE49-F238E27FC236}">
                <a16:creationId xmlns:a16="http://schemas.microsoft.com/office/drawing/2014/main" id="{918B306E-BEFA-4835-BA1E-21760CB66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76450"/>
            <a:ext cx="11277600" cy="398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6" name="text-733">
            <a:extLst xmlns:a="http://schemas.openxmlformats.org/drawingml/2006/main">
              <a:ext uri="{FF2B5EF4-FFF2-40B4-BE49-F238E27FC236}">
                <a16:creationId xmlns:a16="http://schemas.microsoft.com/office/drawing/2014/main" id="{2F553120-B517-451D-BD9C-BE3D7EC87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33600"/>
            <a:ext cx="6477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FPGAボード / Nexys Video</a:t>
            </a:r>
          </a:p>
        </p:txBody>
      </p:sp>
      <p:sp>
        <p:nvSpPr>
          <p:cNvPr id="7" name="text-734">
            <a:extLst xmlns:a="http://schemas.openxmlformats.org/drawingml/2006/main">
              <a:ext uri="{FF2B5EF4-FFF2-40B4-BE49-F238E27FC236}">
                <a16:creationId xmlns:a16="http://schemas.microsoft.com/office/drawing/2014/main" id="{F80D96C1-8A61-41AD-A43B-D5C6F3F46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2466975"/>
            <a:ext cx="16764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チップ外の部品</a:t>
            </a:r>
          </a:p>
        </p:txBody>
      </p:sp>
      <p:sp>
        <p:nvSpPr>
          <p:cNvPr id="8" name="board-stable-chip">
            <a:extLst xmlns:a="http://schemas.openxmlformats.org/drawingml/2006/main">
              <a:ext uri="{FF2B5EF4-FFF2-40B4-BE49-F238E27FC236}">
                <a16:creationId xmlns:a16="http://schemas.microsoft.com/office/drawing/2014/main" id="{7E2AB627-B4BF-48B4-82F1-750A4A4F0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514600"/>
            <a:ext cx="9144000" cy="3400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9F1"/>
          </a:solidFill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9" name="text-736">
            <a:extLst xmlns:a="http://schemas.openxmlformats.org/drawingml/2006/main">
              <a:ext uri="{FF2B5EF4-FFF2-40B4-BE49-F238E27FC236}">
                <a16:creationId xmlns:a16="http://schemas.microsoft.com/office/drawing/2014/main" id="{B1E5670B-C994-4FAA-99D2-8CF5C3F0B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FPGAチップ</a:t>
            </a:r>
          </a:p>
        </p:txBody>
      </p:sp>
      <p:sp>
        <p:nvSpPr>
          <p:cNvPr id="10" name="board-stable-card">
            <a:extLst xmlns:a="http://schemas.openxmlformats.org/drawingml/2006/main">
              <a:ext uri="{FF2B5EF4-FFF2-40B4-BE49-F238E27FC236}">
                <a16:creationId xmlns:a16="http://schemas.microsoft.com/office/drawing/2014/main" id="{346D3A31-9E7C-4F54-A6C9-D9C2F5519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2857500"/>
            <a:ext cx="1543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9FA9B9"/>
            </a:solidFill>
          </a:ln>
        </p:spPr>
      </p:sp>
      <p:sp>
        <p:nvSpPr>
          <p:cNvPr id="11" name="text-738">
            <a:extLst xmlns:a="http://schemas.openxmlformats.org/drawingml/2006/main">
              <a:ext uri="{FF2B5EF4-FFF2-40B4-BE49-F238E27FC236}">
                <a16:creationId xmlns:a16="http://schemas.microsoft.com/office/drawing/2014/main" id="{5300BF1C-A9A5-4A2D-8DC4-708E87C7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2914650"/>
            <a:ext cx="1390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pPr>
            <a:r>
              <a: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rPr>
              <a:t>SDカード</a:t>
            </a:r>
          </a:p>
          <a:p xmlns:a="http://schemas.openxmlformats.org/drawingml/2006/main">
            <a:pPr algn="ctr">
              <a:def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pPr>
            <a:r>
              <a:rPr sz="1650" b="1">
                <a:solidFill>
                  <a:srgbClr val="9FA9B9"/>
                </a:solidFill>
                <a:latin typeface="Yu Gothic"/>
                <a:ea typeface="Yu Gothic"/>
                <a:cs typeface="Yu Gothic"/>
              </a:rPr>
              <a:t>スロット</a:t>
            </a:r>
          </a:p>
        </p:txBody>
      </p:sp>
      <p:sp>
        <p:nvSpPr>
          <p:cNvPr id="12" name="board-stable-memory">
            <a:extLst xmlns:a="http://schemas.openxmlformats.org/drawingml/2006/main">
              <a:ext uri="{FF2B5EF4-FFF2-40B4-BE49-F238E27FC236}">
                <a16:creationId xmlns:a16="http://schemas.microsoft.com/office/drawing/2014/main" id="{3E6C2870-F93F-40CE-9A84-54CB1A46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3876675"/>
            <a:ext cx="154305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13" name="text-740">
            <a:extLst xmlns:a="http://schemas.openxmlformats.org/drawingml/2006/main">
              <a:ext uri="{FF2B5EF4-FFF2-40B4-BE49-F238E27FC236}">
                <a16:creationId xmlns:a16="http://schemas.microsoft.com/office/drawing/2014/main" id="{5562E912-DD67-4E85-AD2C-3CFCF090B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92430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DDR3</a:t>
            </a:r>
          </a:p>
        </p:txBody>
      </p:sp>
      <p:sp>
        <p:nvSpPr>
          <p:cNvPr id="14" name="text-741">
            <a:extLst xmlns:a="http://schemas.openxmlformats.org/drawingml/2006/main">
              <a:ext uri="{FF2B5EF4-FFF2-40B4-BE49-F238E27FC236}">
                <a16:creationId xmlns:a16="http://schemas.microsoft.com/office/drawing/2014/main" id="{A9208AAC-3299-4B9D-8310-032AA0246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276725"/>
            <a:ext cx="1409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命令・画像</a:t>
            </a:r>
          </a:p>
        </p:txBody>
      </p:sp>
      <p:sp>
        <p:nvSpPr>
          <p:cNvPr id="15" name="board-stable-hdmi">
            <a:extLst xmlns:a="http://schemas.openxmlformats.org/drawingml/2006/main">
              <a:ext uri="{FF2B5EF4-FFF2-40B4-BE49-F238E27FC236}">
                <a16:creationId xmlns:a16="http://schemas.microsoft.com/office/drawing/2014/main" id="{A9BF8071-8923-4416-950C-6D968D361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5257800"/>
            <a:ext cx="1543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16" name="text-743">
            <a:extLst xmlns:a="http://schemas.openxmlformats.org/drawingml/2006/main">
              <a:ext uri="{FF2B5EF4-FFF2-40B4-BE49-F238E27FC236}">
                <a16:creationId xmlns:a16="http://schemas.microsoft.com/office/drawing/2014/main" id="{E7209D3D-7268-4056-A715-F1989D4B6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314950"/>
            <a:ext cx="1390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HDMI OUT</a:t>
            </a:r>
          </a:p>
        </p:txBody>
      </p:sp>
      <p:sp>
        <p:nvSpPr>
          <p:cNvPr id="17" name="board-stable-bus">
            <a:extLst xmlns:a="http://schemas.openxmlformats.org/drawingml/2006/main">
              <a:ext uri="{FF2B5EF4-FFF2-40B4-BE49-F238E27FC236}">
                <a16:creationId xmlns:a16="http://schemas.microsoft.com/office/drawing/2014/main" id="{7A1189D7-6D56-4404-AFE2-A86A692CB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762375"/>
            <a:ext cx="5715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9FA9B9"/>
            </a:solidFill>
          </a:ln>
        </p:spPr>
      </p:sp>
      <p:sp>
        <p:nvSpPr>
          <p:cNvPr id="18" name="text-745">
            <a:extLst xmlns:a="http://schemas.openxmlformats.org/drawingml/2006/main">
              <a:ext uri="{FF2B5EF4-FFF2-40B4-BE49-F238E27FC236}">
                <a16:creationId xmlns:a16="http://schemas.microsoft.com/office/drawing/2014/main" id="{A743A943-D114-4E83-9716-E9288429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421005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9FA9B9"/>
                </a:solidFill>
                <a:latin typeface="Yu Gothic"/>
                <a:ea typeface="Yu Gothic"/>
                <a:cs typeface="Yu Gothic"/>
              </a:rPr>
              <a:t>バス</a:t>
            </a:r>
          </a:p>
        </p:txBody>
      </p:sp>
      <p:sp>
        <p:nvSpPr>
          <p:cNvPr id="19" name="board-stable-ddr">
            <a:extLst xmlns:a="http://schemas.openxmlformats.org/drawingml/2006/main">
              <a:ext uri="{FF2B5EF4-FFF2-40B4-BE49-F238E27FC236}">
                <a16:creationId xmlns:a16="http://schemas.microsoft.com/office/drawing/2014/main" id="{DB0ED6A1-3DB7-44B0-A08E-23BABEBF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4010025"/>
            <a:ext cx="1400175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20" name="text-747">
            <a:extLst xmlns:a="http://schemas.openxmlformats.org/drawingml/2006/main">
              <a:ext uri="{FF2B5EF4-FFF2-40B4-BE49-F238E27FC236}">
                <a16:creationId xmlns:a16="http://schemas.microsoft.com/office/drawing/2014/main" id="{AC29C402-01D8-41C0-B59C-0C69B028F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067175"/>
            <a:ext cx="12477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DDR</a:t>
            </a:r>
          </a:p>
          <a:p xmlns:a="http://schemas.openxmlformats.org/drawingml/2006/main">
            <a:pPr algn="ctr">
              <a:def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388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コントローラー</a:t>
            </a:r>
          </a:p>
        </p:txBody>
      </p:sp>
      <p:sp>
        <p:nvSpPr>
          <p:cNvPr id="21" name="text-748">
            <a:extLst xmlns:a="http://schemas.openxmlformats.org/drawingml/2006/main">
              <a:ext uri="{FF2B5EF4-FFF2-40B4-BE49-F238E27FC236}">
                <a16:creationId xmlns:a16="http://schemas.microsoft.com/office/drawing/2014/main" id="{3CEC5A55-8508-40EB-A425-3B69E202C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6712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AMD提供（MIG）</a:t>
            </a:r>
          </a:p>
        </p:txBody>
      </p:sp>
      <p:sp>
        <p:nvSpPr>
          <p:cNvPr id="22" name="wire-749">
            <a:extLst xmlns:a="http://schemas.openxmlformats.org/drawingml/2006/main">
              <a:ext uri="{FF2B5EF4-FFF2-40B4-BE49-F238E27FC236}">
                <a16:creationId xmlns:a16="http://schemas.microsoft.com/office/drawing/2014/main" id="{289428B1-551B-47BB-9C72-5C9A13AF4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333875"/>
            <a:ext cx="447675" cy="9525"/>
          </a:xfrm>
          <a:custGeom xmlns:a="http://schemas.openxmlformats.org/drawingml/2006/main">
            <a:pathLst>
              <a:path w="447675" h="9525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23" name="circuit-750">
            <a:extLst xmlns:a="http://schemas.openxmlformats.org/drawingml/2006/main">
              <a:ext uri="{FF2B5EF4-FFF2-40B4-BE49-F238E27FC236}">
                <a16:creationId xmlns:a16="http://schemas.microsoft.com/office/drawing/2014/main" id="{11D48B9F-6053-4AFB-A5DD-083E4F53C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43024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24" name="wire-751">
            <a:extLst xmlns:a="http://schemas.openxmlformats.org/drawingml/2006/main">
              <a:ext uri="{FF2B5EF4-FFF2-40B4-BE49-F238E27FC236}">
                <a16:creationId xmlns:a16="http://schemas.microsoft.com/office/drawing/2014/main" id="{1B754FF2-8877-4FC3-B419-75A0D10D3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333875"/>
            <a:ext cx="447675" cy="9525"/>
          </a:xfrm>
          <a:custGeom xmlns:a="http://schemas.openxmlformats.org/drawingml/2006/main">
            <a:pathLst>
              <a:path w="447675" h="9525">
                <a:moveTo>
                  <a:pt x="4476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25" name="circuit-752">
            <a:extLst xmlns:a="http://schemas.openxmlformats.org/drawingml/2006/main">
              <a:ext uri="{FF2B5EF4-FFF2-40B4-BE49-F238E27FC236}">
                <a16:creationId xmlns:a16="http://schemas.microsoft.com/office/drawing/2014/main" id="{E1DBE2C1-7CEB-4C36-A21D-D02F44668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302443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26" name="wire-753">
            <a:extLst xmlns:a="http://schemas.openxmlformats.org/drawingml/2006/main">
              <a:ext uri="{FF2B5EF4-FFF2-40B4-BE49-F238E27FC236}">
                <a16:creationId xmlns:a16="http://schemas.microsoft.com/office/drawing/2014/main" id="{B46966A8-0B0D-4F9C-8C31-CABBEC554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00400"/>
            <a:ext cx="9525" cy="1809750"/>
          </a:xfrm>
          <a:custGeom xmlns:a="http://schemas.openxmlformats.org/drawingml/2006/main">
            <a:pathLst>
              <a:path w="9525" h="1809750">
                <a:moveTo>
                  <a:pt x="0" y="0"/>
                </a:moveTo>
                <a:lnTo>
                  <a:pt x="0" y="180975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9FA9B9"/>
            </a:solidFill>
          </a:ln>
        </p:spPr>
      </p:sp>
      <p:sp>
        <p:nvSpPr>
          <p:cNvPr id="27" name="wire-754">
            <a:extLst xmlns:a="http://schemas.openxmlformats.org/drawingml/2006/main">
              <a:ext uri="{FF2B5EF4-FFF2-40B4-BE49-F238E27FC236}">
                <a16:creationId xmlns:a16="http://schemas.microsoft.com/office/drawing/2014/main" id="{EC003608-E823-4B19-A1FD-C35836E8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62475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9FA9B9"/>
            </a:solidFill>
          </a:ln>
        </p:spPr>
      </p:sp>
      <p:sp>
        <p:nvSpPr>
          <p:cNvPr id="28" name="circuit-755">
            <a:extLst xmlns:a="http://schemas.openxmlformats.org/drawingml/2006/main">
              <a:ext uri="{FF2B5EF4-FFF2-40B4-BE49-F238E27FC236}">
                <a16:creationId xmlns:a16="http://schemas.microsoft.com/office/drawing/2014/main" id="{2232AA5C-277B-4E37-9FA6-E6D3E170F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310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9FA9B9"/>
          </a:solidFill>
          <a:ln xmlns:a="http://schemas.openxmlformats.org/drawingml/2006/main" w="9525">
            <a:solidFill>
              <a:srgbClr val="9FA9B9"/>
            </a:solidFill>
          </a:ln>
        </p:spPr>
      </p:sp>
      <p:sp>
        <p:nvSpPr>
          <p:cNvPr id="29" name="wire-756">
            <a:extLst xmlns:a="http://schemas.openxmlformats.org/drawingml/2006/main">
              <a:ext uri="{FF2B5EF4-FFF2-40B4-BE49-F238E27FC236}">
                <a16:creationId xmlns:a16="http://schemas.microsoft.com/office/drawing/2014/main" id="{95875DED-796E-4757-8060-C0C3A3D83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62475"/>
            <a:ext cx="114300" cy="9525"/>
          </a:xfrm>
          <a:custGeom xmlns:a="http://schemas.openxmlformats.org/drawingml/2006/main">
            <a:pathLst>
              <a:path w="114300" h="9525">
                <a:moveTo>
                  <a:pt x="1143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9FA9B9"/>
            </a:solidFill>
          </a:ln>
        </p:spPr>
      </p:sp>
      <p:sp>
        <p:nvSpPr>
          <p:cNvPr id="30" name="circuit-757">
            <a:extLst xmlns:a="http://schemas.openxmlformats.org/drawingml/2006/main">
              <a:ext uri="{FF2B5EF4-FFF2-40B4-BE49-F238E27FC236}">
                <a16:creationId xmlns:a16="http://schemas.microsoft.com/office/drawing/2014/main" id="{86858D83-1658-42F2-ABC8-397B29BA6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1043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9FA9B9"/>
          </a:solidFill>
          <a:ln xmlns:a="http://schemas.openxmlformats.org/drawingml/2006/main" w="9525">
            <a:solidFill>
              <a:srgbClr val="9FA9B9"/>
            </a:solidFill>
          </a:ln>
        </p:spPr>
      </p:sp>
      <p:sp>
        <p:nvSpPr>
          <p:cNvPr id="31" name="wire-758">
            <a:extLst xmlns:a="http://schemas.openxmlformats.org/drawingml/2006/main">
              <a:ext uri="{FF2B5EF4-FFF2-40B4-BE49-F238E27FC236}">
                <a16:creationId xmlns:a16="http://schemas.microsoft.com/office/drawing/2014/main" id="{DB4A7BAA-46B1-47AB-9A9E-D0B49794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14825"/>
            <a:ext cx="238125" cy="9525"/>
          </a:xfrm>
          <a:custGeom xmlns:a="http://schemas.openxmlformats.org/drawingml/2006/main">
            <a:pathLst>
              <a:path w="238125" h="9525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2" name="circuit-759">
            <a:extLst xmlns:a="http://schemas.openxmlformats.org/drawingml/2006/main">
              <a:ext uri="{FF2B5EF4-FFF2-40B4-BE49-F238E27FC236}">
                <a16:creationId xmlns:a16="http://schemas.microsoft.com/office/drawing/2014/main" id="{62BF806F-403B-44EA-BD76-D28A2F28E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42833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33" name="wire-760">
            <a:extLst xmlns:a="http://schemas.openxmlformats.org/drawingml/2006/main">
              <a:ext uri="{FF2B5EF4-FFF2-40B4-BE49-F238E27FC236}">
                <a16:creationId xmlns:a16="http://schemas.microsoft.com/office/drawing/2014/main" id="{5C0BEEA0-94DC-4093-8B11-313043064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14825"/>
            <a:ext cx="238125" cy="9525"/>
          </a:xfrm>
          <a:custGeom xmlns:a="http://schemas.openxmlformats.org/drawingml/2006/main">
            <a:pathLst>
              <a:path w="238125" h="9525">
                <a:moveTo>
                  <a:pt x="2381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4" name="circuit-761">
            <a:extLst xmlns:a="http://schemas.openxmlformats.org/drawingml/2006/main">
              <a:ext uri="{FF2B5EF4-FFF2-40B4-BE49-F238E27FC236}">
                <a16:creationId xmlns:a16="http://schemas.microsoft.com/office/drawing/2014/main" id="{0F9B1895-F2C9-4E57-BC12-400D28EFC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283393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35" name="board-stable-sd">
            <a:extLst xmlns:a="http://schemas.openxmlformats.org/drawingml/2006/main">
              <a:ext uri="{FF2B5EF4-FFF2-40B4-BE49-F238E27FC236}">
                <a16:creationId xmlns:a16="http://schemas.microsoft.com/office/drawing/2014/main" id="{F312A1A4-7625-4631-A0B2-36B94E9A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933700"/>
            <a:ext cx="14001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9FA9B9"/>
            </a:solidFill>
          </a:ln>
        </p:spPr>
      </p:sp>
      <p:sp>
        <p:nvSpPr>
          <p:cNvPr id="36" name="text-763">
            <a:extLst xmlns:a="http://schemas.openxmlformats.org/drawingml/2006/main">
              <a:ext uri="{FF2B5EF4-FFF2-40B4-BE49-F238E27FC236}">
                <a16:creationId xmlns:a16="http://schemas.microsoft.com/office/drawing/2014/main" id="{5C3050C9-300C-47C6-AC42-4EBA35E87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990850"/>
            <a:ext cx="12477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725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725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725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725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725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725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725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725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725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9FA9B9"/>
                </a:solidFill>
                <a:latin typeface="Yu Gothic"/>
                <a:ea typeface="Yu Gothic"/>
                <a:cs typeface="Yu Gothic"/>
              </a:rPr>
              <a:t>SD制御</a:t>
            </a:r>
          </a:p>
        </p:txBody>
      </p:sp>
      <p:sp>
        <p:nvSpPr>
          <p:cNvPr id="37" name="wire-764">
            <a:extLst xmlns:a="http://schemas.openxmlformats.org/drawingml/2006/main">
              <a:ext uri="{FF2B5EF4-FFF2-40B4-BE49-F238E27FC236}">
                <a16:creationId xmlns:a16="http://schemas.microsoft.com/office/drawing/2014/main" id="{8A8C6476-34CE-4509-8C96-9ED085ED6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200400"/>
            <a:ext cx="447675" cy="9525"/>
          </a:xfrm>
          <a:custGeom xmlns:a="http://schemas.openxmlformats.org/drawingml/2006/main">
            <a:pathLst>
              <a:path w="447675" h="9525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9FA9B9"/>
            </a:solidFill>
          </a:ln>
        </p:spPr>
      </p:sp>
      <p:sp>
        <p:nvSpPr>
          <p:cNvPr id="38" name="circuit-765">
            <a:extLst xmlns:a="http://schemas.openxmlformats.org/drawingml/2006/main">
              <a:ext uri="{FF2B5EF4-FFF2-40B4-BE49-F238E27FC236}">
                <a16:creationId xmlns:a16="http://schemas.microsoft.com/office/drawing/2014/main" id="{81772A6C-FFBC-4155-8EB7-422CA454C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31689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9FA9B9"/>
          </a:solidFill>
          <a:ln xmlns:a="http://schemas.openxmlformats.org/drawingml/2006/main" w="9525">
            <a:solidFill>
              <a:srgbClr val="9FA9B9"/>
            </a:solidFill>
          </a:ln>
        </p:spPr>
      </p:sp>
      <p:sp>
        <p:nvSpPr>
          <p:cNvPr id="39" name="wire-766">
            <a:extLst xmlns:a="http://schemas.openxmlformats.org/drawingml/2006/main">
              <a:ext uri="{FF2B5EF4-FFF2-40B4-BE49-F238E27FC236}">
                <a16:creationId xmlns:a16="http://schemas.microsoft.com/office/drawing/2014/main" id="{2DDB370E-CC0F-438B-8569-6DDBDB072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200400"/>
            <a:ext cx="447675" cy="9525"/>
          </a:xfrm>
          <a:custGeom xmlns:a="http://schemas.openxmlformats.org/drawingml/2006/main">
            <a:pathLst>
              <a:path w="447675" h="9525">
                <a:moveTo>
                  <a:pt x="4476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9FA9B9"/>
            </a:solidFill>
          </a:ln>
        </p:spPr>
      </p:sp>
      <p:sp>
        <p:nvSpPr>
          <p:cNvPr id="40" name="circuit-767">
            <a:extLst xmlns:a="http://schemas.openxmlformats.org/drawingml/2006/main">
              <a:ext uri="{FF2B5EF4-FFF2-40B4-BE49-F238E27FC236}">
                <a16:creationId xmlns:a16="http://schemas.microsoft.com/office/drawing/2014/main" id="{69FD0489-0235-42FC-8AF8-38F4A0DFE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168968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9FA9B9"/>
          </a:solidFill>
          <a:ln xmlns:a="http://schemas.openxmlformats.org/drawingml/2006/main" w="9525">
            <a:solidFill>
              <a:srgbClr val="9FA9B9"/>
            </a:solidFill>
          </a:ln>
        </p:spPr>
      </p:sp>
      <p:sp>
        <p:nvSpPr>
          <p:cNvPr id="41" name="wire-768">
            <a:extLst xmlns:a="http://schemas.openxmlformats.org/drawingml/2006/main">
              <a:ext uri="{FF2B5EF4-FFF2-40B4-BE49-F238E27FC236}">
                <a16:creationId xmlns:a16="http://schemas.microsoft.com/office/drawing/2014/main" id="{CB1E6A5E-D01F-441B-ADC2-7DED5B86F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00400"/>
            <a:ext cx="238125" cy="9525"/>
          </a:xfrm>
          <a:custGeom xmlns:a="http://schemas.openxmlformats.org/drawingml/2006/main">
            <a:pathLst>
              <a:path w="238125" h="9525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9FA9B9"/>
            </a:solidFill>
          </a:ln>
        </p:spPr>
      </p:sp>
      <p:sp>
        <p:nvSpPr>
          <p:cNvPr id="42" name="circuit-769">
            <a:extLst xmlns:a="http://schemas.openxmlformats.org/drawingml/2006/main">
              <a:ext uri="{FF2B5EF4-FFF2-40B4-BE49-F238E27FC236}">
                <a16:creationId xmlns:a16="http://schemas.microsoft.com/office/drawing/2014/main" id="{EBFDF1AD-2C60-4779-BA78-FF479C5F9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31689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9FA9B9"/>
          </a:solidFill>
          <a:ln xmlns:a="http://schemas.openxmlformats.org/drawingml/2006/main" w="9525">
            <a:solidFill>
              <a:srgbClr val="9FA9B9"/>
            </a:solidFill>
          </a:ln>
        </p:spPr>
      </p:sp>
      <p:sp>
        <p:nvSpPr>
          <p:cNvPr id="43" name="wire-770">
            <a:extLst xmlns:a="http://schemas.openxmlformats.org/drawingml/2006/main">
              <a:ext uri="{FF2B5EF4-FFF2-40B4-BE49-F238E27FC236}">
                <a16:creationId xmlns:a16="http://schemas.microsoft.com/office/drawing/2014/main" id="{B30BDDBB-37C6-49B5-A5AC-B51410EF7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00400"/>
            <a:ext cx="238125" cy="9525"/>
          </a:xfrm>
          <a:custGeom xmlns:a="http://schemas.openxmlformats.org/drawingml/2006/main">
            <a:pathLst>
              <a:path w="238125" h="9525">
                <a:moveTo>
                  <a:pt x="2381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9FA9B9"/>
            </a:solidFill>
          </a:ln>
        </p:spPr>
      </p:sp>
      <p:sp>
        <p:nvSpPr>
          <p:cNvPr id="44" name="circuit-771">
            <a:extLst xmlns:a="http://schemas.openxmlformats.org/drawingml/2006/main">
              <a:ext uri="{FF2B5EF4-FFF2-40B4-BE49-F238E27FC236}">
                <a16:creationId xmlns:a16="http://schemas.microsoft.com/office/drawing/2014/main" id="{5DD7C0AB-24D6-42B2-B68C-7DCDFBB16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168968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9FA9B9"/>
          </a:solidFill>
          <a:ln xmlns:a="http://schemas.openxmlformats.org/drawingml/2006/main" w="9525">
            <a:solidFill>
              <a:srgbClr val="9FA9B9"/>
            </a:solidFill>
          </a:ln>
        </p:spPr>
      </p:sp>
      <p:sp>
        <p:nvSpPr>
          <p:cNvPr id="45" name="board-stable-gpu">
            <a:extLst xmlns:a="http://schemas.openxmlformats.org/drawingml/2006/main">
              <a:ext uri="{FF2B5EF4-FFF2-40B4-BE49-F238E27FC236}">
                <a16:creationId xmlns:a16="http://schemas.microsoft.com/office/drawing/2014/main" id="{104434D7-0102-4125-A820-EFAF76023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4791075"/>
            <a:ext cx="14001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46" name="text-773">
            <a:extLst xmlns:a="http://schemas.openxmlformats.org/drawingml/2006/main">
              <a:ext uri="{FF2B5EF4-FFF2-40B4-BE49-F238E27FC236}">
                <a16:creationId xmlns:a16="http://schemas.microsoft.com/office/drawing/2014/main" id="{0CFDF2A2-F2B7-4295-9EDC-A334CB50E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848225"/>
            <a:ext cx="12477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RasterIX</a:t>
            </a:r>
          </a:p>
        </p:txBody>
      </p:sp>
      <p:sp>
        <p:nvSpPr>
          <p:cNvPr id="47" name="wire-774">
            <a:extLst xmlns:a="http://schemas.openxmlformats.org/drawingml/2006/main">
              <a:ext uri="{FF2B5EF4-FFF2-40B4-BE49-F238E27FC236}">
                <a16:creationId xmlns:a16="http://schemas.microsoft.com/office/drawing/2014/main" id="{A2C6974E-2FFA-41EB-8867-663BFE346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010150"/>
            <a:ext cx="238125" cy="9525"/>
          </a:xfrm>
          <a:custGeom xmlns:a="http://schemas.openxmlformats.org/drawingml/2006/main">
            <a:pathLst>
              <a:path w="238125" h="9525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48" name="circuit-775">
            <a:extLst xmlns:a="http://schemas.openxmlformats.org/drawingml/2006/main">
              <a:ext uri="{FF2B5EF4-FFF2-40B4-BE49-F238E27FC236}">
                <a16:creationId xmlns:a16="http://schemas.microsoft.com/office/drawing/2014/main" id="{D30D241A-094C-455D-9D04-B4C1BBE6A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49787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2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49" name="board-stable-display">
            <a:extLst xmlns:a="http://schemas.openxmlformats.org/drawingml/2006/main">
              <a:ext uri="{FF2B5EF4-FFF2-40B4-BE49-F238E27FC236}">
                <a16:creationId xmlns:a16="http://schemas.microsoft.com/office/drawing/2014/main" id="{7FFF8F8B-64FC-4984-A206-B45E0FC1B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5391150"/>
            <a:ext cx="14001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50" name="text-777">
            <a:extLst xmlns:a="http://schemas.openxmlformats.org/drawingml/2006/main">
              <a:ext uri="{FF2B5EF4-FFF2-40B4-BE49-F238E27FC236}">
                <a16:creationId xmlns:a16="http://schemas.microsoft.com/office/drawing/2014/main" id="{14EAC7F5-082F-4220-A71E-32D550BC0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5448300"/>
            <a:ext cx="12477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表示回路</a:t>
            </a:r>
          </a:p>
        </p:txBody>
      </p:sp>
      <p:sp>
        <p:nvSpPr>
          <p:cNvPr id="51" name="wire-778">
            <a:extLst xmlns:a="http://schemas.openxmlformats.org/drawingml/2006/main">
              <a:ext uri="{FF2B5EF4-FFF2-40B4-BE49-F238E27FC236}">
                <a16:creationId xmlns:a16="http://schemas.microsoft.com/office/drawing/2014/main" id="{7EBC7BD7-455F-4443-AE34-E25EAE8B7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5505450"/>
            <a:ext cx="447675" cy="9525"/>
          </a:xfrm>
          <a:custGeom xmlns:a="http://schemas.openxmlformats.org/drawingml/2006/main">
            <a:pathLst>
              <a:path w="447675" h="9525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52" name="circuit-779">
            <a:extLst xmlns:a="http://schemas.openxmlformats.org/drawingml/2006/main">
              <a:ext uri="{FF2B5EF4-FFF2-40B4-BE49-F238E27FC236}">
                <a16:creationId xmlns:a16="http://schemas.microsoft.com/office/drawing/2014/main" id="{9AAB4D62-EC5B-43F9-BB8B-FB7398B26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54740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2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53" name="text-780">
            <a:extLst xmlns:a="http://schemas.openxmlformats.org/drawingml/2006/main">
              <a:ext uri="{FF2B5EF4-FFF2-40B4-BE49-F238E27FC236}">
                <a16:creationId xmlns:a16="http://schemas.microsoft.com/office/drawing/2014/main" id="{4E0904A4-7DC8-4339-BB2F-85C98D475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8384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27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命令から取り出す内容</a:t>
            </a:r>
          </a:p>
        </p:txBody>
      </p:sp>
      <p:sp>
        <p:nvSpPr>
          <p:cNvPr id="54" name="block-781">
            <a:extLst xmlns:a="http://schemas.openxmlformats.org/drawingml/2006/main">
              <a:ext uri="{FF2B5EF4-FFF2-40B4-BE49-F238E27FC236}">
                <a16:creationId xmlns:a16="http://schemas.microsoft.com/office/drawing/2014/main" id="{62ACEA30-63BA-4C78-A55C-432C0707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248025"/>
            <a:ext cx="1257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231F20"/>
            </a:solidFill>
          </a:ln>
        </p:spPr>
      </p:sp>
      <p:sp>
        <p:nvSpPr>
          <p:cNvPr id="55" name="text-782">
            <a:extLst xmlns:a="http://schemas.openxmlformats.org/drawingml/2006/main">
              <a:ext uri="{FF2B5EF4-FFF2-40B4-BE49-F238E27FC236}">
                <a16:creationId xmlns:a16="http://schemas.microsoft.com/office/drawing/2014/main" id="{DF2C69FD-E587-4EB5-8F34-D896EAF5E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048000"/>
            <a:ext cx="12573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rPr>
              <a:t>即値</a:t>
            </a:r>
          </a:p>
        </p:txBody>
      </p:sp>
      <p:sp>
        <p:nvSpPr>
          <p:cNvPr id="56" name="text-783">
            <a:extLst xmlns:a="http://schemas.openxmlformats.org/drawingml/2006/main">
              <a:ext uri="{FF2B5EF4-FFF2-40B4-BE49-F238E27FC236}">
                <a16:creationId xmlns:a16="http://schemas.microsoft.com/office/drawing/2014/main" id="{9426D9EB-F38C-492B-8826-123C73FEB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248025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数値</a:t>
            </a:r>
          </a:p>
        </p:txBody>
      </p:sp>
      <p:sp>
        <p:nvSpPr>
          <p:cNvPr id="57" name="block-784">
            <a:extLst xmlns:a="http://schemas.openxmlformats.org/drawingml/2006/main">
              <a:ext uri="{FF2B5EF4-FFF2-40B4-BE49-F238E27FC236}">
                <a16:creationId xmlns:a16="http://schemas.microsoft.com/office/drawing/2014/main" id="{7BBA4257-7EC6-4843-A077-51757DF31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248025"/>
            <a:ext cx="590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231F20"/>
            </a:solidFill>
          </a:ln>
        </p:spPr>
      </p:sp>
      <p:sp>
        <p:nvSpPr>
          <p:cNvPr id="58" name="text-785">
            <a:extLst xmlns:a="http://schemas.openxmlformats.org/drawingml/2006/main">
              <a:ext uri="{FF2B5EF4-FFF2-40B4-BE49-F238E27FC236}">
                <a16:creationId xmlns:a16="http://schemas.microsoft.com/office/drawing/2014/main" id="{D66CF9B4-9110-43BA-B5B2-0A8FD8D45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48000"/>
            <a:ext cx="59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defPPr>
            <a:lvl1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1pPr>
            <a:lvl2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2pPr>
            <a:lvl3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3pPr>
            <a:lvl4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4pPr>
            <a:lvl5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5pPr>
            <a:lvl6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6pPr>
            <a:lvl7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7pPr>
            <a:lvl8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8pPr>
            <a:lvl9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A9B9"/>
                </a:solidFill>
                <a:latin typeface="Arial"/>
                <a:ea typeface="Arial"/>
                <a:cs typeface="Arial"/>
              </a:rPr>
              <a:t>A1</a:t>
            </a:r>
          </a:p>
        </p:txBody>
      </p:sp>
      <p:sp>
        <p:nvSpPr>
          <p:cNvPr id="59" name="text-786">
            <a:extLst xmlns:a="http://schemas.openxmlformats.org/drawingml/2006/main">
              <a:ext uri="{FF2B5EF4-FFF2-40B4-BE49-F238E27FC236}">
                <a16:creationId xmlns:a16="http://schemas.microsoft.com/office/drawing/2014/main" id="{5B3679E5-475D-4612-B532-8B7534894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248025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番号</a:t>
            </a:r>
          </a:p>
        </p:txBody>
      </p:sp>
      <p:sp>
        <p:nvSpPr>
          <p:cNvPr id="60" name="block-787">
            <a:extLst xmlns:a="http://schemas.openxmlformats.org/drawingml/2006/main">
              <a:ext uri="{FF2B5EF4-FFF2-40B4-BE49-F238E27FC236}">
                <a16:creationId xmlns:a16="http://schemas.microsoft.com/office/drawing/2014/main" id="{22DD195B-EA26-47CA-AD82-1AEBE72BC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3248025"/>
            <a:ext cx="1028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231F20"/>
            </a:solidFill>
          </a:ln>
        </p:spPr>
      </p:sp>
      <p:sp>
        <p:nvSpPr>
          <p:cNvPr id="61" name="text-788">
            <a:extLst xmlns:a="http://schemas.openxmlformats.org/drawingml/2006/main">
              <a:ext uri="{FF2B5EF4-FFF2-40B4-BE49-F238E27FC236}">
                <a16:creationId xmlns:a16="http://schemas.microsoft.com/office/drawing/2014/main" id="{BB187DE6-3E0E-412C-AEF6-969E1DCE8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3048000"/>
            <a:ext cx="10287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defPPr>
            <a:lvl1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1pPr>
            <a:lvl2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2pPr>
            <a:lvl3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3pPr>
            <a:lvl4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4pPr>
            <a:lvl5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5pPr>
            <a:lvl6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6pPr>
            <a:lvl7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7pPr>
            <a:lvl8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8pPr>
            <a:lvl9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9FA9B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A9B9"/>
                </a:solidFill>
                <a:latin typeface="Arial"/>
                <a:ea typeface="Arial"/>
                <a:cs typeface="Arial"/>
              </a:rPr>
              <a:t>A2</a:t>
            </a:r>
          </a:p>
        </p:txBody>
      </p:sp>
      <p:sp>
        <p:nvSpPr>
          <p:cNvPr id="62" name="text-789">
            <a:extLst xmlns:a="http://schemas.openxmlformats.org/drawingml/2006/main">
              <a:ext uri="{FF2B5EF4-FFF2-40B4-BE49-F238E27FC236}">
                <a16:creationId xmlns:a16="http://schemas.microsoft.com/office/drawing/2014/main" id="{DA0A878B-0250-4088-BF15-60B4EEDF4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32480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番号</a:t>
            </a:r>
          </a:p>
        </p:txBody>
      </p:sp>
      <p:sp>
        <p:nvSpPr>
          <p:cNvPr id="63" name="block-790">
            <a:extLst xmlns:a="http://schemas.openxmlformats.org/drawingml/2006/main">
              <a:ext uri="{FF2B5EF4-FFF2-40B4-BE49-F238E27FC236}">
                <a16:creationId xmlns:a16="http://schemas.microsoft.com/office/drawing/2014/main" id="{BEA6DE18-F9CE-49D6-8E45-353AD338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248025"/>
            <a:ext cx="590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231F20"/>
            </a:solidFill>
          </a:ln>
        </p:spPr>
      </p:sp>
      <p:sp>
        <p:nvSpPr>
          <p:cNvPr id="64" name="text-791">
            <a:extLst xmlns:a="http://schemas.openxmlformats.org/drawingml/2006/main">
              <a:ext uri="{FF2B5EF4-FFF2-40B4-BE49-F238E27FC236}">
                <a16:creationId xmlns:a16="http://schemas.microsoft.com/office/drawing/2014/main" id="{16126BD4-B2C8-4961-A9A5-194FE9EFF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048000"/>
            <a:ext cx="59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9FA9B9"/>
                </a:solidFill>
                <a:latin typeface="Yu Gothic"/>
                <a:ea typeface="Yu Gothic"/>
                <a:cs typeface="Yu Gothic"/>
              </a:rPr>
              <a:t>操作</a:t>
            </a:r>
          </a:p>
        </p:txBody>
      </p:sp>
      <p:sp>
        <p:nvSpPr>
          <p:cNvPr id="65" name="text-792">
            <a:extLst xmlns:a="http://schemas.openxmlformats.org/drawingml/2006/main">
              <a:ext uri="{FF2B5EF4-FFF2-40B4-BE49-F238E27FC236}">
                <a16:creationId xmlns:a16="http://schemas.microsoft.com/office/drawing/2014/main" id="{E6D59AD9-0774-46FE-B815-97982D6F4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248025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lw/sw</a:t>
            </a:r>
          </a:p>
        </p:txBody>
      </p:sp>
      <p:sp>
        <p:nvSpPr>
          <p:cNvPr id="66" name="board-stable-pc">
            <a:extLst xmlns:a="http://schemas.openxmlformats.org/drawingml/2006/main">
              <a:ext uri="{FF2B5EF4-FFF2-40B4-BE49-F238E27FC236}">
                <a16:creationId xmlns:a16="http://schemas.microsoft.com/office/drawing/2014/main" id="{A2023FEA-152D-491D-B263-54B4451F8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71950"/>
            <a:ext cx="3143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67" name="text-794">
            <a:extLst xmlns:a="http://schemas.openxmlformats.org/drawingml/2006/main">
              <a:ext uri="{FF2B5EF4-FFF2-40B4-BE49-F238E27FC236}">
                <a16:creationId xmlns:a16="http://schemas.microsoft.com/office/drawing/2014/main" id="{1221B472-48C1-4FA5-BBA8-D783E79F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52925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D Q</a:t>
            </a:r>
          </a:p>
        </p:txBody>
      </p:sp>
      <p:sp>
        <p:nvSpPr>
          <p:cNvPr id="68" name="circuit-795">
            <a:extLst xmlns:a="http://schemas.openxmlformats.org/drawingml/2006/main">
              <a:ext uri="{FF2B5EF4-FFF2-40B4-BE49-F238E27FC236}">
                <a16:creationId xmlns:a16="http://schemas.microsoft.com/office/drawing/2014/main" id="{CAD91954-8536-4435-A6AA-3C48BFB9E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171950"/>
            <a:ext cx="171450" cy="95250"/>
          </a:xfrm>
          <a:custGeom xmlns:a="http://schemas.openxmlformats.org/drawingml/2006/main">
            <a:pathLst>
              <a:path w="171450" h="95250">
                <a:moveTo>
                  <a:pt x="0" y="0"/>
                </a:moveTo>
                <a:lnTo>
                  <a:pt x="85725" y="95250"/>
                </a:lnTo>
                <a:lnTo>
                  <a:pt x="17145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69" name="wire-796">
            <a:extLst xmlns:a="http://schemas.openxmlformats.org/drawingml/2006/main">
              <a:ext uri="{FF2B5EF4-FFF2-40B4-BE49-F238E27FC236}">
                <a16:creationId xmlns:a16="http://schemas.microsoft.com/office/drawing/2014/main" id="{84AB4C62-F599-4A04-85A1-99527A7ED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29075"/>
            <a:ext cx="9525" cy="142875"/>
          </a:xfrm>
          <a:custGeom xmlns:a="http://schemas.openxmlformats.org/drawingml/2006/main">
            <a:pathLst>
              <a:path w="9525" h="142875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70" name="text-797">
            <a:extLst xmlns:a="http://schemas.openxmlformats.org/drawingml/2006/main">
              <a:ext uri="{FF2B5EF4-FFF2-40B4-BE49-F238E27FC236}">
                <a16:creationId xmlns:a16="http://schemas.microsoft.com/office/drawing/2014/main" id="{BDB572B5-6853-47DB-B082-0094C72F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00475"/>
            <a:ext cx="428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clk</a:t>
            </a:r>
          </a:p>
        </p:txBody>
      </p:sp>
      <p:sp>
        <p:nvSpPr>
          <p:cNvPr id="71" name="text-798">
            <a:extLst xmlns:a="http://schemas.openxmlformats.org/drawingml/2006/main">
              <a:ext uri="{FF2B5EF4-FFF2-40B4-BE49-F238E27FC236}">
                <a16:creationId xmlns:a16="http://schemas.microsoft.com/office/drawing/2014/main" id="{58703C1A-1984-4E35-8D9C-EF18B56A1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29175"/>
            <a:ext cx="4953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PC</a:t>
            </a:r>
          </a:p>
        </p:txBody>
      </p:sp>
      <p:sp>
        <p:nvSpPr>
          <p:cNvPr id="72" name="wire-799">
            <a:extLst xmlns:a="http://schemas.openxmlformats.org/drawingml/2006/main">
              <a:ext uri="{FF2B5EF4-FFF2-40B4-BE49-F238E27FC236}">
                <a16:creationId xmlns:a16="http://schemas.microsoft.com/office/drawing/2014/main" id="{5EAF57F4-B1FC-46BA-BDC9-7AD529773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457700"/>
            <a:ext cx="276225" cy="9525"/>
          </a:xfrm>
          <a:custGeom xmlns:a="http://schemas.openxmlformats.org/drawingml/2006/main">
            <a:pathLst>
              <a:path w="276225" h="9525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73" name="circuit-800">
            <a:extLst xmlns:a="http://schemas.openxmlformats.org/drawingml/2006/main">
              <a:ext uri="{FF2B5EF4-FFF2-40B4-BE49-F238E27FC236}">
                <a16:creationId xmlns:a16="http://schemas.microsoft.com/office/drawing/2014/main" id="{F00E4A6E-2369-4071-BD65-A05EE03E0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262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74" name="text-801">
            <a:extLst xmlns:a="http://schemas.openxmlformats.org/drawingml/2006/main">
              <a:ext uri="{FF2B5EF4-FFF2-40B4-BE49-F238E27FC236}">
                <a16:creationId xmlns:a16="http://schemas.microsoft.com/office/drawing/2014/main" id="{B170F89F-EF47-4C5A-852B-917620E3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43425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番地</a:t>
            </a:r>
          </a:p>
        </p:txBody>
      </p:sp>
      <p:sp>
        <p:nvSpPr>
          <p:cNvPr id="75" name="board-stable-fetch">
            <a:extLst xmlns:a="http://schemas.openxmlformats.org/drawingml/2006/main">
              <a:ext uri="{FF2B5EF4-FFF2-40B4-BE49-F238E27FC236}">
                <a16:creationId xmlns:a16="http://schemas.microsoft.com/office/drawing/2014/main" id="{1C00347E-D920-4056-A778-A4D51EBA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943350"/>
            <a:ext cx="138112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76" name="text-803">
            <a:extLst xmlns:a="http://schemas.openxmlformats.org/drawingml/2006/main">
              <a:ext uri="{FF2B5EF4-FFF2-40B4-BE49-F238E27FC236}">
                <a16:creationId xmlns:a16="http://schemas.microsoft.com/office/drawing/2014/main" id="{0A3546F5-0EE1-4998-A4B8-E1D0CC146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981450"/>
            <a:ext cx="12668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命令読出し</a:t>
            </a:r>
          </a:p>
        </p:txBody>
      </p:sp>
      <p:sp>
        <p:nvSpPr>
          <p:cNvPr id="77" name="text-804">
            <a:extLst xmlns:a="http://schemas.openxmlformats.org/drawingml/2006/main">
              <a:ext uri="{FF2B5EF4-FFF2-40B4-BE49-F238E27FC236}">
                <a16:creationId xmlns:a16="http://schemas.microsoft.com/office/drawing/2014/main" id="{B3263219-92F1-4A1C-9F5D-E6955C121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343400"/>
            <a:ext cx="23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78" name="text-805">
            <a:extLst xmlns:a="http://schemas.openxmlformats.org/drawingml/2006/main">
              <a:ext uri="{FF2B5EF4-FFF2-40B4-BE49-F238E27FC236}">
                <a16:creationId xmlns:a16="http://schemas.microsoft.com/office/drawing/2014/main" id="{5049A734-F34F-488C-8F36-007B611E3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434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</a:t>
            </a:r>
          </a:p>
        </p:txBody>
      </p:sp>
      <p:sp>
        <p:nvSpPr>
          <p:cNvPr id="79" name="text-806">
            <a:extLst xmlns:a="http://schemas.openxmlformats.org/drawingml/2006/main">
              <a:ext uri="{FF2B5EF4-FFF2-40B4-BE49-F238E27FC236}">
                <a16:creationId xmlns:a16="http://schemas.microsoft.com/office/drawing/2014/main" id="{82DE1EA6-74F8-4E88-AFD1-EC0496916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619625"/>
            <a:ext cx="11049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DDR3から</a:t>
            </a:r>
          </a:p>
          <a:p xmlns:a="http://schemas.openxmlformats.org/drawingml/2006/main">
            <a:pPr algn="ctr">
              <a:def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35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命令を読む</a:t>
            </a:r>
          </a:p>
        </p:txBody>
      </p:sp>
      <p:sp>
        <p:nvSpPr>
          <p:cNvPr id="80" name="wire-807">
            <a:extLst xmlns:a="http://schemas.openxmlformats.org/drawingml/2006/main">
              <a:ext uri="{FF2B5EF4-FFF2-40B4-BE49-F238E27FC236}">
                <a16:creationId xmlns:a16="http://schemas.microsoft.com/office/drawing/2014/main" id="{8A1C6A99-C464-42D4-9B09-EB9FC1842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457700"/>
            <a:ext cx="219075" cy="9525"/>
          </a:xfrm>
          <a:custGeom xmlns:a="http://schemas.openxmlformats.org/drawingml/2006/main">
            <a:pathLst>
              <a:path w="219075" h="9525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231F20"/>
            </a:solidFill>
          </a:ln>
        </p:spPr>
      </p:sp>
      <p:sp>
        <p:nvSpPr>
          <p:cNvPr id="81" name="wire-808">
            <a:extLst xmlns:a="http://schemas.openxmlformats.org/drawingml/2006/main">
              <a:ext uri="{FF2B5EF4-FFF2-40B4-BE49-F238E27FC236}">
                <a16:creationId xmlns:a16="http://schemas.microsoft.com/office/drawing/2014/main" id="{259D5AD3-0CF5-4CF4-9EA6-EEB075440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381375"/>
            <a:ext cx="9525" cy="1076325"/>
          </a:xfrm>
          <a:custGeom xmlns:a="http://schemas.openxmlformats.org/drawingml/2006/main">
            <a:pathLst>
              <a:path w="9525" h="1076325">
                <a:moveTo>
                  <a:pt x="0" y="107632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231F20"/>
            </a:solidFill>
          </a:ln>
        </p:spPr>
      </p:sp>
      <p:sp>
        <p:nvSpPr>
          <p:cNvPr id="82" name="wire-809">
            <a:extLst xmlns:a="http://schemas.openxmlformats.org/drawingml/2006/main">
              <a:ext uri="{FF2B5EF4-FFF2-40B4-BE49-F238E27FC236}">
                <a16:creationId xmlns:a16="http://schemas.microsoft.com/office/drawing/2014/main" id="{F8A67527-A747-4502-BBD6-B61D0032B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381375"/>
            <a:ext cx="219075" cy="9525"/>
          </a:xfrm>
          <a:custGeom xmlns:a="http://schemas.openxmlformats.org/drawingml/2006/main">
            <a:pathLst>
              <a:path w="219075" h="9525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231F20"/>
            </a:solidFill>
          </a:ln>
        </p:spPr>
      </p:sp>
      <p:sp>
        <p:nvSpPr>
          <p:cNvPr id="83" name="circuit-810">
            <a:extLst xmlns:a="http://schemas.openxmlformats.org/drawingml/2006/main">
              <a:ext uri="{FF2B5EF4-FFF2-40B4-BE49-F238E27FC236}">
                <a16:creationId xmlns:a16="http://schemas.microsoft.com/office/drawing/2014/main" id="{D84EAEC7-4CB9-4572-B807-7E45568FB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33499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84" name="circuit-811">
            <a:extLst xmlns:a="http://schemas.openxmlformats.org/drawingml/2006/main">
              <a:ext uri="{FF2B5EF4-FFF2-40B4-BE49-F238E27FC236}">
                <a16:creationId xmlns:a16="http://schemas.microsoft.com/office/drawing/2014/main" id="{ED5D1FA8-8A70-4C10-929A-8653A8E5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3400425"/>
            <a:ext cx="419100" cy="419100"/>
          </a:xfrm>
          <a:custGeom xmlns:a="http://schemas.openxmlformats.org/drawingml/2006/main">
            <a:pathLst>
              <a:path w="419100" h="419100">
                <a:moveTo>
                  <a:pt x="0" y="0"/>
                </a:moveTo>
                <a:lnTo>
                  <a:pt x="419100" y="104775"/>
                </a:lnTo>
                <a:lnTo>
                  <a:pt x="419100" y="314325"/>
                </a:lnTo>
                <a:lnTo>
                  <a:pt x="0" y="419100"/>
                </a:lnTo>
                <a:lnTo>
                  <a:pt x="0" y="295275"/>
                </a:lnTo>
                <a:lnTo>
                  <a:pt x="95250" y="20955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85" name="text-812">
            <a:extLst xmlns:a="http://schemas.openxmlformats.org/drawingml/2006/main">
              <a:ext uri="{FF2B5EF4-FFF2-40B4-BE49-F238E27FC236}">
                <a16:creationId xmlns:a16="http://schemas.microsoft.com/office/drawing/2014/main" id="{212F061B-FAC1-46EC-AE89-CC8BE786C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3476625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86" name="wire-813">
            <a:extLst xmlns:a="http://schemas.openxmlformats.org/drawingml/2006/main">
              <a:ext uri="{FF2B5EF4-FFF2-40B4-BE49-F238E27FC236}">
                <a16:creationId xmlns:a16="http://schemas.microsoft.com/office/drawing/2014/main" id="{573BC0ED-FFCA-4ABC-903E-514BFA6C2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3505200"/>
            <a:ext cx="9525" cy="952500"/>
          </a:xfrm>
          <a:custGeom xmlns:a="http://schemas.openxmlformats.org/drawingml/2006/main">
            <a:pathLst>
              <a:path w="9525" h="952500">
                <a:moveTo>
                  <a:pt x="0" y="9525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87" name="wire-814">
            <a:extLst xmlns:a="http://schemas.openxmlformats.org/drawingml/2006/main">
              <a:ext uri="{FF2B5EF4-FFF2-40B4-BE49-F238E27FC236}">
                <a16:creationId xmlns:a16="http://schemas.microsoft.com/office/drawing/2014/main" id="{65E6B7D6-CBD8-40FB-9922-C1E4824FA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3505200"/>
            <a:ext cx="323850" cy="9525"/>
          </a:xfrm>
          <a:custGeom xmlns:a="http://schemas.openxmlformats.org/drawingml/2006/main">
            <a:pathLst>
              <a:path w="323850" h="9525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88" name="circuit-815">
            <a:extLst xmlns:a="http://schemas.openxmlformats.org/drawingml/2006/main">
              <a:ext uri="{FF2B5EF4-FFF2-40B4-BE49-F238E27FC236}">
                <a16:creationId xmlns:a16="http://schemas.microsoft.com/office/drawing/2014/main" id="{BE562008-4B3A-4C35-B186-F83B55A26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4737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89" name="text-816">
            <a:extLst xmlns:a="http://schemas.openxmlformats.org/drawingml/2006/main">
              <a:ext uri="{FF2B5EF4-FFF2-40B4-BE49-F238E27FC236}">
                <a16:creationId xmlns:a16="http://schemas.microsoft.com/office/drawing/2014/main" id="{601A38DE-C79B-4CFD-BDEE-762B20759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638550"/>
            <a:ext cx="190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90" name="wire-817">
            <a:extLst xmlns:a="http://schemas.openxmlformats.org/drawingml/2006/main">
              <a:ext uri="{FF2B5EF4-FFF2-40B4-BE49-F238E27FC236}">
                <a16:creationId xmlns:a16="http://schemas.microsoft.com/office/drawing/2014/main" id="{22862ABF-07FA-4B2B-9224-8DA453AA9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705225"/>
            <a:ext cx="47625" cy="9525"/>
          </a:xfrm>
          <a:custGeom xmlns:a="http://schemas.openxmlformats.org/drawingml/2006/main">
            <a:pathLst>
              <a:path w="47625" h="952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91" name="circuit-818">
            <a:extLst xmlns:a="http://schemas.openxmlformats.org/drawingml/2006/main">
              <a:ext uri="{FF2B5EF4-FFF2-40B4-BE49-F238E27FC236}">
                <a16:creationId xmlns:a16="http://schemas.microsoft.com/office/drawing/2014/main" id="{3EFFCB2A-6F9A-44E9-9F91-AB8863D1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6737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92" name="wire-819">
            <a:extLst xmlns:a="http://schemas.openxmlformats.org/drawingml/2006/main">
              <a:ext uri="{FF2B5EF4-FFF2-40B4-BE49-F238E27FC236}">
                <a16:creationId xmlns:a16="http://schemas.microsoft.com/office/drawing/2014/main" id="{9AE3580B-A815-4351-B569-26F5588FE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3609975"/>
            <a:ext cx="190500" cy="9525"/>
          </a:xfrm>
          <a:custGeom xmlns:a="http://schemas.openxmlformats.org/drawingml/2006/main">
            <a:pathLst>
              <a:path w="190500" h="9525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93" name="wire-820">
            <a:extLst xmlns:a="http://schemas.openxmlformats.org/drawingml/2006/main">
              <a:ext uri="{FF2B5EF4-FFF2-40B4-BE49-F238E27FC236}">
                <a16:creationId xmlns:a16="http://schemas.microsoft.com/office/drawing/2014/main" id="{8C4A3295-AA2E-4310-B9DB-2A44EFC5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295650"/>
            <a:ext cx="9525" cy="314325"/>
          </a:xfrm>
          <a:custGeom xmlns:a="http://schemas.openxmlformats.org/drawingml/2006/main">
            <a:pathLst>
              <a:path w="9525" h="314325">
                <a:moveTo>
                  <a:pt x="0" y="31432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94" name="wire-821">
            <a:extLst xmlns:a="http://schemas.openxmlformats.org/drawingml/2006/main">
              <a:ext uri="{FF2B5EF4-FFF2-40B4-BE49-F238E27FC236}">
                <a16:creationId xmlns:a16="http://schemas.microsoft.com/office/drawing/2014/main" id="{929A30AC-C17F-4C78-BC8D-B8FAE233E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1438275" cy="9525"/>
          </a:xfrm>
          <a:custGeom xmlns:a="http://schemas.openxmlformats.org/drawingml/2006/main">
            <a:pathLst>
              <a:path w="1438275" h="9525">
                <a:moveTo>
                  <a:pt x="14382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95" name="wire-822">
            <a:extLst xmlns:a="http://schemas.openxmlformats.org/drawingml/2006/main">
              <a:ext uri="{FF2B5EF4-FFF2-40B4-BE49-F238E27FC236}">
                <a16:creationId xmlns:a16="http://schemas.microsoft.com/office/drawing/2014/main" id="{843090CF-AA02-4550-8635-4792E63FC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9525" cy="1162050"/>
          </a:xfrm>
          <a:custGeom xmlns:a="http://schemas.openxmlformats.org/drawingml/2006/main">
            <a:pathLst>
              <a:path w="9525" h="1162050">
                <a:moveTo>
                  <a:pt x="0" y="0"/>
                </a:moveTo>
                <a:lnTo>
                  <a:pt x="0" y="116205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96" name="wire-823">
            <a:extLst xmlns:a="http://schemas.openxmlformats.org/drawingml/2006/main">
              <a:ext uri="{FF2B5EF4-FFF2-40B4-BE49-F238E27FC236}">
                <a16:creationId xmlns:a16="http://schemas.microsoft.com/office/drawing/2014/main" id="{BD6EFF07-CCF5-44B7-B5A3-E23FCB0A4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57700"/>
            <a:ext cx="95250" cy="9525"/>
          </a:xfrm>
          <a:custGeom xmlns:a="http://schemas.openxmlformats.org/drawingml/2006/main">
            <a:pathLst>
              <a:path w="95250" h="9525">
                <a:moveTo>
                  <a:pt x="0" y="0"/>
                </a:moveTo>
                <a:lnTo>
                  <a:pt x="95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97" name="circuit-824">
            <a:extLst xmlns:a="http://schemas.openxmlformats.org/drawingml/2006/main">
              <a:ext uri="{FF2B5EF4-FFF2-40B4-BE49-F238E27FC236}">
                <a16:creationId xmlns:a16="http://schemas.microsoft.com/office/drawing/2014/main" id="{06E15EA5-8C92-4BE2-A195-590790563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262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98" name="text-825">
            <a:extLst xmlns:a="http://schemas.openxmlformats.org/drawingml/2006/main">
              <a:ext uri="{FF2B5EF4-FFF2-40B4-BE49-F238E27FC236}">
                <a16:creationId xmlns:a16="http://schemas.microsoft.com/office/drawing/2014/main" id="{7D21365E-072A-46B4-B3C3-E1C20023B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147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PC + 4</a:t>
            </a:r>
          </a:p>
        </p:txBody>
      </p:sp>
      <p:sp>
        <p:nvSpPr>
          <p:cNvPr id="99" name="wire-826">
            <a:extLst xmlns:a="http://schemas.openxmlformats.org/drawingml/2006/main">
              <a:ext uri="{FF2B5EF4-FFF2-40B4-BE49-F238E27FC236}">
                <a16:creationId xmlns:a16="http://schemas.microsoft.com/office/drawing/2014/main" id="{DC592767-E5D2-4011-835C-BE2D9E8EF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514725"/>
            <a:ext cx="9525" cy="133350"/>
          </a:xfrm>
          <a:custGeom xmlns:a="http://schemas.openxmlformats.org/drawingml/2006/main">
            <a:pathLst>
              <a:path w="952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100" name="wire-827">
            <a:extLst xmlns:a="http://schemas.openxmlformats.org/drawingml/2006/main">
              <a:ext uri="{FF2B5EF4-FFF2-40B4-BE49-F238E27FC236}">
                <a16:creationId xmlns:a16="http://schemas.microsoft.com/office/drawing/2014/main" id="{94802883-9BC2-4F7E-AE77-B856E3B39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48075"/>
            <a:ext cx="1352550" cy="9525"/>
          </a:xfrm>
          <a:custGeom xmlns:a="http://schemas.openxmlformats.org/drawingml/2006/main">
            <a:pathLst>
              <a:path w="1352550" h="9525">
                <a:moveTo>
                  <a:pt x="13525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101" name="wire-828">
            <a:extLst xmlns:a="http://schemas.openxmlformats.org/drawingml/2006/main">
              <a:ext uri="{FF2B5EF4-FFF2-40B4-BE49-F238E27FC236}">
                <a16:creationId xmlns:a16="http://schemas.microsoft.com/office/drawing/2014/main" id="{3C38BB07-0043-4620-941D-F663B82FE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48075"/>
            <a:ext cx="9525" cy="561975"/>
          </a:xfrm>
          <a:custGeom xmlns:a="http://schemas.openxmlformats.org/drawingml/2006/main">
            <a:pathLst>
              <a:path w="9525" h="561975">
                <a:moveTo>
                  <a:pt x="0" y="0"/>
                </a:moveTo>
                <a:lnTo>
                  <a:pt x="0" y="561975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102" name="wire-829">
            <a:extLst xmlns:a="http://schemas.openxmlformats.org/drawingml/2006/main">
              <a:ext uri="{FF2B5EF4-FFF2-40B4-BE49-F238E27FC236}">
                <a16:creationId xmlns:a16="http://schemas.microsoft.com/office/drawing/2014/main" id="{0AF509B3-398A-4249-AB71-F664058C0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210050"/>
            <a:ext cx="171450" cy="9525"/>
          </a:xfrm>
          <a:custGeom xmlns:a="http://schemas.openxmlformats.org/drawingml/2006/main">
            <a:pathLst>
              <a:path w="171450" h="952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103" name="circuit-830">
            <a:extLst xmlns:a="http://schemas.openxmlformats.org/drawingml/2006/main">
              <a:ext uri="{FF2B5EF4-FFF2-40B4-BE49-F238E27FC236}">
                <a16:creationId xmlns:a16="http://schemas.microsoft.com/office/drawing/2014/main" id="{5AC3D597-8B8F-4766-9B07-455D1B701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1786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04" name="wire-831">
            <a:extLst xmlns:a="http://schemas.openxmlformats.org/drawingml/2006/main">
              <a:ext uri="{FF2B5EF4-FFF2-40B4-BE49-F238E27FC236}">
                <a16:creationId xmlns:a16="http://schemas.microsoft.com/office/drawing/2014/main" id="{FD2BB03C-76D6-4485-AE1D-FF29BD3C2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514725"/>
            <a:ext cx="9525" cy="66675"/>
          </a:xfrm>
          <a:custGeom xmlns:a="http://schemas.openxmlformats.org/drawingml/2006/main">
            <a:pathLst>
              <a:path w="9525" h="66675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1572C3"/>
            </a:solidFill>
          </a:ln>
        </p:spPr>
      </p:sp>
      <p:sp>
        <p:nvSpPr>
          <p:cNvPr id="105" name="wire-832">
            <a:extLst xmlns:a="http://schemas.openxmlformats.org/drawingml/2006/main">
              <a:ext uri="{FF2B5EF4-FFF2-40B4-BE49-F238E27FC236}">
                <a16:creationId xmlns:a16="http://schemas.microsoft.com/office/drawing/2014/main" id="{AEF73A98-1670-4CE9-92A1-CB3CDC08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581400"/>
            <a:ext cx="1724025" cy="9525"/>
          </a:xfrm>
          <a:custGeom xmlns:a="http://schemas.openxmlformats.org/drawingml/2006/main">
            <a:pathLst>
              <a:path w="1724025" h="9525">
                <a:moveTo>
                  <a:pt x="0" y="0"/>
                </a:moveTo>
                <a:lnTo>
                  <a:pt x="17240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1572C3"/>
            </a:solidFill>
          </a:ln>
        </p:spPr>
      </p:sp>
      <p:sp>
        <p:nvSpPr>
          <p:cNvPr id="106" name="wire-833">
            <a:extLst xmlns:a="http://schemas.openxmlformats.org/drawingml/2006/main">
              <a:ext uri="{FF2B5EF4-FFF2-40B4-BE49-F238E27FC236}">
                <a16:creationId xmlns:a16="http://schemas.microsoft.com/office/drawing/2014/main" id="{26C19269-AF00-4EFD-B361-542D2467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581400"/>
            <a:ext cx="9525" cy="1257300"/>
          </a:xfrm>
          <a:custGeom xmlns:a="http://schemas.openxmlformats.org/drawingml/2006/main">
            <a:pathLst>
              <a:path w="9525" h="1257300">
                <a:moveTo>
                  <a:pt x="0" y="0"/>
                </a:moveTo>
                <a:lnTo>
                  <a:pt x="0" y="125730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1572C3"/>
            </a:solidFill>
          </a:ln>
        </p:spPr>
      </p:sp>
      <p:sp>
        <p:nvSpPr>
          <p:cNvPr id="107" name="wire-834">
            <a:extLst xmlns:a="http://schemas.openxmlformats.org/drawingml/2006/main">
              <a:ext uri="{FF2B5EF4-FFF2-40B4-BE49-F238E27FC236}">
                <a16:creationId xmlns:a16="http://schemas.microsoft.com/office/drawing/2014/main" id="{0993048D-944E-4DE8-925C-A9F9D1364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838700"/>
            <a:ext cx="219075" cy="9525"/>
          </a:xfrm>
          <a:custGeom xmlns:a="http://schemas.openxmlformats.org/drawingml/2006/main">
            <a:pathLst>
              <a:path w="219075" h="9525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1572C3"/>
            </a:solidFill>
          </a:ln>
        </p:spPr>
      </p:sp>
      <p:sp>
        <p:nvSpPr>
          <p:cNvPr id="108" name="circuit-835">
            <a:extLst xmlns:a="http://schemas.openxmlformats.org/drawingml/2006/main">
              <a:ext uri="{FF2B5EF4-FFF2-40B4-BE49-F238E27FC236}">
                <a16:creationId xmlns:a16="http://schemas.microsoft.com/office/drawing/2014/main" id="{27EC9729-7A32-4857-99F3-FBE6759C7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48072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09" name="wire-836">
            <a:extLst xmlns:a="http://schemas.openxmlformats.org/drawingml/2006/main">
              <a:ext uri="{FF2B5EF4-FFF2-40B4-BE49-F238E27FC236}">
                <a16:creationId xmlns:a16="http://schemas.microsoft.com/office/drawing/2014/main" id="{4733EF8A-AA21-4E52-8462-06C536769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514725"/>
            <a:ext cx="9525" cy="180975"/>
          </a:xfrm>
          <a:custGeom xmlns:a="http://schemas.openxmlformats.org/drawingml/2006/main">
            <a:pathLst>
              <a:path w="9525"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9FA9B9"/>
            </a:solidFill>
          </a:ln>
        </p:spPr>
      </p:sp>
      <p:sp>
        <p:nvSpPr>
          <p:cNvPr id="110" name="wire-837">
            <a:extLst xmlns:a="http://schemas.openxmlformats.org/drawingml/2006/main">
              <a:ext uri="{FF2B5EF4-FFF2-40B4-BE49-F238E27FC236}">
                <a16:creationId xmlns:a16="http://schemas.microsoft.com/office/drawing/2014/main" id="{8311155C-B4C9-42B1-8453-4884E541B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695700"/>
            <a:ext cx="2247900" cy="9525"/>
          </a:xfrm>
          <a:custGeom xmlns:a="http://schemas.openxmlformats.org/drawingml/2006/main">
            <a:pathLst>
              <a:path w="2247900" h="9525">
                <a:moveTo>
                  <a:pt x="22479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9FA9B9"/>
            </a:solidFill>
          </a:ln>
        </p:spPr>
      </p:sp>
      <p:sp>
        <p:nvSpPr>
          <p:cNvPr id="111" name="wire-838">
            <a:extLst xmlns:a="http://schemas.openxmlformats.org/drawingml/2006/main">
              <a:ext uri="{FF2B5EF4-FFF2-40B4-BE49-F238E27FC236}">
                <a16:creationId xmlns:a16="http://schemas.microsoft.com/office/drawing/2014/main" id="{5B9380B5-30E8-46B5-BAD2-949B20B77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695700"/>
            <a:ext cx="9525" cy="914400"/>
          </a:xfrm>
          <a:custGeom xmlns:a="http://schemas.openxmlformats.org/drawingml/2006/main">
            <a:pathLst>
              <a:path w="9525" h="914400">
                <a:moveTo>
                  <a:pt x="0" y="0"/>
                </a:moveTo>
                <a:lnTo>
                  <a:pt x="0" y="91440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9FA9B9"/>
            </a:solidFill>
          </a:ln>
        </p:spPr>
      </p:sp>
      <p:sp>
        <p:nvSpPr>
          <p:cNvPr id="112" name="wire-839">
            <a:extLst xmlns:a="http://schemas.openxmlformats.org/drawingml/2006/main">
              <a:ext uri="{FF2B5EF4-FFF2-40B4-BE49-F238E27FC236}">
                <a16:creationId xmlns:a16="http://schemas.microsoft.com/office/drawing/2014/main" id="{5ECB1D4D-D1F7-4B69-8773-3C1C8DF99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610100"/>
            <a:ext cx="247650" cy="9525"/>
          </a:xfrm>
          <a:custGeom xmlns:a="http://schemas.openxmlformats.org/drawingml/2006/main">
            <a:pathLst>
              <a:path w="247650" h="9525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9FA9B9"/>
            </a:solidFill>
          </a:ln>
        </p:spPr>
      </p:sp>
      <p:sp>
        <p:nvSpPr>
          <p:cNvPr id="113" name="circuit-840">
            <a:extLst xmlns:a="http://schemas.openxmlformats.org/drawingml/2006/main">
              <a:ext uri="{FF2B5EF4-FFF2-40B4-BE49-F238E27FC236}">
                <a16:creationId xmlns:a16="http://schemas.microsoft.com/office/drawing/2014/main" id="{5416384B-726F-443E-A1ED-8D21E5D61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5786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9FA9B9"/>
          </a:solidFill>
          <a:ln xmlns:a="http://schemas.openxmlformats.org/drawingml/2006/main" w="9525">
            <a:solidFill>
              <a:srgbClr val="9FA9B9"/>
            </a:solidFill>
          </a:ln>
        </p:spPr>
      </p:sp>
      <p:sp>
        <p:nvSpPr>
          <p:cNvPr id="114" name="wire-841">
            <a:extLst xmlns:a="http://schemas.openxmlformats.org/drawingml/2006/main">
              <a:ext uri="{FF2B5EF4-FFF2-40B4-BE49-F238E27FC236}">
                <a16:creationId xmlns:a16="http://schemas.microsoft.com/office/drawing/2014/main" id="{CB4E5438-968A-4236-8963-E964AA1E0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4905375"/>
            <a:ext cx="161925" cy="9525"/>
          </a:xfrm>
          <a:custGeom xmlns:a="http://schemas.openxmlformats.org/drawingml/2006/main">
            <a:pathLst>
              <a:path w="161925" h="9525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115" name="circuit-842">
            <a:extLst xmlns:a="http://schemas.openxmlformats.org/drawingml/2006/main">
              <a:ext uri="{FF2B5EF4-FFF2-40B4-BE49-F238E27FC236}">
                <a16:creationId xmlns:a16="http://schemas.microsoft.com/office/drawing/2014/main" id="{AA8A4021-115F-49FB-B274-0E0E30BFD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739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16" name="board-stable-rf">
            <a:extLst xmlns:a="http://schemas.openxmlformats.org/drawingml/2006/main">
              <a:ext uri="{FF2B5EF4-FFF2-40B4-BE49-F238E27FC236}">
                <a16:creationId xmlns:a16="http://schemas.microsoft.com/office/drawing/2014/main" id="{7E02AE12-2DC0-4498-A910-12A226B1C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800475"/>
            <a:ext cx="1571625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17" name="circuit-844">
            <a:extLst xmlns:a="http://schemas.openxmlformats.org/drawingml/2006/main">
              <a:ext uri="{FF2B5EF4-FFF2-40B4-BE49-F238E27FC236}">
                <a16:creationId xmlns:a16="http://schemas.microsoft.com/office/drawing/2014/main" id="{45B44E5C-9D1C-4AD7-A204-82D15E0F8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3800475"/>
            <a:ext cx="152400" cy="85725"/>
          </a:xfrm>
          <a:custGeom xmlns:a="http://schemas.openxmlformats.org/drawingml/2006/main">
            <a:pathLst>
              <a:path w="152400" h="85725">
                <a:moveTo>
                  <a:pt x="0" y="0"/>
                </a:moveTo>
                <a:lnTo>
                  <a:pt x="76200" y="85725"/>
                </a:lnTo>
                <a:lnTo>
                  <a:pt x="15240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18" name="wire-845">
            <a:extLst xmlns:a="http://schemas.openxmlformats.org/drawingml/2006/main">
              <a:ext uri="{FF2B5EF4-FFF2-40B4-BE49-F238E27FC236}">
                <a16:creationId xmlns:a16="http://schemas.microsoft.com/office/drawing/2014/main" id="{7B43690D-2AD9-4E5D-98EB-114196E90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733800"/>
            <a:ext cx="9525" cy="66675"/>
          </a:xfrm>
          <a:custGeom xmlns:a="http://schemas.openxmlformats.org/drawingml/2006/main">
            <a:pathLst>
              <a:path w="9525" h="66675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119" name="text-846">
            <a:extLst xmlns:a="http://schemas.openxmlformats.org/drawingml/2006/main">
              <a:ext uri="{FF2B5EF4-FFF2-40B4-BE49-F238E27FC236}">
                <a16:creationId xmlns:a16="http://schemas.microsoft.com/office/drawing/2014/main" id="{C542B036-CB4C-4AF2-92B3-5A45B07CD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295775"/>
            <a:ext cx="76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レジスタ</a:t>
            </a:r>
          </a:p>
          <a:p xmlns:a="http://schemas.openxmlformats.org/drawingml/2006/main">
            <a: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群</a:t>
            </a:r>
          </a:p>
        </p:txBody>
      </p:sp>
      <p:sp>
        <p:nvSpPr>
          <p:cNvPr id="120" name="text-847">
            <a:extLst xmlns:a="http://schemas.openxmlformats.org/drawingml/2006/main">
              <a:ext uri="{FF2B5EF4-FFF2-40B4-BE49-F238E27FC236}">
                <a16:creationId xmlns:a16="http://schemas.microsoft.com/office/drawing/2014/main" id="{C1A30914-F5AA-470A-97C9-97C9F6656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067175"/>
            <a:ext cx="33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A1</a:t>
            </a:r>
          </a:p>
        </p:txBody>
      </p:sp>
      <p:sp>
        <p:nvSpPr>
          <p:cNvPr id="121" name="text-848">
            <a:extLst xmlns:a="http://schemas.openxmlformats.org/drawingml/2006/main">
              <a:ext uri="{FF2B5EF4-FFF2-40B4-BE49-F238E27FC236}">
                <a16:creationId xmlns:a16="http://schemas.microsoft.com/office/drawing/2014/main" id="{BD33FA72-4597-43BD-959D-B247E26E8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486275"/>
            <a:ext cx="33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A2</a:t>
            </a:r>
          </a:p>
        </p:txBody>
      </p:sp>
      <p:sp>
        <p:nvSpPr>
          <p:cNvPr id="122" name="text-849">
            <a:extLst xmlns:a="http://schemas.openxmlformats.org/drawingml/2006/main">
              <a:ext uri="{FF2B5EF4-FFF2-40B4-BE49-F238E27FC236}">
                <a16:creationId xmlns:a16="http://schemas.microsoft.com/office/drawing/2014/main" id="{B15012DD-3B11-41F6-8621-9ACD6D37A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772025"/>
            <a:ext cx="33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A3</a:t>
            </a:r>
          </a:p>
        </p:txBody>
      </p:sp>
      <p:sp>
        <p:nvSpPr>
          <p:cNvPr id="123" name="text-850">
            <a:extLst xmlns:a="http://schemas.openxmlformats.org/drawingml/2006/main">
              <a:ext uri="{FF2B5EF4-FFF2-40B4-BE49-F238E27FC236}">
                <a16:creationId xmlns:a16="http://schemas.microsoft.com/office/drawing/2014/main" id="{A63A33C0-4E3A-4DB9-84D9-C82931B21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057775"/>
            <a:ext cx="33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WD3</a:t>
            </a:r>
          </a:p>
        </p:txBody>
      </p:sp>
      <p:sp>
        <p:nvSpPr>
          <p:cNvPr id="124" name="text-851">
            <a:extLst xmlns:a="http://schemas.openxmlformats.org/drawingml/2006/main">
              <a:ext uri="{FF2B5EF4-FFF2-40B4-BE49-F238E27FC236}">
                <a16:creationId xmlns:a16="http://schemas.microsoft.com/office/drawing/2014/main" id="{5EFF3B40-7581-45E3-858C-0FEBFC733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067175"/>
            <a:ext cx="33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RD1</a:t>
            </a:r>
          </a:p>
        </p:txBody>
      </p:sp>
      <p:sp>
        <p:nvSpPr>
          <p:cNvPr id="125" name="text-852">
            <a:extLst xmlns:a="http://schemas.openxmlformats.org/drawingml/2006/main">
              <a:ext uri="{FF2B5EF4-FFF2-40B4-BE49-F238E27FC236}">
                <a16:creationId xmlns:a16="http://schemas.microsoft.com/office/drawing/2014/main" id="{4659C949-A46C-4A5D-A757-61599C24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486275"/>
            <a:ext cx="33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RD2</a:t>
            </a:r>
          </a:p>
        </p:txBody>
      </p:sp>
      <p:sp>
        <p:nvSpPr>
          <p:cNvPr id="126" name="text-853">
            <a:extLst xmlns:a="http://schemas.openxmlformats.org/drawingml/2006/main">
              <a:ext uri="{FF2B5EF4-FFF2-40B4-BE49-F238E27FC236}">
                <a16:creationId xmlns:a16="http://schemas.microsoft.com/office/drawing/2014/main" id="{9BFC3B19-049A-4714-ADE7-56C4C397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3819525"/>
            <a:ext cx="3524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572C3"/>
                </a:solidFill>
                <a:latin typeface="Arial"/>
                <a:ea typeface="Arial"/>
                <a:cs typeface="Arial"/>
              </a:rPr>
              <a:t>WE3</a:t>
            </a:r>
          </a:p>
        </p:txBody>
      </p:sp>
      <p:sp>
        <p:nvSpPr>
          <p:cNvPr id="127" name="wire-854">
            <a:extLst xmlns:a="http://schemas.openxmlformats.org/drawingml/2006/main">
              <a:ext uri="{FF2B5EF4-FFF2-40B4-BE49-F238E27FC236}">
                <a16:creationId xmlns:a16="http://schemas.microsoft.com/office/drawing/2014/main" id="{C7E4C42A-BD90-4C10-B464-7B94435A3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4210050"/>
            <a:ext cx="628650" cy="9525"/>
          </a:xfrm>
          <a:custGeom xmlns:a="http://schemas.openxmlformats.org/drawingml/2006/main">
            <a:pathLst>
              <a:path w="628650" h="9525">
                <a:moveTo>
                  <a:pt x="0" y="0"/>
                </a:moveTo>
                <a:lnTo>
                  <a:pt x="628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231F20"/>
            </a:solidFill>
          </a:ln>
        </p:spPr>
      </p:sp>
      <p:sp>
        <p:nvSpPr>
          <p:cNvPr id="128" name="circuit-855">
            <a:extLst xmlns:a="http://schemas.openxmlformats.org/drawingml/2006/main">
              <a:ext uri="{FF2B5EF4-FFF2-40B4-BE49-F238E27FC236}">
                <a16:creationId xmlns:a16="http://schemas.microsoft.com/office/drawing/2014/main" id="{E0EF6CF7-016A-4372-BF40-F2DD0EEF1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41786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29" name="text-856">
            <a:extLst xmlns:a="http://schemas.openxmlformats.org/drawingml/2006/main">
              <a:ext uri="{FF2B5EF4-FFF2-40B4-BE49-F238E27FC236}">
                <a16:creationId xmlns:a16="http://schemas.microsoft.com/office/drawing/2014/main" id="{535312F0-AED5-4293-ADE1-BAE38F3A2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8957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130" name="board-stable-alu">
            <a:extLst xmlns:a="http://schemas.openxmlformats.org/drawingml/2006/main">
              <a:ext uri="{FF2B5EF4-FFF2-40B4-BE49-F238E27FC236}">
                <a16:creationId xmlns:a16="http://schemas.microsoft.com/office/drawing/2014/main" id="{540C5864-386E-45CE-B1C2-D2AC0B2A6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4067175"/>
            <a:ext cx="647700" cy="933450"/>
          </a:xfrm>
          <a:custGeom xmlns:a="http://schemas.openxmlformats.org/drawingml/2006/main">
            <a:pathLst>
              <a:path w="647700" h="933450">
                <a:moveTo>
                  <a:pt x="0" y="0"/>
                </a:moveTo>
                <a:lnTo>
                  <a:pt x="647700" y="171450"/>
                </a:lnTo>
                <a:lnTo>
                  <a:pt x="647700" y="742950"/>
                </a:lnTo>
                <a:lnTo>
                  <a:pt x="0" y="933450"/>
                </a:lnTo>
                <a:lnTo>
                  <a:pt x="0" y="571500"/>
                </a:lnTo>
                <a:lnTo>
                  <a:pt x="171450" y="457200"/>
                </a:lnTo>
                <a:lnTo>
                  <a:pt x="0" y="257175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21908">
            <a:solidFill>
              <a:srgbClr val="231F20"/>
            </a:solidFill>
          </a:ln>
        </p:spPr>
      </p:sp>
      <p:sp>
        <p:nvSpPr>
          <p:cNvPr id="131" name="text-858">
            <a:extLst xmlns:a="http://schemas.openxmlformats.org/drawingml/2006/main">
              <a:ext uri="{FF2B5EF4-FFF2-40B4-BE49-F238E27FC236}">
                <a16:creationId xmlns:a16="http://schemas.microsoft.com/office/drawing/2014/main" id="{D4D7CE5B-BFFC-45BD-8C3C-84E6B9864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781425"/>
            <a:ext cx="571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ALU</a:t>
            </a:r>
          </a:p>
        </p:txBody>
      </p:sp>
      <p:sp>
        <p:nvSpPr>
          <p:cNvPr id="132" name="text-859">
            <a:extLst xmlns:a="http://schemas.openxmlformats.org/drawingml/2006/main">
              <a:ext uri="{FF2B5EF4-FFF2-40B4-BE49-F238E27FC236}">
                <a16:creationId xmlns:a16="http://schemas.microsoft.com/office/drawing/2014/main" id="{053CE929-B5E4-4F09-A0C0-30114B130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343400"/>
            <a:ext cx="3143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2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33" name="text-860">
            <a:extLst xmlns:a="http://schemas.openxmlformats.org/drawingml/2006/main">
              <a:ext uri="{FF2B5EF4-FFF2-40B4-BE49-F238E27FC236}">
                <a16:creationId xmlns:a16="http://schemas.microsoft.com/office/drawing/2014/main" id="{361B3D5E-AA30-4613-AE18-123DE1B0E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5019675"/>
            <a:ext cx="1095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57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即値</a:t>
            </a:r>
          </a:p>
        </p:txBody>
      </p:sp>
      <p:sp>
        <p:nvSpPr>
          <p:cNvPr id="134" name="wire-861">
            <a:extLst xmlns:a="http://schemas.openxmlformats.org/drawingml/2006/main">
              <a:ext uri="{FF2B5EF4-FFF2-40B4-BE49-F238E27FC236}">
                <a16:creationId xmlns:a16="http://schemas.microsoft.com/office/drawing/2014/main" id="{0D01D9BF-202C-452B-8473-D3FD2DD0D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4419600"/>
            <a:ext cx="600075" cy="9525"/>
          </a:xfrm>
          <a:custGeom xmlns:a="http://schemas.openxmlformats.org/drawingml/2006/main">
            <a:pathLst>
              <a:path w="600075" h="9525">
                <a:moveTo>
                  <a:pt x="0" y="0"/>
                </a:moveTo>
                <a:lnTo>
                  <a:pt x="600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231F20"/>
            </a:solidFill>
          </a:ln>
        </p:spPr>
      </p:sp>
      <p:sp>
        <p:nvSpPr>
          <p:cNvPr id="135" name="circuit-862">
            <a:extLst xmlns:a="http://schemas.openxmlformats.org/drawingml/2006/main">
              <a:ext uri="{FF2B5EF4-FFF2-40B4-BE49-F238E27FC236}">
                <a16:creationId xmlns:a16="http://schemas.microsoft.com/office/drawing/2014/main" id="{41D6EB1A-FF1D-479A-A888-AC56A5C31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3881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36" name="text-863">
            <a:extLst xmlns:a="http://schemas.openxmlformats.org/drawingml/2006/main">
              <a:ext uri="{FF2B5EF4-FFF2-40B4-BE49-F238E27FC236}">
                <a16:creationId xmlns:a16="http://schemas.microsoft.com/office/drawing/2014/main" id="{76D070C0-ACA8-4BE0-BA8E-DD00BDF16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105275"/>
            <a:ext cx="4857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番地</a:t>
            </a:r>
          </a:p>
        </p:txBody>
      </p:sp>
      <p:sp>
        <p:nvSpPr>
          <p:cNvPr id="137" name="wire-864">
            <a:extLst xmlns:a="http://schemas.openxmlformats.org/drawingml/2006/main">
              <a:ext uri="{FF2B5EF4-FFF2-40B4-BE49-F238E27FC236}">
                <a16:creationId xmlns:a16="http://schemas.microsoft.com/office/drawing/2014/main" id="{CBE40419-6F77-4981-8D0A-28318666C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4610100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1572C3"/>
            </a:solidFill>
          </a:ln>
        </p:spPr>
      </p:sp>
      <p:sp>
        <p:nvSpPr>
          <p:cNvPr id="138" name="wire-865">
            <a:extLst xmlns:a="http://schemas.openxmlformats.org/drawingml/2006/main">
              <a:ext uri="{FF2B5EF4-FFF2-40B4-BE49-F238E27FC236}">
                <a16:creationId xmlns:a16="http://schemas.microsoft.com/office/drawing/2014/main" id="{766E5434-CA4F-4248-B56F-D6DE0C14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4610100"/>
            <a:ext cx="9525" cy="771525"/>
          </a:xfrm>
          <a:custGeom xmlns:a="http://schemas.openxmlformats.org/drawingml/2006/main">
            <a:pathLst>
              <a:path w="9525" h="771525">
                <a:moveTo>
                  <a:pt x="0" y="0"/>
                </a:moveTo>
                <a:lnTo>
                  <a:pt x="0" y="771525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1572C3"/>
            </a:solidFill>
          </a:ln>
        </p:spPr>
      </p:sp>
      <p:sp>
        <p:nvSpPr>
          <p:cNvPr id="139" name="wire-866">
            <a:extLst xmlns:a="http://schemas.openxmlformats.org/drawingml/2006/main">
              <a:ext uri="{FF2B5EF4-FFF2-40B4-BE49-F238E27FC236}">
                <a16:creationId xmlns:a16="http://schemas.microsoft.com/office/drawing/2014/main" id="{3D8BFEB7-9BDB-46A9-8776-1E2F0457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5381625"/>
            <a:ext cx="1628775" cy="9525"/>
          </a:xfrm>
          <a:custGeom xmlns:a="http://schemas.openxmlformats.org/drawingml/2006/main">
            <a:pathLst>
              <a:path w="1628775" h="9525">
                <a:moveTo>
                  <a:pt x="0" y="0"/>
                </a:moveTo>
                <a:lnTo>
                  <a:pt x="1628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1572C3"/>
            </a:solidFill>
          </a:ln>
        </p:spPr>
      </p:sp>
      <p:sp>
        <p:nvSpPr>
          <p:cNvPr id="140" name="wire-867">
            <a:extLst xmlns:a="http://schemas.openxmlformats.org/drawingml/2006/main">
              <a:ext uri="{FF2B5EF4-FFF2-40B4-BE49-F238E27FC236}">
                <a16:creationId xmlns:a16="http://schemas.microsoft.com/office/drawing/2014/main" id="{CFDA0728-9585-4F5F-B7A2-6FB5EF59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019675"/>
            <a:ext cx="9525" cy="361950"/>
          </a:xfrm>
          <a:custGeom xmlns:a="http://schemas.openxmlformats.org/drawingml/2006/main">
            <a:pathLst>
              <a:path w="9525" h="361950">
                <a:moveTo>
                  <a:pt x="0" y="3619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1572C3"/>
            </a:solidFill>
          </a:ln>
        </p:spPr>
      </p:sp>
      <p:sp>
        <p:nvSpPr>
          <p:cNvPr id="141" name="wire-868">
            <a:extLst xmlns:a="http://schemas.openxmlformats.org/drawingml/2006/main">
              <a:ext uri="{FF2B5EF4-FFF2-40B4-BE49-F238E27FC236}">
                <a16:creationId xmlns:a16="http://schemas.microsoft.com/office/drawing/2014/main" id="{7B5307F3-0479-42B1-A184-C5A725952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019675"/>
            <a:ext cx="133350" cy="9525"/>
          </a:xfrm>
          <a:custGeom xmlns:a="http://schemas.openxmlformats.org/drawingml/2006/main">
            <a:pathLst>
              <a:path w="133350" h="9525">
                <a:moveTo>
                  <a:pt x="0" y="0"/>
                </a:moveTo>
                <a:lnTo>
                  <a:pt x="1333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1572C3"/>
            </a:solidFill>
          </a:ln>
        </p:spPr>
      </p:sp>
      <p:sp>
        <p:nvSpPr>
          <p:cNvPr id="142" name="circuit-869">
            <a:extLst xmlns:a="http://schemas.openxmlformats.org/drawingml/2006/main">
              <a:ext uri="{FF2B5EF4-FFF2-40B4-BE49-F238E27FC236}">
                <a16:creationId xmlns:a16="http://schemas.microsoft.com/office/drawing/2014/main" id="{5354A0F8-0E20-44A7-A7EC-780650814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9882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2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43" name="text-870">
            <a:extLst xmlns:a="http://schemas.openxmlformats.org/drawingml/2006/main">
              <a:ext uri="{FF2B5EF4-FFF2-40B4-BE49-F238E27FC236}">
                <a16:creationId xmlns:a16="http://schemas.microsoft.com/office/drawing/2014/main" id="{5637AE9A-10EC-4259-A6E1-3198F993F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4762500"/>
            <a:ext cx="2286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値</a:t>
            </a:r>
          </a:p>
        </p:txBody>
      </p:sp>
      <p:sp>
        <p:nvSpPr>
          <p:cNvPr id="144" name="wire-871">
            <a:extLst xmlns:a="http://schemas.openxmlformats.org/drawingml/2006/main">
              <a:ext uri="{FF2B5EF4-FFF2-40B4-BE49-F238E27FC236}">
                <a16:creationId xmlns:a16="http://schemas.microsoft.com/office/drawing/2014/main" id="{806AB3AE-8873-41EF-8C7A-5BC3848DC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5314950"/>
            <a:ext cx="104775" cy="9525"/>
          </a:xfrm>
          <a:custGeom xmlns:a="http://schemas.openxmlformats.org/drawingml/2006/main">
            <a:pathLst>
              <a:path w="104775" h="9525">
                <a:moveTo>
                  <a:pt x="1047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1572C3"/>
            </a:solidFill>
          </a:ln>
        </p:spPr>
      </p:sp>
      <p:sp>
        <p:nvSpPr>
          <p:cNvPr id="145" name="wire-872">
            <a:extLst xmlns:a="http://schemas.openxmlformats.org/drawingml/2006/main">
              <a:ext uri="{FF2B5EF4-FFF2-40B4-BE49-F238E27FC236}">
                <a16:creationId xmlns:a16="http://schemas.microsoft.com/office/drawing/2014/main" id="{FF673D08-0030-4D9D-81ED-16F389B0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5314950"/>
            <a:ext cx="9525" cy="495300"/>
          </a:xfrm>
          <a:custGeom xmlns:a="http://schemas.openxmlformats.org/drawingml/2006/main">
            <a:pathLst>
              <a:path w="9525" h="495300">
                <a:moveTo>
                  <a:pt x="0" y="0"/>
                </a:moveTo>
                <a:lnTo>
                  <a:pt x="0" y="49530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1572C3"/>
            </a:solidFill>
          </a:ln>
        </p:spPr>
      </p:sp>
      <p:sp>
        <p:nvSpPr>
          <p:cNvPr id="146" name="wire-873">
            <a:extLst xmlns:a="http://schemas.openxmlformats.org/drawingml/2006/main">
              <a:ext uri="{FF2B5EF4-FFF2-40B4-BE49-F238E27FC236}">
                <a16:creationId xmlns:a16="http://schemas.microsoft.com/office/drawing/2014/main" id="{FEEA731A-6CC4-4D9E-9897-CA3FB747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810250"/>
            <a:ext cx="3514725" cy="9525"/>
          </a:xfrm>
          <a:custGeom xmlns:a="http://schemas.openxmlformats.org/drawingml/2006/main">
            <a:pathLst>
              <a:path w="3514725" h="9525">
                <a:moveTo>
                  <a:pt x="35147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1572C3"/>
            </a:solidFill>
          </a:ln>
        </p:spPr>
      </p:sp>
      <p:sp>
        <p:nvSpPr>
          <p:cNvPr id="147" name="wire-874">
            <a:extLst xmlns:a="http://schemas.openxmlformats.org/drawingml/2006/main">
              <a:ext uri="{FF2B5EF4-FFF2-40B4-BE49-F238E27FC236}">
                <a16:creationId xmlns:a16="http://schemas.microsoft.com/office/drawing/2014/main" id="{F13FF32B-8982-4369-B047-8F0A15113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153025"/>
            <a:ext cx="9525" cy="657225"/>
          </a:xfrm>
          <a:custGeom xmlns:a="http://schemas.openxmlformats.org/drawingml/2006/main">
            <a:pathLst>
              <a:path w="9525" h="657225">
                <a:moveTo>
                  <a:pt x="0" y="65722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1572C3"/>
            </a:solidFill>
          </a:ln>
        </p:spPr>
      </p:sp>
      <p:sp>
        <p:nvSpPr>
          <p:cNvPr id="148" name="wire-875">
            <a:extLst xmlns:a="http://schemas.openxmlformats.org/drawingml/2006/main">
              <a:ext uri="{FF2B5EF4-FFF2-40B4-BE49-F238E27FC236}">
                <a16:creationId xmlns:a16="http://schemas.microsoft.com/office/drawing/2014/main" id="{4E0E2A3E-B968-42EF-8ABE-A57EE01A6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153025"/>
            <a:ext cx="171450" cy="9525"/>
          </a:xfrm>
          <a:custGeom xmlns:a="http://schemas.openxmlformats.org/drawingml/2006/main">
            <a:pathLst>
              <a:path w="171450" h="952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1572C3"/>
            </a:solidFill>
          </a:ln>
        </p:spPr>
      </p:sp>
      <p:sp>
        <p:nvSpPr>
          <p:cNvPr id="149" name="circuit-876">
            <a:extLst xmlns:a="http://schemas.openxmlformats.org/drawingml/2006/main">
              <a:ext uri="{FF2B5EF4-FFF2-40B4-BE49-F238E27FC236}">
                <a16:creationId xmlns:a16="http://schemas.microsoft.com/office/drawing/2014/main" id="{8F0054D3-77C1-47A2-B78F-04D2E3039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215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2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50" name="wire-877">
            <a:extLst xmlns:a="http://schemas.openxmlformats.org/drawingml/2006/main">
              <a:ext uri="{FF2B5EF4-FFF2-40B4-BE49-F238E27FC236}">
                <a16:creationId xmlns:a16="http://schemas.microsoft.com/office/drawing/2014/main" id="{BFF81540-851D-4F3D-A16F-2CF37F74E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5105400"/>
            <a:ext cx="9525" cy="419100"/>
          </a:xfrm>
          <a:custGeom xmlns:a="http://schemas.openxmlformats.org/drawingml/2006/main">
            <a:pathLst>
              <a:path w="9525" h="419100">
                <a:moveTo>
                  <a:pt x="0" y="0"/>
                </a:moveTo>
                <a:lnTo>
                  <a:pt x="0" y="41910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9FA9B9"/>
            </a:solidFill>
          </a:ln>
        </p:spPr>
      </p:sp>
      <p:sp>
        <p:nvSpPr>
          <p:cNvPr id="151" name="wire-878">
            <a:extLst xmlns:a="http://schemas.openxmlformats.org/drawingml/2006/main">
              <a:ext uri="{FF2B5EF4-FFF2-40B4-BE49-F238E27FC236}">
                <a16:creationId xmlns:a16="http://schemas.microsoft.com/office/drawing/2014/main" id="{B08FC292-8307-4CDA-B9E2-7C1A4F0B8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5524500"/>
            <a:ext cx="5133975" cy="9525"/>
          </a:xfrm>
          <a:custGeom xmlns:a="http://schemas.openxmlformats.org/drawingml/2006/main">
            <a:pathLst>
              <a:path w="5133975" h="9525">
                <a:moveTo>
                  <a:pt x="0" y="0"/>
                </a:moveTo>
                <a:lnTo>
                  <a:pt x="51339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9FA9B9"/>
            </a:solidFill>
          </a:ln>
        </p:spPr>
      </p:sp>
      <p:sp>
        <p:nvSpPr>
          <p:cNvPr id="152" name="wire-879">
            <a:extLst xmlns:a="http://schemas.openxmlformats.org/drawingml/2006/main">
              <a:ext uri="{FF2B5EF4-FFF2-40B4-BE49-F238E27FC236}">
                <a16:creationId xmlns:a16="http://schemas.microsoft.com/office/drawing/2014/main" id="{135EB1E0-789E-4FF2-86FC-3AF7B8B4D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86200"/>
            <a:ext cx="9525" cy="1638300"/>
          </a:xfrm>
          <a:custGeom xmlns:a="http://schemas.openxmlformats.org/drawingml/2006/main">
            <a:pathLst>
              <a:path w="9525" h="1638300">
                <a:moveTo>
                  <a:pt x="0" y="16383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9FA9B9"/>
            </a:solidFill>
          </a:ln>
        </p:spPr>
      </p:sp>
      <p:sp>
        <p:nvSpPr>
          <p:cNvPr id="153" name="wire-880">
            <a:extLst xmlns:a="http://schemas.openxmlformats.org/drawingml/2006/main">
              <a:ext uri="{FF2B5EF4-FFF2-40B4-BE49-F238E27FC236}">
                <a16:creationId xmlns:a16="http://schemas.microsoft.com/office/drawing/2014/main" id="{593B24BD-EEAC-44CA-96AA-A0A1D4A52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86200"/>
            <a:ext cx="76200" cy="9525"/>
          </a:xfrm>
          <a:custGeom xmlns:a="http://schemas.openxmlformats.org/drawingml/2006/main">
            <a:pathLst>
              <a:path w="76200" h="9525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9FA9B9"/>
            </a:solidFill>
          </a:ln>
        </p:spPr>
      </p:sp>
      <p:sp>
        <p:nvSpPr>
          <p:cNvPr id="154" name="circuit-881">
            <a:extLst xmlns:a="http://schemas.openxmlformats.org/drawingml/2006/main">
              <a:ext uri="{FF2B5EF4-FFF2-40B4-BE49-F238E27FC236}">
                <a16:creationId xmlns:a16="http://schemas.microsoft.com/office/drawing/2014/main" id="{06A8A545-DDE4-43E6-84A6-8B2B7B69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547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9FA9B9"/>
          </a:solidFill>
          <a:ln xmlns:a="http://schemas.openxmlformats.org/drawingml/2006/main" w="9525">
            <a:solidFill>
              <a:srgbClr val="9FA9B9"/>
            </a:solidFill>
          </a:ln>
        </p:spPr>
      </p:sp>
      <p:sp>
        <p:nvSpPr>
          <p:cNvPr id="155" name="wire-882">
            <a:extLst xmlns:a="http://schemas.openxmlformats.org/drawingml/2006/main">
              <a:ext uri="{FF2B5EF4-FFF2-40B4-BE49-F238E27FC236}">
                <a16:creationId xmlns:a16="http://schemas.microsoft.com/office/drawing/2014/main" id="{84C4CD60-B04C-4339-8451-D5C714B48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076700"/>
            <a:ext cx="190500" cy="9525"/>
          </a:xfrm>
          <a:custGeom xmlns:a="http://schemas.openxmlformats.org/drawingml/2006/main">
            <a:pathLst>
              <a:path w="190500" h="9525">
                <a:moveTo>
                  <a:pt x="1905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9FA9B9"/>
            </a:solidFill>
          </a:ln>
        </p:spPr>
      </p:sp>
      <p:sp>
        <p:nvSpPr>
          <p:cNvPr id="156" name="wire-883">
            <a:extLst xmlns:a="http://schemas.openxmlformats.org/drawingml/2006/main">
              <a:ext uri="{FF2B5EF4-FFF2-40B4-BE49-F238E27FC236}">
                <a16:creationId xmlns:a16="http://schemas.microsoft.com/office/drawing/2014/main" id="{A056E887-36AC-4F40-9825-BBAF26A91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076700"/>
            <a:ext cx="9525" cy="1581150"/>
          </a:xfrm>
          <a:custGeom xmlns:a="http://schemas.openxmlformats.org/drawingml/2006/main">
            <a:pathLst>
              <a:path w="9525" h="1581150">
                <a:moveTo>
                  <a:pt x="0" y="0"/>
                </a:moveTo>
                <a:lnTo>
                  <a:pt x="0" y="158115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9FA9B9"/>
            </a:solidFill>
          </a:ln>
        </p:spPr>
      </p:sp>
      <p:sp>
        <p:nvSpPr>
          <p:cNvPr id="157" name="wire-884">
            <a:extLst xmlns:a="http://schemas.openxmlformats.org/drawingml/2006/main">
              <a:ext uri="{FF2B5EF4-FFF2-40B4-BE49-F238E27FC236}">
                <a16:creationId xmlns:a16="http://schemas.microsoft.com/office/drawing/2014/main" id="{0352F5B5-0537-4D2E-A426-2F9E89165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657850"/>
            <a:ext cx="4191000" cy="9525"/>
          </a:xfrm>
          <a:custGeom xmlns:a="http://schemas.openxmlformats.org/drawingml/2006/main">
            <a:pathLst>
              <a:path w="4191000" h="9525">
                <a:moveTo>
                  <a:pt x="41910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9FA9B9"/>
            </a:solidFill>
          </a:ln>
        </p:spPr>
      </p:sp>
      <p:sp>
        <p:nvSpPr>
          <p:cNvPr id="158" name="wire-885">
            <a:extLst xmlns:a="http://schemas.openxmlformats.org/drawingml/2006/main">
              <a:ext uri="{FF2B5EF4-FFF2-40B4-BE49-F238E27FC236}">
                <a16:creationId xmlns:a16="http://schemas.microsoft.com/office/drawing/2014/main" id="{5EB58D21-7ECA-43BD-9ACD-16611C414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105400"/>
            <a:ext cx="9525" cy="552450"/>
          </a:xfrm>
          <a:custGeom xmlns:a="http://schemas.openxmlformats.org/drawingml/2006/main">
            <a:pathLst>
              <a:path w="9525" h="552450">
                <a:moveTo>
                  <a:pt x="0" y="5524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9FA9B9"/>
            </a:solidFill>
          </a:ln>
        </p:spPr>
      </p:sp>
      <p:sp>
        <p:nvSpPr>
          <p:cNvPr id="159" name="circuit-886">
            <a:extLst xmlns:a="http://schemas.openxmlformats.org/drawingml/2006/main">
              <a:ext uri="{FF2B5EF4-FFF2-40B4-BE49-F238E27FC236}">
                <a16:creationId xmlns:a16="http://schemas.microsoft.com/office/drawing/2014/main" id="{109F36A7-C836-4454-B82B-412A79152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6068" y="5105400"/>
            <a:ext cx="62865" cy="76200"/>
          </a:xfrm>
          <a:custGeom xmlns:a="http://schemas.openxmlformats.org/drawingml/2006/main">
            <a:pathLst>
              <a:path w="62865" h="76200">
                <a:moveTo>
                  <a:pt x="31433" y="0"/>
                </a:moveTo>
                <a:lnTo>
                  <a:pt x="0" y="76200"/>
                </a:lnTo>
                <a:lnTo>
                  <a:pt x="62865" y="76200"/>
                </a:lnTo>
                <a:close/>
              </a:path>
            </a:pathLst>
          </a:custGeom>
          <a:solidFill xmlns:a="http://schemas.openxmlformats.org/drawingml/2006/main">
            <a:srgbClr val="9FA9B9"/>
          </a:solidFill>
          <a:ln xmlns:a="http://schemas.openxmlformats.org/drawingml/2006/main" w="9525">
            <a:solidFill>
              <a:srgbClr val="9FA9B9"/>
            </a:solidFill>
          </a:ln>
        </p:spPr>
      </p:sp>
      <p:sp>
        <p:nvSpPr>
          <p:cNvPr id="160" name="wire-887">
            <a:extLst xmlns:a="http://schemas.openxmlformats.org/drawingml/2006/main">
              <a:ext uri="{FF2B5EF4-FFF2-40B4-BE49-F238E27FC236}">
                <a16:creationId xmlns:a16="http://schemas.microsoft.com/office/drawing/2014/main" id="{CA827352-B552-4B11-A733-2FECBA1E3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962525"/>
            <a:ext cx="66675" cy="9525"/>
          </a:xfrm>
          <a:custGeom xmlns:a="http://schemas.openxmlformats.org/drawingml/2006/main">
            <a:pathLst>
              <a:path w="66675" h="952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1572C3"/>
            </a:solidFill>
          </a:ln>
        </p:spPr>
      </p:sp>
      <p:sp>
        <p:nvSpPr>
          <p:cNvPr id="161" name="wire-888">
            <a:extLst xmlns:a="http://schemas.openxmlformats.org/drawingml/2006/main">
              <a:ext uri="{FF2B5EF4-FFF2-40B4-BE49-F238E27FC236}">
                <a16:creationId xmlns:a16="http://schemas.microsoft.com/office/drawing/2014/main" id="{08B9955B-A118-4E4A-9866-F02214CCF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552950"/>
            <a:ext cx="9525" cy="409575"/>
          </a:xfrm>
          <a:custGeom xmlns:a="http://schemas.openxmlformats.org/drawingml/2006/main">
            <a:pathLst>
              <a:path w="9525" h="409575">
                <a:moveTo>
                  <a:pt x="0" y="40957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1572C3"/>
            </a:solidFill>
          </a:ln>
        </p:spPr>
      </p:sp>
      <p:sp>
        <p:nvSpPr>
          <p:cNvPr id="162" name="wire-889">
            <a:extLst xmlns:a="http://schemas.openxmlformats.org/drawingml/2006/main">
              <a:ext uri="{FF2B5EF4-FFF2-40B4-BE49-F238E27FC236}">
                <a16:creationId xmlns:a16="http://schemas.microsoft.com/office/drawing/2014/main" id="{83C48CCB-DD30-4A34-8B07-67B2C4946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552950"/>
            <a:ext cx="66675" cy="9525"/>
          </a:xfrm>
          <a:custGeom xmlns:a="http://schemas.openxmlformats.org/drawingml/2006/main">
            <a:pathLst>
              <a:path w="66675" h="9525">
                <a:moveTo>
                  <a:pt x="666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1572C3"/>
            </a:solidFill>
          </a:ln>
        </p:spPr>
      </p:sp>
      <p:sp>
        <p:nvSpPr>
          <p:cNvPr id="163" name="circuit-890">
            <a:extLst xmlns:a="http://schemas.openxmlformats.org/drawingml/2006/main">
              <a:ext uri="{FF2B5EF4-FFF2-40B4-BE49-F238E27FC236}">
                <a16:creationId xmlns:a16="http://schemas.microsoft.com/office/drawing/2014/main" id="{2EAC12A6-ED3B-4F45-80B9-82932861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521518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64" name="wire-891">
            <a:extLst xmlns:a="http://schemas.openxmlformats.org/drawingml/2006/main">
              <a:ext uri="{FF2B5EF4-FFF2-40B4-BE49-F238E27FC236}">
                <a16:creationId xmlns:a16="http://schemas.microsoft.com/office/drawing/2014/main" id="{3EF8FE37-86E0-4329-9539-7EDE37570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619625"/>
            <a:ext cx="152400" cy="9525"/>
          </a:xfrm>
          <a:custGeom xmlns:a="http://schemas.openxmlformats.org/drawingml/2006/main">
            <a:pathLst>
              <a:path w="152400" h="9525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1572C3"/>
            </a:solidFill>
          </a:ln>
        </p:spPr>
      </p:sp>
      <p:sp>
        <p:nvSpPr>
          <p:cNvPr id="165" name="wire-892">
            <a:extLst xmlns:a="http://schemas.openxmlformats.org/drawingml/2006/main">
              <a:ext uri="{FF2B5EF4-FFF2-40B4-BE49-F238E27FC236}">
                <a16:creationId xmlns:a16="http://schemas.microsoft.com/office/drawing/2014/main" id="{E19A371E-4D26-4B22-8C74-D012B1453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619625"/>
            <a:ext cx="9525" cy="942975"/>
          </a:xfrm>
          <a:custGeom xmlns:a="http://schemas.openxmlformats.org/drawingml/2006/main">
            <a:pathLst>
              <a:path w="9525" h="942975">
                <a:moveTo>
                  <a:pt x="0" y="0"/>
                </a:moveTo>
                <a:lnTo>
                  <a:pt x="0" y="942975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1572C3"/>
            </a:solidFill>
          </a:ln>
        </p:spPr>
      </p:sp>
      <p:sp>
        <p:nvSpPr>
          <p:cNvPr id="166" name="wire-893">
            <a:extLst xmlns:a="http://schemas.openxmlformats.org/drawingml/2006/main">
              <a:ext uri="{FF2B5EF4-FFF2-40B4-BE49-F238E27FC236}">
                <a16:creationId xmlns:a16="http://schemas.microsoft.com/office/drawing/2014/main" id="{B9F8DBBD-EBFE-4A24-A18B-39B16A1D9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5562600"/>
            <a:ext cx="152400" cy="9525"/>
          </a:xfrm>
          <a:custGeom xmlns:a="http://schemas.openxmlformats.org/drawingml/2006/main">
            <a:pathLst>
              <a:path w="152400" h="9525">
                <a:moveTo>
                  <a:pt x="1524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1572C3"/>
            </a:solidFill>
          </a:ln>
        </p:spPr>
      </p:sp>
      <p:sp>
        <p:nvSpPr>
          <p:cNvPr id="167" name="circuit-894">
            <a:extLst xmlns:a="http://schemas.openxmlformats.org/drawingml/2006/main">
              <a:ext uri="{FF2B5EF4-FFF2-40B4-BE49-F238E27FC236}">
                <a16:creationId xmlns:a16="http://schemas.microsoft.com/office/drawing/2014/main" id="{81188888-600D-4230-A7D0-F4FFF3872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5531168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2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68" name="text-895">
            <a:extLst xmlns:a="http://schemas.openxmlformats.org/drawingml/2006/main">
              <a:ext uri="{FF2B5EF4-FFF2-40B4-BE49-F238E27FC236}">
                <a16:creationId xmlns:a16="http://schemas.microsoft.com/office/drawing/2014/main" id="{61EB0D7A-F950-4953-8CBB-6E0180A0D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4638675"/>
            <a:ext cx="123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画素を保存</a:t>
            </a:r>
          </a:p>
        </p:txBody>
      </p:sp>
      <p:sp>
        <p:nvSpPr>
          <p:cNvPr id="169" name="text-896">
            <a:extLst xmlns:a="http://schemas.openxmlformats.org/drawingml/2006/main">
              <a:ext uri="{FF2B5EF4-FFF2-40B4-BE49-F238E27FC236}">
                <a16:creationId xmlns:a16="http://schemas.microsoft.com/office/drawing/2014/main" id="{D2B18EC3-A2BB-4830-B7C6-795DA58F4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5219700"/>
            <a:ext cx="123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05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画素を読む</a:t>
            </a:r>
          </a:p>
        </p:txBody>
      </p:sp>
      <p:sp>
        <p:nvSpPr>
          <p:cNvPr id="170" name="text-897">
            <a:extLst xmlns:a="http://schemas.openxmlformats.org/drawingml/2006/main">
              <a:ext uri="{FF2B5EF4-FFF2-40B4-BE49-F238E27FC236}">
                <a16:creationId xmlns:a16="http://schemas.microsoft.com/office/drawing/2014/main" id="{F0CABA29-F749-4947-B363-140DB09D7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1085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CPU：ゲームの処理　RasterIX：描画　表示回路：映像出力</a:t>
            </a:r>
          </a:p>
        </p:txBody>
      </p:sp>
      <p:sp>
        <p:nvSpPr>
          <p:cNvPr id="171" name="text-898">
            <a:extLst xmlns:a="http://schemas.openxmlformats.org/drawingml/2006/main">
              <a:ext uri="{FF2B5EF4-FFF2-40B4-BE49-F238E27FC236}">
                <a16:creationId xmlns:a16="http://schemas.microsoft.com/office/drawing/2014/main" id="{F6FDB99B-1D1C-4B61-AB9C-4897209C7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00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図 8</a:t>
            </a:r>
          </a:p>
        </p:txBody>
      </p:sp>
      <p:sp>
        <p:nvSpPr>
          <p:cNvPr id="172" name="text-899">
            <a:extLst xmlns:a="http://schemas.openxmlformats.org/drawingml/2006/main">
              <a:ext uri="{FF2B5EF4-FFF2-40B4-BE49-F238E27FC236}">
                <a16:creationId xmlns:a16="http://schemas.microsoft.com/office/drawing/2014/main" id="{D6AB759B-AA0C-4DF1-B860-2FD71A0F3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6515100"/>
            <a:ext cx="979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描画と表示のメモリアクセスもDDRコントローラーを通る。画素は画面を作る点</a:t>
            </a:r>
          </a:p>
        </p:txBody>
      </p:sp>
    </p:spTree>
    <p:extLst>
      <p:ext uri="{BB962C8B-B14F-4D97-AF65-F5344CB8AC3E}">
        <p14:creationId xmlns:p14="http://schemas.microsoft.com/office/powerpoint/2010/main" val="130561432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900">
            <a:extLst xmlns:a="http://schemas.openxmlformats.org/drawingml/2006/main">
              <a:ext uri="{FF2B5EF4-FFF2-40B4-BE49-F238E27FC236}">
                <a16:creationId xmlns:a16="http://schemas.microsoft.com/office/drawing/2014/main" id="{1F3A2A9C-8036-48E7-BC1E-A16F0AD2B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"/>
            <a:ext cx="5619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" name="text-901">
            <a:extLst xmlns:a="http://schemas.openxmlformats.org/drawingml/2006/main">
              <a:ext uri="{FF2B5EF4-FFF2-40B4-BE49-F238E27FC236}">
                <a16:creationId xmlns:a16="http://schemas.microsoft.com/office/drawing/2014/main" id="{93E361F5-A1B8-4261-8663-B4C8521C3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4325"/>
            <a:ext cx="10325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接続した構成で、ブロック崩しを動かした</a:t>
            </a:r>
          </a:p>
        </p:txBody>
      </p:sp>
      <p:sp>
        <p:nvSpPr>
          <p:cNvPr id="3" name="text-902">
            <a:extLst xmlns:a="http://schemas.openxmlformats.org/drawingml/2006/main">
              <a:ext uri="{FF2B5EF4-FFF2-40B4-BE49-F238E27FC236}">
                <a16:creationId xmlns:a16="http://schemas.microsoft.com/office/drawing/2014/main" id="{0C92C5D4-FD73-4D7E-880E-35EBFE4F6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515100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defPPr>
            <a:lvl1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  <a:lvl2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2pPr>
            <a:lvl3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3pPr>
            <a:lvl4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4pPr>
            <a:lvl5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5pPr>
            <a:lvl6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6pPr>
            <a:lvl7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7pPr>
            <a:lvl8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8pPr>
            <a:lvl9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pic>
        <p:nvPicPr>
          <p:cNvPr id="4" name="Breakout demonstration video">
            <ns0:hlinkClick xmlns:ns0="http://schemas.openxmlformats.org/drawingml/2006/main" action="ppaction://media"/>
            <a:extLst xmlns:a="http://schemas.openxmlformats.org/drawingml/2006/main">
              <a:ext uri="{FF2B5EF4-FFF2-40B4-BE49-F238E27FC236}">
                <a16:creationId xmlns:a16="http://schemas.microsoft.com/office/drawing/2014/main" id="{10E1368D-B7F3-4229-B294-1CD875A50827}"/>
              </a:ext>
            </a:extLst>
          </p:cNvPr>
          <p:cNvPicPr>
            <a:picLocks xmlns:a="http://schemas.openxmlformats.org/drawingml/2006/main" noChangeAspect="1"/>
          </p:cNvPicPr>
          <p:nvPr>
            <ns0:videoFile xmlns:ns0="http://schemas.openxmlformats.org/drawingml/2006/main" xmlns:ns1="http://schemas.openxmlformats.org/officeDocument/2006/relationships" ns1:link="rIdBreakoutVideo"/>
            <p:extLst>
              <p:ext uri="{DAA4B4D4-6D71-4841-9C94-3DE7FCFB9230}">
                <ns2:media xmlns:ns2="http://schemas.microsoft.com/office/powerpoint/2010/main" xmlns:ns3="http://schemas.openxmlformats.org/officeDocument/2006/relationships" ns3:embed="rIdBreakoutMedia"/>
              </p:ext>
            </p:extLst>
          </p:nvPr>
        </p:nvPicPr>
        <p:blipFill>
          <a:blip xmlns:r="http://schemas.openxmlformats.org/officeDocument/2006/relationships" xmlns:a="http://schemas.openxmlformats.org/drawingml/2006/main" r:embed="Ra67f280ea3e94534"/>
          <a:stretch xmlns:a="http://schemas.openxmlformats.org/drawingml/2006/main"/>
        </p:blipFill>
        <p:spPr>
          <a:xfrm xmlns:a="http://schemas.openxmlformats.org/drawingml/2006/main">
            <a:off x="609600" y="1438275"/>
            <a:ext cx="6438900" cy="3621881"/>
          </a:xfrm>
          <a:prstGeom xmlns:a="http://schemas.openxmlformats.org/drawingml/2006/main" prst="rect">
            <a:avLst/>
          </a:prstGeom>
        </p:spPr>
      </p:pic>
      <p:sp>
        <p:nvSpPr>
          <p:cNvPr id="5" name="text-903">
            <a:extLst xmlns:a="http://schemas.openxmlformats.org/drawingml/2006/main">
              <a:ext uri="{FF2B5EF4-FFF2-40B4-BE49-F238E27FC236}">
                <a16:creationId xmlns:a16="http://schemas.microsoft.com/office/drawing/2014/main" id="{68A0278D-321F-41F1-BE73-C7BDDC0F8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6438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30秒の実機動画（クリックで再生）</a:t>
            </a:r>
          </a:p>
        </p:txBody>
      </p:sp>
      <p:sp>
        <p:nvSpPr>
          <p:cNvPr id="6" name="text-904">
            <a:extLst xmlns:a="http://schemas.openxmlformats.org/drawingml/2006/main">
              <a:ext uri="{FF2B5EF4-FFF2-40B4-BE49-F238E27FC236}">
                <a16:creationId xmlns:a16="http://schemas.microsoft.com/office/drawing/2014/main" id="{C85FBF76-7562-436A-9517-7C0D17026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533525"/>
            <a:ext cx="4048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640 × 480 画素</a:t>
            </a:r>
          </a:p>
          <a:p xmlns:a="http://schemas.openxmlformats.org/drawingml/2006/main">
            <a: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4条件で期待画像と一致</a:t>
            </a:r>
          </a:p>
        </p:txBody>
      </p:sp>
      <p:sp>
        <p:nvSpPr>
          <p:cNvPr id="7" name="text-905">
            <a:extLst xmlns:a="http://schemas.openxmlformats.org/drawingml/2006/main">
              <a:ext uri="{FF2B5EF4-FFF2-40B4-BE49-F238E27FC236}">
                <a16:creationId xmlns:a16="http://schemas.microsoft.com/office/drawing/2014/main" id="{671A63A4-DAEF-4B15-8B09-5D084D684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2914650"/>
            <a:ext cx="4048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0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5分間の自動プレイ</a:t>
            </a:r>
          </a:p>
          <a:p xmlns:a="http://schemas.openxmlformats.org/drawingml/2006/main">
            <a:pPr algn="l">
              <a:defRPr sz="20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別に30秒の映像を確認</a:t>
            </a:r>
          </a:p>
        </p:txBody>
      </p:sp>
      <p:sp>
        <p:nvSpPr>
          <p:cNvPr id="8" name="text-906">
            <a:extLst xmlns:a="http://schemas.openxmlformats.org/drawingml/2006/main">
              <a:ext uri="{FF2B5EF4-FFF2-40B4-BE49-F238E27FC236}">
                <a16:creationId xmlns:a16="http://schemas.microsoft.com/office/drawing/2014/main" id="{57F4DBF0-1865-4067-A3ED-3893EA301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4305300"/>
            <a:ext cx="40481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現在は自動操作</a:t>
            </a:r>
          </a:p>
          <a:p xmlns:a="http://schemas.openxmlformats.org/drawingml/2006/main">
            <a: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画像・継続実行・映像を確認</a:t>
            </a:r>
          </a:p>
        </p:txBody>
      </p:sp>
      <p:sp>
        <p:nvSpPr>
          <p:cNvPr id="9" name="text-907">
            <a:extLst xmlns:a="http://schemas.openxmlformats.org/drawingml/2006/main">
              <a:ext uri="{FF2B5EF4-FFF2-40B4-BE49-F238E27FC236}">
                <a16:creationId xmlns:a16="http://schemas.microsoft.com/office/drawing/2014/main" id="{2D03656B-84A6-42B2-B667-732562B44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CPU・描画・メモリ・表示をつなぎ、ゲーム画面を生成</a:t>
            </a:r>
          </a:p>
        </p:txBody>
      </p:sp>
      <p:sp>
        <p:nvSpPr>
          <p:cNvPr id="10" name="text-908">
            <a:extLst xmlns:a="http://schemas.openxmlformats.org/drawingml/2006/main">
              <a:ext uri="{FF2B5EF4-FFF2-40B4-BE49-F238E27FC236}">
                <a16:creationId xmlns:a16="http://schemas.microsoft.com/office/drawing/2014/main" id="{924733A5-0166-4AD5-8FD4-5D527CA51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626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残る課題：映像を受信できない場合の条件の特定</a:t>
            </a:r>
          </a:p>
        </p:txBody>
      </p:sp>
      <p:sp>
        <p:nvSpPr>
          <p:cNvPr id="11" name="text-909">
            <a:extLst xmlns:a="http://schemas.openxmlformats.org/drawingml/2006/main">
              <a:ext uri="{FF2B5EF4-FFF2-40B4-BE49-F238E27FC236}">
                <a16:creationId xmlns:a16="http://schemas.microsoft.com/office/drawing/2014/main" id="{EF86D55E-FA83-45CF-B687-6359C93FA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00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図 9</a:t>
            </a:r>
          </a:p>
        </p:txBody>
      </p:sp>
      <p:sp>
        <p:nvSpPr>
          <p:cNvPr id="12" name="text-910">
            <a:extLst xmlns:a="http://schemas.openxmlformats.org/drawingml/2006/main">
              <a:ext uri="{FF2B5EF4-FFF2-40B4-BE49-F238E27FC236}">
                <a16:creationId xmlns:a16="http://schemas.microsoft.com/office/drawing/2014/main" id="{2BE4E10B-16EE-4379-A08F-5E10815CB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6515100"/>
            <a:ext cx="979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実験記録 E6。継続実行・画像比較・映像取得は別々の記録。現在は自動操作</a:t>
            </a:r>
          </a:p>
        </p:txBody>
      </p:sp>
    </p:spTree>
    <p:extLst>
      <p:ext uri="{BB962C8B-B14F-4D97-AF65-F5344CB8AC3E}">
        <p14:creationId xmlns:p14="http://schemas.microsoft.com/office/powerpoint/2010/main" val="1658034109"/>
      </p:ext>
    </p:extLst>
  </p:cSld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911">
            <a:extLst xmlns:a="http://schemas.openxmlformats.org/drawingml/2006/main">
              <a:ext uri="{FF2B5EF4-FFF2-40B4-BE49-F238E27FC236}">
                <a16:creationId xmlns:a16="http://schemas.microsoft.com/office/drawing/2014/main" id="{782B18B5-E3BC-4367-B68E-D253D3FD5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"/>
            <a:ext cx="5619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" name="text-912">
            <a:extLst xmlns:a="http://schemas.openxmlformats.org/drawingml/2006/main">
              <a:ext uri="{FF2B5EF4-FFF2-40B4-BE49-F238E27FC236}">
                <a16:creationId xmlns:a16="http://schemas.microsoft.com/office/drawing/2014/main" id="{5CFDDA6A-1B7F-4F7E-8EB0-43562A9A6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4325"/>
            <a:ext cx="10325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Wallyをゲーム機へ拡張する設計例を示した</a:t>
            </a:r>
          </a:p>
        </p:txBody>
      </p:sp>
      <p:sp>
        <p:nvSpPr>
          <p:cNvPr id="3" name="text-913">
            <a:extLst xmlns:a="http://schemas.openxmlformats.org/drawingml/2006/main">
              <a:ext uri="{FF2B5EF4-FFF2-40B4-BE49-F238E27FC236}">
                <a16:creationId xmlns:a16="http://schemas.microsoft.com/office/drawing/2014/main" id="{5B809DC5-49C8-4090-ADBA-040A0A1E8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515100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defPPr>
            <a:lvl1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  <a:lvl2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2pPr>
            <a:lvl3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3pPr>
            <a:lvl4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4pPr>
            <a:lvl5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5pPr>
            <a:lvl6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6pPr>
            <a:lvl7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7pPr>
            <a:lvl8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8pPr>
            <a:lvl9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text-914">
            <a:extLst xmlns:a="http://schemas.openxmlformats.org/drawingml/2006/main">
              <a:ext uri="{FF2B5EF4-FFF2-40B4-BE49-F238E27FC236}">
                <a16:creationId xmlns:a16="http://schemas.microsoft.com/office/drawing/2014/main" id="{3A0A6E3A-A078-4A10-AC6F-F20B68E95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本研究で設計・確認した接続</a:t>
            </a:r>
          </a:p>
        </p:txBody>
      </p:sp>
      <p:sp>
        <p:nvSpPr>
          <p:cNvPr id="5" name="text-915">
            <a:extLst xmlns:a="http://schemas.openxmlformats.org/drawingml/2006/main">
              <a:ext uri="{FF2B5EF4-FFF2-40B4-BE49-F238E27FC236}">
                <a16:creationId xmlns:a16="http://schemas.microsoft.com/office/drawing/2014/main" id="{C4B1BD2F-9994-4733-A88B-9ECC3FC1B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47900"/>
            <a:ext cx="238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▸</a:t>
            </a:r>
          </a:p>
        </p:txBody>
      </p:sp>
      <p:sp>
        <p:nvSpPr>
          <p:cNvPr id="6" name="text-916">
            <a:extLst xmlns:a="http://schemas.openxmlformats.org/drawingml/2006/main">
              <a:ext uri="{FF2B5EF4-FFF2-40B4-BE49-F238E27FC236}">
                <a16:creationId xmlns:a16="http://schemas.microsoft.com/office/drawing/2014/main" id="{1B8A98E3-73FC-4D4F-8F5F-E50B0B06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47900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番地の割当て</a:t>
            </a:r>
          </a:p>
        </p:txBody>
      </p:sp>
      <p:sp>
        <p:nvSpPr>
          <p:cNvPr id="7" name="text-917">
            <a:extLst xmlns:a="http://schemas.openxmlformats.org/drawingml/2006/main">
              <a:ext uri="{FF2B5EF4-FFF2-40B4-BE49-F238E27FC236}">
                <a16:creationId xmlns:a16="http://schemas.microsoft.com/office/drawing/2014/main" id="{71DCD15C-DFA9-4025-A6A6-127AB81B6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247900"/>
            <a:ext cx="7572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番地の比較で描画用の窓口を選ぶ</a:t>
            </a:r>
          </a:p>
        </p:txBody>
      </p:sp>
      <p:sp>
        <p:nvSpPr>
          <p:cNvPr id="8" name="text-918">
            <a:extLst xmlns:a="http://schemas.openxmlformats.org/drawingml/2006/main">
              <a:ext uri="{FF2B5EF4-FFF2-40B4-BE49-F238E27FC236}">
                <a16:creationId xmlns:a16="http://schemas.microsoft.com/office/drawing/2014/main" id="{8731B318-B13A-438F-86AE-F18801EE8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238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▸</a:t>
            </a:r>
          </a:p>
        </p:txBody>
      </p:sp>
      <p:sp>
        <p:nvSpPr>
          <p:cNvPr id="9" name="text-919">
            <a:extLst xmlns:a="http://schemas.openxmlformats.org/drawingml/2006/main">
              <a:ext uri="{FF2B5EF4-FFF2-40B4-BE49-F238E27FC236}">
                <a16:creationId xmlns:a16="http://schemas.microsoft.com/office/drawing/2014/main" id="{C986D9FA-72D1-4582-82FD-8B16AA376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描画への接続</a:t>
            </a:r>
          </a:p>
        </p:txBody>
      </p:sp>
      <p:sp>
        <p:nvSpPr>
          <p:cNvPr id="10" name="text-920">
            <a:extLst xmlns:a="http://schemas.openxmlformats.org/drawingml/2006/main">
              <a:ext uri="{FF2B5EF4-FFF2-40B4-BE49-F238E27FC236}">
                <a16:creationId xmlns:a16="http://schemas.microsoft.com/office/drawing/2014/main" id="{14317E00-DC77-44A3-9333-1E37DBC38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7572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CPUの書込みで描画命令を渡す</a:t>
            </a:r>
          </a:p>
        </p:txBody>
      </p:sp>
      <p:sp>
        <p:nvSpPr>
          <p:cNvPr id="11" name="text-921">
            <a:extLst xmlns:a="http://schemas.openxmlformats.org/drawingml/2006/main">
              <a:ext uri="{FF2B5EF4-FFF2-40B4-BE49-F238E27FC236}">
                <a16:creationId xmlns:a16="http://schemas.microsoft.com/office/drawing/2014/main" id="{7D1D86CD-6A4A-46FE-8E6D-DE40B80FE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67100"/>
            <a:ext cx="238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▸</a:t>
            </a:r>
          </a:p>
        </p:txBody>
      </p:sp>
      <p:sp>
        <p:nvSpPr>
          <p:cNvPr id="12" name="text-922">
            <a:extLst xmlns:a="http://schemas.openxmlformats.org/drawingml/2006/main">
              <a:ext uri="{FF2B5EF4-FFF2-40B4-BE49-F238E27FC236}">
                <a16:creationId xmlns:a16="http://schemas.microsoft.com/office/drawing/2014/main" id="{29583F6E-897D-4BCD-85BF-77B7EEB96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67100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実機での確認</a:t>
            </a:r>
          </a:p>
        </p:txBody>
      </p:sp>
      <p:sp>
        <p:nvSpPr>
          <p:cNvPr id="13" name="text-923">
            <a:extLst xmlns:a="http://schemas.openxmlformats.org/drawingml/2006/main">
              <a:ext uri="{FF2B5EF4-FFF2-40B4-BE49-F238E27FC236}">
                <a16:creationId xmlns:a16="http://schemas.microsoft.com/office/drawing/2014/main" id="{819F023E-55A1-48E2-8009-A943C960C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67100"/>
            <a:ext cx="7572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ゲーム画面の生成と継続動作を確認</a:t>
            </a:r>
          </a:p>
        </p:txBody>
      </p:sp>
      <p:sp>
        <p:nvSpPr>
          <p:cNvPr id="14" name="text-924">
            <a:extLst xmlns:a="http://schemas.openxmlformats.org/drawingml/2006/main">
              <a:ext uri="{FF2B5EF4-FFF2-40B4-BE49-F238E27FC236}">
                <a16:creationId xmlns:a16="http://schemas.microsoft.com/office/drawing/2014/main" id="{C5EE0D21-F316-4932-AB20-2C423C3DB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Wallyの拡張を学ぶ人が参照できる、</a:t>
            </a:r>
          </a:p>
          <a:p xmlns:a="http://schemas.openxmlformats.org/drawingml/2006/main">
            <a: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接続設計と実機での動作確認の例</a:t>
            </a:r>
          </a:p>
        </p:txBody>
      </p:sp>
      <p:sp>
        <p:nvSpPr>
          <p:cNvPr id="15" name="text-925">
            <a:extLst xmlns:a="http://schemas.openxmlformats.org/drawingml/2006/main">
              <a:ext uri="{FF2B5EF4-FFF2-40B4-BE49-F238E27FC236}">
                <a16:creationId xmlns:a16="http://schemas.microsoft.com/office/drawing/2014/main" id="{E44960E4-1849-4D93-975C-6422E0676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1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次の段階：コントローラーを加え、手で操作する</a:t>
            </a:r>
          </a:p>
        </p:txBody>
      </p:sp>
      <p:sp>
        <p:nvSpPr>
          <p:cNvPr id="16" name="text-926">
            <a:extLst xmlns:a="http://schemas.openxmlformats.org/drawingml/2006/main">
              <a:ext uri="{FF2B5EF4-FFF2-40B4-BE49-F238E27FC236}">
                <a16:creationId xmlns:a16="http://schemas.microsoft.com/office/drawing/2014/main" id="{5F14B637-A937-4A8C-9160-7AFBA7640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CPU・RasterIXは既存回路を利用。学習効果そのものを実験したという主張ではない</a:t>
            </a:r>
          </a:p>
        </p:txBody>
      </p:sp>
    </p:spTree>
    <p:extLst>
      <p:ext uri="{BB962C8B-B14F-4D97-AF65-F5344CB8AC3E}">
        <p14:creationId xmlns:p14="http://schemas.microsoft.com/office/powerpoint/2010/main" val="1514560745"/>
      </p:ext>
    </p:extLst>
  </p:cSld>
</p:sld>
</file>

<file path=ppt/slides/slide11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1" name="text-927">
            <a:extLst xmlns:a="http://schemas.openxmlformats.org/drawingml/2006/main">
              <a:ext uri="{FF2B5EF4-FFF2-40B4-BE49-F238E27FC236}">
                <a16:creationId xmlns:a16="http://schemas.microsoft.com/office/drawing/2014/main" id="{1EE722AA-51CE-4429-907C-859295DD0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"/>
            <a:ext cx="5619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2" name="text-928">
            <a:extLst xmlns:a="http://schemas.openxmlformats.org/drawingml/2006/main">
              <a:ext uri="{FF2B5EF4-FFF2-40B4-BE49-F238E27FC236}">
                <a16:creationId xmlns:a16="http://schemas.microsoft.com/office/drawing/2014/main" id="{F22B3935-AA11-4AE7-B8C5-889889EF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4325"/>
            <a:ext cx="10325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質問用：詳細な全体のブロック図</a:t>
            </a:r>
          </a:p>
        </p:txBody>
      </p:sp>
      <p:sp>
        <p:nvSpPr>
          <p:cNvPr id="3" name="text-929">
            <a:extLst xmlns:a="http://schemas.openxmlformats.org/drawingml/2006/main">
              <a:ext uri="{FF2B5EF4-FFF2-40B4-BE49-F238E27FC236}">
                <a16:creationId xmlns:a16="http://schemas.microsoft.com/office/drawing/2014/main" id="{DA31C034-CC6C-41B3-9769-1DAB8348F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515100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defPPr>
            <a:lvl1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  <a:lvl2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2pPr>
            <a:lvl3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3pPr>
            <a:lvl4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4pPr>
            <a:lvl5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5pPr>
            <a:lvl6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6pPr>
            <a:lvl7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7pPr>
            <a:lvl8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8pPr>
            <a:lvl9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block-930">
            <a:extLst xmlns:a="http://schemas.openxmlformats.org/drawingml/2006/main">
              <a:ext uri="{FF2B5EF4-FFF2-40B4-BE49-F238E27FC236}">
                <a16:creationId xmlns:a16="http://schemas.microsoft.com/office/drawing/2014/main" id="{12C5AD21-1050-4270-9405-E1D071AB8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171575"/>
            <a:ext cx="1412748" cy="32232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5" name="text-931">
            <a:extLst xmlns:a="http://schemas.openxmlformats.org/drawingml/2006/main">
              <a:ext uri="{FF2B5EF4-FFF2-40B4-BE49-F238E27FC236}">
                <a16:creationId xmlns:a16="http://schemas.microsoft.com/office/drawing/2014/main" id="{D3F4CC38-BED6-4DC4-9C28-4FBCDE252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7632" y="1180529"/>
            <a:ext cx="1353884" cy="304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4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DDR3</a:t>
            </a:r>
          </a:p>
        </p:txBody>
      </p:sp>
      <p:sp>
        <p:nvSpPr>
          <p:cNvPr id="6" name="block-932">
            <a:extLst xmlns:a="http://schemas.openxmlformats.org/drawingml/2006/main">
              <a:ext uri="{FF2B5EF4-FFF2-40B4-BE49-F238E27FC236}">
                <a16:creationId xmlns:a16="http://schemas.microsoft.com/office/drawing/2014/main" id="{9F2A9297-88D2-4F2A-9CCB-3C8127003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6028" y="1171575"/>
            <a:ext cx="1324451" cy="32232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7" name="text-933">
            <a:extLst xmlns:a="http://schemas.openxmlformats.org/drawingml/2006/main">
              <a:ext uri="{FF2B5EF4-FFF2-40B4-BE49-F238E27FC236}">
                <a16:creationId xmlns:a16="http://schemas.microsoft.com/office/drawing/2014/main" id="{037DF734-E395-4737-BD1B-94D9BB77C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5460" y="1180529"/>
            <a:ext cx="1265587" cy="304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4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SD card</a:t>
            </a:r>
          </a:p>
        </p:txBody>
      </p:sp>
      <p:sp>
        <p:nvSpPr>
          <p:cNvPr id="8" name="block-934">
            <a:extLst xmlns:a="http://schemas.openxmlformats.org/drawingml/2006/main">
              <a:ext uri="{FF2B5EF4-FFF2-40B4-BE49-F238E27FC236}">
                <a16:creationId xmlns:a16="http://schemas.microsoft.com/office/drawing/2014/main" id="{8F61F938-D878-4278-B610-4DC3F072B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204"/>
            <a:ext cx="10988040" cy="482593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9F1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9" name="text-935">
            <a:extLst xmlns:a="http://schemas.openxmlformats.org/drawingml/2006/main">
              <a:ext uri="{FF2B5EF4-FFF2-40B4-BE49-F238E27FC236}">
                <a16:creationId xmlns:a16="http://schemas.microsoft.com/office/drawing/2014/main" id="{D8342DEE-59F1-4637-A200-0F971BAE2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761" y="1664018"/>
            <a:ext cx="3482816" cy="2596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FPGA / fpgaTop</a:t>
            </a:r>
          </a:p>
        </p:txBody>
      </p:sp>
      <p:sp>
        <p:nvSpPr>
          <p:cNvPr id="10" name="text-936">
            <a:extLst xmlns:a="http://schemas.openxmlformats.org/drawingml/2006/main">
              <a:ext uri="{FF2B5EF4-FFF2-40B4-BE49-F238E27FC236}">
                <a16:creationId xmlns:a16="http://schemas.microsoft.com/office/drawing/2014/main" id="{C31DD8C4-F62D-4C11-A350-0BFFFCF2A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9744" y="1664018"/>
            <a:ext cx="1324451" cy="2417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5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Artix-7</a:t>
            </a:r>
          </a:p>
        </p:txBody>
      </p:sp>
      <p:sp>
        <p:nvSpPr>
          <p:cNvPr id="11" name="block-937">
            <a:extLst xmlns:a="http://schemas.openxmlformats.org/drawingml/2006/main">
              <a:ext uri="{FF2B5EF4-FFF2-40B4-BE49-F238E27FC236}">
                <a16:creationId xmlns:a16="http://schemas.microsoft.com/office/drawing/2014/main" id="{0CC8C351-C87B-4F7E-AA77-09FF6A087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761" y="1986344"/>
            <a:ext cx="8584406" cy="431558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231F20"/>
            </a:solidFill>
          </a:ln>
        </p:spPr>
      </p:sp>
      <p:sp>
        <p:nvSpPr>
          <p:cNvPr id="12" name="text-938">
            <a:extLst xmlns:a="http://schemas.openxmlformats.org/drawingml/2006/main">
              <a:ext uri="{FF2B5EF4-FFF2-40B4-BE49-F238E27FC236}">
                <a16:creationId xmlns:a16="http://schemas.microsoft.com/office/drawing/2014/main" id="{A072DB66-60C1-436D-8FB7-6FCA12C3A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3" y="2013204"/>
            <a:ext cx="3237548" cy="2238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5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wallypipelinedsoc</a:t>
            </a:r>
          </a:p>
        </p:txBody>
      </p:sp>
      <p:sp>
        <p:nvSpPr>
          <p:cNvPr id="13" name="block-939">
            <a:extLst xmlns:a="http://schemas.openxmlformats.org/drawingml/2006/main">
              <a:ext uri="{FF2B5EF4-FFF2-40B4-BE49-F238E27FC236}">
                <a16:creationId xmlns:a16="http://schemas.microsoft.com/office/drawing/2014/main" id="{CA247023-0F8C-4792-8B4C-E42C7C2C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301" y="2281809"/>
            <a:ext cx="8309705" cy="9311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15240">
            <a:solidFill>
              <a:srgbClr val="231F20"/>
            </a:solidFill>
          </a:ln>
        </p:spPr>
      </p:sp>
      <p:sp>
        <p:nvSpPr>
          <p:cNvPr id="14" name="text-940">
            <a:extLst xmlns:a="http://schemas.openxmlformats.org/drawingml/2006/main">
              <a:ext uri="{FF2B5EF4-FFF2-40B4-BE49-F238E27FC236}">
                <a16:creationId xmlns:a16="http://schemas.microsoft.com/office/drawing/2014/main" id="{5508B515-3226-4188-95C5-25CE8818B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409" y="2317623"/>
            <a:ext cx="932021" cy="2059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uncore</a:t>
            </a:r>
          </a:p>
        </p:txBody>
      </p:sp>
      <p:sp>
        <p:nvSpPr>
          <p:cNvPr id="15" name="block-941">
            <a:extLst xmlns:a="http://schemas.openxmlformats.org/drawingml/2006/main">
              <a:ext uri="{FF2B5EF4-FFF2-40B4-BE49-F238E27FC236}">
                <a16:creationId xmlns:a16="http://schemas.microsoft.com/office/drawing/2014/main" id="{4471567C-BCE6-4BF3-94A5-B6D8BB570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3105" y="2380298"/>
            <a:ext cx="882968" cy="2775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A3DC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16" name="text-942">
            <a:extLst xmlns:a="http://schemas.openxmlformats.org/drawingml/2006/main">
              <a:ext uri="{FF2B5EF4-FFF2-40B4-BE49-F238E27FC236}">
                <a16:creationId xmlns:a16="http://schemas.microsoft.com/office/drawing/2014/main" id="{B717479F-5CE0-48DA-91EB-0ABEBF891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2537" y="2389251"/>
            <a:ext cx="824103" cy="2596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adrdecs</a:t>
            </a:r>
          </a:p>
        </p:txBody>
      </p:sp>
      <p:sp>
        <p:nvSpPr>
          <p:cNvPr id="17" name="block-943">
            <a:extLst xmlns:a="http://schemas.openxmlformats.org/drawingml/2006/main">
              <a:ext uri="{FF2B5EF4-FFF2-40B4-BE49-F238E27FC236}">
                <a16:creationId xmlns:a16="http://schemas.microsoft.com/office/drawing/2014/main" id="{D9342B97-043E-4CA0-844C-7FDFF3858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0774" y="2380298"/>
            <a:ext cx="961454" cy="2775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18" name="text-944">
            <a:extLst xmlns:a="http://schemas.openxmlformats.org/drawingml/2006/main">
              <a:ext uri="{FF2B5EF4-FFF2-40B4-BE49-F238E27FC236}">
                <a16:creationId xmlns:a16="http://schemas.microsoft.com/office/drawing/2014/main" id="{E3E87D7F-C78F-41E7-A91D-E4980BCF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0206" y="2389251"/>
            <a:ext cx="902589" cy="2596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Boot ROM</a:t>
            </a:r>
          </a:p>
        </p:txBody>
      </p:sp>
      <p:sp>
        <p:nvSpPr>
          <p:cNvPr id="19" name="block-945">
            <a:extLst xmlns:a="http://schemas.openxmlformats.org/drawingml/2006/main">
              <a:ext uri="{FF2B5EF4-FFF2-40B4-BE49-F238E27FC236}">
                <a16:creationId xmlns:a16="http://schemas.microsoft.com/office/drawing/2014/main" id="{9F8FA4EE-3C23-4289-A5D9-9E091DECA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8980" y="2523554"/>
            <a:ext cx="1461802" cy="4029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A3DC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20" name="text-946">
            <a:extLst xmlns:a="http://schemas.openxmlformats.org/drawingml/2006/main">
              <a:ext uri="{FF2B5EF4-FFF2-40B4-BE49-F238E27FC236}">
                <a16:creationId xmlns:a16="http://schemas.microsoft.com/office/drawing/2014/main" id="{9B2EF6DB-134B-4677-BC44-FC7CA205E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8412" y="2532507"/>
            <a:ext cx="1402937" cy="38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ahbapbbridge</a:t>
            </a:r>
          </a:p>
        </p:txBody>
      </p:sp>
      <p:sp>
        <p:nvSpPr>
          <p:cNvPr id="21" name="text-947">
            <a:extLst xmlns:a="http://schemas.openxmlformats.org/drawingml/2006/main">
              <a:ext uri="{FF2B5EF4-FFF2-40B4-BE49-F238E27FC236}">
                <a16:creationId xmlns:a16="http://schemas.microsoft.com/office/drawing/2014/main" id="{2591C696-4957-4348-92E0-0F8A0A910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00" y="2917507"/>
            <a:ext cx="667131" cy="1790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AHB</a:t>
            </a:r>
          </a:p>
        </p:txBody>
      </p:sp>
      <p:sp>
        <p:nvSpPr>
          <p:cNvPr id="22" name="text-948">
            <a:extLst xmlns:a="http://schemas.openxmlformats.org/drawingml/2006/main">
              <a:ext uri="{FF2B5EF4-FFF2-40B4-BE49-F238E27FC236}">
                <a16:creationId xmlns:a16="http://schemas.microsoft.com/office/drawing/2014/main" id="{2D51602D-26D6-4DA7-B1CD-6937522CD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186" y="2917507"/>
            <a:ext cx="686753" cy="1790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APB</a:t>
            </a:r>
          </a:p>
        </p:txBody>
      </p:sp>
      <p:sp>
        <p:nvSpPr>
          <p:cNvPr id="23" name="wire-949">
            <a:extLst xmlns:a="http://schemas.openxmlformats.org/drawingml/2006/main">
              <a:ext uri="{FF2B5EF4-FFF2-40B4-BE49-F238E27FC236}">
                <a16:creationId xmlns:a16="http://schemas.microsoft.com/office/drawing/2014/main" id="{8803A549-E206-49CB-AEC4-CD77663BA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9918" y="2819019"/>
            <a:ext cx="3159062" cy="9525"/>
          </a:xfrm>
          <a:custGeom xmlns:a="http://schemas.openxmlformats.org/drawingml/2006/main">
            <a:pathLst>
              <a:path w="3159062" h="9525">
                <a:moveTo>
                  <a:pt x="0" y="0"/>
                </a:moveTo>
                <a:lnTo>
                  <a:pt x="315906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1572C3"/>
            </a:solidFill>
          </a:ln>
        </p:spPr>
      </p:sp>
      <p:sp>
        <p:nvSpPr>
          <p:cNvPr id="24" name="wire-950">
            <a:extLst xmlns:a="http://schemas.openxmlformats.org/drawingml/2006/main">
              <a:ext uri="{FF2B5EF4-FFF2-40B4-BE49-F238E27FC236}">
                <a16:creationId xmlns:a16="http://schemas.microsoft.com/office/drawing/2014/main" id="{746EE561-DC16-40EA-97D6-D712A39DA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4589" y="2657856"/>
            <a:ext cx="9525" cy="161163"/>
          </a:xfrm>
          <a:custGeom xmlns:a="http://schemas.openxmlformats.org/drawingml/2006/main">
            <a:pathLst>
              <a:path w="9525" h="161163">
                <a:moveTo>
                  <a:pt x="0" y="0"/>
                </a:moveTo>
                <a:lnTo>
                  <a:pt x="0" y="161163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25" name="wire-951">
            <a:extLst xmlns:a="http://schemas.openxmlformats.org/drawingml/2006/main">
              <a:ext uri="{FF2B5EF4-FFF2-40B4-BE49-F238E27FC236}">
                <a16:creationId xmlns:a16="http://schemas.microsoft.com/office/drawing/2014/main" id="{19333342-B643-4A6B-81D1-44D86071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690" y="2657856"/>
            <a:ext cx="9525" cy="161163"/>
          </a:xfrm>
          <a:custGeom xmlns:a="http://schemas.openxmlformats.org/drawingml/2006/main">
            <a:pathLst>
              <a:path w="9525" h="161163">
                <a:moveTo>
                  <a:pt x="0" y="0"/>
                </a:moveTo>
                <a:lnTo>
                  <a:pt x="0" y="161163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231F20"/>
            </a:solidFill>
          </a:ln>
        </p:spPr>
      </p:sp>
      <p:sp>
        <p:nvSpPr>
          <p:cNvPr id="26" name="wire-952">
            <a:extLst xmlns:a="http://schemas.openxmlformats.org/drawingml/2006/main">
              <a:ext uri="{FF2B5EF4-FFF2-40B4-BE49-F238E27FC236}">
                <a16:creationId xmlns:a16="http://schemas.microsoft.com/office/drawing/2014/main" id="{377F0EF2-F010-4BB1-8EAE-7DF53D614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0781" y="2738438"/>
            <a:ext cx="2903982" cy="9525"/>
          </a:xfrm>
          <a:custGeom xmlns:a="http://schemas.openxmlformats.org/drawingml/2006/main">
            <a:pathLst>
              <a:path w="2903982" h="9525">
                <a:moveTo>
                  <a:pt x="0" y="0"/>
                </a:moveTo>
                <a:lnTo>
                  <a:pt x="290398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1572C3"/>
            </a:solidFill>
          </a:ln>
        </p:spPr>
      </p:sp>
      <p:sp>
        <p:nvSpPr>
          <p:cNvPr id="27" name="wire-953">
            <a:extLst xmlns:a="http://schemas.openxmlformats.org/drawingml/2006/main">
              <a:ext uri="{FF2B5EF4-FFF2-40B4-BE49-F238E27FC236}">
                <a16:creationId xmlns:a16="http://schemas.microsoft.com/office/drawing/2014/main" id="{4B0B62BD-4966-41F2-9C46-89F5C9799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4763" y="2738438"/>
            <a:ext cx="402241" cy="9525"/>
          </a:xfrm>
          <a:custGeom xmlns:a="http://schemas.openxmlformats.org/drawingml/2006/main">
            <a:pathLst>
              <a:path w="402241" h="9525">
                <a:moveTo>
                  <a:pt x="0" y="0"/>
                </a:moveTo>
                <a:lnTo>
                  <a:pt x="402241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1572C3"/>
            </a:solidFill>
          </a:ln>
        </p:spPr>
      </p:sp>
      <p:sp>
        <p:nvSpPr>
          <p:cNvPr id="28" name="wire-954">
            <a:extLst xmlns:a="http://schemas.openxmlformats.org/drawingml/2006/main">
              <a:ext uri="{FF2B5EF4-FFF2-40B4-BE49-F238E27FC236}">
                <a16:creationId xmlns:a16="http://schemas.microsoft.com/office/drawing/2014/main" id="{CEB2DF34-FEB3-4ADC-AA68-CE34229F5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7004" y="2738438"/>
            <a:ext cx="9525" cy="1253490"/>
          </a:xfrm>
          <a:custGeom xmlns:a="http://schemas.openxmlformats.org/drawingml/2006/main">
            <a:pathLst>
              <a:path w="9525" h="1253490">
                <a:moveTo>
                  <a:pt x="0" y="0"/>
                </a:moveTo>
                <a:lnTo>
                  <a:pt x="0" y="125349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1572C3"/>
            </a:solidFill>
          </a:ln>
        </p:spPr>
      </p:sp>
      <p:sp>
        <p:nvSpPr>
          <p:cNvPr id="29" name="wire-955">
            <a:extLst xmlns:a="http://schemas.openxmlformats.org/drawingml/2006/main">
              <a:ext uri="{FF2B5EF4-FFF2-40B4-BE49-F238E27FC236}">
                <a16:creationId xmlns:a16="http://schemas.microsoft.com/office/drawing/2014/main" id="{A0877A20-3863-491F-ABB1-431F11D1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7004" y="3991927"/>
            <a:ext cx="382619" cy="9525"/>
          </a:xfrm>
          <a:custGeom xmlns:a="http://schemas.openxmlformats.org/drawingml/2006/main">
            <a:pathLst>
              <a:path w="382619" h="9525">
                <a:moveTo>
                  <a:pt x="0" y="0"/>
                </a:moveTo>
                <a:lnTo>
                  <a:pt x="382619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1572C3"/>
            </a:solidFill>
          </a:ln>
        </p:spPr>
      </p:sp>
      <p:sp>
        <p:nvSpPr>
          <p:cNvPr id="30" name="circuit-956">
            <a:extLst xmlns:a="http://schemas.openxmlformats.org/drawingml/2006/main">
              <a:ext uri="{FF2B5EF4-FFF2-40B4-BE49-F238E27FC236}">
                <a16:creationId xmlns:a16="http://schemas.microsoft.com/office/drawing/2014/main" id="{9EDDD720-3AF5-4080-AEA0-D94C5F81E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570" y="3973125"/>
            <a:ext cx="49054" cy="37605"/>
          </a:xfrm>
          <a:custGeom xmlns:a="http://schemas.openxmlformats.org/drawingml/2006/main">
            <a:pathLst>
              <a:path w="49054" h="37605">
                <a:moveTo>
                  <a:pt x="49054" y="18802"/>
                </a:moveTo>
                <a:lnTo>
                  <a:pt x="0" y="0"/>
                </a:lnTo>
                <a:lnTo>
                  <a:pt x="0" y="3760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31" name="block-957">
            <a:extLst xmlns:a="http://schemas.openxmlformats.org/drawingml/2006/main">
              <a:ext uri="{FF2B5EF4-FFF2-40B4-BE49-F238E27FC236}">
                <a16:creationId xmlns:a16="http://schemas.microsoft.com/office/drawing/2014/main" id="{33C6DA50-FE15-48B4-8215-1A557C520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7375" y="2389251"/>
            <a:ext cx="912400" cy="25965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32" name="text-958">
            <a:extLst xmlns:a="http://schemas.openxmlformats.org/drawingml/2006/main">
              <a:ext uri="{FF2B5EF4-FFF2-40B4-BE49-F238E27FC236}">
                <a16:creationId xmlns:a16="http://schemas.microsoft.com/office/drawing/2014/main" id="{2E4CBDE2-E7B8-49D3-9975-43ECD9CAC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6807" y="2398205"/>
            <a:ext cx="853535" cy="2417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uart_apb</a:t>
            </a:r>
          </a:p>
        </p:txBody>
      </p:sp>
      <p:sp>
        <p:nvSpPr>
          <p:cNvPr id="33" name="block-959">
            <a:extLst xmlns:a="http://schemas.openxmlformats.org/drawingml/2006/main">
              <a:ext uri="{FF2B5EF4-FFF2-40B4-BE49-F238E27FC236}">
                <a16:creationId xmlns:a16="http://schemas.microsoft.com/office/drawing/2014/main" id="{01693A8D-6739-4EC2-ACA4-1F23CD281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7504" y="2389251"/>
            <a:ext cx="863346" cy="25965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34" name="text-960">
            <a:extLst xmlns:a="http://schemas.openxmlformats.org/drawingml/2006/main">
              <a:ext uri="{FF2B5EF4-FFF2-40B4-BE49-F238E27FC236}">
                <a16:creationId xmlns:a16="http://schemas.microsoft.com/office/drawing/2014/main" id="{83E8E8F5-E382-4B67-99D6-495DB1908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936" y="2398205"/>
            <a:ext cx="804482" cy="2417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gpio_apb</a:t>
            </a:r>
          </a:p>
        </p:txBody>
      </p:sp>
      <p:sp>
        <p:nvSpPr>
          <p:cNvPr id="35" name="block-961">
            <a:extLst xmlns:a="http://schemas.openxmlformats.org/drawingml/2006/main">
              <a:ext uri="{FF2B5EF4-FFF2-40B4-BE49-F238E27FC236}">
                <a16:creationId xmlns:a16="http://schemas.microsoft.com/office/drawing/2014/main" id="{F3EB6032-62B0-4114-ABEA-1437E4A9A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8957" y="2389251"/>
            <a:ext cx="676942" cy="25965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A3DC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36" name="text-962">
            <a:extLst xmlns:a="http://schemas.openxmlformats.org/drawingml/2006/main">
              <a:ext uri="{FF2B5EF4-FFF2-40B4-BE49-F238E27FC236}">
                <a16:creationId xmlns:a16="http://schemas.microsoft.com/office/drawing/2014/main" id="{455098E4-82C8-4EBA-BB3E-3B0CEE98D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389" y="2398205"/>
            <a:ext cx="618077" cy="2417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spi_apb</a:t>
            </a:r>
          </a:p>
        </p:txBody>
      </p:sp>
      <p:sp>
        <p:nvSpPr>
          <p:cNvPr id="37" name="wire-963">
            <a:extLst xmlns:a="http://schemas.openxmlformats.org/drawingml/2006/main">
              <a:ext uri="{FF2B5EF4-FFF2-40B4-BE49-F238E27FC236}">
                <a16:creationId xmlns:a16="http://schemas.microsoft.com/office/drawing/2014/main" id="{E0F52478-F521-4FC2-8BD3-0E1293D38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8859" y="2648903"/>
            <a:ext cx="9525" cy="89535"/>
          </a:xfrm>
          <a:custGeom xmlns:a="http://schemas.openxmlformats.org/drawingml/2006/main">
            <a:pathLst>
              <a:path w="9525" h="89535">
                <a:moveTo>
                  <a:pt x="0" y="0"/>
                </a:moveTo>
                <a:lnTo>
                  <a:pt x="0" y="89535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231F20"/>
            </a:solidFill>
          </a:ln>
        </p:spPr>
      </p:sp>
      <p:sp>
        <p:nvSpPr>
          <p:cNvPr id="38" name="wire-964">
            <a:extLst xmlns:a="http://schemas.openxmlformats.org/drawingml/2006/main">
              <a:ext uri="{FF2B5EF4-FFF2-40B4-BE49-F238E27FC236}">
                <a16:creationId xmlns:a16="http://schemas.microsoft.com/office/drawing/2014/main" id="{E35F326B-6D9F-4129-BB5F-3A83D8A94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9366" y="2648903"/>
            <a:ext cx="9525" cy="89535"/>
          </a:xfrm>
          <a:custGeom xmlns:a="http://schemas.openxmlformats.org/drawingml/2006/main">
            <a:pathLst>
              <a:path w="9525" h="89535">
                <a:moveTo>
                  <a:pt x="0" y="0"/>
                </a:moveTo>
                <a:lnTo>
                  <a:pt x="0" y="89535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231F20"/>
            </a:solidFill>
          </a:ln>
        </p:spPr>
      </p:sp>
      <p:sp>
        <p:nvSpPr>
          <p:cNvPr id="39" name="wire-965">
            <a:extLst xmlns:a="http://schemas.openxmlformats.org/drawingml/2006/main">
              <a:ext uri="{FF2B5EF4-FFF2-40B4-BE49-F238E27FC236}">
                <a16:creationId xmlns:a16="http://schemas.microsoft.com/office/drawing/2014/main" id="{6050F49E-4796-48DE-9E30-BD28E85D7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2523" y="2648903"/>
            <a:ext cx="9525" cy="89535"/>
          </a:xfrm>
          <a:custGeom xmlns:a="http://schemas.openxmlformats.org/drawingml/2006/main">
            <a:pathLst>
              <a:path w="9525" h="89535">
                <a:moveTo>
                  <a:pt x="0" y="0"/>
                </a:moveTo>
                <a:lnTo>
                  <a:pt x="0" y="89535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231F20"/>
            </a:solidFill>
          </a:ln>
        </p:spPr>
      </p:sp>
      <p:sp>
        <p:nvSpPr>
          <p:cNvPr id="40" name="wire-966">
            <a:extLst xmlns:a="http://schemas.openxmlformats.org/drawingml/2006/main">
              <a:ext uri="{FF2B5EF4-FFF2-40B4-BE49-F238E27FC236}">
                <a16:creationId xmlns:a16="http://schemas.microsoft.com/office/drawing/2014/main" id="{D207A8A7-28C7-4C29-91E2-D306B8BDB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9684" y="2237042"/>
            <a:ext cx="9525" cy="152209"/>
          </a:xfrm>
          <a:custGeom xmlns:a="http://schemas.openxmlformats.org/drawingml/2006/main">
            <a:pathLst>
              <a:path w="9525" h="152209">
                <a:moveTo>
                  <a:pt x="0" y="15220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1572C3"/>
            </a:solidFill>
          </a:ln>
        </p:spPr>
      </p:sp>
      <p:sp>
        <p:nvSpPr>
          <p:cNvPr id="41" name="wire-967">
            <a:extLst xmlns:a="http://schemas.openxmlformats.org/drawingml/2006/main">
              <a:ext uri="{FF2B5EF4-FFF2-40B4-BE49-F238E27FC236}">
                <a16:creationId xmlns:a16="http://schemas.microsoft.com/office/drawing/2014/main" id="{24A26125-F148-48A0-BD72-2DFFA3C26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9684" y="2237042"/>
            <a:ext cx="569024" cy="9525"/>
          </a:xfrm>
          <a:custGeom xmlns:a="http://schemas.openxmlformats.org/drawingml/2006/main">
            <a:pathLst>
              <a:path w="569024" h="9525">
                <a:moveTo>
                  <a:pt x="0" y="0"/>
                </a:moveTo>
                <a:lnTo>
                  <a:pt x="56902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1572C3"/>
            </a:solidFill>
          </a:ln>
        </p:spPr>
      </p:sp>
      <p:sp>
        <p:nvSpPr>
          <p:cNvPr id="42" name="wire-968">
            <a:extLst xmlns:a="http://schemas.openxmlformats.org/drawingml/2006/main">
              <a:ext uri="{FF2B5EF4-FFF2-40B4-BE49-F238E27FC236}">
                <a16:creationId xmlns:a16="http://schemas.microsoft.com/office/drawing/2014/main" id="{81FAA9C4-8DE5-4969-940A-E1D5FF977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8707" y="1887855"/>
            <a:ext cx="9525" cy="349187"/>
          </a:xfrm>
          <a:custGeom xmlns:a="http://schemas.openxmlformats.org/drawingml/2006/main">
            <a:pathLst>
              <a:path w="9525" h="349187">
                <a:moveTo>
                  <a:pt x="0" y="349187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1572C3"/>
            </a:solidFill>
          </a:ln>
        </p:spPr>
      </p:sp>
      <p:sp>
        <p:nvSpPr>
          <p:cNvPr id="43" name="wire-969">
            <a:extLst xmlns:a="http://schemas.openxmlformats.org/drawingml/2006/main">
              <a:ext uri="{FF2B5EF4-FFF2-40B4-BE49-F238E27FC236}">
                <a16:creationId xmlns:a16="http://schemas.microsoft.com/office/drawing/2014/main" id="{DB6F331A-1402-450F-8450-23F77CF2E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8707" y="1887855"/>
            <a:ext cx="1324451" cy="9525"/>
          </a:xfrm>
          <a:custGeom xmlns:a="http://schemas.openxmlformats.org/drawingml/2006/main">
            <a:pathLst>
              <a:path w="1324451" h="9525">
                <a:moveTo>
                  <a:pt x="0" y="0"/>
                </a:moveTo>
                <a:lnTo>
                  <a:pt x="13244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1572C3"/>
            </a:solidFill>
          </a:ln>
        </p:spPr>
      </p:sp>
      <p:sp>
        <p:nvSpPr>
          <p:cNvPr id="44" name="wire-970">
            <a:extLst xmlns:a="http://schemas.openxmlformats.org/drawingml/2006/main">
              <a:ext uri="{FF2B5EF4-FFF2-40B4-BE49-F238E27FC236}">
                <a16:creationId xmlns:a16="http://schemas.microsoft.com/office/drawing/2014/main" id="{3D3BFB5A-0C8B-41C1-A949-E6ED3C354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3159" y="1493901"/>
            <a:ext cx="9525" cy="393954"/>
          </a:xfrm>
          <a:custGeom xmlns:a="http://schemas.openxmlformats.org/drawingml/2006/main">
            <a:pathLst>
              <a:path w="9525" h="393954">
                <a:moveTo>
                  <a:pt x="0" y="39395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1572C3"/>
            </a:solidFill>
          </a:ln>
        </p:spPr>
      </p:sp>
      <p:sp>
        <p:nvSpPr>
          <p:cNvPr id="45" name="circuit-971">
            <a:extLst xmlns:a="http://schemas.openxmlformats.org/drawingml/2006/main">
              <a:ext uri="{FF2B5EF4-FFF2-40B4-BE49-F238E27FC236}">
                <a16:creationId xmlns:a16="http://schemas.microsoft.com/office/drawing/2014/main" id="{C7516E85-1EF8-4A41-B381-4C508F832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556" y="1493901"/>
            <a:ext cx="41205" cy="44767"/>
          </a:xfrm>
          <a:custGeom xmlns:a="http://schemas.openxmlformats.org/drawingml/2006/main">
            <a:pathLst>
              <a:path w="41205" h="44767">
                <a:moveTo>
                  <a:pt x="20603" y="0"/>
                </a:moveTo>
                <a:lnTo>
                  <a:pt x="0" y="44767"/>
                </a:lnTo>
                <a:lnTo>
                  <a:pt x="41205" y="44767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46" name="wire-972">
            <a:extLst xmlns:a="http://schemas.openxmlformats.org/drawingml/2006/main">
              <a:ext uri="{FF2B5EF4-FFF2-40B4-BE49-F238E27FC236}">
                <a16:creationId xmlns:a16="http://schemas.microsoft.com/office/drawing/2014/main" id="{F856044F-FFF0-4CA1-8DBD-D32422618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9684" y="2237042"/>
            <a:ext cx="9525" cy="152209"/>
          </a:xfrm>
          <a:custGeom xmlns:a="http://schemas.openxmlformats.org/drawingml/2006/main">
            <a:pathLst>
              <a:path w="9525" h="152209">
                <a:moveTo>
                  <a:pt x="0" y="0"/>
                </a:moveTo>
                <a:lnTo>
                  <a:pt x="0" y="152209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1572C3"/>
            </a:solidFill>
          </a:ln>
        </p:spPr>
      </p:sp>
      <p:sp>
        <p:nvSpPr>
          <p:cNvPr id="47" name="circuit-973">
            <a:extLst xmlns:a="http://schemas.openxmlformats.org/drawingml/2006/main">
              <a:ext uri="{FF2B5EF4-FFF2-40B4-BE49-F238E27FC236}">
                <a16:creationId xmlns:a16="http://schemas.microsoft.com/office/drawing/2014/main" id="{3B273B01-AF8F-4461-93D5-BD0D8683E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9081" y="2344484"/>
            <a:ext cx="41205" cy="44767"/>
          </a:xfrm>
          <a:custGeom xmlns:a="http://schemas.openxmlformats.org/drawingml/2006/main">
            <a:pathLst>
              <a:path w="41205" h="44767">
                <a:moveTo>
                  <a:pt x="20603" y="44767"/>
                </a:moveTo>
                <a:lnTo>
                  <a:pt x="4120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48" name="text-974">
            <a:extLst xmlns:a="http://schemas.openxmlformats.org/drawingml/2006/main">
              <a:ext uri="{FF2B5EF4-FFF2-40B4-BE49-F238E27FC236}">
                <a16:creationId xmlns:a16="http://schemas.microsoft.com/office/drawing/2014/main" id="{E74BB698-D2A2-4784-A716-F0B408A8E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6277" y="1896808"/>
            <a:ext cx="372809" cy="1790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SPI</a:t>
            </a:r>
          </a:p>
        </p:txBody>
      </p:sp>
      <p:sp>
        <p:nvSpPr>
          <p:cNvPr id="49" name="text-975">
            <a:extLst xmlns:a="http://schemas.openxmlformats.org/drawingml/2006/main">
              <a:ext uri="{FF2B5EF4-FFF2-40B4-BE49-F238E27FC236}">
                <a16:creationId xmlns:a16="http://schemas.microsoft.com/office/drawing/2014/main" id="{19B7A791-F30E-4E5B-A1F1-79C46A702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127" y="2962275"/>
            <a:ext cx="1952339" cy="1790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9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9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9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9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9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9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9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9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9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9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CLINT / PLIC 等</a:t>
            </a:r>
          </a:p>
        </p:txBody>
      </p:sp>
      <p:sp>
        <p:nvSpPr>
          <p:cNvPr id="50" name="wire-976">
            <a:extLst xmlns:a="http://schemas.openxmlformats.org/drawingml/2006/main">
              <a:ext uri="{FF2B5EF4-FFF2-40B4-BE49-F238E27FC236}">
                <a16:creationId xmlns:a16="http://schemas.microsoft.com/office/drawing/2014/main" id="{ECD3954B-6016-4C50-B88C-F28BC6D18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1659" y="2819019"/>
            <a:ext cx="343376" cy="9525"/>
          </a:xfrm>
          <a:custGeom xmlns:a="http://schemas.openxmlformats.org/drawingml/2006/main">
            <a:pathLst>
              <a:path w="343376" h="9525">
                <a:moveTo>
                  <a:pt x="0" y="0"/>
                </a:moveTo>
                <a:lnTo>
                  <a:pt x="343376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51" name="wire-977">
            <a:extLst xmlns:a="http://schemas.openxmlformats.org/drawingml/2006/main">
              <a:ext uri="{FF2B5EF4-FFF2-40B4-BE49-F238E27FC236}">
                <a16:creationId xmlns:a16="http://schemas.microsoft.com/office/drawing/2014/main" id="{656D3A6C-8574-4907-9CC4-D742D55FC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5036" y="2120646"/>
            <a:ext cx="9525" cy="698373"/>
          </a:xfrm>
          <a:custGeom xmlns:a="http://schemas.openxmlformats.org/drawingml/2006/main">
            <a:pathLst>
              <a:path w="9525" h="698373">
                <a:moveTo>
                  <a:pt x="0" y="69837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52" name="wire-978">
            <a:extLst xmlns:a="http://schemas.openxmlformats.org/drawingml/2006/main">
              <a:ext uri="{FF2B5EF4-FFF2-40B4-BE49-F238E27FC236}">
                <a16:creationId xmlns:a16="http://schemas.microsoft.com/office/drawing/2014/main" id="{744C6111-DF78-4A52-A6AE-0FCF1751B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5036" y="2120646"/>
            <a:ext cx="5023104" cy="9525"/>
          </a:xfrm>
          <a:custGeom xmlns:a="http://schemas.openxmlformats.org/drawingml/2006/main">
            <a:pathLst>
              <a:path w="5023104" h="9525">
                <a:moveTo>
                  <a:pt x="0" y="0"/>
                </a:moveTo>
                <a:lnTo>
                  <a:pt x="502310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53" name="wire-979">
            <a:extLst xmlns:a="http://schemas.openxmlformats.org/drawingml/2006/main">
              <a:ext uri="{FF2B5EF4-FFF2-40B4-BE49-F238E27FC236}">
                <a16:creationId xmlns:a16="http://schemas.microsoft.com/office/drawing/2014/main" id="{2F6B3040-F6B5-43EA-B252-DCC5A5CA5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8140" y="2120646"/>
            <a:ext cx="156972" cy="9525"/>
          </a:xfrm>
          <a:custGeom xmlns:a="http://schemas.openxmlformats.org/drawingml/2006/main">
            <a:pathLst>
              <a:path w="156972" h="9525">
                <a:moveTo>
                  <a:pt x="0" y="0"/>
                </a:moveTo>
                <a:lnTo>
                  <a:pt x="1569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54" name="circuit-980">
            <a:extLst xmlns:a="http://schemas.openxmlformats.org/drawingml/2006/main">
              <a:ext uri="{FF2B5EF4-FFF2-40B4-BE49-F238E27FC236}">
                <a16:creationId xmlns:a16="http://schemas.microsoft.com/office/drawing/2014/main" id="{CA22DFE3-CA26-4DE5-A657-0C2924632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6058" y="2101844"/>
            <a:ext cx="49054" cy="37605"/>
          </a:xfrm>
          <a:custGeom xmlns:a="http://schemas.openxmlformats.org/drawingml/2006/main">
            <a:pathLst>
              <a:path w="49054" h="37605">
                <a:moveTo>
                  <a:pt x="49054" y="18802"/>
                </a:moveTo>
                <a:lnTo>
                  <a:pt x="0" y="0"/>
                </a:lnTo>
                <a:lnTo>
                  <a:pt x="0" y="3760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55" name="wire-981">
            <a:extLst xmlns:a="http://schemas.openxmlformats.org/drawingml/2006/main">
              <a:ext uri="{FF2B5EF4-FFF2-40B4-BE49-F238E27FC236}">
                <a16:creationId xmlns:a16="http://schemas.microsoft.com/office/drawing/2014/main" id="{AB3FF644-5832-4837-AF16-3D3FF250D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1659" y="2819019"/>
            <a:ext cx="343376" cy="9525"/>
          </a:xfrm>
          <a:custGeom xmlns:a="http://schemas.openxmlformats.org/drawingml/2006/main">
            <a:pathLst>
              <a:path w="343376" h="9525">
                <a:moveTo>
                  <a:pt x="343376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56" name="circuit-982">
            <a:extLst xmlns:a="http://schemas.openxmlformats.org/drawingml/2006/main">
              <a:ext uri="{FF2B5EF4-FFF2-40B4-BE49-F238E27FC236}">
                <a16:creationId xmlns:a16="http://schemas.microsoft.com/office/drawing/2014/main" id="{A5D9C486-1EF2-4E68-8C93-09E1CBEE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1659" y="2800217"/>
            <a:ext cx="49054" cy="37605"/>
          </a:xfrm>
          <a:custGeom xmlns:a="http://schemas.openxmlformats.org/drawingml/2006/main">
            <a:pathLst>
              <a:path w="49054" h="37605">
                <a:moveTo>
                  <a:pt x="0" y="18802"/>
                </a:moveTo>
                <a:lnTo>
                  <a:pt x="49054" y="37605"/>
                </a:lnTo>
                <a:lnTo>
                  <a:pt x="49054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57" name="block-983">
            <a:extLst xmlns:a="http://schemas.openxmlformats.org/drawingml/2006/main">
              <a:ext uri="{FF2B5EF4-FFF2-40B4-BE49-F238E27FC236}">
                <a16:creationId xmlns:a16="http://schemas.microsoft.com/office/drawing/2014/main" id="{75B810D7-FFDF-4216-A810-BD52F0BD9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5112" y="1968437"/>
            <a:ext cx="1775746" cy="30441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A3DC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58" name="text-984">
            <a:extLst xmlns:a="http://schemas.openxmlformats.org/drawingml/2006/main">
              <a:ext uri="{FF2B5EF4-FFF2-40B4-BE49-F238E27FC236}">
                <a16:creationId xmlns:a16="http://schemas.microsoft.com/office/drawing/2014/main" id="{BB84A1B9-BBEA-40C1-B745-D32057D22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4544" y="1977390"/>
            <a:ext cx="1716881" cy="286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ahbaxibridge</a:t>
            </a:r>
          </a:p>
        </p:txBody>
      </p:sp>
      <p:sp>
        <p:nvSpPr>
          <p:cNvPr id="59" name="block-985">
            <a:extLst xmlns:a="http://schemas.openxmlformats.org/drawingml/2006/main">
              <a:ext uri="{FF2B5EF4-FFF2-40B4-BE49-F238E27FC236}">
                <a16:creationId xmlns:a16="http://schemas.microsoft.com/office/drawing/2014/main" id="{65BD1530-2178-4A20-A2E0-E50D74CA2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5112" y="2407158"/>
            <a:ext cx="1775746" cy="30441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A3DC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60" name="text-986">
            <a:extLst xmlns:a="http://schemas.openxmlformats.org/drawingml/2006/main">
              <a:ext uri="{FF2B5EF4-FFF2-40B4-BE49-F238E27FC236}">
                <a16:creationId xmlns:a16="http://schemas.microsoft.com/office/drawing/2014/main" id="{CEB9B5FD-C5B8-44BA-8F66-42EDF9656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4544" y="2416112"/>
            <a:ext cx="1716881" cy="286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clkconverter</a:t>
            </a:r>
          </a:p>
        </p:txBody>
      </p:sp>
      <p:sp>
        <p:nvSpPr>
          <p:cNvPr id="61" name="block-987">
            <a:extLst xmlns:a="http://schemas.openxmlformats.org/drawingml/2006/main">
              <a:ext uri="{FF2B5EF4-FFF2-40B4-BE49-F238E27FC236}">
                <a16:creationId xmlns:a16="http://schemas.microsoft.com/office/drawing/2014/main" id="{369E8106-D9ED-446E-8B37-0603AB8AB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5112" y="2854833"/>
            <a:ext cx="1775746" cy="30441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62" name="text-988">
            <a:extLst xmlns:a="http://schemas.openxmlformats.org/drawingml/2006/main">
              <a:ext uri="{FF2B5EF4-FFF2-40B4-BE49-F238E27FC236}">
                <a16:creationId xmlns:a16="http://schemas.microsoft.com/office/drawing/2014/main" id="{AA8618C0-BCA9-4FE2-ADDE-CFB8F5289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4544" y="2863786"/>
            <a:ext cx="1716881" cy="286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AXI shared fabric</a:t>
            </a:r>
          </a:p>
        </p:txBody>
      </p:sp>
      <p:sp>
        <p:nvSpPr>
          <p:cNvPr id="63" name="block-989">
            <a:extLst xmlns:a="http://schemas.openxmlformats.org/drawingml/2006/main">
              <a:ext uri="{FF2B5EF4-FFF2-40B4-BE49-F238E27FC236}">
                <a16:creationId xmlns:a16="http://schemas.microsoft.com/office/drawing/2014/main" id="{7BA6D79E-DF4B-49C4-B67A-ABE7270BE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5112" y="3302508"/>
            <a:ext cx="1775746" cy="30441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A3DC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64" name="text-990">
            <a:extLst xmlns:a="http://schemas.openxmlformats.org/drawingml/2006/main">
              <a:ext uri="{FF2B5EF4-FFF2-40B4-BE49-F238E27FC236}">
                <a16:creationId xmlns:a16="http://schemas.microsoft.com/office/drawing/2014/main" id="{99204899-9258-4DC6-9E92-7BED7B39F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4544" y="3311461"/>
            <a:ext cx="1716881" cy="286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DDR controller / MIG</a:t>
            </a:r>
          </a:p>
        </p:txBody>
      </p:sp>
      <p:sp>
        <p:nvSpPr>
          <p:cNvPr id="65" name="wire-991">
            <a:extLst xmlns:a="http://schemas.openxmlformats.org/drawingml/2006/main">
              <a:ext uri="{FF2B5EF4-FFF2-40B4-BE49-F238E27FC236}">
                <a16:creationId xmlns:a16="http://schemas.microsoft.com/office/drawing/2014/main" id="{A5C4CFAB-886F-4D41-9324-D83ABA82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8079" y="2272856"/>
            <a:ext cx="9525" cy="134302"/>
          </a:xfrm>
          <a:custGeom xmlns:a="http://schemas.openxmlformats.org/drawingml/2006/main">
            <a:pathLst>
              <a:path w="9525" h="134302">
                <a:moveTo>
                  <a:pt x="0" y="0"/>
                </a:moveTo>
                <a:lnTo>
                  <a:pt x="0" y="13430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572C3"/>
            </a:solidFill>
          </a:ln>
        </p:spPr>
      </p:sp>
      <p:sp>
        <p:nvSpPr>
          <p:cNvPr id="66" name="circuit-992">
            <a:extLst xmlns:a="http://schemas.openxmlformats.org/drawingml/2006/main">
              <a:ext uri="{FF2B5EF4-FFF2-40B4-BE49-F238E27FC236}">
                <a16:creationId xmlns:a16="http://schemas.microsoft.com/office/drawing/2014/main" id="{4452916E-F148-469D-8700-6EB99FB46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7476" y="2362391"/>
            <a:ext cx="41205" cy="44768"/>
          </a:xfrm>
          <a:custGeom xmlns:a="http://schemas.openxmlformats.org/drawingml/2006/main">
            <a:pathLst>
              <a:path w="41205" h="44768">
                <a:moveTo>
                  <a:pt x="20603" y="44768"/>
                </a:moveTo>
                <a:lnTo>
                  <a:pt x="4120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67" name="wire-993">
            <a:extLst xmlns:a="http://schemas.openxmlformats.org/drawingml/2006/main">
              <a:ext uri="{FF2B5EF4-FFF2-40B4-BE49-F238E27FC236}">
                <a16:creationId xmlns:a16="http://schemas.microsoft.com/office/drawing/2014/main" id="{ACE76495-66C8-4F6F-820D-F6EB5EB8E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8079" y="2272856"/>
            <a:ext cx="9525" cy="134302"/>
          </a:xfrm>
          <a:custGeom xmlns:a="http://schemas.openxmlformats.org/drawingml/2006/main">
            <a:pathLst>
              <a:path w="9525" h="134302">
                <a:moveTo>
                  <a:pt x="0" y="13430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572C3"/>
            </a:solidFill>
          </a:ln>
        </p:spPr>
      </p:sp>
      <p:sp>
        <p:nvSpPr>
          <p:cNvPr id="68" name="circuit-994">
            <a:extLst xmlns:a="http://schemas.openxmlformats.org/drawingml/2006/main">
              <a:ext uri="{FF2B5EF4-FFF2-40B4-BE49-F238E27FC236}">
                <a16:creationId xmlns:a16="http://schemas.microsoft.com/office/drawing/2014/main" id="{5198D283-6147-46E0-BE3D-A8A1C53CF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7476" y="2272856"/>
            <a:ext cx="41205" cy="44767"/>
          </a:xfrm>
          <a:custGeom xmlns:a="http://schemas.openxmlformats.org/drawingml/2006/main">
            <a:pathLst>
              <a:path w="41205" h="44767">
                <a:moveTo>
                  <a:pt x="20603" y="0"/>
                </a:moveTo>
                <a:lnTo>
                  <a:pt x="0" y="44767"/>
                </a:lnTo>
                <a:lnTo>
                  <a:pt x="41205" y="44767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69" name="wire-995">
            <a:extLst xmlns:a="http://schemas.openxmlformats.org/drawingml/2006/main">
              <a:ext uri="{FF2B5EF4-FFF2-40B4-BE49-F238E27FC236}">
                <a16:creationId xmlns:a16="http://schemas.microsoft.com/office/drawing/2014/main" id="{D8BE4755-C1A5-45C1-87AA-E991F1F8F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8079" y="2711577"/>
            <a:ext cx="9525" cy="143256"/>
          </a:xfrm>
          <a:custGeom xmlns:a="http://schemas.openxmlformats.org/drawingml/2006/main">
            <a:pathLst>
              <a:path w="9525" h="143256">
                <a:moveTo>
                  <a:pt x="0" y="0"/>
                </a:moveTo>
                <a:lnTo>
                  <a:pt x="0" y="14325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572C3"/>
            </a:solidFill>
          </a:ln>
        </p:spPr>
      </p:sp>
      <p:sp>
        <p:nvSpPr>
          <p:cNvPr id="70" name="circuit-996">
            <a:extLst xmlns:a="http://schemas.openxmlformats.org/drawingml/2006/main">
              <a:ext uri="{FF2B5EF4-FFF2-40B4-BE49-F238E27FC236}">
                <a16:creationId xmlns:a16="http://schemas.microsoft.com/office/drawing/2014/main" id="{D4278F72-8496-40B7-8E69-21D11C166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7476" y="2810066"/>
            <a:ext cx="41205" cy="44768"/>
          </a:xfrm>
          <a:custGeom xmlns:a="http://schemas.openxmlformats.org/drawingml/2006/main">
            <a:pathLst>
              <a:path w="41205" h="44768">
                <a:moveTo>
                  <a:pt x="20603" y="44768"/>
                </a:moveTo>
                <a:lnTo>
                  <a:pt x="4120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71" name="wire-997">
            <a:extLst xmlns:a="http://schemas.openxmlformats.org/drawingml/2006/main">
              <a:ext uri="{FF2B5EF4-FFF2-40B4-BE49-F238E27FC236}">
                <a16:creationId xmlns:a16="http://schemas.microsoft.com/office/drawing/2014/main" id="{69A5E748-FFC3-404C-9187-DBB89F528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8079" y="2711577"/>
            <a:ext cx="9525" cy="143256"/>
          </a:xfrm>
          <a:custGeom xmlns:a="http://schemas.openxmlformats.org/drawingml/2006/main">
            <a:pathLst>
              <a:path w="9525" h="143256">
                <a:moveTo>
                  <a:pt x="0" y="143256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572C3"/>
            </a:solidFill>
          </a:ln>
        </p:spPr>
      </p:sp>
      <p:sp>
        <p:nvSpPr>
          <p:cNvPr id="72" name="circuit-998">
            <a:extLst xmlns:a="http://schemas.openxmlformats.org/drawingml/2006/main">
              <a:ext uri="{FF2B5EF4-FFF2-40B4-BE49-F238E27FC236}">
                <a16:creationId xmlns:a16="http://schemas.microsoft.com/office/drawing/2014/main" id="{D24A4424-4EE7-4D14-B46A-71F7AFB03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7476" y="2711577"/>
            <a:ext cx="41205" cy="44768"/>
          </a:xfrm>
          <a:custGeom xmlns:a="http://schemas.openxmlformats.org/drawingml/2006/main">
            <a:pathLst>
              <a:path w="41205" h="44768">
                <a:moveTo>
                  <a:pt x="20603" y="0"/>
                </a:moveTo>
                <a:lnTo>
                  <a:pt x="0" y="44768"/>
                </a:lnTo>
                <a:lnTo>
                  <a:pt x="41205" y="44768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73" name="wire-999">
            <a:extLst xmlns:a="http://schemas.openxmlformats.org/drawingml/2006/main">
              <a:ext uri="{FF2B5EF4-FFF2-40B4-BE49-F238E27FC236}">
                <a16:creationId xmlns:a16="http://schemas.microsoft.com/office/drawing/2014/main" id="{3D113D4A-50E7-4598-A256-71218F472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8079" y="3159252"/>
            <a:ext cx="9525" cy="143256"/>
          </a:xfrm>
          <a:custGeom xmlns:a="http://schemas.openxmlformats.org/drawingml/2006/main">
            <a:pathLst>
              <a:path w="9525" h="143256">
                <a:moveTo>
                  <a:pt x="0" y="0"/>
                </a:moveTo>
                <a:lnTo>
                  <a:pt x="0" y="14325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572C3"/>
            </a:solidFill>
          </a:ln>
        </p:spPr>
      </p:sp>
      <p:sp>
        <p:nvSpPr>
          <p:cNvPr id="74" name="circuit-1000">
            <a:extLst xmlns:a="http://schemas.openxmlformats.org/drawingml/2006/main">
              <a:ext uri="{FF2B5EF4-FFF2-40B4-BE49-F238E27FC236}">
                <a16:creationId xmlns:a16="http://schemas.microsoft.com/office/drawing/2014/main" id="{32A821D8-2E6B-40C2-A638-98410090B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7476" y="3257741"/>
            <a:ext cx="41205" cy="44768"/>
          </a:xfrm>
          <a:custGeom xmlns:a="http://schemas.openxmlformats.org/drawingml/2006/main">
            <a:pathLst>
              <a:path w="41205" h="44768">
                <a:moveTo>
                  <a:pt x="20603" y="44768"/>
                </a:moveTo>
                <a:lnTo>
                  <a:pt x="4120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75" name="wire-1001">
            <a:extLst xmlns:a="http://schemas.openxmlformats.org/drawingml/2006/main">
              <a:ext uri="{FF2B5EF4-FFF2-40B4-BE49-F238E27FC236}">
                <a16:creationId xmlns:a16="http://schemas.microsoft.com/office/drawing/2014/main" id="{6874A6B2-3A0F-4444-98F3-0A322FC70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8079" y="3159252"/>
            <a:ext cx="9525" cy="143256"/>
          </a:xfrm>
          <a:custGeom xmlns:a="http://schemas.openxmlformats.org/drawingml/2006/main">
            <a:pathLst>
              <a:path w="9525" h="143256">
                <a:moveTo>
                  <a:pt x="0" y="143256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572C3"/>
            </a:solidFill>
          </a:ln>
        </p:spPr>
      </p:sp>
      <p:sp>
        <p:nvSpPr>
          <p:cNvPr id="76" name="circuit-1002">
            <a:extLst xmlns:a="http://schemas.openxmlformats.org/drawingml/2006/main">
              <a:ext uri="{FF2B5EF4-FFF2-40B4-BE49-F238E27FC236}">
                <a16:creationId xmlns:a16="http://schemas.microsoft.com/office/drawing/2014/main" id="{B23D6BD4-9331-47C3-BDCC-9BAC0A7DA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7476" y="3159252"/>
            <a:ext cx="41205" cy="44768"/>
          </a:xfrm>
          <a:custGeom xmlns:a="http://schemas.openxmlformats.org/drawingml/2006/main">
            <a:pathLst>
              <a:path w="41205" h="44768">
                <a:moveTo>
                  <a:pt x="20603" y="0"/>
                </a:moveTo>
                <a:lnTo>
                  <a:pt x="0" y="44768"/>
                </a:lnTo>
                <a:lnTo>
                  <a:pt x="41205" y="44768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77" name="wire-1003">
            <a:extLst xmlns:a="http://schemas.openxmlformats.org/drawingml/2006/main">
              <a:ext uri="{FF2B5EF4-FFF2-40B4-BE49-F238E27FC236}">
                <a16:creationId xmlns:a16="http://schemas.microsoft.com/office/drawing/2014/main" id="{7578DBF3-F46F-4C12-99EE-02964F16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857" y="3454718"/>
            <a:ext cx="78486" cy="9525"/>
          </a:xfrm>
          <a:custGeom xmlns:a="http://schemas.openxmlformats.org/drawingml/2006/main">
            <a:pathLst>
              <a:path w="78486" h="9525">
                <a:moveTo>
                  <a:pt x="0" y="0"/>
                </a:moveTo>
                <a:lnTo>
                  <a:pt x="7848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572C3"/>
            </a:solidFill>
          </a:ln>
        </p:spPr>
      </p:sp>
      <p:sp>
        <p:nvSpPr>
          <p:cNvPr id="78" name="wire-1004">
            <a:extLst xmlns:a="http://schemas.openxmlformats.org/drawingml/2006/main">
              <a:ext uri="{FF2B5EF4-FFF2-40B4-BE49-F238E27FC236}">
                <a16:creationId xmlns:a16="http://schemas.microsoft.com/office/drawing/2014/main" id="{D859BA3C-8A23-4497-BC79-BB5C7B0E2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43" y="1556575"/>
            <a:ext cx="9525" cy="1898142"/>
          </a:xfrm>
          <a:custGeom xmlns:a="http://schemas.openxmlformats.org/drawingml/2006/main">
            <a:pathLst>
              <a:path w="9525" h="1898142">
                <a:moveTo>
                  <a:pt x="0" y="189814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572C3"/>
            </a:solidFill>
          </a:ln>
        </p:spPr>
      </p:sp>
      <p:sp>
        <p:nvSpPr>
          <p:cNvPr id="79" name="wire-1005">
            <a:extLst xmlns:a="http://schemas.openxmlformats.org/drawingml/2006/main">
              <a:ext uri="{FF2B5EF4-FFF2-40B4-BE49-F238E27FC236}">
                <a16:creationId xmlns:a16="http://schemas.microsoft.com/office/drawing/2014/main" id="{1A537B1A-1FCE-4B6C-B2F9-7585B140F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4574" y="1556575"/>
            <a:ext cx="2344769" cy="9525"/>
          </a:xfrm>
          <a:custGeom xmlns:a="http://schemas.openxmlformats.org/drawingml/2006/main">
            <a:pathLst>
              <a:path w="2344769" h="9525">
                <a:moveTo>
                  <a:pt x="2344769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572C3"/>
            </a:solidFill>
          </a:ln>
        </p:spPr>
      </p:sp>
      <p:sp>
        <p:nvSpPr>
          <p:cNvPr id="80" name="wire-1006">
            <a:extLst xmlns:a="http://schemas.openxmlformats.org/drawingml/2006/main">
              <a:ext uri="{FF2B5EF4-FFF2-40B4-BE49-F238E27FC236}">
                <a16:creationId xmlns:a16="http://schemas.microsoft.com/office/drawing/2014/main" id="{DDAB7729-709D-4E34-8325-90AB92D50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4574" y="1493901"/>
            <a:ext cx="9525" cy="62674"/>
          </a:xfrm>
          <a:custGeom xmlns:a="http://schemas.openxmlformats.org/drawingml/2006/main">
            <a:pathLst>
              <a:path w="9525" h="62674">
                <a:moveTo>
                  <a:pt x="0" y="6267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572C3"/>
            </a:solidFill>
          </a:ln>
        </p:spPr>
      </p:sp>
      <p:sp>
        <p:nvSpPr>
          <p:cNvPr id="81" name="circuit-1007">
            <a:extLst xmlns:a="http://schemas.openxmlformats.org/drawingml/2006/main">
              <a:ext uri="{FF2B5EF4-FFF2-40B4-BE49-F238E27FC236}">
                <a16:creationId xmlns:a16="http://schemas.microsoft.com/office/drawing/2014/main" id="{F8E67034-9AEA-425E-8889-E6244682D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3971" y="1493901"/>
            <a:ext cx="41205" cy="44767"/>
          </a:xfrm>
          <a:custGeom xmlns:a="http://schemas.openxmlformats.org/drawingml/2006/main">
            <a:pathLst>
              <a:path w="41205" h="44767">
                <a:moveTo>
                  <a:pt x="20603" y="0"/>
                </a:moveTo>
                <a:lnTo>
                  <a:pt x="0" y="44767"/>
                </a:lnTo>
                <a:lnTo>
                  <a:pt x="41205" y="44767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82" name="wire-1008">
            <a:extLst xmlns:a="http://schemas.openxmlformats.org/drawingml/2006/main">
              <a:ext uri="{FF2B5EF4-FFF2-40B4-BE49-F238E27FC236}">
                <a16:creationId xmlns:a16="http://schemas.microsoft.com/office/drawing/2014/main" id="{C75D6F6A-102F-4A6C-9CDD-D8E37723F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857" y="3454718"/>
            <a:ext cx="78486" cy="9525"/>
          </a:xfrm>
          <a:custGeom xmlns:a="http://schemas.openxmlformats.org/drawingml/2006/main">
            <a:pathLst>
              <a:path w="78486" h="9525">
                <a:moveTo>
                  <a:pt x="78486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572C3"/>
            </a:solidFill>
          </a:ln>
        </p:spPr>
      </p:sp>
      <p:sp>
        <p:nvSpPr>
          <p:cNvPr id="83" name="circuit-1009">
            <a:extLst xmlns:a="http://schemas.openxmlformats.org/drawingml/2006/main">
              <a:ext uri="{FF2B5EF4-FFF2-40B4-BE49-F238E27FC236}">
                <a16:creationId xmlns:a16="http://schemas.microsoft.com/office/drawing/2014/main" id="{17103A8B-8C18-4D01-AE0C-61F5EF35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857" y="3435915"/>
            <a:ext cx="49054" cy="37605"/>
          </a:xfrm>
          <a:custGeom xmlns:a="http://schemas.openxmlformats.org/drawingml/2006/main">
            <a:pathLst>
              <a:path w="49054" h="37605">
                <a:moveTo>
                  <a:pt x="0" y="18802"/>
                </a:moveTo>
                <a:lnTo>
                  <a:pt x="49054" y="37605"/>
                </a:lnTo>
                <a:lnTo>
                  <a:pt x="49054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84" name="block-1010">
            <a:extLst xmlns:a="http://schemas.openxmlformats.org/drawingml/2006/main">
              <a:ext uri="{FF2B5EF4-FFF2-40B4-BE49-F238E27FC236}">
                <a16:creationId xmlns:a16="http://schemas.microsoft.com/office/drawing/2014/main" id="{B9DE895A-BC60-4153-8EE0-3CB14451F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301" y="3320415"/>
            <a:ext cx="8309705" cy="287407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31F20"/>
            </a:solidFill>
          </a:ln>
        </p:spPr>
      </p:sp>
      <p:sp>
        <p:nvSpPr>
          <p:cNvPr id="85" name="text-1011">
            <a:extLst xmlns:a="http://schemas.openxmlformats.org/drawingml/2006/main">
              <a:ext uri="{FF2B5EF4-FFF2-40B4-BE49-F238E27FC236}">
                <a16:creationId xmlns:a16="http://schemas.microsoft.com/office/drawing/2014/main" id="{E73C3BBD-D06C-4635-92C7-B298C65E8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409" y="3329368"/>
            <a:ext cx="3041333" cy="2148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5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wallypipelinedcore</a:t>
            </a:r>
          </a:p>
        </p:txBody>
      </p:sp>
      <p:sp>
        <p:nvSpPr>
          <p:cNvPr id="86" name="text-1012">
            <a:extLst xmlns:a="http://schemas.openxmlformats.org/drawingml/2006/main">
              <a:ext uri="{FF2B5EF4-FFF2-40B4-BE49-F238E27FC236}">
                <a16:creationId xmlns:a16="http://schemas.microsoft.com/office/drawing/2014/main" id="{164AA6A0-EADA-4E40-A995-5BF319F02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9578" y="3347275"/>
            <a:ext cx="1079183" cy="196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20 MHz</a:t>
            </a:r>
          </a:p>
        </p:txBody>
      </p:sp>
      <p:sp>
        <p:nvSpPr>
          <p:cNvPr id="87" name="block-1013">
            <a:extLst xmlns:a="http://schemas.openxmlformats.org/drawingml/2006/main">
              <a:ext uri="{FF2B5EF4-FFF2-40B4-BE49-F238E27FC236}">
                <a16:creationId xmlns:a16="http://schemas.microsoft.com/office/drawing/2014/main" id="{52CE4C27-7F17-4FF3-B1E1-87FA8180D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6716" y="3392043"/>
            <a:ext cx="1020318" cy="25965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88" name="text-1014">
            <a:extLst xmlns:a="http://schemas.openxmlformats.org/drawingml/2006/main">
              <a:ext uri="{FF2B5EF4-FFF2-40B4-BE49-F238E27FC236}">
                <a16:creationId xmlns:a16="http://schemas.microsoft.com/office/drawing/2014/main" id="{AB1A1120-58F2-4372-BCA6-51F6FFEA6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149" y="3400996"/>
            <a:ext cx="961454" cy="2417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ebu</a:t>
            </a:r>
          </a:p>
        </p:txBody>
      </p:sp>
      <p:sp>
        <p:nvSpPr>
          <p:cNvPr id="89" name="wire-1015">
            <a:extLst xmlns:a="http://schemas.openxmlformats.org/drawingml/2006/main">
              <a:ext uri="{FF2B5EF4-FFF2-40B4-BE49-F238E27FC236}">
                <a16:creationId xmlns:a16="http://schemas.microsoft.com/office/drawing/2014/main" id="{8C0B78AC-AF34-4FD8-8A77-DEDB4C433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7065" y="3293554"/>
            <a:ext cx="9525" cy="98489"/>
          </a:xfrm>
          <a:custGeom xmlns:a="http://schemas.openxmlformats.org/drawingml/2006/main">
            <a:pathLst>
              <a:path w="9525" h="98489">
                <a:moveTo>
                  <a:pt x="0" y="9848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90" name="wire-1016">
            <a:extLst xmlns:a="http://schemas.openxmlformats.org/drawingml/2006/main">
              <a:ext uri="{FF2B5EF4-FFF2-40B4-BE49-F238E27FC236}">
                <a16:creationId xmlns:a16="http://schemas.microsoft.com/office/drawing/2014/main" id="{F24566CD-2E5A-489F-BDB3-7164F0511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9729" y="3293554"/>
            <a:ext cx="6877336" cy="9525"/>
          </a:xfrm>
          <a:custGeom xmlns:a="http://schemas.openxmlformats.org/drawingml/2006/main">
            <a:pathLst>
              <a:path w="6877336" h="9525">
                <a:moveTo>
                  <a:pt x="6877336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91" name="wire-1017">
            <a:extLst xmlns:a="http://schemas.openxmlformats.org/drawingml/2006/main">
              <a:ext uri="{FF2B5EF4-FFF2-40B4-BE49-F238E27FC236}">
                <a16:creationId xmlns:a16="http://schemas.microsoft.com/office/drawing/2014/main" id="{5A0295AA-10E7-4DAD-A6D4-1A800F8E7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9729" y="2819019"/>
            <a:ext cx="9525" cy="474535"/>
          </a:xfrm>
          <a:custGeom xmlns:a="http://schemas.openxmlformats.org/drawingml/2006/main">
            <a:pathLst>
              <a:path w="9525" h="474535">
                <a:moveTo>
                  <a:pt x="0" y="47453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92" name="circuit-1018">
            <a:extLst xmlns:a="http://schemas.openxmlformats.org/drawingml/2006/main">
              <a:ext uri="{FF2B5EF4-FFF2-40B4-BE49-F238E27FC236}">
                <a16:creationId xmlns:a16="http://schemas.microsoft.com/office/drawing/2014/main" id="{F5BC9B42-D590-49C0-A2F3-E86BA8009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126" y="2819019"/>
            <a:ext cx="41205" cy="44767"/>
          </a:xfrm>
          <a:custGeom xmlns:a="http://schemas.openxmlformats.org/drawingml/2006/main">
            <a:pathLst>
              <a:path w="41205" h="44767">
                <a:moveTo>
                  <a:pt x="20603" y="0"/>
                </a:moveTo>
                <a:lnTo>
                  <a:pt x="0" y="44767"/>
                </a:lnTo>
                <a:lnTo>
                  <a:pt x="41205" y="44767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93" name="wire-1019">
            <a:extLst xmlns:a="http://schemas.openxmlformats.org/drawingml/2006/main">
              <a:ext uri="{FF2B5EF4-FFF2-40B4-BE49-F238E27FC236}">
                <a16:creationId xmlns:a16="http://schemas.microsoft.com/office/drawing/2014/main" id="{C547025F-AADF-4CD0-A2C5-62449ABAE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7065" y="3293554"/>
            <a:ext cx="9525" cy="98489"/>
          </a:xfrm>
          <a:custGeom xmlns:a="http://schemas.openxmlformats.org/drawingml/2006/main">
            <a:pathLst>
              <a:path w="9525" h="98489">
                <a:moveTo>
                  <a:pt x="0" y="0"/>
                </a:moveTo>
                <a:lnTo>
                  <a:pt x="0" y="98489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94" name="circuit-1020">
            <a:extLst xmlns:a="http://schemas.openxmlformats.org/drawingml/2006/main">
              <a:ext uri="{FF2B5EF4-FFF2-40B4-BE49-F238E27FC236}">
                <a16:creationId xmlns:a16="http://schemas.microsoft.com/office/drawing/2014/main" id="{D4413F43-38B6-4AE0-A166-84BB9221A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462" y="3347275"/>
            <a:ext cx="41205" cy="44768"/>
          </a:xfrm>
          <a:custGeom xmlns:a="http://schemas.openxmlformats.org/drawingml/2006/main">
            <a:pathLst>
              <a:path w="41205" h="44768">
                <a:moveTo>
                  <a:pt x="20603" y="44768"/>
                </a:moveTo>
                <a:lnTo>
                  <a:pt x="4120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95" name="text-1021">
            <a:extLst xmlns:a="http://schemas.openxmlformats.org/drawingml/2006/main">
              <a:ext uri="{FF2B5EF4-FFF2-40B4-BE49-F238E27FC236}">
                <a16:creationId xmlns:a16="http://schemas.microsoft.com/office/drawing/2014/main" id="{FE550A9A-0957-439A-84DF-347E3BF16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5611" y="3427857"/>
            <a:ext cx="470916" cy="1790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572C3"/>
                </a:solidFill>
                <a:latin typeface="Arial"/>
                <a:ea typeface="Arial"/>
                <a:cs typeface="Arial"/>
              </a:rPr>
              <a:t>AHB</a:t>
            </a:r>
          </a:p>
        </p:txBody>
      </p:sp>
      <p:sp>
        <p:nvSpPr>
          <p:cNvPr id="96" name="block-1022">
            <a:extLst xmlns:a="http://schemas.openxmlformats.org/drawingml/2006/main">
              <a:ext uri="{FF2B5EF4-FFF2-40B4-BE49-F238E27FC236}">
                <a16:creationId xmlns:a16="http://schemas.microsoft.com/office/drawing/2014/main" id="{A34BCF3C-E4A2-4DCF-8FEE-A530AD1FD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219" y="3651695"/>
            <a:ext cx="1334262" cy="220256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0">
            <a:noFill/>
          </a:ln>
        </p:spPr>
      </p:sp>
      <p:sp>
        <p:nvSpPr>
          <p:cNvPr id="97" name="block-1023">
            <a:extLst xmlns:a="http://schemas.openxmlformats.org/drawingml/2006/main">
              <a:ext uri="{FF2B5EF4-FFF2-40B4-BE49-F238E27FC236}">
                <a16:creationId xmlns:a16="http://schemas.microsoft.com/office/drawing/2014/main" id="{7B378CB9-4704-418A-8BAE-BDA180639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4778" y="3651695"/>
            <a:ext cx="3433763" cy="220256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0">
            <a:noFill/>
          </a:ln>
        </p:spPr>
      </p:sp>
      <p:sp>
        <p:nvSpPr>
          <p:cNvPr id="98" name="block-1024">
            <a:extLst xmlns:a="http://schemas.openxmlformats.org/drawingml/2006/main">
              <a:ext uri="{FF2B5EF4-FFF2-40B4-BE49-F238E27FC236}">
                <a16:creationId xmlns:a16="http://schemas.microsoft.com/office/drawing/2014/main" id="{4261C3C2-D531-4040-BD4E-C2C46DE89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5323" y="3651695"/>
            <a:ext cx="2334959" cy="220256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0">
            <a:noFill/>
          </a:ln>
        </p:spPr>
      </p:sp>
      <p:sp>
        <p:nvSpPr>
          <p:cNvPr id="99" name="block-1025">
            <a:extLst xmlns:a="http://schemas.openxmlformats.org/drawingml/2006/main">
              <a:ext uri="{FF2B5EF4-FFF2-40B4-BE49-F238E27FC236}">
                <a16:creationId xmlns:a16="http://schemas.microsoft.com/office/drawing/2014/main" id="{B2556144-A637-4E60-B235-406DD79B7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651695"/>
            <a:ext cx="627888" cy="220256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0">
            <a:noFill/>
          </a:ln>
        </p:spPr>
      </p:sp>
      <p:sp>
        <p:nvSpPr>
          <p:cNvPr id="100" name="text-1026">
            <a:extLst xmlns:a="http://schemas.openxmlformats.org/drawingml/2006/main">
              <a:ext uri="{FF2B5EF4-FFF2-40B4-BE49-F238E27FC236}">
                <a16:creationId xmlns:a16="http://schemas.microsoft.com/office/drawing/2014/main" id="{3F45FF46-18B1-43A9-BEF0-8ACF52F28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273" y="3678555"/>
            <a:ext cx="882968" cy="2148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ifu</a:t>
            </a:r>
          </a:p>
        </p:txBody>
      </p:sp>
      <p:sp>
        <p:nvSpPr>
          <p:cNvPr id="101" name="text-1027">
            <a:extLst xmlns:a="http://schemas.openxmlformats.org/drawingml/2006/main">
              <a:ext uri="{FF2B5EF4-FFF2-40B4-BE49-F238E27FC236}">
                <a16:creationId xmlns:a16="http://schemas.microsoft.com/office/drawing/2014/main" id="{F412AAFC-7FC8-4611-BEF6-BAB0C9968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2886" y="3678555"/>
            <a:ext cx="932021" cy="2148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ieu</a:t>
            </a:r>
          </a:p>
        </p:txBody>
      </p:sp>
      <p:sp>
        <p:nvSpPr>
          <p:cNvPr id="102" name="text-1028">
            <a:extLst xmlns:a="http://schemas.openxmlformats.org/drawingml/2006/main">
              <a:ext uri="{FF2B5EF4-FFF2-40B4-BE49-F238E27FC236}">
                <a16:creationId xmlns:a16="http://schemas.microsoft.com/office/drawing/2014/main" id="{DB5549BD-5424-4854-B7E8-75BB320DD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672" y="3678555"/>
            <a:ext cx="882968" cy="2148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lsu</a:t>
            </a:r>
          </a:p>
        </p:txBody>
      </p:sp>
      <p:sp>
        <p:nvSpPr>
          <p:cNvPr id="103" name="block-1029">
            <a:extLst xmlns:a="http://schemas.openxmlformats.org/drawingml/2006/main">
              <a:ext uri="{FF2B5EF4-FFF2-40B4-BE49-F238E27FC236}">
                <a16:creationId xmlns:a16="http://schemas.microsoft.com/office/drawing/2014/main" id="{A9522A1C-894B-4D3B-836D-8F74154A0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5028" y="4439603"/>
            <a:ext cx="117729" cy="38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104" name="circuit-1030">
            <a:extLst xmlns:a="http://schemas.openxmlformats.org/drawingml/2006/main">
              <a:ext uri="{FF2B5EF4-FFF2-40B4-BE49-F238E27FC236}">
                <a16:creationId xmlns:a16="http://schemas.microsoft.com/office/drawing/2014/main" id="{B65A9066-32A0-4825-B6FD-D241FB548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649" y="4439603"/>
            <a:ext cx="78486" cy="44767"/>
          </a:xfrm>
          <a:custGeom xmlns:a="http://schemas.openxmlformats.org/drawingml/2006/main">
            <a:pathLst>
              <a:path w="78486" h="44767">
                <a:moveTo>
                  <a:pt x="0" y="0"/>
                </a:moveTo>
                <a:lnTo>
                  <a:pt x="39243" y="44767"/>
                </a:lnTo>
                <a:lnTo>
                  <a:pt x="78486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105" name="wire-1031">
            <a:extLst xmlns:a="http://schemas.openxmlformats.org/drawingml/2006/main">
              <a:ext uri="{FF2B5EF4-FFF2-40B4-BE49-F238E27FC236}">
                <a16:creationId xmlns:a16="http://schemas.microsoft.com/office/drawing/2014/main" id="{E4ABA184-3721-4A23-8CF3-C97C63F42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892" y="4385882"/>
            <a:ext cx="9525" cy="53721"/>
          </a:xfrm>
          <a:custGeom xmlns:a="http://schemas.openxmlformats.org/drawingml/2006/main">
            <a:pathLst>
              <a:path w="9525" h="53721">
                <a:moveTo>
                  <a:pt x="0" y="0"/>
                </a:moveTo>
                <a:lnTo>
                  <a:pt x="0" y="53721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231F20"/>
            </a:solidFill>
          </a:ln>
        </p:spPr>
      </p:sp>
      <p:sp>
        <p:nvSpPr>
          <p:cNvPr id="106" name="text-1032">
            <a:extLst xmlns:a="http://schemas.openxmlformats.org/drawingml/2006/main">
              <a:ext uri="{FF2B5EF4-FFF2-40B4-BE49-F238E27FC236}">
                <a16:creationId xmlns:a16="http://schemas.microsoft.com/office/drawing/2014/main" id="{3E7F7CFF-4167-40CB-93BA-DFB930DBD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677" y="4242626"/>
            <a:ext cx="461105" cy="196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PC</a:t>
            </a:r>
          </a:p>
        </p:txBody>
      </p:sp>
      <p:sp>
        <p:nvSpPr>
          <p:cNvPr id="107" name="block-1033">
            <a:extLst xmlns:a="http://schemas.openxmlformats.org/drawingml/2006/main">
              <a:ext uri="{FF2B5EF4-FFF2-40B4-BE49-F238E27FC236}">
                <a16:creationId xmlns:a16="http://schemas.microsoft.com/office/drawing/2014/main" id="{89A47B85-49D0-419C-80D5-34AD88282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8404" y="4108323"/>
            <a:ext cx="539591" cy="25965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108" name="text-1034">
            <a:extLst xmlns:a="http://schemas.openxmlformats.org/drawingml/2006/main">
              <a:ext uri="{FF2B5EF4-FFF2-40B4-BE49-F238E27FC236}">
                <a16:creationId xmlns:a16="http://schemas.microsoft.com/office/drawing/2014/main" id="{6DC67F76-9EDF-41E4-AABF-A415FD8CE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836" y="4117277"/>
            <a:ext cx="480727" cy="2417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MMU</a:t>
            </a:r>
          </a:p>
        </p:txBody>
      </p:sp>
      <p:sp>
        <p:nvSpPr>
          <p:cNvPr id="109" name="block-1035">
            <a:extLst xmlns:a="http://schemas.openxmlformats.org/drawingml/2006/main">
              <a:ext uri="{FF2B5EF4-FFF2-40B4-BE49-F238E27FC236}">
                <a16:creationId xmlns:a16="http://schemas.microsoft.com/office/drawing/2014/main" id="{DD498A7D-952A-4CC9-B7FB-3849DC1E8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8593" y="4529138"/>
            <a:ext cx="559213" cy="3581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110" name="text-1036">
            <a:extLst xmlns:a="http://schemas.openxmlformats.org/drawingml/2006/main">
              <a:ext uri="{FF2B5EF4-FFF2-40B4-BE49-F238E27FC236}">
                <a16:creationId xmlns:a16="http://schemas.microsoft.com/office/drawing/2014/main" id="{4E25C14C-D45D-4883-96FA-1C77C00D3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8026" y="4538091"/>
            <a:ext cx="500348" cy="340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I-cache</a:t>
            </a:r>
          </a:p>
        </p:txBody>
      </p:sp>
      <p:sp>
        <p:nvSpPr>
          <p:cNvPr id="111" name="block-1037">
            <a:extLst xmlns:a="http://schemas.openxmlformats.org/drawingml/2006/main">
              <a:ext uri="{FF2B5EF4-FFF2-40B4-BE49-F238E27FC236}">
                <a16:creationId xmlns:a16="http://schemas.microsoft.com/office/drawing/2014/main" id="{9AD4DF5A-B0DF-409B-9BC9-4F77D4C0B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8404" y="5155883"/>
            <a:ext cx="529781" cy="241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112" name="text-1038">
            <a:extLst xmlns:a="http://schemas.openxmlformats.org/drawingml/2006/main">
              <a:ext uri="{FF2B5EF4-FFF2-40B4-BE49-F238E27FC236}">
                <a16:creationId xmlns:a16="http://schemas.microsoft.com/office/drawing/2014/main" id="{C084A209-5DC8-4A75-B15D-150FB0B4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836" y="5164836"/>
            <a:ext cx="470916" cy="2238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9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9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9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9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9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9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9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9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9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9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bus I/F</a:t>
            </a:r>
          </a:p>
        </p:txBody>
      </p:sp>
      <p:sp>
        <p:nvSpPr>
          <p:cNvPr id="113" name="wire-1039">
            <a:extLst xmlns:a="http://schemas.openxmlformats.org/drawingml/2006/main">
              <a:ext uri="{FF2B5EF4-FFF2-40B4-BE49-F238E27FC236}">
                <a16:creationId xmlns:a16="http://schemas.microsoft.com/office/drawing/2014/main" id="{BAE4890B-6CAC-4F8E-A347-4D7BCDB66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757" y="4627626"/>
            <a:ext cx="107918" cy="9525"/>
          </a:xfrm>
          <a:custGeom xmlns:a="http://schemas.openxmlformats.org/drawingml/2006/main">
            <a:pathLst>
              <a:path w="107918" h="9525">
                <a:moveTo>
                  <a:pt x="0" y="0"/>
                </a:moveTo>
                <a:lnTo>
                  <a:pt x="10791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231F20"/>
            </a:solidFill>
          </a:ln>
        </p:spPr>
      </p:sp>
      <p:sp>
        <p:nvSpPr>
          <p:cNvPr id="114" name="wire-1040">
            <a:extLst xmlns:a="http://schemas.openxmlformats.org/drawingml/2006/main">
              <a:ext uri="{FF2B5EF4-FFF2-40B4-BE49-F238E27FC236}">
                <a16:creationId xmlns:a16="http://schemas.microsoft.com/office/drawing/2014/main" id="{711CBE9A-BFF4-4B56-A7BF-00E01BCD5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4242626"/>
            <a:ext cx="9525" cy="385001"/>
          </a:xfrm>
          <a:custGeom xmlns:a="http://schemas.openxmlformats.org/drawingml/2006/main">
            <a:pathLst>
              <a:path w="9525" h="385001">
                <a:moveTo>
                  <a:pt x="0" y="38500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231F20"/>
            </a:solidFill>
          </a:ln>
        </p:spPr>
      </p:sp>
      <p:sp>
        <p:nvSpPr>
          <p:cNvPr id="115" name="wire-1041">
            <a:extLst xmlns:a="http://schemas.openxmlformats.org/drawingml/2006/main">
              <a:ext uri="{FF2B5EF4-FFF2-40B4-BE49-F238E27FC236}">
                <a16:creationId xmlns:a16="http://schemas.microsoft.com/office/drawing/2014/main" id="{0AB180ED-36D6-40FA-80A5-E14ED610C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4242626"/>
            <a:ext cx="117729" cy="9525"/>
          </a:xfrm>
          <a:custGeom xmlns:a="http://schemas.openxmlformats.org/drawingml/2006/main">
            <a:pathLst>
              <a:path w="117729" h="9525">
                <a:moveTo>
                  <a:pt x="0" y="0"/>
                </a:moveTo>
                <a:lnTo>
                  <a:pt x="11772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231F20"/>
            </a:solidFill>
          </a:ln>
        </p:spPr>
      </p:sp>
      <p:sp>
        <p:nvSpPr>
          <p:cNvPr id="116" name="circuit-1042">
            <a:extLst xmlns:a="http://schemas.openxmlformats.org/drawingml/2006/main">
              <a:ext uri="{FF2B5EF4-FFF2-40B4-BE49-F238E27FC236}">
                <a16:creationId xmlns:a16="http://schemas.microsoft.com/office/drawing/2014/main" id="{52001756-1546-4BC8-89E2-D818B0850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9350" y="4223823"/>
            <a:ext cx="49054" cy="37605"/>
          </a:xfrm>
          <a:custGeom xmlns:a="http://schemas.openxmlformats.org/drawingml/2006/main">
            <a:pathLst>
              <a:path w="49054" h="37605">
                <a:moveTo>
                  <a:pt x="49054" y="18802"/>
                </a:moveTo>
                <a:lnTo>
                  <a:pt x="0" y="0"/>
                </a:lnTo>
                <a:lnTo>
                  <a:pt x="0" y="3760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117" name="wire-1043">
            <a:extLst xmlns:a="http://schemas.openxmlformats.org/drawingml/2006/main">
              <a:ext uri="{FF2B5EF4-FFF2-40B4-BE49-F238E27FC236}">
                <a16:creationId xmlns:a16="http://schemas.microsoft.com/office/drawing/2014/main" id="{491335D9-F201-4982-A705-91468E64A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3294" y="4367975"/>
            <a:ext cx="9525" cy="161163"/>
          </a:xfrm>
          <a:custGeom xmlns:a="http://schemas.openxmlformats.org/drawingml/2006/main">
            <a:pathLst>
              <a:path w="9525" h="161163">
                <a:moveTo>
                  <a:pt x="0" y="0"/>
                </a:moveTo>
                <a:lnTo>
                  <a:pt x="0" y="161163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231F20"/>
            </a:solidFill>
          </a:ln>
        </p:spPr>
      </p:sp>
      <p:sp>
        <p:nvSpPr>
          <p:cNvPr id="118" name="circuit-1044">
            <a:extLst xmlns:a="http://schemas.openxmlformats.org/drawingml/2006/main">
              <a:ext uri="{FF2B5EF4-FFF2-40B4-BE49-F238E27FC236}">
                <a16:creationId xmlns:a16="http://schemas.microsoft.com/office/drawing/2014/main" id="{8D3375E6-9B16-4B6A-8D2A-2EDFEC5A5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92" y="4484370"/>
            <a:ext cx="41205" cy="44768"/>
          </a:xfrm>
          <a:custGeom xmlns:a="http://schemas.openxmlformats.org/drawingml/2006/main">
            <a:pathLst>
              <a:path w="41205" h="44768">
                <a:moveTo>
                  <a:pt x="20603" y="44768"/>
                </a:moveTo>
                <a:lnTo>
                  <a:pt x="4120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119" name="wire-1045">
            <a:extLst xmlns:a="http://schemas.openxmlformats.org/drawingml/2006/main">
              <a:ext uri="{FF2B5EF4-FFF2-40B4-BE49-F238E27FC236}">
                <a16:creationId xmlns:a16="http://schemas.microsoft.com/office/drawing/2014/main" id="{C8497E1A-9F14-4EA0-9D35-8F43E2149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3294" y="4887277"/>
            <a:ext cx="9525" cy="268605"/>
          </a:xfrm>
          <a:custGeom xmlns:a="http://schemas.openxmlformats.org/drawingml/2006/main">
            <a:pathLst>
              <a:path w="9525" h="268605">
                <a:moveTo>
                  <a:pt x="0" y="0"/>
                </a:moveTo>
                <a:lnTo>
                  <a:pt x="0" y="268605"/>
                </a:lnTo>
              </a:path>
            </a:pathLst>
          </a:custGeom>
          <a:noFill xmlns:a="http://schemas.openxmlformats.org/drawingml/2006/main"/>
          <a:ln xmlns:a="http://schemas.openxmlformats.org/drawingml/2006/main" w="15240">
            <a:solidFill>
              <a:srgbClr val="231F20"/>
            </a:solidFill>
          </a:ln>
        </p:spPr>
      </p:sp>
      <p:sp>
        <p:nvSpPr>
          <p:cNvPr id="120" name="circuit-1046">
            <a:extLst xmlns:a="http://schemas.openxmlformats.org/drawingml/2006/main">
              <a:ext uri="{FF2B5EF4-FFF2-40B4-BE49-F238E27FC236}">
                <a16:creationId xmlns:a16="http://schemas.microsoft.com/office/drawing/2014/main" id="{7B022A03-DB94-4D3C-877A-10F49F954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92" y="5111115"/>
            <a:ext cx="41205" cy="44768"/>
          </a:xfrm>
          <a:custGeom xmlns:a="http://schemas.openxmlformats.org/drawingml/2006/main">
            <a:pathLst>
              <a:path w="41205" h="44768">
                <a:moveTo>
                  <a:pt x="20603" y="44768"/>
                </a:moveTo>
                <a:lnTo>
                  <a:pt x="4120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121" name="wire-1047">
            <a:extLst xmlns:a="http://schemas.openxmlformats.org/drawingml/2006/main">
              <a:ext uri="{FF2B5EF4-FFF2-40B4-BE49-F238E27FC236}">
                <a16:creationId xmlns:a16="http://schemas.microsoft.com/office/drawing/2014/main" id="{7A628C9E-2222-4B59-AD5A-61CD94AAF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3294" y="4887277"/>
            <a:ext cx="9525" cy="268605"/>
          </a:xfrm>
          <a:custGeom xmlns:a="http://schemas.openxmlformats.org/drawingml/2006/main">
            <a:pathLst>
              <a:path w="9525" h="268605">
                <a:moveTo>
                  <a:pt x="0" y="26860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240">
            <a:solidFill>
              <a:srgbClr val="231F20"/>
            </a:solidFill>
          </a:ln>
        </p:spPr>
      </p:sp>
      <p:sp>
        <p:nvSpPr>
          <p:cNvPr id="122" name="circuit-1048">
            <a:extLst xmlns:a="http://schemas.openxmlformats.org/drawingml/2006/main">
              <a:ext uri="{FF2B5EF4-FFF2-40B4-BE49-F238E27FC236}">
                <a16:creationId xmlns:a16="http://schemas.microsoft.com/office/drawing/2014/main" id="{17613389-5A1E-4653-AD8C-B7FD39C26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92" y="4887277"/>
            <a:ext cx="41205" cy="44768"/>
          </a:xfrm>
          <a:custGeom xmlns:a="http://schemas.openxmlformats.org/drawingml/2006/main">
            <a:pathLst>
              <a:path w="41205" h="44768">
                <a:moveTo>
                  <a:pt x="20603" y="0"/>
                </a:moveTo>
                <a:lnTo>
                  <a:pt x="0" y="44768"/>
                </a:lnTo>
                <a:lnTo>
                  <a:pt x="41205" y="44768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123" name="wire-1049">
            <a:extLst xmlns:a="http://schemas.openxmlformats.org/drawingml/2006/main">
              <a:ext uri="{FF2B5EF4-FFF2-40B4-BE49-F238E27FC236}">
                <a16:creationId xmlns:a16="http://schemas.microsoft.com/office/drawing/2014/main" id="{39945DE4-CF30-40CE-AE10-D47DE7C32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185" y="5272278"/>
            <a:ext cx="49054" cy="9525"/>
          </a:xfrm>
          <a:custGeom xmlns:a="http://schemas.openxmlformats.org/drawingml/2006/main">
            <a:pathLst>
              <a:path w="49054" h="9525">
                <a:moveTo>
                  <a:pt x="0" y="0"/>
                </a:moveTo>
                <a:lnTo>
                  <a:pt x="4905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231F20"/>
            </a:solidFill>
          </a:ln>
        </p:spPr>
      </p:sp>
      <p:sp>
        <p:nvSpPr>
          <p:cNvPr id="124" name="wire-1050">
            <a:extLst xmlns:a="http://schemas.openxmlformats.org/drawingml/2006/main">
              <a:ext uri="{FF2B5EF4-FFF2-40B4-BE49-F238E27FC236}">
                <a16:creationId xmlns:a16="http://schemas.microsoft.com/office/drawing/2014/main" id="{F0A9B978-A42C-4797-A91D-93C06ABA0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7238" y="3580067"/>
            <a:ext cx="9525" cy="1692211"/>
          </a:xfrm>
          <a:custGeom xmlns:a="http://schemas.openxmlformats.org/drawingml/2006/main">
            <a:pathLst>
              <a:path w="9525" h="1692211">
                <a:moveTo>
                  <a:pt x="0" y="169221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231F20"/>
            </a:solidFill>
          </a:ln>
        </p:spPr>
      </p:sp>
      <p:sp>
        <p:nvSpPr>
          <p:cNvPr id="125" name="wire-1051">
            <a:extLst xmlns:a="http://schemas.openxmlformats.org/drawingml/2006/main">
              <a:ext uri="{FF2B5EF4-FFF2-40B4-BE49-F238E27FC236}">
                <a16:creationId xmlns:a16="http://schemas.microsoft.com/office/drawing/2014/main" id="{852CCE4B-7857-42C3-868F-DD4A6A10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7238" y="3580067"/>
            <a:ext cx="5847207" cy="9525"/>
          </a:xfrm>
          <a:custGeom xmlns:a="http://schemas.openxmlformats.org/drawingml/2006/main">
            <a:pathLst>
              <a:path w="5847207" h="9525">
                <a:moveTo>
                  <a:pt x="0" y="0"/>
                </a:moveTo>
                <a:lnTo>
                  <a:pt x="5847207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231F20"/>
            </a:solidFill>
          </a:ln>
        </p:spPr>
      </p:sp>
      <p:sp>
        <p:nvSpPr>
          <p:cNvPr id="126" name="circuit-1052">
            <a:extLst xmlns:a="http://schemas.openxmlformats.org/drawingml/2006/main">
              <a:ext uri="{FF2B5EF4-FFF2-40B4-BE49-F238E27FC236}">
                <a16:creationId xmlns:a16="http://schemas.microsoft.com/office/drawing/2014/main" id="{D4F76A42-2A77-45ED-B8C0-AA82EB63A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5392" y="3561264"/>
            <a:ext cx="49054" cy="37605"/>
          </a:xfrm>
          <a:custGeom xmlns:a="http://schemas.openxmlformats.org/drawingml/2006/main">
            <a:pathLst>
              <a:path w="49054" h="37605">
                <a:moveTo>
                  <a:pt x="49054" y="18802"/>
                </a:moveTo>
                <a:lnTo>
                  <a:pt x="0" y="0"/>
                </a:lnTo>
                <a:lnTo>
                  <a:pt x="0" y="3760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127" name="wire-1053">
            <a:extLst xmlns:a="http://schemas.openxmlformats.org/drawingml/2006/main">
              <a:ext uri="{FF2B5EF4-FFF2-40B4-BE49-F238E27FC236}">
                <a16:creationId xmlns:a16="http://schemas.microsoft.com/office/drawing/2014/main" id="{72017AB1-9E2F-4B50-8B5D-E34D3A9CD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185" y="5272278"/>
            <a:ext cx="49054" cy="9525"/>
          </a:xfrm>
          <a:custGeom xmlns:a="http://schemas.openxmlformats.org/drawingml/2006/main">
            <a:pathLst>
              <a:path w="49054" h="9525">
                <a:moveTo>
                  <a:pt x="49054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231F20"/>
            </a:solidFill>
          </a:ln>
        </p:spPr>
      </p:sp>
      <p:sp>
        <p:nvSpPr>
          <p:cNvPr id="128" name="circuit-1054">
            <a:extLst xmlns:a="http://schemas.openxmlformats.org/drawingml/2006/main">
              <a:ext uri="{FF2B5EF4-FFF2-40B4-BE49-F238E27FC236}">
                <a16:creationId xmlns:a16="http://schemas.microsoft.com/office/drawing/2014/main" id="{6F879FD8-E852-4142-B786-9CA9531BA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185" y="5253476"/>
            <a:ext cx="49054" cy="37605"/>
          </a:xfrm>
          <a:custGeom xmlns:a="http://schemas.openxmlformats.org/drawingml/2006/main">
            <a:pathLst>
              <a:path w="49054" h="37605">
                <a:moveTo>
                  <a:pt x="0" y="18802"/>
                </a:moveTo>
                <a:lnTo>
                  <a:pt x="49054" y="37605"/>
                </a:lnTo>
                <a:lnTo>
                  <a:pt x="49054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129" name="block-1055">
            <a:extLst xmlns:a="http://schemas.openxmlformats.org/drawingml/2006/main">
              <a:ext uri="{FF2B5EF4-FFF2-40B4-BE49-F238E27FC236}">
                <a16:creationId xmlns:a16="http://schemas.microsoft.com/office/drawing/2014/main" id="{56A16448-746B-4622-8C8C-3EA715973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516" y="3929253"/>
            <a:ext cx="529781" cy="241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130" name="text-1056">
            <a:extLst xmlns:a="http://schemas.openxmlformats.org/drawingml/2006/main">
              <a:ext uri="{FF2B5EF4-FFF2-40B4-BE49-F238E27FC236}">
                <a16:creationId xmlns:a16="http://schemas.microsoft.com/office/drawing/2014/main" id="{749D4D85-9E42-4DAB-B0A8-A01F65DA7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948" y="3938207"/>
            <a:ext cx="470916" cy="2238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+2 / +4</a:t>
            </a:r>
          </a:p>
        </p:txBody>
      </p:sp>
      <p:sp>
        <p:nvSpPr>
          <p:cNvPr id="131" name="wire-1057">
            <a:extLst xmlns:a="http://schemas.openxmlformats.org/drawingml/2006/main">
              <a:ext uri="{FF2B5EF4-FFF2-40B4-BE49-F238E27FC236}">
                <a16:creationId xmlns:a16="http://schemas.microsoft.com/office/drawing/2014/main" id="{DBD2BF68-BB2E-4D4B-9117-4674E3403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757" y="4627626"/>
            <a:ext cx="68675" cy="9525"/>
          </a:xfrm>
          <a:custGeom xmlns:a="http://schemas.openxmlformats.org/drawingml/2006/main">
            <a:pathLst>
              <a:path w="68675" h="9525">
                <a:moveTo>
                  <a:pt x="0" y="0"/>
                </a:moveTo>
                <a:lnTo>
                  <a:pt x="686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132" name="wire-1058">
            <a:extLst xmlns:a="http://schemas.openxmlformats.org/drawingml/2006/main">
              <a:ext uri="{FF2B5EF4-FFF2-40B4-BE49-F238E27FC236}">
                <a16:creationId xmlns:a16="http://schemas.microsoft.com/office/drawing/2014/main" id="{CFEC3E60-0BBA-435A-AB91-8DDCA9D42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4215765"/>
            <a:ext cx="9525" cy="411861"/>
          </a:xfrm>
          <a:custGeom xmlns:a="http://schemas.openxmlformats.org/drawingml/2006/main">
            <a:pathLst>
              <a:path w="9525" h="411861">
                <a:moveTo>
                  <a:pt x="0" y="41186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133" name="wire-1059">
            <a:extLst xmlns:a="http://schemas.openxmlformats.org/drawingml/2006/main">
              <a:ext uri="{FF2B5EF4-FFF2-40B4-BE49-F238E27FC236}">
                <a16:creationId xmlns:a16="http://schemas.microsoft.com/office/drawing/2014/main" id="{57CF5308-5147-4214-B929-75C9B053D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5406" y="4215765"/>
            <a:ext cx="206026" cy="9525"/>
          </a:xfrm>
          <a:custGeom xmlns:a="http://schemas.openxmlformats.org/drawingml/2006/main">
            <a:pathLst>
              <a:path w="206026" h="9525">
                <a:moveTo>
                  <a:pt x="206026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134" name="wire-1060">
            <a:extLst xmlns:a="http://schemas.openxmlformats.org/drawingml/2006/main">
              <a:ext uri="{FF2B5EF4-FFF2-40B4-BE49-F238E27FC236}">
                <a16:creationId xmlns:a16="http://schemas.microsoft.com/office/drawing/2014/main" id="{FEF3E19B-CDA9-4F87-8804-56D4F8AEE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5406" y="4170998"/>
            <a:ext cx="9525" cy="44767"/>
          </a:xfrm>
          <a:custGeom xmlns:a="http://schemas.openxmlformats.org/drawingml/2006/main">
            <a:pathLst>
              <a:path w="9525" h="44767">
                <a:moveTo>
                  <a:pt x="0" y="44767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135" name="circuit-1061">
            <a:extLst xmlns:a="http://schemas.openxmlformats.org/drawingml/2006/main">
              <a:ext uri="{FF2B5EF4-FFF2-40B4-BE49-F238E27FC236}">
                <a16:creationId xmlns:a16="http://schemas.microsoft.com/office/drawing/2014/main" id="{0E9EC58B-1D4C-46C3-B95E-C782BC278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4804" y="4170998"/>
            <a:ext cx="41205" cy="44767"/>
          </a:xfrm>
          <a:custGeom xmlns:a="http://schemas.openxmlformats.org/drawingml/2006/main">
            <a:pathLst>
              <a:path w="41205" h="44767">
                <a:moveTo>
                  <a:pt x="20603" y="0"/>
                </a:moveTo>
                <a:lnTo>
                  <a:pt x="0" y="44767"/>
                </a:lnTo>
                <a:lnTo>
                  <a:pt x="41205" y="44767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136" name="circuit-1062">
            <a:extLst xmlns:a="http://schemas.openxmlformats.org/drawingml/2006/main">
              <a:ext uri="{FF2B5EF4-FFF2-40B4-BE49-F238E27FC236}">
                <a16:creationId xmlns:a16="http://schemas.microsoft.com/office/drawing/2014/main" id="{2FA20F47-C9B3-4057-8F12-0328FD9DF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084" y="4439603"/>
            <a:ext cx="166783" cy="385001"/>
          </a:xfrm>
          <a:custGeom xmlns:a="http://schemas.openxmlformats.org/drawingml/2006/main">
            <a:pathLst>
              <a:path w="166783" h="385001">
                <a:moveTo>
                  <a:pt x="0" y="0"/>
                </a:moveTo>
                <a:lnTo>
                  <a:pt x="166783" y="53721"/>
                </a:lnTo>
                <a:lnTo>
                  <a:pt x="166783" y="331280"/>
                </a:lnTo>
                <a:lnTo>
                  <a:pt x="0" y="385001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137" name="text-1063">
            <a:extLst xmlns:a="http://schemas.openxmlformats.org/drawingml/2006/main">
              <a:ext uri="{FF2B5EF4-FFF2-40B4-BE49-F238E27FC236}">
                <a16:creationId xmlns:a16="http://schemas.microsoft.com/office/drawing/2014/main" id="{DECB708E-235E-427C-A1DF-574913264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5" y="4466463"/>
            <a:ext cx="127540" cy="125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8" name="text-1064">
            <a:extLst xmlns:a="http://schemas.openxmlformats.org/drawingml/2006/main">
              <a:ext uri="{FF2B5EF4-FFF2-40B4-BE49-F238E27FC236}">
                <a16:creationId xmlns:a16="http://schemas.microsoft.com/office/drawing/2014/main" id="{3660087F-8A1E-4F8A-B689-D5FF00B1E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5" y="4663440"/>
            <a:ext cx="127540" cy="125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9" name="wire-1065">
            <a:extLst xmlns:a="http://schemas.openxmlformats.org/drawingml/2006/main">
              <a:ext uri="{FF2B5EF4-FFF2-40B4-BE49-F238E27FC236}">
                <a16:creationId xmlns:a16="http://schemas.microsoft.com/office/drawing/2014/main" id="{46CFBE8E-BB42-4AD1-9AA6-4D7183A8D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787" y="4054602"/>
            <a:ext cx="117729" cy="9525"/>
          </a:xfrm>
          <a:custGeom xmlns:a="http://schemas.openxmlformats.org/drawingml/2006/main">
            <a:pathLst>
              <a:path w="117729" h="9525">
                <a:moveTo>
                  <a:pt x="117729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231F20"/>
            </a:solidFill>
          </a:ln>
        </p:spPr>
      </p:sp>
      <p:sp>
        <p:nvSpPr>
          <p:cNvPr id="140" name="wire-1066">
            <a:extLst xmlns:a="http://schemas.openxmlformats.org/drawingml/2006/main">
              <a:ext uri="{FF2B5EF4-FFF2-40B4-BE49-F238E27FC236}">
                <a16:creationId xmlns:a16="http://schemas.microsoft.com/office/drawing/2014/main" id="{356E2E36-54C2-445B-8074-476982749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787" y="4054602"/>
            <a:ext cx="9525" cy="483489"/>
          </a:xfrm>
          <a:custGeom xmlns:a="http://schemas.openxmlformats.org/drawingml/2006/main">
            <a:pathLst>
              <a:path w="9525" h="483489">
                <a:moveTo>
                  <a:pt x="0" y="0"/>
                </a:moveTo>
                <a:lnTo>
                  <a:pt x="0" y="483489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231F20"/>
            </a:solidFill>
          </a:ln>
        </p:spPr>
      </p:sp>
      <p:sp>
        <p:nvSpPr>
          <p:cNvPr id="141" name="wire-1067">
            <a:extLst xmlns:a="http://schemas.openxmlformats.org/drawingml/2006/main">
              <a:ext uri="{FF2B5EF4-FFF2-40B4-BE49-F238E27FC236}">
                <a16:creationId xmlns:a16="http://schemas.microsoft.com/office/drawing/2014/main" id="{D1067613-60DC-4AE8-8060-B7191DD6C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787" y="4538091"/>
            <a:ext cx="88297" cy="9525"/>
          </a:xfrm>
          <a:custGeom xmlns:a="http://schemas.openxmlformats.org/drawingml/2006/main">
            <a:pathLst>
              <a:path w="88297" h="9525">
                <a:moveTo>
                  <a:pt x="0" y="0"/>
                </a:moveTo>
                <a:lnTo>
                  <a:pt x="88297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231F20"/>
            </a:solidFill>
          </a:ln>
        </p:spPr>
      </p:sp>
      <p:sp>
        <p:nvSpPr>
          <p:cNvPr id="142" name="circuit-1068">
            <a:extLst xmlns:a="http://schemas.openxmlformats.org/drawingml/2006/main">
              <a:ext uri="{FF2B5EF4-FFF2-40B4-BE49-F238E27FC236}">
                <a16:creationId xmlns:a16="http://schemas.microsoft.com/office/drawing/2014/main" id="{52932E6A-361B-41A5-9F8C-4878F8B90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" y="4519289"/>
            <a:ext cx="49054" cy="37605"/>
          </a:xfrm>
          <a:custGeom xmlns:a="http://schemas.openxmlformats.org/drawingml/2006/main">
            <a:pathLst>
              <a:path w="49054" h="37605">
                <a:moveTo>
                  <a:pt x="49054" y="18802"/>
                </a:moveTo>
                <a:lnTo>
                  <a:pt x="0" y="0"/>
                </a:lnTo>
                <a:lnTo>
                  <a:pt x="0" y="3760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143" name="wire-1069">
            <a:extLst xmlns:a="http://schemas.openxmlformats.org/drawingml/2006/main">
              <a:ext uri="{FF2B5EF4-FFF2-40B4-BE49-F238E27FC236}">
                <a16:creationId xmlns:a16="http://schemas.microsoft.com/office/drawing/2014/main" id="{962612B6-30C6-4EB1-BAE2-D41F2F73A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867" y="4627626"/>
            <a:ext cx="147161" cy="9525"/>
          </a:xfrm>
          <a:custGeom xmlns:a="http://schemas.openxmlformats.org/drawingml/2006/main">
            <a:pathLst>
              <a:path w="147161" h="9525">
                <a:moveTo>
                  <a:pt x="0" y="0"/>
                </a:moveTo>
                <a:lnTo>
                  <a:pt x="14716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231F20"/>
            </a:solidFill>
          </a:ln>
        </p:spPr>
      </p:sp>
      <p:sp>
        <p:nvSpPr>
          <p:cNvPr id="144" name="circuit-1070">
            <a:extLst xmlns:a="http://schemas.openxmlformats.org/drawingml/2006/main">
              <a:ext uri="{FF2B5EF4-FFF2-40B4-BE49-F238E27FC236}">
                <a16:creationId xmlns:a16="http://schemas.microsoft.com/office/drawing/2014/main" id="{AB87AB51-A6A3-430C-9EBA-EDB9FA4A5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5974" y="4608824"/>
            <a:ext cx="49054" cy="37605"/>
          </a:xfrm>
          <a:custGeom xmlns:a="http://schemas.openxmlformats.org/drawingml/2006/main">
            <a:pathLst>
              <a:path w="49054" h="37605">
                <a:moveTo>
                  <a:pt x="49054" y="18802"/>
                </a:moveTo>
                <a:lnTo>
                  <a:pt x="0" y="0"/>
                </a:lnTo>
                <a:lnTo>
                  <a:pt x="0" y="3760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145" name="text-1071">
            <a:extLst xmlns:a="http://schemas.openxmlformats.org/drawingml/2006/main">
              <a:ext uri="{FF2B5EF4-FFF2-40B4-BE49-F238E27FC236}">
                <a16:creationId xmlns:a16="http://schemas.microsoft.com/office/drawing/2014/main" id="{3A40E6B4-84C1-45FB-A4DD-29415AB7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" y="4887277"/>
            <a:ext cx="676942" cy="1790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Next PC</a:t>
            </a:r>
          </a:p>
        </p:txBody>
      </p:sp>
      <p:sp>
        <p:nvSpPr>
          <p:cNvPr id="146" name="wire-1072">
            <a:extLst xmlns:a="http://schemas.openxmlformats.org/drawingml/2006/main">
              <a:ext uri="{FF2B5EF4-FFF2-40B4-BE49-F238E27FC236}">
                <a16:creationId xmlns:a16="http://schemas.microsoft.com/office/drawing/2014/main" id="{C0D344B7-0C1D-4CFA-B744-DD2ADF1A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9298" y="3866579"/>
            <a:ext cx="9525" cy="429768"/>
          </a:xfrm>
          <a:custGeom xmlns:a="http://schemas.openxmlformats.org/drawingml/2006/main">
            <a:pathLst>
              <a:path w="9525" h="429768">
                <a:moveTo>
                  <a:pt x="0" y="42976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47" name="wire-1073">
            <a:extLst xmlns:a="http://schemas.openxmlformats.org/drawingml/2006/main">
              <a:ext uri="{FF2B5EF4-FFF2-40B4-BE49-F238E27FC236}">
                <a16:creationId xmlns:a16="http://schemas.microsoft.com/office/drawing/2014/main" id="{9D19E63B-2CC7-4268-9855-C509D458B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3" y="3866579"/>
            <a:ext cx="4905375" cy="9525"/>
          </a:xfrm>
          <a:custGeom xmlns:a="http://schemas.openxmlformats.org/drawingml/2006/main">
            <a:pathLst>
              <a:path w="4905375" h="9525">
                <a:moveTo>
                  <a:pt x="49053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48" name="wire-1074">
            <a:extLst xmlns:a="http://schemas.openxmlformats.org/drawingml/2006/main">
              <a:ext uri="{FF2B5EF4-FFF2-40B4-BE49-F238E27FC236}">
                <a16:creationId xmlns:a16="http://schemas.microsoft.com/office/drawing/2014/main" id="{0BFCC6A1-8367-4299-94BE-1CAA6801C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3" y="3866579"/>
            <a:ext cx="9525" cy="877443"/>
          </a:xfrm>
          <a:custGeom xmlns:a="http://schemas.openxmlformats.org/drawingml/2006/main">
            <a:pathLst>
              <a:path w="9525" h="877443">
                <a:moveTo>
                  <a:pt x="0" y="0"/>
                </a:moveTo>
                <a:lnTo>
                  <a:pt x="0" y="877443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49" name="wire-1075">
            <a:extLst xmlns:a="http://schemas.openxmlformats.org/drawingml/2006/main">
              <a:ext uri="{FF2B5EF4-FFF2-40B4-BE49-F238E27FC236}">
                <a16:creationId xmlns:a16="http://schemas.microsoft.com/office/drawing/2014/main" id="{1A62C6B8-1439-46A5-A6B8-236C63EC0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3" y="4744022"/>
            <a:ext cx="147161" cy="9525"/>
          </a:xfrm>
          <a:custGeom xmlns:a="http://schemas.openxmlformats.org/drawingml/2006/main">
            <a:pathLst>
              <a:path w="147161" h="9525">
                <a:moveTo>
                  <a:pt x="0" y="0"/>
                </a:moveTo>
                <a:lnTo>
                  <a:pt x="147161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50" name="circuit-1076">
            <a:extLst xmlns:a="http://schemas.openxmlformats.org/drawingml/2006/main">
              <a:ext uri="{FF2B5EF4-FFF2-40B4-BE49-F238E27FC236}">
                <a16:creationId xmlns:a16="http://schemas.microsoft.com/office/drawing/2014/main" id="{4FD2E55D-425F-416F-84BA-076B109ED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" y="4725219"/>
            <a:ext cx="49054" cy="37605"/>
          </a:xfrm>
          <a:custGeom xmlns:a="http://schemas.openxmlformats.org/drawingml/2006/main">
            <a:pathLst>
              <a:path w="49054" h="37605">
                <a:moveTo>
                  <a:pt x="49054" y="18802"/>
                </a:moveTo>
                <a:lnTo>
                  <a:pt x="0" y="0"/>
                </a:lnTo>
                <a:lnTo>
                  <a:pt x="0" y="3760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151" name="block-1077">
            <a:extLst xmlns:a="http://schemas.openxmlformats.org/drawingml/2006/main">
              <a:ext uri="{FF2B5EF4-FFF2-40B4-BE49-F238E27FC236}">
                <a16:creationId xmlns:a16="http://schemas.microsoft.com/office/drawing/2014/main" id="{B3D1CA53-BA2A-4C30-8DEE-56B953741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6103" y="4430649"/>
            <a:ext cx="117729" cy="14146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152" name="circuit-1078">
            <a:extLst xmlns:a="http://schemas.openxmlformats.org/drawingml/2006/main">
              <a:ext uri="{FF2B5EF4-FFF2-40B4-BE49-F238E27FC236}">
                <a16:creationId xmlns:a16="http://schemas.microsoft.com/office/drawing/2014/main" id="{FA92FAB4-77A4-4F0F-B446-75D5E183A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5724" y="4430649"/>
            <a:ext cx="78486" cy="44767"/>
          </a:xfrm>
          <a:custGeom xmlns:a="http://schemas.openxmlformats.org/drawingml/2006/main">
            <a:pathLst>
              <a:path w="78486" h="44767">
                <a:moveTo>
                  <a:pt x="0" y="0"/>
                </a:moveTo>
                <a:lnTo>
                  <a:pt x="39243" y="44767"/>
                </a:lnTo>
                <a:lnTo>
                  <a:pt x="78486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153" name="wire-1079">
            <a:extLst xmlns:a="http://schemas.openxmlformats.org/drawingml/2006/main">
              <a:ext uri="{FF2B5EF4-FFF2-40B4-BE49-F238E27FC236}">
                <a16:creationId xmlns:a16="http://schemas.microsoft.com/office/drawing/2014/main" id="{CDB81D78-946A-41D1-A735-647AAD6D7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967" y="4376928"/>
            <a:ext cx="9525" cy="53721"/>
          </a:xfrm>
          <a:custGeom xmlns:a="http://schemas.openxmlformats.org/drawingml/2006/main">
            <a:pathLst>
              <a:path w="9525" h="53721">
                <a:moveTo>
                  <a:pt x="0" y="0"/>
                </a:moveTo>
                <a:lnTo>
                  <a:pt x="0" y="53721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231F20"/>
            </a:solidFill>
          </a:ln>
        </p:spPr>
      </p:sp>
      <p:sp>
        <p:nvSpPr>
          <p:cNvPr id="154" name="text-1080">
            <a:extLst xmlns:a="http://schemas.openxmlformats.org/drawingml/2006/main">
              <a:ext uri="{FF2B5EF4-FFF2-40B4-BE49-F238E27FC236}">
                <a16:creationId xmlns:a16="http://schemas.microsoft.com/office/drawing/2014/main" id="{46CC716A-FFC7-4DA2-9FEE-BEECA2E71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327" y="6257163"/>
            <a:ext cx="1108615" cy="1880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Fetch</a:t>
            </a:r>
          </a:p>
        </p:txBody>
      </p:sp>
      <p:sp>
        <p:nvSpPr>
          <p:cNvPr id="155" name="text-1081">
            <a:extLst xmlns:a="http://schemas.openxmlformats.org/drawingml/2006/main">
              <a:ext uri="{FF2B5EF4-FFF2-40B4-BE49-F238E27FC236}">
                <a16:creationId xmlns:a16="http://schemas.microsoft.com/office/drawing/2014/main" id="{C15B9AFF-2342-40B4-9FA0-61240892A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0993" y="6257163"/>
            <a:ext cx="1000697" cy="1880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Decode</a:t>
            </a:r>
          </a:p>
        </p:txBody>
      </p:sp>
      <p:sp>
        <p:nvSpPr>
          <p:cNvPr id="156" name="text-1082">
            <a:extLst xmlns:a="http://schemas.openxmlformats.org/drawingml/2006/main">
              <a:ext uri="{FF2B5EF4-FFF2-40B4-BE49-F238E27FC236}">
                <a16:creationId xmlns:a16="http://schemas.microsoft.com/office/drawing/2014/main" id="{0BBE2576-1B17-4234-ADD8-82611E961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4309" y="6257163"/>
            <a:ext cx="1814989" cy="1880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Execute</a:t>
            </a:r>
          </a:p>
        </p:txBody>
      </p:sp>
      <p:sp>
        <p:nvSpPr>
          <p:cNvPr id="157" name="text-1083">
            <a:extLst xmlns:a="http://schemas.openxmlformats.org/drawingml/2006/main">
              <a:ext uri="{FF2B5EF4-FFF2-40B4-BE49-F238E27FC236}">
                <a16:creationId xmlns:a16="http://schemas.microsoft.com/office/drawing/2014/main" id="{0FE355F0-25A0-49FD-BDF7-6FF51CE47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0592" y="6257163"/>
            <a:ext cx="1707071" cy="1880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Memory</a:t>
            </a:r>
          </a:p>
        </p:txBody>
      </p:sp>
      <p:sp>
        <p:nvSpPr>
          <p:cNvPr id="158" name="text-1084">
            <a:extLst xmlns:a="http://schemas.openxmlformats.org/drawingml/2006/main">
              <a:ext uri="{FF2B5EF4-FFF2-40B4-BE49-F238E27FC236}">
                <a16:creationId xmlns:a16="http://schemas.microsoft.com/office/drawing/2014/main" id="{68248669-B11A-48DB-B575-EF681334A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553" y="6257163"/>
            <a:ext cx="863346" cy="1880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Writeback</a:t>
            </a:r>
          </a:p>
        </p:txBody>
      </p:sp>
      <p:sp>
        <p:nvSpPr>
          <p:cNvPr id="159" name="wire-1085">
            <a:extLst xmlns:a="http://schemas.openxmlformats.org/drawingml/2006/main">
              <a:ext uri="{FF2B5EF4-FFF2-40B4-BE49-F238E27FC236}">
                <a16:creationId xmlns:a16="http://schemas.microsoft.com/office/drawing/2014/main" id="{83CD18A3-3215-44C3-BE18-EE21E717F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806" y="4708208"/>
            <a:ext cx="88297" cy="9525"/>
          </a:xfrm>
          <a:custGeom xmlns:a="http://schemas.openxmlformats.org/drawingml/2006/main">
            <a:pathLst>
              <a:path w="88297" h="9525">
                <a:moveTo>
                  <a:pt x="0" y="0"/>
                </a:moveTo>
                <a:lnTo>
                  <a:pt x="88297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240">
            <a:solidFill>
              <a:srgbClr val="231F20"/>
            </a:solidFill>
          </a:ln>
        </p:spPr>
      </p:sp>
      <p:sp>
        <p:nvSpPr>
          <p:cNvPr id="160" name="wire-1086">
            <a:extLst xmlns:a="http://schemas.openxmlformats.org/drawingml/2006/main">
              <a:ext uri="{FF2B5EF4-FFF2-40B4-BE49-F238E27FC236}">
                <a16:creationId xmlns:a16="http://schemas.microsoft.com/office/drawing/2014/main" id="{E2DA661F-90D9-4F7A-9DE7-FAF64D08F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3832" y="4708208"/>
            <a:ext cx="49054" cy="9525"/>
          </a:xfrm>
          <a:custGeom xmlns:a="http://schemas.openxmlformats.org/drawingml/2006/main">
            <a:pathLst>
              <a:path w="49054" h="9525">
                <a:moveTo>
                  <a:pt x="0" y="0"/>
                </a:moveTo>
                <a:lnTo>
                  <a:pt x="4905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231F20"/>
            </a:solidFill>
          </a:ln>
        </p:spPr>
      </p:sp>
      <p:sp>
        <p:nvSpPr>
          <p:cNvPr id="161" name="wire-1087">
            <a:extLst xmlns:a="http://schemas.openxmlformats.org/drawingml/2006/main">
              <a:ext uri="{FF2B5EF4-FFF2-40B4-BE49-F238E27FC236}">
                <a16:creationId xmlns:a16="http://schemas.microsoft.com/office/drawing/2014/main" id="{EE2EF647-AB5E-460C-AAB7-1AB2D2B2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2886" y="4627626"/>
            <a:ext cx="9525" cy="80581"/>
          </a:xfrm>
          <a:custGeom xmlns:a="http://schemas.openxmlformats.org/drawingml/2006/main">
            <a:pathLst>
              <a:path w="9525" h="80581">
                <a:moveTo>
                  <a:pt x="0" y="8058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231F20"/>
            </a:solidFill>
          </a:ln>
        </p:spPr>
      </p:sp>
      <p:sp>
        <p:nvSpPr>
          <p:cNvPr id="162" name="wire-1088">
            <a:extLst xmlns:a="http://schemas.openxmlformats.org/drawingml/2006/main">
              <a:ext uri="{FF2B5EF4-FFF2-40B4-BE49-F238E27FC236}">
                <a16:creationId xmlns:a16="http://schemas.microsoft.com/office/drawing/2014/main" id="{648CA215-22C8-44D8-AF94-8EFFAC515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2886" y="4627626"/>
            <a:ext cx="98108" cy="9525"/>
          </a:xfrm>
          <a:custGeom xmlns:a="http://schemas.openxmlformats.org/drawingml/2006/main">
            <a:pathLst>
              <a:path w="98108" h="9525">
                <a:moveTo>
                  <a:pt x="0" y="0"/>
                </a:moveTo>
                <a:lnTo>
                  <a:pt x="9810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231F20"/>
            </a:solidFill>
          </a:ln>
        </p:spPr>
      </p:sp>
      <p:sp>
        <p:nvSpPr>
          <p:cNvPr id="163" name="circuit-1089">
            <a:extLst xmlns:a="http://schemas.openxmlformats.org/drawingml/2006/main">
              <a:ext uri="{FF2B5EF4-FFF2-40B4-BE49-F238E27FC236}">
                <a16:creationId xmlns:a16="http://schemas.microsoft.com/office/drawing/2014/main" id="{79F86E98-F8DC-4C69-989D-F666EA6DE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1939" y="4608824"/>
            <a:ext cx="49054" cy="37605"/>
          </a:xfrm>
          <a:custGeom xmlns:a="http://schemas.openxmlformats.org/drawingml/2006/main">
            <a:pathLst>
              <a:path w="49054" h="37605">
                <a:moveTo>
                  <a:pt x="49054" y="18802"/>
                </a:moveTo>
                <a:lnTo>
                  <a:pt x="0" y="0"/>
                </a:lnTo>
                <a:lnTo>
                  <a:pt x="0" y="3760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164" name="wire-1090">
            <a:extLst xmlns:a="http://schemas.openxmlformats.org/drawingml/2006/main">
              <a:ext uri="{FF2B5EF4-FFF2-40B4-BE49-F238E27FC236}">
                <a16:creationId xmlns:a16="http://schemas.microsoft.com/office/drawing/2014/main" id="{D3603AD7-19F0-42A5-8F67-C8A2F06C0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2886" y="4708208"/>
            <a:ext cx="9525" cy="98489"/>
          </a:xfrm>
          <a:custGeom xmlns:a="http://schemas.openxmlformats.org/drawingml/2006/main">
            <a:pathLst>
              <a:path w="9525" h="98489">
                <a:moveTo>
                  <a:pt x="0" y="0"/>
                </a:moveTo>
                <a:lnTo>
                  <a:pt x="0" y="98489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231F20"/>
            </a:solidFill>
          </a:ln>
        </p:spPr>
      </p:sp>
      <p:sp>
        <p:nvSpPr>
          <p:cNvPr id="165" name="wire-1091">
            <a:extLst xmlns:a="http://schemas.openxmlformats.org/drawingml/2006/main">
              <a:ext uri="{FF2B5EF4-FFF2-40B4-BE49-F238E27FC236}">
                <a16:creationId xmlns:a16="http://schemas.microsoft.com/office/drawing/2014/main" id="{1F87622C-493D-4B78-B092-F75501D60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2886" y="4806696"/>
            <a:ext cx="98108" cy="9525"/>
          </a:xfrm>
          <a:custGeom xmlns:a="http://schemas.openxmlformats.org/drawingml/2006/main">
            <a:pathLst>
              <a:path w="98108" h="9525">
                <a:moveTo>
                  <a:pt x="0" y="0"/>
                </a:moveTo>
                <a:lnTo>
                  <a:pt x="9810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231F20"/>
            </a:solidFill>
          </a:ln>
        </p:spPr>
      </p:sp>
      <p:sp>
        <p:nvSpPr>
          <p:cNvPr id="166" name="circuit-1092">
            <a:extLst xmlns:a="http://schemas.openxmlformats.org/drawingml/2006/main">
              <a:ext uri="{FF2B5EF4-FFF2-40B4-BE49-F238E27FC236}">
                <a16:creationId xmlns:a16="http://schemas.microsoft.com/office/drawing/2014/main" id="{43A6D1D5-2144-4DBB-ABFF-1A6256284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1939" y="4787894"/>
            <a:ext cx="49054" cy="37605"/>
          </a:xfrm>
          <a:custGeom xmlns:a="http://schemas.openxmlformats.org/drawingml/2006/main">
            <a:pathLst>
              <a:path w="49054" h="37605">
                <a:moveTo>
                  <a:pt x="49054" y="18802"/>
                </a:moveTo>
                <a:lnTo>
                  <a:pt x="0" y="0"/>
                </a:lnTo>
                <a:lnTo>
                  <a:pt x="0" y="3760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1A784975-0E68-4D2B-9D62-ED922F2C3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8598" y="4693920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1F20"/>
          </a:solidFill>
          <a:ln xmlns:a="http://schemas.openxmlformats.org/drawingml/2006/main" w="0">
            <a:solidFill>
              <a:srgbClr val="231F20"/>
            </a:solidFill>
          </a:ln>
        </p:spPr>
      </p:sp>
      <p:sp>
        <p:nvSpPr>
          <p:cNvPr id="168" name="wire-1093">
            <a:extLst xmlns:a="http://schemas.openxmlformats.org/drawingml/2006/main">
              <a:ext uri="{FF2B5EF4-FFF2-40B4-BE49-F238E27FC236}">
                <a16:creationId xmlns:a16="http://schemas.microsoft.com/office/drawing/2014/main" id="{9352E876-817F-4BC6-9BC3-BD43C8E9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2886" y="4806696"/>
            <a:ext cx="9525" cy="752094"/>
          </a:xfrm>
          <a:custGeom xmlns:a="http://schemas.openxmlformats.org/drawingml/2006/main">
            <a:pathLst>
              <a:path w="9525" h="752094">
                <a:moveTo>
                  <a:pt x="0" y="0"/>
                </a:moveTo>
                <a:lnTo>
                  <a:pt x="0" y="752094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231F20"/>
            </a:solidFill>
          </a:ln>
        </p:spPr>
      </p:sp>
      <p:sp>
        <p:nvSpPr>
          <p:cNvPr id="169" name="wire-1094">
            <a:extLst xmlns:a="http://schemas.openxmlformats.org/drawingml/2006/main">
              <a:ext uri="{FF2B5EF4-FFF2-40B4-BE49-F238E27FC236}">
                <a16:creationId xmlns:a16="http://schemas.microsoft.com/office/drawing/2014/main" id="{C7A01FFD-1D83-43AC-91BC-1029C6668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2886" y="5558790"/>
            <a:ext cx="98108" cy="9525"/>
          </a:xfrm>
          <a:custGeom xmlns:a="http://schemas.openxmlformats.org/drawingml/2006/main">
            <a:pathLst>
              <a:path w="98108" h="9525">
                <a:moveTo>
                  <a:pt x="0" y="0"/>
                </a:moveTo>
                <a:lnTo>
                  <a:pt x="9810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231F20"/>
            </a:solidFill>
          </a:ln>
        </p:spPr>
      </p:sp>
      <p:sp>
        <p:nvSpPr>
          <p:cNvPr id="170" name="circuit-1095">
            <a:extLst xmlns:a="http://schemas.openxmlformats.org/drawingml/2006/main">
              <a:ext uri="{FF2B5EF4-FFF2-40B4-BE49-F238E27FC236}">
                <a16:creationId xmlns:a16="http://schemas.microsoft.com/office/drawing/2014/main" id="{89CB1E23-3549-4696-BDF6-9F3DF9B93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1939" y="5539988"/>
            <a:ext cx="49054" cy="37605"/>
          </a:xfrm>
          <a:custGeom xmlns:a="http://schemas.openxmlformats.org/drawingml/2006/main">
            <a:pathLst>
              <a:path w="49054" h="37605">
                <a:moveTo>
                  <a:pt x="49054" y="18802"/>
                </a:moveTo>
                <a:lnTo>
                  <a:pt x="0" y="0"/>
                </a:lnTo>
                <a:lnTo>
                  <a:pt x="0" y="3760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71DF76D3-02E7-42C5-84E3-75865FA6C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8598" y="4792409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1F20"/>
          </a:solidFill>
          <a:ln xmlns:a="http://schemas.openxmlformats.org/drawingml/2006/main" w="0">
            <a:solidFill>
              <a:srgbClr val="231F20"/>
            </a:solidFill>
          </a:ln>
        </p:spPr>
      </p:sp>
      <p:sp>
        <p:nvSpPr>
          <p:cNvPr id="172" name="wire-1096">
            <a:extLst xmlns:a="http://schemas.openxmlformats.org/drawingml/2006/main">
              <a:ext uri="{FF2B5EF4-FFF2-40B4-BE49-F238E27FC236}">
                <a16:creationId xmlns:a16="http://schemas.microsoft.com/office/drawing/2014/main" id="{5D921A1A-4ECA-495A-AB00-88131739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2886" y="4081463"/>
            <a:ext cx="9525" cy="546163"/>
          </a:xfrm>
          <a:custGeom xmlns:a="http://schemas.openxmlformats.org/drawingml/2006/main">
            <a:pathLst>
              <a:path w="9525" h="546163">
                <a:moveTo>
                  <a:pt x="0" y="54616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231F20"/>
            </a:solidFill>
          </a:ln>
        </p:spPr>
      </p:sp>
      <p:sp>
        <p:nvSpPr>
          <p:cNvPr id="173" name="wire-1097">
            <a:extLst xmlns:a="http://schemas.openxmlformats.org/drawingml/2006/main">
              <a:ext uri="{FF2B5EF4-FFF2-40B4-BE49-F238E27FC236}">
                <a16:creationId xmlns:a16="http://schemas.microsoft.com/office/drawing/2014/main" id="{788FFBDB-DBD8-43AF-8D1C-3EE7F5488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2886" y="4081463"/>
            <a:ext cx="107918" cy="9525"/>
          </a:xfrm>
          <a:custGeom xmlns:a="http://schemas.openxmlformats.org/drawingml/2006/main">
            <a:pathLst>
              <a:path w="107918" h="9525">
                <a:moveTo>
                  <a:pt x="0" y="0"/>
                </a:moveTo>
                <a:lnTo>
                  <a:pt x="10791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231F20"/>
            </a:solidFill>
          </a:ln>
        </p:spPr>
      </p:sp>
      <p:sp>
        <p:nvSpPr>
          <p:cNvPr id="174" name="circuit-1098">
            <a:extLst xmlns:a="http://schemas.openxmlformats.org/drawingml/2006/main">
              <a:ext uri="{FF2B5EF4-FFF2-40B4-BE49-F238E27FC236}">
                <a16:creationId xmlns:a16="http://schemas.microsoft.com/office/drawing/2014/main" id="{6B05A85B-DA5D-4190-AB2B-AAA34F0F3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062660"/>
            <a:ext cx="49054" cy="37605"/>
          </a:xfrm>
          <a:custGeom xmlns:a="http://schemas.openxmlformats.org/drawingml/2006/main">
            <a:pathLst>
              <a:path w="49054" h="37605">
                <a:moveTo>
                  <a:pt x="49054" y="18802"/>
                </a:moveTo>
                <a:lnTo>
                  <a:pt x="0" y="0"/>
                </a:lnTo>
                <a:lnTo>
                  <a:pt x="0" y="3760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FF3B5413-FE47-48FE-BF36-CCAAB0486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8598" y="4613339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1F20"/>
          </a:solidFill>
          <a:ln xmlns:a="http://schemas.openxmlformats.org/drawingml/2006/main" w="0">
            <a:solidFill>
              <a:srgbClr val="231F20"/>
            </a:solidFill>
          </a:ln>
        </p:spPr>
      </p:sp>
      <p:sp>
        <p:nvSpPr>
          <p:cNvPr id="176" name="block-1099">
            <a:extLst xmlns:a="http://schemas.openxmlformats.org/drawingml/2006/main">
              <a:ext uri="{FF2B5EF4-FFF2-40B4-BE49-F238E27FC236}">
                <a16:creationId xmlns:a16="http://schemas.microsoft.com/office/drawing/2014/main" id="{08EF5A80-24E5-4DAB-8B66-E3C36128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0804" y="3947160"/>
            <a:ext cx="990886" cy="30441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177" name="text-1100">
            <a:extLst xmlns:a="http://schemas.openxmlformats.org/drawingml/2006/main">
              <a:ext uri="{FF2B5EF4-FFF2-40B4-BE49-F238E27FC236}">
                <a16:creationId xmlns:a16="http://schemas.microsoft.com/office/drawing/2014/main" id="{22A6E2C3-4BF7-42B3-8089-078325868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0236" y="3956113"/>
            <a:ext cx="932021" cy="286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0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controller</a:t>
            </a:r>
          </a:p>
        </p:txBody>
      </p:sp>
      <p:sp>
        <p:nvSpPr>
          <p:cNvPr id="178" name="text-1101">
            <a:extLst xmlns:a="http://schemas.openxmlformats.org/drawingml/2006/main">
              <a:ext uri="{FF2B5EF4-FFF2-40B4-BE49-F238E27FC236}">
                <a16:creationId xmlns:a16="http://schemas.microsoft.com/office/drawing/2014/main" id="{96E38B7E-7807-4353-80C3-E5C5E293C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4317" y="3714369"/>
            <a:ext cx="1059561" cy="1790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ResultSrcW</a:t>
            </a:r>
          </a:p>
        </p:txBody>
      </p:sp>
      <p:sp>
        <p:nvSpPr>
          <p:cNvPr id="179" name="wire-1102">
            <a:extLst xmlns:a="http://schemas.openxmlformats.org/drawingml/2006/main">
              <a:ext uri="{FF2B5EF4-FFF2-40B4-BE49-F238E27FC236}">
                <a16:creationId xmlns:a16="http://schemas.microsoft.com/office/drawing/2014/main" id="{AA4C75EA-CFCA-4F62-9416-B29B669AC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690" y="4018788"/>
            <a:ext cx="186404" cy="9525"/>
          </a:xfrm>
          <a:custGeom xmlns:a="http://schemas.openxmlformats.org/drawingml/2006/main">
            <a:pathLst>
              <a:path w="186404" h="9525">
                <a:moveTo>
                  <a:pt x="0" y="0"/>
                </a:moveTo>
                <a:lnTo>
                  <a:pt x="186404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80" name="wire-1103">
            <a:extLst xmlns:a="http://schemas.openxmlformats.org/drawingml/2006/main">
              <a:ext uri="{FF2B5EF4-FFF2-40B4-BE49-F238E27FC236}">
                <a16:creationId xmlns:a16="http://schemas.microsoft.com/office/drawing/2014/main" id="{ADF5ED1F-75EB-4507-90F5-E718855E5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5823" y="4018788"/>
            <a:ext cx="2070068" cy="9525"/>
          </a:xfrm>
          <a:custGeom xmlns:a="http://schemas.openxmlformats.org/drawingml/2006/main">
            <a:pathLst>
              <a:path w="2070068" h="9525">
                <a:moveTo>
                  <a:pt x="0" y="0"/>
                </a:moveTo>
                <a:lnTo>
                  <a:pt x="20700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81" name="wire-1104">
            <a:extLst xmlns:a="http://schemas.openxmlformats.org/drawingml/2006/main">
              <a:ext uri="{FF2B5EF4-FFF2-40B4-BE49-F238E27FC236}">
                <a16:creationId xmlns:a16="http://schemas.microsoft.com/office/drawing/2014/main" id="{1CB543A0-8E8D-48BD-A82C-0D3F3392B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3620" y="4018788"/>
            <a:ext cx="2266283" cy="9525"/>
          </a:xfrm>
          <a:custGeom xmlns:a="http://schemas.openxmlformats.org/drawingml/2006/main">
            <a:pathLst>
              <a:path w="2266283" h="9525">
                <a:moveTo>
                  <a:pt x="0" y="0"/>
                </a:moveTo>
                <a:lnTo>
                  <a:pt x="22662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82" name="wire-1105">
            <a:extLst xmlns:a="http://schemas.openxmlformats.org/drawingml/2006/main">
              <a:ext uri="{FF2B5EF4-FFF2-40B4-BE49-F238E27FC236}">
                <a16:creationId xmlns:a16="http://schemas.microsoft.com/office/drawing/2014/main" id="{CF4FF444-A29F-4358-88B1-B5D8E7C58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7632" y="4018788"/>
            <a:ext cx="245269" cy="9525"/>
          </a:xfrm>
          <a:custGeom xmlns:a="http://schemas.openxmlformats.org/drawingml/2006/main">
            <a:pathLst>
              <a:path w="245269" h="9525">
                <a:moveTo>
                  <a:pt x="0" y="0"/>
                </a:moveTo>
                <a:lnTo>
                  <a:pt x="245269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83" name="wire-1106">
            <a:extLst xmlns:a="http://schemas.openxmlformats.org/drawingml/2006/main">
              <a:ext uri="{FF2B5EF4-FFF2-40B4-BE49-F238E27FC236}">
                <a16:creationId xmlns:a16="http://schemas.microsoft.com/office/drawing/2014/main" id="{27842A48-2B34-48CB-BD42-77EA7DA12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901" y="4018788"/>
            <a:ext cx="9525" cy="277559"/>
          </a:xfrm>
          <a:custGeom xmlns:a="http://schemas.openxmlformats.org/drawingml/2006/main">
            <a:pathLst>
              <a:path w="9525" h="277559">
                <a:moveTo>
                  <a:pt x="0" y="0"/>
                </a:moveTo>
                <a:lnTo>
                  <a:pt x="0" y="277559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84" name="circuit-1107">
            <a:extLst xmlns:a="http://schemas.openxmlformats.org/drawingml/2006/main">
              <a:ext uri="{FF2B5EF4-FFF2-40B4-BE49-F238E27FC236}">
                <a16:creationId xmlns:a16="http://schemas.microsoft.com/office/drawing/2014/main" id="{D15CA1BD-C639-4198-AA30-86379ED3C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2298" y="4251579"/>
            <a:ext cx="41205" cy="44768"/>
          </a:xfrm>
          <a:custGeom xmlns:a="http://schemas.openxmlformats.org/drawingml/2006/main">
            <a:pathLst>
              <a:path w="41205" h="44768">
                <a:moveTo>
                  <a:pt x="20603" y="44768"/>
                </a:moveTo>
                <a:lnTo>
                  <a:pt x="4120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185" name="wire-1108">
            <a:extLst xmlns:a="http://schemas.openxmlformats.org/drawingml/2006/main">
              <a:ext uri="{FF2B5EF4-FFF2-40B4-BE49-F238E27FC236}">
                <a16:creationId xmlns:a16="http://schemas.microsoft.com/office/drawing/2014/main" id="{85BFF14F-175F-4977-A276-46705053C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690" y="4117277"/>
            <a:ext cx="186404" cy="9525"/>
          </a:xfrm>
          <a:custGeom xmlns:a="http://schemas.openxmlformats.org/drawingml/2006/main">
            <a:pathLst>
              <a:path w="186404" h="9525">
                <a:moveTo>
                  <a:pt x="0" y="0"/>
                </a:moveTo>
                <a:lnTo>
                  <a:pt x="186404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86" name="wire-1109">
            <a:extLst xmlns:a="http://schemas.openxmlformats.org/drawingml/2006/main">
              <a:ext uri="{FF2B5EF4-FFF2-40B4-BE49-F238E27FC236}">
                <a16:creationId xmlns:a16="http://schemas.microsoft.com/office/drawing/2014/main" id="{8B3ECEEB-E633-4906-8EC7-9E813C11D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5823" y="4117277"/>
            <a:ext cx="539591" cy="9525"/>
          </a:xfrm>
          <a:custGeom xmlns:a="http://schemas.openxmlformats.org/drawingml/2006/main">
            <a:pathLst>
              <a:path w="539591" h="9525">
                <a:moveTo>
                  <a:pt x="0" y="0"/>
                </a:moveTo>
                <a:lnTo>
                  <a:pt x="539591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87" name="wire-1110">
            <a:extLst xmlns:a="http://schemas.openxmlformats.org/drawingml/2006/main">
              <a:ext uri="{FF2B5EF4-FFF2-40B4-BE49-F238E27FC236}">
                <a16:creationId xmlns:a16="http://schemas.microsoft.com/office/drawing/2014/main" id="{24C19A68-56F0-40AE-A5B9-ED8B4086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5414" y="4117277"/>
            <a:ext cx="9525" cy="196977"/>
          </a:xfrm>
          <a:custGeom xmlns:a="http://schemas.openxmlformats.org/drawingml/2006/main">
            <a:pathLst>
              <a:path w="9525" h="196977">
                <a:moveTo>
                  <a:pt x="0" y="0"/>
                </a:moveTo>
                <a:lnTo>
                  <a:pt x="0" y="196977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88" name="wire-1111">
            <a:extLst xmlns:a="http://schemas.openxmlformats.org/drawingml/2006/main">
              <a:ext uri="{FF2B5EF4-FFF2-40B4-BE49-F238E27FC236}">
                <a16:creationId xmlns:a16="http://schemas.microsoft.com/office/drawing/2014/main" id="{882667CF-841F-4171-B736-B0D082666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5414" y="4314254"/>
            <a:ext cx="215837" cy="9525"/>
          </a:xfrm>
          <a:custGeom xmlns:a="http://schemas.openxmlformats.org/drawingml/2006/main">
            <a:pathLst>
              <a:path w="215837" h="9525">
                <a:moveTo>
                  <a:pt x="0" y="0"/>
                </a:moveTo>
                <a:lnTo>
                  <a:pt x="215837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89" name="wire-1112">
            <a:extLst xmlns:a="http://schemas.openxmlformats.org/drawingml/2006/main">
              <a:ext uri="{FF2B5EF4-FFF2-40B4-BE49-F238E27FC236}">
                <a16:creationId xmlns:a16="http://schemas.microsoft.com/office/drawing/2014/main" id="{F6446B5A-D4A6-4DD4-A112-CC9E62042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1251" y="4314254"/>
            <a:ext cx="9525" cy="71628"/>
          </a:xfrm>
          <a:custGeom xmlns:a="http://schemas.openxmlformats.org/drawingml/2006/main">
            <a:pathLst>
              <a:path w="9525" h="71628">
                <a:moveTo>
                  <a:pt x="0" y="0"/>
                </a:moveTo>
                <a:lnTo>
                  <a:pt x="0" y="71628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90" name="circuit-1113">
            <a:extLst xmlns:a="http://schemas.openxmlformats.org/drawingml/2006/main">
              <a:ext uri="{FF2B5EF4-FFF2-40B4-BE49-F238E27FC236}">
                <a16:creationId xmlns:a16="http://schemas.microsoft.com/office/drawing/2014/main" id="{53136B2B-FB61-422D-B42F-546ACC8C5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0648" y="4341114"/>
            <a:ext cx="41205" cy="44767"/>
          </a:xfrm>
          <a:custGeom xmlns:a="http://schemas.openxmlformats.org/drawingml/2006/main">
            <a:pathLst>
              <a:path w="41205" h="44767">
                <a:moveTo>
                  <a:pt x="20603" y="44767"/>
                </a:moveTo>
                <a:lnTo>
                  <a:pt x="4120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191" name="wire-1114">
            <a:extLst xmlns:a="http://schemas.openxmlformats.org/drawingml/2006/main">
              <a:ext uri="{FF2B5EF4-FFF2-40B4-BE49-F238E27FC236}">
                <a16:creationId xmlns:a16="http://schemas.microsoft.com/office/drawing/2014/main" id="{752B2050-69B0-4DCF-9704-A02914A8F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690" y="4206812"/>
            <a:ext cx="186404" cy="9525"/>
          </a:xfrm>
          <a:custGeom xmlns:a="http://schemas.openxmlformats.org/drawingml/2006/main">
            <a:pathLst>
              <a:path w="186404" h="9525">
                <a:moveTo>
                  <a:pt x="0" y="0"/>
                </a:moveTo>
                <a:lnTo>
                  <a:pt x="186404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92" name="wire-1115">
            <a:extLst xmlns:a="http://schemas.openxmlformats.org/drawingml/2006/main">
              <a:ext uri="{FF2B5EF4-FFF2-40B4-BE49-F238E27FC236}">
                <a16:creationId xmlns:a16="http://schemas.microsoft.com/office/drawing/2014/main" id="{E3FC1423-FAA4-40FB-B68F-C211BC7C8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5823" y="4206812"/>
            <a:ext cx="49054" cy="9525"/>
          </a:xfrm>
          <a:custGeom xmlns:a="http://schemas.openxmlformats.org/drawingml/2006/main">
            <a:pathLst>
              <a:path w="49054" h="9525">
                <a:moveTo>
                  <a:pt x="0" y="0"/>
                </a:moveTo>
                <a:lnTo>
                  <a:pt x="49054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93" name="wire-1116">
            <a:extLst xmlns:a="http://schemas.openxmlformats.org/drawingml/2006/main">
              <a:ext uri="{FF2B5EF4-FFF2-40B4-BE49-F238E27FC236}">
                <a16:creationId xmlns:a16="http://schemas.microsoft.com/office/drawing/2014/main" id="{69479D11-22F8-4681-9112-38D5E6519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4877" y="4206812"/>
            <a:ext cx="9525" cy="1208722"/>
          </a:xfrm>
          <a:custGeom xmlns:a="http://schemas.openxmlformats.org/drawingml/2006/main">
            <a:pathLst>
              <a:path w="9525" h="1208722">
                <a:moveTo>
                  <a:pt x="0" y="0"/>
                </a:moveTo>
                <a:lnTo>
                  <a:pt x="0" y="1208722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94" name="wire-1117">
            <a:extLst xmlns:a="http://schemas.openxmlformats.org/drawingml/2006/main">
              <a:ext uri="{FF2B5EF4-FFF2-40B4-BE49-F238E27FC236}">
                <a16:creationId xmlns:a16="http://schemas.microsoft.com/office/drawing/2014/main" id="{93B77BE5-20B8-4B8E-B931-25D21CA7B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4877" y="5415534"/>
            <a:ext cx="706374" cy="9525"/>
          </a:xfrm>
          <a:custGeom xmlns:a="http://schemas.openxmlformats.org/drawingml/2006/main">
            <a:pathLst>
              <a:path w="706374" h="9525">
                <a:moveTo>
                  <a:pt x="0" y="0"/>
                </a:moveTo>
                <a:lnTo>
                  <a:pt x="706374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95" name="wire-1118">
            <a:extLst xmlns:a="http://schemas.openxmlformats.org/drawingml/2006/main">
              <a:ext uri="{FF2B5EF4-FFF2-40B4-BE49-F238E27FC236}">
                <a16:creationId xmlns:a16="http://schemas.microsoft.com/office/drawing/2014/main" id="{AE82CAE4-96FF-4736-9514-11698ECD4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1251" y="5361813"/>
            <a:ext cx="9525" cy="53721"/>
          </a:xfrm>
          <a:custGeom xmlns:a="http://schemas.openxmlformats.org/drawingml/2006/main">
            <a:pathLst>
              <a:path w="9525" h="53721">
                <a:moveTo>
                  <a:pt x="0" y="5372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96" name="circuit-1119">
            <a:extLst xmlns:a="http://schemas.openxmlformats.org/drawingml/2006/main">
              <a:ext uri="{FF2B5EF4-FFF2-40B4-BE49-F238E27FC236}">
                <a16:creationId xmlns:a16="http://schemas.microsoft.com/office/drawing/2014/main" id="{B3655A07-A546-4C1C-BD1C-6AEACC1EF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0648" y="5361813"/>
            <a:ext cx="41205" cy="44767"/>
          </a:xfrm>
          <a:custGeom xmlns:a="http://schemas.openxmlformats.org/drawingml/2006/main">
            <a:pathLst>
              <a:path w="41205" h="44767">
                <a:moveTo>
                  <a:pt x="20603" y="0"/>
                </a:moveTo>
                <a:lnTo>
                  <a:pt x="0" y="44767"/>
                </a:lnTo>
                <a:lnTo>
                  <a:pt x="41205" y="44767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197" name="block-1120">
            <a:extLst xmlns:a="http://schemas.openxmlformats.org/drawingml/2006/main">
              <a:ext uri="{FF2B5EF4-FFF2-40B4-BE49-F238E27FC236}">
                <a16:creationId xmlns:a16="http://schemas.microsoft.com/office/drawing/2014/main" id="{3C713A40-821D-459D-9B15-67B50F6EF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0993" y="4439603"/>
            <a:ext cx="1000697" cy="9132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A3DC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198" name="text-1121">
            <a:extLst xmlns:a="http://schemas.openxmlformats.org/drawingml/2006/main">
              <a:ext uri="{FF2B5EF4-FFF2-40B4-BE49-F238E27FC236}">
                <a16:creationId xmlns:a16="http://schemas.microsoft.com/office/drawing/2014/main" id="{C00DA472-405F-43F8-A04C-43B83DED3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8722" y="4681347"/>
            <a:ext cx="765239" cy="1611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regfile</a:t>
            </a:r>
          </a:p>
        </p:txBody>
      </p:sp>
      <p:sp>
        <p:nvSpPr>
          <p:cNvPr id="199" name="text-1122">
            <a:extLst xmlns:a="http://schemas.openxmlformats.org/drawingml/2006/main">
              <a:ext uri="{FF2B5EF4-FFF2-40B4-BE49-F238E27FC236}">
                <a16:creationId xmlns:a16="http://schemas.microsoft.com/office/drawing/2014/main" id="{4744D376-225B-4C2F-B7C0-07AC974CA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0425" y="4520184"/>
            <a:ext cx="264890" cy="152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A1</a:t>
            </a:r>
          </a:p>
        </p:txBody>
      </p:sp>
      <p:sp>
        <p:nvSpPr>
          <p:cNvPr id="200" name="text-1123">
            <a:extLst xmlns:a="http://schemas.openxmlformats.org/drawingml/2006/main">
              <a:ext uri="{FF2B5EF4-FFF2-40B4-BE49-F238E27FC236}">
                <a16:creationId xmlns:a16="http://schemas.microsoft.com/office/drawing/2014/main" id="{57CD70DF-5BC8-48A2-8A98-958BAB0A8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0425" y="4851464"/>
            <a:ext cx="264890" cy="152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A2</a:t>
            </a:r>
          </a:p>
        </p:txBody>
      </p:sp>
      <p:sp>
        <p:nvSpPr>
          <p:cNvPr id="201" name="text-1124">
            <a:extLst xmlns:a="http://schemas.openxmlformats.org/drawingml/2006/main">
              <a:ext uri="{FF2B5EF4-FFF2-40B4-BE49-F238E27FC236}">
                <a16:creationId xmlns:a16="http://schemas.microsoft.com/office/drawing/2014/main" id="{53A7976D-A03B-45C1-8350-3C091CFCE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0425" y="5021580"/>
            <a:ext cx="264890" cy="1432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A3</a:t>
            </a:r>
          </a:p>
        </p:txBody>
      </p:sp>
      <p:sp>
        <p:nvSpPr>
          <p:cNvPr id="202" name="text-1125">
            <a:extLst xmlns:a="http://schemas.openxmlformats.org/drawingml/2006/main">
              <a:ext uri="{FF2B5EF4-FFF2-40B4-BE49-F238E27FC236}">
                <a16:creationId xmlns:a16="http://schemas.microsoft.com/office/drawing/2014/main" id="{1848128A-347F-40C9-B4F2-57A3BB8A5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0425" y="5182743"/>
            <a:ext cx="402241" cy="152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WD3</a:t>
            </a:r>
          </a:p>
        </p:txBody>
      </p:sp>
      <p:sp>
        <p:nvSpPr>
          <p:cNvPr id="203" name="text-1126">
            <a:extLst xmlns:a="http://schemas.openxmlformats.org/drawingml/2006/main">
              <a:ext uri="{FF2B5EF4-FFF2-40B4-BE49-F238E27FC236}">
                <a16:creationId xmlns:a16="http://schemas.microsoft.com/office/drawing/2014/main" id="{482B4C7B-CEED-4F5A-8724-B0DD76CF8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8313" y="4520184"/>
            <a:ext cx="333566" cy="152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RD1</a:t>
            </a:r>
          </a:p>
        </p:txBody>
      </p:sp>
      <p:sp>
        <p:nvSpPr>
          <p:cNvPr id="204" name="text-1127">
            <a:extLst xmlns:a="http://schemas.openxmlformats.org/drawingml/2006/main">
              <a:ext uri="{FF2B5EF4-FFF2-40B4-BE49-F238E27FC236}">
                <a16:creationId xmlns:a16="http://schemas.microsoft.com/office/drawing/2014/main" id="{3DCEA1B6-766A-4FCA-8839-59937EBF2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8313" y="4851464"/>
            <a:ext cx="333566" cy="152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RD2</a:t>
            </a:r>
          </a:p>
        </p:txBody>
      </p:sp>
      <p:sp>
        <p:nvSpPr>
          <p:cNvPr id="205" name="text-1128">
            <a:extLst xmlns:a="http://schemas.openxmlformats.org/drawingml/2006/main">
              <a:ext uri="{FF2B5EF4-FFF2-40B4-BE49-F238E27FC236}">
                <a16:creationId xmlns:a16="http://schemas.microsoft.com/office/drawing/2014/main" id="{9708CB12-A4A7-43AE-B4F0-132BDF29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316" y="4448556"/>
            <a:ext cx="362998" cy="125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WE3</a:t>
            </a:r>
          </a:p>
        </p:txBody>
      </p:sp>
      <p:sp>
        <p:nvSpPr>
          <p:cNvPr id="206" name="circuit-1129">
            <a:extLst xmlns:a="http://schemas.openxmlformats.org/drawingml/2006/main">
              <a:ext uri="{FF2B5EF4-FFF2-40B4-BE49-F238E27FC236}">
                <a16:creationId xmlns:a16="http://schemas.microsoft.com/office/drawing/2014/main" id="{118BCBC7-97AD-46DE-97CF-E45DF183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0206" y="4439603"/>
            <a:ext cx="78486" cy="44767"/>
          </a:xfrm>
          <a:custGeom xmlns:a="http://schemas.openxmlformats.org/drawingml/2006/main">
            <a:pathLst>
              <a:path w="78486" h="44767">
                <a:moveTo>
                  <a:pt x="0" y="0"/>
                </a:moveTo>
                <a:lnTo>
                  <a:pt x="39243" y="44767"/>
                </a:lnTo>
                <a:lnTo>
                  <a:pt x="78486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207" name="circuit-1130">
            <a:extLst xmlns:a="http://schemas.openxmlformats.org/drawingml/2006/main">
              <a:ext uri="{FF2B5EF4-FFF2-40B4-BE49-F238E27FC236}">
                <a16:creationId xmlns:a16="http://schemas.microsoft.com/office/drawing/2014/main" id="{3AF68D90-702B-42C8-98F9-89F549BE5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0993" y="5442395"/>
            <a:ext cx="1000697" cy="259651"/>
          </a:xfrm>
          <a:custGeom xmlns:a="http://schemas.openxmlformats.org/drawingml/2006/main">
            <a:pathLst>
              <a:path w="1000697" h="259651">
                <a:moveTo>
                  <a:pt x="0" y="98489"/>
                </a:moveTo>
                <a:lnTo>
                  <a:pt x="1000697" y="0"/>
                </a:lnTo>
                <a:lnTo>
                  <a:pt x="1000697" y="259651"/>
                </a:lnTo>
                <a:lnTo>
                  <a:pt x="0" y="259651"/>
                </a:lnTo>
                <a:close/>
              </a:path>
            </a:pathLst>
          </a:custGeom>
          <a:solidFill xmlns:a="http://schemas.openxmlformats.org/drawingml/2006/main">
            <a:srgbClr val="77A3DC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208" name="text-1131">
            <a:extLst xmlns:a="http://schemas.openxmlformats.org/drawingml/2006/main">
              <a:ext uri="{FF2B5EF4-FFF2-40B4-BE49-F238E27FC236}">
                <a16:creationId xmlns:a16="http://schemas.microsoft.com/office/drawing/2014/main" id="{E777A7D6-5CB3-43F2-9123-DF5A173CA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5694" y="5505069"/>
            <a:ext cx="706374" cy="1701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extend</a:t>
            </a:r>
          </a:p>
        </p:txBody>
      </p:sp>
      <p:sp>
        <p:nvSpPr>
          <p:cNvPr id="209" name="block-1132">
            <a:extLst xmlns:a="http://schemas.openxmlformats.org/drawingml/2006/main">
              <a:ext uri="{FF2B5EF4-FFF2-40B4-BE49-F238E27FC236}">
                <a16:creationId xmlns:a16="http://schemas.microsoft.com/office/drawing/2014/main" id="{B96D3F40-B1E5-4987-B039-D609C40BA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8094" y="3947160"/>
            <a:ext cx="117729" cy="185337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210" name="circuit-1133">
            <a:extLst xmlns:a="http://schemas.openxmlformats.org/drawingml/2006/main">
              <a:ext uri="{FF2B5EF4-FFF2-40B4-BE49-F238E27FC236}">
                <a16:creationId xmlns:a16="http://schemas.microsoft.com/office/drawing/2014/main" id="{F1164863-4889-4B2B-85F0-1FC05A80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7715" y="3947160"/>
            <a:ext cx="78486" cy="44767"/>
          </a:xfrm>
          <a:custGeom xmlns:a="http://schemas.openxmlformats.org/drawingml/2006/main">
            <a:pathLst>
              <a:path w="78486" h="44767">
                <a:moveTo>
                  <a:pt x="0" y="0"/>
                </a:moveTo>
                <a:lnTo>
                  <a:pt x="39243" y="44767"/>
                </a:lnTo>
                <a:lnTo>
                  <a:pt x="78486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211" name="wire-1134">
            <a:extLst xmlns:a="http://schemas.openxmlformats.org/drawingml/2006/main">
              <a:ext uri="{FF2B5EF4-FFF2-40B4-BE49-F238E27FC236}">
                <a16:creationId xmlns:a16="http://schemas.microsoft.com/office/drawing/2014/main" id="{89D176FD-46CE-4343-9F70-D527FDBA5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6958" y="3893439"/>
            <a:ext cx="9525" cy="53721"/>
          </a:xfrm>
          <a:custGeom xmlns:a="http://schemas.openxmlformats.org/drawingml/2006/main">
            <a:pathLst>
              <a:path w="9525" h="53721">
                <a:moveTo>
                  <a:pt x="0" y="0"/>
                </a:moveTo>
                <a:lnTo>
                  <a:pt x="0" y="53721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231F20"/>
            </a:solidFill>
          </a:ln>
        </p:spPr>
      </p:sp>
      <p:sp>
        <p:nvSpPr>
          <p:cNvPr id="212" name="text-1135">
            <a:extLst xmlns:a="http://schemas.openxmlformats.org/drawingml/2006/main">
              <a:ext uri="{FF2B5EF4-FFF2-40B4-BE49-F238E27FC236}">
                <a16:creationId xmlns:a16="http://schemas.microsoft.com/office/drawing/2014/main" id="{C7AD6B9D-D671-4A30-A740-1BB031B1A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1879" y="3687509"/>
            <a:ext cx="559213" cy="1880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D / E</a:t>
            </a:r>
          </a:p>
        </p:txBody>
      </p:sp>
      <p:sp>
        <p:nvSpPr>
          <p:cNvPr id="213" name="wire-1136">
            <a:extLst xmlns:a="http://schemas.openxmlformats.org/drawingml/2006/main">
              <a:ext uri="{FF2B5EF4-FFF2-40B4-BE49-F238E27FC236}">
                <a16:creationId xmlns:a16="http://schemas.microsoft.com/office/drawing/2014/main" id="{D2008B94-B0FA-481C-9CDF-DB83E0F76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690" y="4609719"/>
            <a:ext cx="186404" cy="9525"/>
          </a:xfrm>
          <a:custGeom xmlns:a="http://schemas.openxmlformats.org/drawingml/2006/main">
            <a:pathLst>
              <a:path w="186404" h="9525">
                <a:moveTo>
                  <a:pt x="0" y="0"/>
                </a:moveTo>
                <a:lnTo>
                  <a:pt x="18640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572C3"/>
            </a:solidFill>
          </a:ln>
        </p:spPr>
      </p:sp>
      <p:sp>
        <p:nvSpPr>
          <p:cNvPr id="214" name="wire-1137">
            <a:extLst xmlns:a="http://schemas.openxmlformats.org/drawingml/2006/main">
              <a:ext uri="{FF2B5EF4-FFF2-40B4-BE49-F238E27FC236}">
                <a16:creationId xmlns:a16="http://schemas.microsoft.com/office/drawing/2014/main" id="{E6885793-F072-417D-BCA7-910FFDB21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690" y="4923091"/>
            <a:ext cx="186404" cy="9525"/>
          </a:xfrm>
          <a:custGeom xmlns:a="http://schemas.openxmlformats.org/drawingml/2006/main">
            <a:pathLst>
              <a:path w="186404" h="9525">
                <a:moveTo>
                  <a:pt x="0" y="0"/>
                </a:moveTo>
                <a:lnTo>
                  <a:pt x="18640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572C3"/>
            </a:solidFill>
          </a:ln>
        </p:spPr>
      </p:sp>
      <p:sp>
        <p:nvSpPr>
          <p:cNvPr id="215" name="wire-1138">
            <a:extLst xmlns:a="http://schemas.openxmlformats.org/drawingml/2006/main">
              <a:ext uri="{FF2B5EF4-FFF2-40B4-BE49-F238E27FC236}">
                <a16:creationId xmlns:a16="http://schemas.microsoft.com/office/drawing/2014/main" id="{BE172520-3239-4917-B5D7-8F8A37D76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690" y="5603558"/>
            <a:ext cx="186404" cy="9525"/>
          </a:xfrm>
          <a:custGeom xmlns:a="http://schemas.openxmlformats.org/drawingml/2006/main">
            <a:pathLst>
              <a:path w="186404" h="9525">
                <a:moveTo>
                  <a:pt x="0" y="0"/>
                </a:moveTo>
                <a:lnTo>
                  <a:pt x="18640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572C3"/>
            </a:solidFill>
          </a:ln>
        </p:spPr>
      </p:sp>
      <p:sp>
        <p:nvSpPr>
          <p:cNvPr id="216" name="circuit-1139">
            <a:extLst xmlns:a="http://schemas.openxmlformats.org/drawingml/2006/main">
              <a:ext uri="{FF2B5EF4-FFF2-40B4-BE49-F238E27FC236}">
                <a16:creationId xmlns:a16="http://schemas.microsoft.com/office/drawing/2014/main" id="{2BD6F029-E6C7-4420-A10C-C6349232C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1470" y="4448556"/>
            <a:ext cx="166783" cy="340233"/>
          </a:xfrm>
          <a:custGeom xmlns:a="http://schemas.openxmlformats.org/drawingml/2006/main">
            <a:pathLst>
              <a:path w="166783" h="340233">
                <a:moveTo>
                  <a:pt x="0" y="0"/>
                </a:moveTo>
                <a:lnTo>
                  <a:pt x="166783" y="53721"/>
                </a:lnTo>
                <a:lnTo>
                  <a:pt x="166783" y="286512"/>
                </a:lnTo>
                <a:lnTo>
                  <a:pt x="0" y="340233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217" name="text-1140">
            <a:extLst xmlns:a="http://schemas.openxmlformats.org/drawingml/2006/main">
              <a:ext uri="{FF2B5EF4-FFF2-40B4-BE49-F238E27FC236}">
                <a16:creationId xmlns:a16="http://schemas.microsoft.com/office/drawing/2014/main" id="{EF9EEFB8-11C9-42B8-8A4D-7289C356A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1281" y="4475417"/>
            <a:ext cx="127540" cy="125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8" name="text-1141">
            <a:extLst xmlns:a="http://schemas.openxmlformats.org/drawingml/2006/main">
              <a:ext uri="{FF2B5EF4-FFF2-40B4-BE49-F238E27FC236}">
                <a16:creationId xmlns:a16="http://schemas.microsoft.com/office/drawing/2014/main" id="{11739E47-76E7-4939-B65D-A7BDABDEB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1281" y="4627626"/>
            <a:ext cx="127540" cy="125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19" name="circuit-1142">
            <a:extLst xmlns:a="http://schemas.openxmlformats.org/drawingml/2006/main">
              <a:ext uri="{FF2B5EF4-FFF2-40B4-BE49-F238E27FC236}">
                <a16:creationId xmlns:a16="http://schemas.microsoft.com/office/drawing/2014/main" id="{2E6558AF-FE94-4864-A4D1-80E6F295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1470" y="4815650"/>
            <a:ext cx="166783" cy="402908"/>
          </a:xfrm>
          <a:custGeom xmlns:a="http://schemas.openxmlformats.org/drawingml/2006/main">
            <a:pathLst>
              <a:path w="166783" h="402908">
                <a:moveTo>
                  <a:pt x="0" y="0"/>
                </a:moveTo>
                <a:lnTo>
                  <a:pt x="166783" y="53721"/>
                </a:lnTo>
                <a:lnTo>
                  <a:pt x="166783" y="349187"/>
                </a:lnTo>
                <a:lnTo>
                  <a:pt x="0" y="40290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220" name="text-1143">
            <a:extLst xmlns:a="http://schemas.openxmlformats.org/drawingml/2006/main">
              <a:ext uri="{FF2B5EF4-FFF2-40B4-BE49-F238E27FC236}">
                <a16:creationId xmlns:a16="http://schemas.microsoft.com/office/drawing/2014/main" id="{C1DA7DF2-7DE7-4ACC-A5BB-C495E1C46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1281" y="4842510"/>
            <a:ext cx="127540" cy="125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21" name="text-1144">
            <a:extLst xmlns:a="http://schemas.openxmlformats.org/drawingml/2006/main">
              <a:ext uri="{FF2B5EF4-FFF2-40B4-BE49-F238E27FC236}">
                <a16:creationId xmlns:a16="http://schemas.microsoft.com/office/drawing/2014/main" id="{6BEB1A12-CA9C-4B32-B58D-2103BD6A8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1281" y="5057394"/>
            <a:ext cx="127540" cy="125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22" name="circuit-1145">
            <a:extLst xmlns:a="http://schemas.openxmlformats.org/drawingml/2006/main">
              <a:ext uri="{FF2B5EF4-FFF2-40B4-BE49-F238E27FC236}">
                <a16:creationId xmlns:a16="http://schemas.microsoft.com/office/drawing/2014/main" id="{E08E66B3-8ADF-4DE8-A184-92E710035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2954" y="4385882"/>
            <a:ext cx="166783" cy="429768"/>
          </a:xfrm>
          <a:custGeom xmlns:a="http://schemas.openxmlformats.org/drawingml/2006/main">
            <a:pathLst>
              <a:path w="166783" h="429768">
                <a:moveTo>
                  <a:pt x="0" y="0"/>
                </a:moveTo>
                <a:lnTo>
                  <a:pt x="166783" y="53721"/>
                </a:lnTo>
                <a:lnTo>
                  <a:pt x="166783" y="376047"/>
                </a:lnTo>
                <a:lnTo>
                  <a:pt x="0" y="42976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223" name="text-1146">
            <a:extLst xmlns:a="http://schemas.openxmlformats.org/drawingml/2006/main">
              <a:ext uri="{FF2B5EF4-FFF2-40B4-BE49-F238E27FC236}">
                <a16:creationId xmlns:a16="http://schemas.microsoft.com/office/drawing/2014/main" id="{85E72C22-57D5-4CEB-A62E-870386253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2765" y="4412742"/>
            <a:ext cx="127540" cy="125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24" name="text-1147">
            <a:extLst xmlns:a="http://schemas.openxmlformats.org/drawingml/2006/main">
              <a:ext uri="{FF2B5EF4-FFF2-40B4-BE49-F238E27FC236}">
                <a16:creationId xmlns:a16="http://schemas.microsoft.com/office/drawing/2014/main" id="{17233AE4-89C8-4E38-8B60-82E12F44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2765" y="4654487"/>
            <a:ext cx="127540" cy="125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25" name="circuit-1148">
            <a:extLst xmlns:a="http://schemas.openxmlformats.org/drawingml/2006/main">
              <a:ext uri="{FF2B5EF4-FFF2-40B4-BE49-F238E27FC236}">
                <a16:creationId xmlns:a16="http://schemas.microsoft.com/office/drawing/2014/main" id="{D23397A7-14C0-4C97-95FA-39D857A74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2954" y="4940999"/>
            <a:ext cx="166783" cy="420814"/>
          </a:xfrm>
          <a:custGeom xmlns:a="http://schemas.openxmlformats.org/drawingml/2006/main">
            <a:pathLst>
              <a:path w="166783" h="420814">
                <a:moveTo>
                  <a:pt x="0" y="0"/>
                </a:moveTo>
                <a:lnTo>
                  <a:pt x="166783" y="53721"/>
                </a:lnTo>
                <a:lnTo>
                  <a:pt x="166783" y="367093"/>
                </a:lnTo>
                <a:lnTo>
                  <a:pt x="0" y="420814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226" name="text-1149">
            <a:extLst xmlns:a="http://schemas.openxmlformats.org/drawingml/2006/main">
              <a:ext uri="{FF2B5EF4-FFF2-40B4-BE49-F238E27FC236}">
                <a16:creationId xmlns:a16="http://schemas.microsoft.com/office/drawing/2014/main" id="{3B9BAB32-164A-4939-B70F-65DCD02BE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2765" y="4967859"/>
            <a:ext cx="127540" cy="125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27" name="text-1150">
            <a:extLst xmlns:a="http://schemas.openxmlformats.org/drawingml/2006/main">
              <a:ext uri="{FF2B5EF4-FFF2-40B4-BE49-F238E27FC236}">
                <a16:creationId xmlns:a16="http://schemas.microsoft.com/office/drawing/2014/main" id="{BCD91334-35F6-4ECC-A263-AFC39C102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2765" y="5200650"/>
            <a:ext cx="127540" cy="125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28" name="wire-1151">
            <a:extLst xmlns:a="http://schemas.openxmlformats.org/drawingml/2006/main">
              <a:ext uri="{FF2B5EF4-FFF2-40B4-BE49-F238E27FC236}">
                <a16:creationId xmlns:a16="http://schemas.microsoft.com/office/drawing/2014/main" id="{173F51BB-129A-4B1A-8742-9446F1F03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5823" y="4609719"/>
            <a:ext cx="127540" cy="9525"/>
          </a:xfrm>
          <a:custGeom xmlns:a="http://schemas.openxmlformats.org/drawingml/2006/main">
            <a:pathLst>
              <a:path w="127540" h="9525">
                <a:moveTo>
                  <a:pt x="0" y="0"/>
                </a:moveTo>
                <a:lnTo>
                  <a:pt x="1275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572C3"/>
            </a:solidFill>
          </a:ln>
        </p:spPr>
      </p:sp>
      <p:sp>
        <p:nvSpPr>
          <p:cNvPr id="229" name="wire-1152">
            <a:extLst xmlns:a="http://schemas.openxmlformats.org/drawingml/2006/main">
              <a:ext uri="{FF2B5EF4-FFF2-40B4-BE49-F238E27FC236}">
                <a16:creationId xmlns:a16="http://schemas.microsoft.com/office/drawing/2014/main" id="{0DA3BD28-E873-42EF-8717-E723E8BCA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3363" y="4555998"/>
            <a:ext cx="9525" cy="53721"/>
          </a:xfrm>
          <a:custGeom xmlns:a="http://schemas.openxmlformats.org/drawingml/2006/main">
            <a:pathLst>
              <a:path w="9525" h="53721">
                <a:moveTo>
                  <a:pt x="0" y="5372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572C3"/>
            </a:solidFill>
          </a:ln>
        </p:spPr>
      </p:sp>
      <p:sp>
        <p:nvSpPr>
          <p:cNvPr id="230" name="wire-1153">
            <a:extLst xmlns:a="http://schemas.openxmlformats.org/drawingml/2006/main">
              <a:ext uri="{FF2B5EF4-FFF2-40B4-BE49-F238E27FC236}">
                <a16:creationId xmlns:a16="http://schemas.microsoft.com/office/drawing/2014/main" id="{783ADA2E-B0C9-4176-A9D0-D3CEAB066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3363" y="4555998"/>
            <a:ext cx="98108" cy="9525"/>
          </a:xfrm>
          <a:custGeom xmlns:a="http://schemas.openxmlformats.org/drawingml/2006/main">
            <a:pathLst>
              <a:path w="98108" h="9525">
                <a:moveTo>
                  <a:pt x="0" y="0"/>
                </a:moveTo>
                <a:lnTo>
                  <a:pt x="9810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572C3"/>
            </a:solidFill>
          </a:ln>
        </p:spPr>
      </p:sp>
      <p:sp>
        <p:nvSpPr>
          <p:cNvPr id="231" name="circuit-1154">
            <a:extLst xmlns:a="http://schemas.openxmlformats.org/drawingml/2006/main">
              <a:ext uri="{FF2B5EF4-FFF2-40B4-BE49-F238E27FC236}">
                <a16:creationId xmlns:a16="http://schemas.microsoft.com/office/drawing/2014/main" id="{37205861-77D9-4F9E-AC16-EE36496D0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2416" y="4537196"/>
            <a:ext cx="49054" cy="37605"/>
          </a:xfrm>
          <a:custGeom xmlns:a="http://schemas.openxmlformats.org/drawingml/2006/main">
            <a:pathLst>
              <a:path w="49054" h="37605">
                <a:moveTo>
                  <a:pt x="49054" y="18802"/>
                </a:moveTo>
                <a:lnTo>
                  <a:pt x="0" y="0"/>
                </a:lnTo>
                <a:lnTo>
                  <a:pt x="0" y="3760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232" name="wire-1155">
            <a:extLst xmlns:a="http://schemas.openxmlformats.org/drawingml/2006/main">
              <a:ext uri="{FF2B5EF4-FFF2-40B4-BE49-F238E27FC236}">
                <a16:creationId xmlns:a16="http://schemas.microsoft.com/office/drawing/2014/main" id="{3ADC7E4B-AD70-4891-9B24-493AA3F9D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5823" y="4923091"/>
            <a:ext cx="225647" cy="9525"/>
          </a:xfrm>
          <a:custGeom xmlns:a="http://schemas.openxmlformats.org/drawingml/2006/main">
            <a:pathLst>
              <a:path w="225647" h="9525">
                <a:moveTo>
                  <a:pt x="0" y="0"/>
                </a:moveTo>
                <a:lnTo>
                  <a:pt x="225647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572C3"/>
            </a:solidFill>
          </a:ln>
        </p:spPr>
      </p:sp>
      <p:sp>
        <p:nvSpPr>
          <p:cNvPr id="233" name="circuit-1156">
            <a:extLst xmlns:a="http://schemas.openxmlformats.org/drawingml/2006/main">
              <a:ext uri="{FF2B5EF4-FFF2-40B4-BE49-F238E27FC236}">
                <a16:creationId xmlns:a16="http://schemas.microsoft.com/office/drawing/2014/main" id="{3ED04276-F9DA-4E07-A02F-D5784B735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2416" y="4904289"/>
            <a:ext cx="49054" cy="37605"/>
          </a:xfrm>
          <a:custGeom xmlns:a="http://schemas.openxmlformats.org/drawingml/2006/main">
            <a:pathLst>
              <a:path w="49054" h="37605">
                <a:moveTo>
                  <a:pt x="49054" y="18802"/>
                </a:moveTo>
                <a:lnTo>
                  <a:pt x="0" y="0"/>
                </a:lnTo>
                <a:lnTo>
                  <a:pt x="0" y="3760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234" name="wire-1157">
            <a:extLst xmlns:a="http://schemas.openxmlformats.org/drawingml/2006/main">
              <a:ext uri="{FF2B5EF4-FFF2-40B4-BE49-F238E27FC236}">
                <a16:creationId xmlns:a16="http://schemas.microsoft.com/office/drawing/2014/main" id="{CE4F4671-8CF6-4560-92BE-D76AFB931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253" y="4618673"/>
            <a:ext cx="156972" cy="9525"/>
          </a:xfrm>
          <a:custGeom xmlns:a="http://schemas.openxmlformats.org/drawingml/2006/main">
            <a:pathLst>
              <a:path w="156972" h="9525">
                <a:moveTo>
                  <a:pt x="0" y="0"/>
                </a:moveTo>
                <a:lnTo>
                  <a:pt x="1569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572C3"/>
            </a:solidFill>
          </a:ln>
        </p:spPr>
      </p:sp>
      <p:sp>
        <p:nvSpPr>
          <p:cNvPr id="235" name="wire-1158">
            <a:extLst xmlns:a="http://schemas.openxmlformats.org/drawingml/2006/main">
              <a:ext uri="{FF2B5EF4-FFF2-40B4-BE49-F238E27FC236}">
                <a16:creationId xmlns:a16="http://schemas.microsoft.com/office/drawing/2014/main" id="{08203CD7-0BF8-453A-81C0-B2A9CF949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5225" y="4502277"/>
            <a:ext cx="9525" cy="116395"/>
          </a:xfrm>
          <a:custGeom xmlns:a="http://schemas.openxmlformats.org/drawingml/2006/main">
            <a:pathLst>
              <a:path w="9525" h="116395">
                <a:moveTo>
                  <a:pt x="0" y="11639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572C3"/>
            </a:solidFill>
          </a:ln>
        </p:spPr>
      </p:sp>
      <p:sp>
        <p:nvSpPr>
          <p:cNvPr id="236" name="wire-1159">
            <a:extLst xmlns:a="http://schemas.openxmlformats.org/drawingml/2006/main">
              <a:ext uri="{FF2B5EF4-FFF2-40B4-BE49-F238E27FC236}">
                <a16:creationId xmlns:a16="http://schemas.microsoft.com/office/drawing/2014/main" id="{726756E7-0689-49D2-AE23-E98369C7E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5225" y="4502277"/>
            <a:ext cx="117729" cy="9525"/>
          </a:xfrm>
          <a:custGeom xmlns:a="http://schemas.openxmlformats.org/drawingml/2006/main">
            <a:pathLst>
              <a:path w="117729" h="9525">
                <a:moveTo>
                  <a:pt x="0" y="0"/>
                </a:moveTo>
                <a:lnTo>
                  <a:pt x="11772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572C3"/>
            </a:solidFill>
          </a:ln>
        </p:spPr>
      </p:sp>
      <p:sp>
        <p:nvSpPr>
          <p:cNvPr id="237" name="circuit-1160">
            <a:extLst xmlns:a="http://schemas.openxmlformats.org/drawingml/2006/main">
              <a:ext uri="{FF2B5EF4-FFF2-40B4-BE49-F238E27FC236}">
                <a16:creationId xmlns:a16="http://schemas.microsoft.com/office/drawing/2014/main" id="{AFA55149-188F-4696-B679-01568C734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483475"/>
            <a:ext cx="49054" cy="37605"/>
          </a:xfrm>
          <a:custGeom xmlns:a="http://schemas.openxmlformats.org/drawingml/2006/main">
            <a:pathLst>
              <a:path w="49054" h="37605">
                <a:moveTo>
                  <a:pt x="49054" y="18802"/>
                </a:moveTo>
                <a:lnTo>
                  <a:pt x="0" y="0"/>
                </a:lnTo>
                <a:lnTo>
                  <a:pt x="0" y="3760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238" name="wire-1161">
            <a:extLst xmlns:a="http://schemas.openxmlformats.org/drawingml/2006/main">
              <a:ext uri="{FF2B5EF4-FFF2-40B4-BE49-F238E27FC236}">
                <a16:creationId xmlns:a16="http://schemas.microsoft.com/office/drawing/2014/main" id="{012B0619-2F24-47A0-9969-D41E870D5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253" y="5021580"/>
            <a:ext cx="274701" cy="9525"/>
          </a:xfrm>
          <a:custGeom xmlns:a="http://schemas.openxmlformats.org/drawingml/2006/main">
            <a:pathLst>
              <a:path w="274701" h="9525">
                <a:moveTo>
                  <a:pt x="0" y="0"/>
                </a:moveTo>
                <a:lnTo>
                  <a:pt x="27470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572C3"/>
            </a:solidFill>
          </a:ln>
        </p:spPr>
      </p:sp>
      <p:sp>
        <p:nvSpPr>
          <p:cNvPr id="239" name="circuit-1162">
            <a:extLst xmlns:a="http://schemas.openxmlformats.org/drawingml/2006/main">
              <a:ext uri="{FF2B5EF4-FFF2-40B4-BE49-F238E27FC236}">
                <a16:creationId xmlns:a16="http://schemas.microsoft.com/office/drawing/2014/main" id="{68C639DB-3F21-4BB7-8BFD-B3DF5EEDF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002778"/>
            <a:ext cx="49054" cy="37605"/>
          </a:xfrm>
          <a:custGeom xmlns:a="http://schemas.openxmlformats.org/drawingml/2006/main">
            <a:pathLst>
              <a:path w="49054" h="37605">
                <a:moveTo>
                  <a:pt x="49054" y="18802"/>
                </a:moveTo>
                <a:lnTo>
                  <a:pt x="0" y="0"/>
                </a:lnTo>
                <a:lnTo>
                  <a:pt x="0" y="3760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240" name="wire-1163">
            <a:extLst xmlns:a="http://schemas.openxmlformats.org/drawingml/2006/main">
              <a:ext uri="{FF2B5EF4-FFF2-40B4-BE49-F238E27FC236}">
                <a16:creationId xmlns:a16="http://schemas.microsoft.com/office/drawing/2014/main" id="{77B2397B-3074-48D6-917D-AFECD073A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5823" y="5603558"/>
            <a:ext cx="529781" cy="9525"/>
          </a:xfrm>
          <a:custGeom xmlns:a="http://schemas.openxmlformats.org/drawingml/2006/main">
            <a:pathLst>
              <a:path w="529781" h="9525">
                <a:moveTo>
                  <a:pt x="0" y="0"/>
                </a:moveTo>
                <a:lnTo>
                  <a:pt x="52978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572C3"/>
            </a:solidFill>
          </a:ln>
        </p:spPr>
      </p:sp>
      <p:sp>
        <p:nvSpPr>
          <p:cNvPr id="241" name="wire-1164">
            <a:extLst xmlns:a="http://schemas.openxmlformats.org/drawingml/2006/main">
              <a:ext uri="{FF2B5EF4-FFF2-40B4-BE49-F238E27FC236}">
                <a16:creationId xmlns:a16="http://schemas.microsoft.com/office/drawing/2014/main" id="{2F34770D-B453-466D-9195-4F2A1551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603" y="5236464"/>
            <a:ext cx="9525" cy="367093"/>
          </a:xfrm>
          <a:custGeom xmlns:a="http://schemas.openxmlformats.org/drawingml/2006/main">
            <a:pathLst>
              <a:path w="9525" h="367093">
                <a:moveTo>
                  <a:pt x="0" y="36709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572C3"/>
            </a:solidFill>
          </a:ln>
        </p:spPr>
      </p:sp>
      <p:sp>
        <p:nvSpPr>
          <p:cNvPr id="242" name="wire-1165">
            <a:extLst xmlns:a="http://schemas.openxmlformats.org/drawingml/2006/main">
              <a:ext uri="{FF2B5EF4-FFF2-40B4-BE49-F238E27FC236}">
                <a16:creationId xmlns:a16="http://schemas.microsoft.com/office/drawing/2014/main" id="{A7964A9F-27D8-42AB-A53F-BB7916EE6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603" y="5236464"/>
            <a:ext cx="137351" cy="9525"/>
          </a:xfrm>
          <a:custGeom xmlns:a="http://schemas.openxmlformats.org/drawingml/2006/main">
            <a:pathLst>
              <a:path w="137351" h="9525">
                <a:moveTo>
                  <a:pt x="0" y="0"/>
                </a:moveTo>
                <a:lnTo>
                  <a:pt x="1373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572C3"/>
            </a:solidFill>
          </a:ln>
        </p:spPr>
      </p:sp>
      <p:sp>
        <p:nvSpPr>
          <p:cNvPr id="243" name="circuit-1166">
            <a:extLst xmlns:a="http://schemas.openxmlformats.org/drawingml/2006/main">
              <a:ext uri="{FF2B5EF4-FFF2-40B4-BE49-F238E27FC236}">
                <a16:creationId xmlns:a16="http://schemas.microsoft.com/office/drawing/2014/main" id="{8BEDC535-88E8-4FE2-89AE-A2F46457E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217662"/>
            <a:ext cx="49054" cy="37605"/>
          </a:xfrm>
          <a:custGeom xmlns:a="http://schemas.openxmlformats.org/drawingml/2006/main">
            <a:pathLst>
              <a:path w="49054" h="37605">
                <a:moveTo>
                  <a:pt x="49054" y="18802"/>
                </a:moveTo>
                <a:lnTo>
                  <a:pt x="0" y="0"/>
                </a:lnTo>
                <a:lnTo>
                  <a:pt x="0" y="3760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244" name="wire-1167">
            <a:extLst xmlns:a="http://schemas.openxmlformats.org/drawingml/2006/main">
              <a:ext uri="{FF2B5EF4-FFF2-40B4-BE49-F238E27FC236}">
                <a16:creationId xmlns:a16="http://schemas.microsoft.com/office/drawing/2014/main" id="{C9C658EF-94B3-4066-A9A8-1754FB5A9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6928" y="4708208"/>
            <a:ext cx="206026" cy="9525"/>
          </a:xfrm>
          <a:custGeom xmlns:a="http://schemas.openxmlformats.org/drawingml/2006/main">
            <a:pathLst>
              <a:path w="206026" h="9525">
                <a:moveTo>
                  <a:pt x="0" y="0"/>
                </a:moveTo>
                <a:lnTo>
                  <a:pt x="20602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245" name="circuit-1168">
            <a:extLst xmlns:a="http://schemas.openxmlformats.org/drawingml/2006/main">
              <a:ext uri="{FF2B5EF4-FFF2-40B4-BE49-F238E27FC236}">
                <a16:creationId xmlns:a16="http://schemas.microsoft.com/office/drawing/2014/main" id="{E9118D0A-024E-4E19-BA74-437D6E6BA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689405"/>
            <a:ext cx="49054" cy="37605"/>
          </a:xfrm>
          <a:custGeom xmlns:a="http://schemas.openxmlformats.org/drawingml/2006/main">
            <a:pathLst>
              <a:path w="49054" h="37605">
                <a:moveTo>
                  <a:pt x="49054" y="18802"/>
                </a:moveTo>
                <a:lnTo>
                  <a:pt x="0" y="0"/>
                </a:lnTo>
                <a:lnTo>
                  <a:pt x="0" y="3760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246" name="text-1169">
            <a:extLst xmlns:a="http://schemas.openxmlformats.org/drawingml/2006/main">
              <a:ext uri="{FF2B5EF4-FFF2-40B4-BE49-F238E27FC236}">
                <a16:creationId xmlns:a16="http://schemas.microsoft.com/office/drawing/2014/main" id="{225E9E68-34D7-41F4-9457-60E0AD793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767" y="4744022"/>
            <a:ext cx="353187" cy="1701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PCE</a:t>
            </a:r>
          </a:p>
        </p:txBody>
      </p:sp>
      <p:sp>
        <p:nvSpPr>
          <p:cNvPr id="247" name="block-1170">
            <a:extLst xmlns:a="http://schemas.openxmlformats.org/drawingml/2006/main">
              <a:ext uri="{FF2B5EF4-FFF2-40B4-BE49-F238E27FC236}">
                <a16:creationId xmlns:a16="http://schemas.microsoft.com/office/drawing/2014/main" id="{2E406C38-35F0-4393-B8CC-D0AFFE392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4816" y="4090416"/>
            <a:ext cx="647510" cy="241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248" name="text-1171">
            <a:extLst xmlns:a="http://schemas.openxmlformats.org/drawingml/2006/main">
              <a:ext uri="{FF2B5EF4-FFF2-40B4-BE49-F238E27FC236}">
                <a16:creationId xmlns:a16="http://schemas.microsoft.com/office/drawing/2014/main" id="{99C728D8-FC05-48FC-9718-112473939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4248" y="4099370"/>
            <a:ext cx="588645" cy="2238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9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9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comp</a:t>
            </a:r>
          </a:p>
        </p:txBody>
      </p:sp>
      <p:sp>
        <p:nvSpPr>
          <p:cNvPr id="249" name="wire-1172">
            <a:extLst xmlns:a="http://schemas.openxmlformats.org/drawingml/2006/main">
              <a:ext uri="{FF2B5EF4-FFF2-40B4-BE49-F238E27FC236}">
                <a16:creationId xmlns:a16="http://schemas.microsoft.com/office/drawing/2014/main" id="{7349D84A-5BB1-49A0-B6DE-8D4ECF9B4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360" y="4188904"/>
            <a:ext cx="9525" cy="429768"/>
          </a:xfrm>
          <a:custGeom xmlns:a="http://schemas.openxmlformats.org/drawingml/2006/main">
            <a:pathLst>
              <a:path w="9525" h="429768">
                <a:moveTo>
                  <a:pt x="0" y="42976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250" name="wire-1173">
            <a:extLst xmlns:a="http://schemas.openxmlformats.org/drawingml/2006/main">
              <a:ext uri="{FF2B5EF4-FFF2-40B4-BE49-F238E27FC236}">
                <a16:creationId xmlns:a16="http://schemas.microsoft.com/office/drawing/2014/main" id="{63ECF130-1334-4FC8-BDD1-3D7587024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360" y="4188904"/>
            <a:ext cx="598456" cy="9525"/>
          </a:xfrm>
          <a:custGeom xmlns:a="http://schemas.openxmlformats.org/drawingml/2006/main">
            <a:pathLst>
              <a:path w="598456" h="9525">
                <a:moveTo>
                  <a:pt x="0" y="0"/>
                </a:moveTo>
                <a:lnTo>
                  <a:pt x="5984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251" name="circuit-1174">
            <a:extLst xmlns:a="http://schemas.openxmlformats.org/drawingml/2006/main">
              <a:ext uri="{FF2B5EF4-FFF2-40B4-BE49-F238E27FC236}">
                <a16:creationId xmlns:a16="http://schemas.microsoft.com/office/drawing/2014/main" id="{BCED86CE-7183-4A97-B1D2-386DD181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5762" y="4170102"/>
            <a:ext cx="49054" cy="37605"/>
          </a:xfrm>
          <a:custGeom xmlns:a="http://schemas.openxmlformats.org/drawingml/2006/main">
            <a:pathLst>
              <a:path w="49054" h="37605">
                <a:moveTo>
                  <a:pt x="49054" y="18802"/>
                </a:moveTo>
                <a:lnTo>
                  <a:pt x="0" y="0"/>
                </a:lnTo>
                <a:lnTo>
                  <a:pt x="0" y="3760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252" name="wire-1175">
            <a:extLst xmlns:a="http://schemas.openxmlformats.org/drawingml/2006/main">
              <a:ext uri="{FF2B5EF4-FFF2-40B4-BE49-F238E27FC236}">
                <a16:creationId xmlns:a16="http://schemas.microsoft.com/office/drawing/2014/main" id="{BBB40245-CEC3-47B6-982F-6D3A4A58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6550" y="4287393"/>
            <a:ext cx="9525" cy="734187"/>
          </a:xfrm>
          <a:custGeom xmlns:a="http://schemas.openxmlformats.org/drawingml/2006/main">
            <a:pathLst>
              <a:path w="9525" h="734187">
                <a:moveTo>
                  <a:pt x="0" y="734187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253" name="wire-1176">
            <a:extLst xmlns:a="http://schemas.openxmlformats.org/drawingml/2006/main">
              <a:ext uri="{FF2B5EF4-FFF2-40B4-BE49-F238E27FC236}">
                <a16:creationId xmlns:a16="http://schemas.microsoft.com/office/drawing/2014/main" id="{EF7E144C-0B1C-42F0-8587-038E752FB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6550" y="4287393"/>
            <a:ext cx="608267" cy="9525"/>
          </a:xfrm>
          <a:custGeom xmlns:a="http://schemas.openxmlformats.org/drawingml/2006/main">
            <a:pathLst>
              <a:path w="608267" h="9525">
                <a:moveTo>
                  <a:pt x="0" y="0"/>
                </a:moveTo>
                <a:lnTo>
                  <a:pt x="608267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254" name="circuit-1177">
            <a:extLst xmlns:a="http://schemas.openxmlformats.org/drawingml/2006/main">
              <a:ext uri="{FF2B5EF4-FFF2-40B4-BE49-F238E27FC236}">
                <a16:creationId xmlns:a16="http://schemas.microsoft.com/office/drawing/2014/main" id="{7135D2CF-1A60-4020-80C8-863206316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5762" y="4268591"/>
            <a:ext cx="49054" cy="37605"/>
          </a:xfrm>
          <a:custGeom xmlns:a="http://schemas.openxmlformats.org/drawingml/2006/main">
            <a:pathLst>
              <a:path w="49054" h="37605">
                <a:moveTo>
                  <a:pt x="49054" y="18802"/>
                </a:moveTo>
                <a:lnTo>
                  <a:pt x="0" y="0"/>
                </a:lnTo>
                <a:lnTo>
                  <a:pt x="0" y="3760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255" name="text-1178">
            <a:extLst xmlns:a="http://schemas.openxmlformats.org/drawingml/2006/main">
              <a:ext uri="{FF2B5EF4-FFF2-40B4-BE49-F238E27FC236}">
                <a16:creationId xmlns:a16="http://schemas.microsoft.com/office/drawing/2014/main" id="{73D45F23-E0D3-49B1-B7F2-7D1DC07F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0274" y="3929253"/>
            <a:ext cx="657320" cy="1343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7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FlagsE</a:t>
            </a:r>
          </a:p>
        </p:txBody>
      </p:sp>
      <p:sp>
        <p:nvSpPr>
          <p:cNvPr id="256" name="wire-1179">
            <a:extLst xmlns:a="http://schemas.openxmlformats.org/drawingml/2006/main">
              <a:ext uri="{FF2B5EF4-FFF2-40B4-BE49-F238E27FC236}">
                <a16:creationId xmlns:a16="http://schemas.microsoft.com/office/drawing/2014/main" id="{ACA0F492-90E2-494A-B0BF-85C8610AE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8571" y="4054602"/>
            <a:ext cx="9525" cy="35814"/>
          </a:xfrm>
          <a:custGeom xmlns:a="http://schemas.openxmlformats.org/drawingml/2006/main">
            <a:pathLst>
              <a:path w="9525" h="35814">
                <a:moveTo>
                  <a:pt x="0" y="3581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231F20"/>
            </a:solidFill>
          </a:ln>
        </p:spPr>
      </p:sp>
      <p:sp>
        <p:nvSpPr>
          <p:cNvPr id="257" name="circuit-1180">
            <a:extLst xmlns:a="http://schemas.openxmlformats.org/drawingml/2006/main">
              <a:ext uri="{FF2B5EF4-FFF2-40B4-BE49-F238E27FC236}">
                <a16:creationId xmlns:a16="http://schemas.microsoft.com/office/drawing/2014/main" id="{83296E22-3936-4196-8E41-C2316683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7968" y="4054602"/>
            <a:ext cx="41205" cy="44767"/>
          </a:xfrm>
          <a:custGeom xmlns:a="http://schemas.openxmlformats.org/drawingml/2006/main">
            <a:pathLst>
              <a:path w="41205" h="44767">
                <a:moveTo>
                  <a:pt x="20603" y="0"/>
                </a:moveTo>
                <a:lnTo>
                  <a:pt x="0" y="44767"/>
                </a:lnTo>
                <a:lnTo>
                  <a:pt x="41205" y="44767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258" name="circuit-1181">
            <a:extLst xmlns:a="http://schemas.openxmlformats.org/drawingml/2006/main">
              <a:ext uri="{FF2B5EF4-FFF2-40B4-BE49-F238E27FC236}">
                <a16:creationId xmlns:a16="http://schemas.microsoft.com/office/drawing/2014/main" id="{BFF6328B-2A66-4610-8CDE-98A632930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4627" y="4529138"/>
            <a:ext cx="608267" cy="725233"/>
          </a:xfrm>
          <a:custGeom xmlns:a="http://schemas.openxmlformats.org/drawingml/2006/main">
            <a:pathLst>
              <a:path w="608267" h="725233">
                <a:moveTo>
                  <a:pt x="0" y="0"/>
                </a:moveTo>
                <a:lnTo>
                  <a:pt x="608267" y="143256"/>
                </a:lnTo>
                <a:lnTo>
                  <a:pt x="608267" y="590931"/>
                </a:lnTo>
                <a:lnTo>
                  <a:pt x="0" y="725233"/>
                </a:lnTo>
                <a:lnTo>
                  <a:pt x="0" y="483489"/>
                </a:lnTo>
                <a:lnTo>
                  <a:pt x="166783" y="367093"/>
                </a:lnTo>
                <a:lnTo>
                  <a:pt x="0" y="250698"/>
                </a:lnTo>
                <a:close/>
              </a:path>
            </a:pathLst>
          </a:custGeom>
          <a:solidFill xmlns:a="http://schemas.openxmlformats.org/drawingml/2006/main">
            <a:srgbClr val="77A3DC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259" name="text-1182">
            <a:extLst xmlns:a="http://schemas.openxmlformats.org/drawingml/2006/main">
              <a:ext uri="{FF2B5EF4-FFF2-40B4-BE49-F238E27FC236}">
                <a16:creationId xmlns:a16="http://schemas.microsoft.com/office/drawing/2014/main" id="{421C92FE-E75B-4695-AD0B-B461E98CE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842" y="4726115"/>
            <a:ext cx="392430" cy="2686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4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ALU</a:t>
            </a:r>
          </a:p>
        </p:txBody>
      </p:sp>
      <p:sp>
        <p:nvSpPr>
          <p:cNvPr id="260" name="wire-1183">
            <a:extLst xmlns:a="http://schemas.openxmlformats.org/drawingml/2006/main">
              <a:ext uri="{FF2B5EF4-FFF2-40B4-BE49-F238E27FC236}">
                <a16:creationId xmlns:a16="http://schemas.microsoft.com/office/drawing/2014/main" id="{E5D02687-B561-4BC8-9F7B-5ACDB795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9737" y="4600766"/>
            <a:ext cx="264890" cy="62674"/>
          </a:xfrm>
          <a:custGeom xmlns:a="http://schemas.openxmlformats.org/drawingml/2006/main">
            <a:pathLst>
              <a:path w="264890" h="62674">
                <a:moveTo>
                  <a:pt x="0" y="0"/>
                </a:moveTo>
                <a:lnTo>
                  <a:pt x="264890" y="62674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572C3"/>
            </a:solidFill>
          </a:ln>
        </p:spPr>
      </p:sp>
      <p:sp>
        <p:nvSpPr>
          <p:cNvPr id="261" name="circuit-1184">
            <a:extLst xmlns:a="http://schemas.openxmlformats.org/drawingml/2006/main">
              <a:ext uri="{FF2B5EF4-FFF2-40B4-BE49-F238E27FC236}">
                <a16:creationId xmlns:a16="http://schemas.microsoft.com/office/drawing/2014/main" id="{AE378AD5-00FE-4066-B62D-2EF1A18E3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1972" y="4634004"/>
            <a:ext cx="52654" cy="36401"/>
          </a:xfrm>
          <a:custGeom xmlns:a="http://schemas.openxmlformats.org/drawingml/2006/main">
            <a:pathLst>
              <a:path w="52654" h="36401">
                <a:moveTo>
                  <a:pt x="52654" y="29436"/>
                </a:moveTo>
                <a:lnTo>
                  <a:pt x="10341" y="0"/>
                </a:lnTo>
                <a:lnTo>
                  <a:pt x="0" y="36401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262" name="wire-1185">
            <a:extLst xmlns:a="http://schemas.openxmlformats.org/drawingml/2006/main">
              <a:ext uri="{FF2B5EF4-FFF2-40B4-BE49-F238E27FC236}">
                <a16:creationId xmlns:a16="http://schemas.microsoft.com/office/drawing/2014/main" id="{064CD48F-D93D-450C-995C-453AE1F48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9737" y="5146929"/>
            <a:ext cx="127540" cy="9525"/>
          </a:xfrm>
          <a:custGeom xmlns:a="http://schemas.openxmlformats.org/drawingml/2006/main">
            <a:pathLst>
              <a:path w="127540" h="9525">
                <a:moveTo>
                  <a:pt x="0" y="0"/>
                </a:moveTo>
                <a:lnTo>
                  <a:pt x="1275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572C3"/>
            </a:solidFill>
          </a:ln>
        </p:spPr>
      </p:sp>
      <p:sp>
        <p:nvSpPr>
          <p:cNvPr id="263" name="wire-1186">
            <a:extLst xmlns:a="http://schemas.openxmlformats.org/drawingml/2006/main">
              <a:ext uri="{FF2B5EF4-FFF2-40B4-BE49-F238E27FC236}">
                <a16:creationId xmlns:a16="http://schemas.microsoft.com/office/drawing/2014/main" id="{A07034D6-C4F3-4C11-AA3B-208C53939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7276" y="5111115"/>
            <a:ext cx="9525" cy="35814"/>
          </a:xfrm>
          <a:custGeom xmlns:a="http://schemas.openxmlformats.org/drawingml/2006/main">
            <a:pathLst>
              <a:path w="9525" h="35814">
                <a:moveTo>
                  <a:pt x="0" y="3581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572C3"/>
            </a:solidFill>
          </a:ln>
        </p:spPr>
      </p:sp>
      <p:sp>
        <p:nvSpPr>
          <p:cNvPr id="264" name="wire-1187">
            <a:extLst xmlns:a="http://schemas.openxmlformats.org/drawingml/2006/main">
              <a:ext uri="{FF2B5EF4-FFF2-40B4-BE49-F238E27FC236}">
                <a16:creationId xmlns:a16="http://schemas.microsoft.com/office/drawing/2014/main" id="{740EF9B0-89AF-4128-A46E-5128B0A2A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7276" y="5111115"/>
            <a:ext cx="137351" cy="9525"/>
          </a:xfrm>
          <a:custGeom xmlns:a="http://schemas.openxmlformats.org/drawingml/2006/main">
            <a:pathLst>
              <a:path w="137351" h="9525">
                <a:moveTo>
                  <a:pt x="0" y="0"/>
                </a:moveTo>
                <a:lnTo>
                  <a:pt x="1373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572C3"/>
            </a:solidFill>
          </a:ln>
        </p:spPr>
      </p:sp>
      <p:sp>
        <p:nvSpPr>
          <p:cNvPr id="265" name="circuit-1188">
            <a:extLst xmlns:a="http://schemas.openxmlformats.org/drawingml/2006/main">
              <a:ext uri="{FF2B5EF4-FFF2-40B4-BE49-F238E27FC236}">
                <a16:creationId xmlns:a16="http://schemas.microsoft.com/office/drawing/2014/main" id="{0399D9C0-2F6F-44A5-AA2D-D35F6A777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5573" y="5092313"/>
            <a:ext cx="49054" cy="37605"/>
          </a:xfrm>
          <a:custGeom xmlns:a="http://schemas.openxmlformats.org/drawingml/2006/main">
            <a:pathLst>
              <a:path w="49054" h="37605">
                <a:moveTo>
                  <a:pt x="49054" y="18802"/>
                </a:moveTo>
                <a:lnTo>
                  <a:pt x="0" y="0"/>
                </a:lnTo>
                <a:lnTo>
                  <a:pt x="0" y="3760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266" name="text-1189">
            <a:extLst xmlns:a="http://schemas.openxmlformats.org/drawingml/2006/main">
              <a:ext uri="{FF2B5EF4-FFF2-40B4-BE49-F238E27FC236}">
                <a16:creationId xmlns:a16="http://schemas.microsoft.com/office/drawing/2014/main" id="{34074BF4-3526-49DF-8C19-46767E425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9547" y="4367975"/>
            <a:ext cx="637699" cy="1790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SrcAE</a:t>
            </a:r>
          </a:p>
        </p:txBody>
      </p:sp>
      <p:sp>
        <p:nvSpPr>
          <p:cNvPr id="267" name="text-1190">
            <a:extLst xmlns:a="http://schemas.openxmlformats.org/drawingml/2006/main">
              <a:ext uri="{FF2B5EF4-FFF2-40B4-BE49-F238E27FC236}">
                <a16:creationId xmlns:a16="http://schemas.microsoft.com/office/drawing/2014/main" id="{FCDABAD9-132D-4A60-94C0-C83CB04C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9547" y="5272278"/>
            <a:ext cx="637699" cy="1790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SrcBE</a:t>
            </a:r>
          </a:p>
        </p:txBody>
      </p:sp>
      <p:sp>
        <p:nvSpPr>
          <p:cNvPr id="268" name="block-1191">
            <a:extLst xmlns:a="http://schemas.openxmlformats.org/drawingml/2006/main">
              <a:ext uri="{FF2B5EF4-FFF2-40B4-BE49-F238E27FC236}">
                <a16:creationId xmlns:a16="http://schemas.microsoft.com/office/drawing/2014/main" id="{2859203F-B7C9-4F09-A00C-8160D41D8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5891" y="3938207"/>
            <a:ext cx="117729" cy="18623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269" name="circuit-1192">
            <a:extLst xmlns:a="http://schemas.openxmlformats.org/drawingml/2006/main">
              <a:ext uri="{FF2B5EF4-FFF2-40B4-BE49-F238E27FC236}">
                <a16:creationId xmlns:a16="http://schemas.microsoft.com/office/drawing/2014/main" id="{95925F79-E7BE-4291-8231-737DC8050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5513" y="3938207"/>
            <a:ext cx="78486" cy="44767"/>
          </a:xfrm>
          <a:custGeom xmlns:a="http://schemas.openxmlformats.org/drawingml/2006/main">
            <a:pathLst>
              <a:path w="78486" h="44767">
                <a:moveTo>
                  <a:pt x="0" y="0"/>
                </a:moveTo>
                <a:lnTo>
                  <a:pt x="39243" y="44767"/>
                </a:lnTo>
                <a:lnTo>
                  <a:pt x="78486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270" name="wire-1193">
            <a:extLst xmlns:a="http://schemas.openxmlformats.org/drawingml/2006/main">
              <a:ext uri="{FF2B5EF4-FFF2-40B4-BE49-F238E27FC236}">
                <a16:creationId xmlns:a16="http://schemas.microsoft.com/office/drawing/2014/main" id="{571C2E1E-5F30-46F5-BE55-CC2E1C693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4756" y="3884486"/>
            <a:ext cx="9525" cy="53721"/>
          </a:xfrm>
          <a:custGeom xmlns:a="http://schemas.openxmlformats.org/drawingml/2006/main">
            <a:pathLst>
              <a:path w="9525" h="53721">
                <a:moveTo>
                  <a:pt x="0" y="0"/>
                </a:moveTo>
                <a:lnTo>
                  <a:pt x="0" y="53721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231F20"/>
            </a:solidFill>
          </a:ln>
        </p:spPr>
      </p:sp>
      <p:sp>
        <p:nvSpPr>
          <p:cNvPr id="271" name="text-1194">
            <a:extLst xmlns:a="http://schemas.openxmlformats.org/drawingml/2006/main">
              <a:ext uri="{FF2B5EF4-FFF2-40B4-BE49-F238E27FC236}">
                <a16:creationId xmlns:a16="http://schemas.microsoft.com/office/drawing/2014/main" id="{DA7DE6B1-B11D-4C53-BF48-9862BF635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9487" y="3687509"/>
            <a:ext cx="559213" cy="1880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E / M</a:t>
            </a:r>
          </a:p>
        </p:txBody>
      </p:sp>
      <p:sp>
        <p:nvSpPr>
          <p:cNvPr id="272" name="wire-1195">
            <a:extLst xmlns:a="http://schemas.openxmlformats.org/drawingml/2006/main">
              <a:ext uri="{FF2B5EF4-FFF2-40B4-BE49-F238E27FC236}">
                <a16:creationId xmlns:a16="http://schemas.microsoft.com/office/drawing/2014/main" id="{B7B0C3D9-3540-4F0C-9FCE-17FEE269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2893" y="4735068"/>
            <a:ext cx="186404" cy="9525"/>
          </a:xfrm>
          <a:custGeom xmlns:a="http://schemas.openxmlformats.org/drawingml/2006/main">
            <a:pathLst>
              <a:path w="186404" h="9525">
                <a:moveTo>
                  <a:pt x="0" y="0"/>
                </a:moveTo>
                <a:lnTo>
                  <a:pt x="18640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572C3"/>
            </a:solidFill>
          </a:ln>
        </p:spPr>
      </p:sp>
      <p:sp>
        <p:nvSpPr>
          <p:cNvPr id="273" name="wire-1196">
            <a:extLst xmlns:a="http://schemas.openxmlformats.org/drawingml/2006/main">
              <a:ext uri="{FF2B5EF4-FFF2-40B4-BE49-F238E27FC236}">
                <a16:creationId xmlns:a16="http://schemas.microsoft.com/office/drawing/2014/main" id="{CA832C75-1A54-4E8B-87FB-93F17A445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9298" y="4296347"/>
            <a:ext cx="9525" cy="438722"/>
          </a:xfrm>
          <a:custGeom xmlns:a="http://schemas.openxmlformats.org/drawingml/2006/main">
            <a:pathLst>
              <a:path w="9525" h="438722">
                <a:moveTo>
                  <a:pt x="0" y="43872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572C3"/>
            </a:solidFill>
          </a:ln>
        </p:spPr>
      </p:sp>
      <p:sp>
        <p:nvSpPr>
          <p:cNvPr id="274" name="wire-1197">
            <a:extLst xmlns:a="http://schemas.openxmlformats.org/drawingml/2006/main">
              <a:ext uri="{FF2B5EF4-FFF2-40B4-BE49-F238E27FC236}">
                <a16:creationId xmlns:a16="http://schemas.microsoft.com/office/drawing/2014/main" id="{D9A49870-13CE-46B5-8896-27E3FB04F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9298" y="4296347"/>
            <a:ext cx="176594" cy="9525"/>
          </a:xfrm>
          <a:custGeom xmlns:a="http://schemas.openxmlformats.org/drawingml/2006/main">
            <a:pathLst>
              <a:path w="176594" h="9525">
                <a:moveTo>
                  <a:pt x="0" y="0"/>
                </a:moveTo>
                <a:lnTo>
                  <a:pt x="17659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572C3"/>
            </a:solidFill>
          </a:ln>
        </p:spPr>
      </p:sp>
      <p:sp>
        <p:nvSpPr>
          <p:cNvPr id="275" name="circuit-1198">
            <a:extLst xmlns:a="http://schemas.openxmlformats.org/drawingml/2006/main">
              <a:ext uri="{FF2B5EF4-FFF2-40B4-BE49-F238E27FC236}">
                <a16:creationId xmlns:a16="http://schemas.microsoft.com/office/drawing/2014/main" id="{558CE1E3-8F98-45F2-BA48-03A2CFE81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6837" y="4277544"/>
            <a:ext cx="49054" cy="37605"/>
          </a:xfrm>
          <a:custGeom xmlns:a="http://schemas.openxmlformats.org/drawingml/2006/main">
            <a:pathLst>
              <a:path w="49054" h="37605">
                <a:moveTo>
                  <a:pt x="49054" y="18802"/>
                </a:moveTo>
                <a:lnTo>
                  <a:pt x="0" y="0"/>
                </a:lnTo>
                <a:lnTo>
                  <a:pt x="0" y="3760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276" name="text-1199">
            <a:extLst xmlns:a="http://schemas.openxmlformats.org/drawingml/2006/main">
              <a:ext uri="{FF2B5EF4-FFF2-40B4-BE49-F238E27FC236}">
                <a16:creationId xmlns:a16="http://schemas.microsoft.com/office/drawing/2014/main" id="{698B353D-7669-4013-98CF-C3024FC2B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8571" y="4350068"/>
            <a:ext cx="618077" cy="1432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82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1572C3"/>
                </a:solidFill>
                <a:latin typeface="Arial"/>
                <a:ea typeface="Arial"/>
                <a:cs typeface="Arial"/>
              </a:rPr>
              <a:t>IEUAdrE</a:t>
            </a:r>
          </a:p>
        </p:txBody>
      </p:sp>
      <p:sp>
        <p:nvSpPr>
          <p:cNvPr id="277" name="wire-1200">
            <a:extLst xmlns:a="http://schemas.openxmlformats.org/drawingml/2006/main">
              <a:ext uri="{FF2B5EF4-FFF2-40B4-BE49-F238E27FC236}">
                <a16:creationId xmlns:a16="http://schemas.microsoft.com/office/drawing/2014/main" id="{E36BF504-B7D6-43D5-AB96-689253EBA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3620" y="4296347"/>
            <a:ext cx="196215" cy="9525"/>
          </a:xfrm>
          <a:custGeom xmlns:a="http://schemas.openxmlformats.org/drawingml/2006/main">
            <a:pathLst>
              <a:path w="196215" h="9525">
                <a:moveTo>
                  <a:pt x="0" y="0"/>
                </a:moveTo>
                <a:lnTo>
                  <a:pt x="19621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572C3"/>
            </a:solidFill>
          </a:ln>
        </p:spPr>
      </p:sp>
      <p:sp>
        <p:nvSpPr>
          <p:cNvPr id="278" name="circuit-1201">
            <a:extLst xmlns:a="http://schemas.openxmlformats.org/drawingml/2006/main">
              <a:ext uri="{FF2B5EF4-FFF2-40B4-BE49-F238E27FC236}">
                <a16:creationId xmlns:a16="http://schemas.microsoft.com/office/drawing/2014/main" id="{B7FF5C09-41FE-4505-B68A-1EFCF9BB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0781" y="4277544"/>
            <a:ext cx="49054" cy="37605"/>
          </a:xfrm>
          <a:custGeom xmlns:a="http://schemas.openxmlformats.org/drawingml/2006/main">
            <a:pathLst>
              <a:path w="49054" h="37605">
                <a:moveTo>
                  <a:pt x="49054" y="18802"/>
                </a:moveTo>
                <a:lnTo>
                  <a:pt x="0" y="0"/>
                </a:lnTo>
                <a:lnTo>
                  <a:pt x="0" y="3760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279" name="block-1202">
            <a:extLst xmlns:a="http://schemas.openxmlformats.org/drawingml/2006/main">
              <a:ext uri="{FF2B5EF4-FFF2-40B4-BE49-F238E27FC236}">
                <a16:creationId xmlns:a16="http://schemas.microsoft.com/office/drawing/2014/main" id="{B47001E7-5268-4ABC-A9B9-900CE2813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9835" y="4153091"/>
            <a:ext cx="1569720" cy="2686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280" name="text-1203">
            <a:extLst xmlns:a="http://schemas.openxmlformats.org/drawingml/2006/main">
              <a:ext uri="{FF2B5EF4-FFF2-40B4-BE49-F238E27FC236}">
                <a16:creationId xmlns:a16="http://schemas.microsoft.com/office/drawing/2014/main" id="{D8C22DDC-EA58-4587-BF1F-F1003C57F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9267" y="4162044"/>
            <a:ext cx="1510856" cy="2506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MMU</a:t>
            </a:r>
          </a:p>
        </p:txBody>
      </p:sp>
      <p:sp>
        <p:nvSpPr>
          <p:cNvPr id="281" name="text-1204">
            <a:extLst xmlns:a="http://schemas.openxmlformats.org/drawingml/2006/main">
              <a:ext uri="{FF2B5EF4-FFF2-40B4-BE49-F238E27FC236}">
                <a16:creationId xmlns:a16="http://schemas.microsoft.com/office/drawing/2014/main" id="{B2D18C0B-F41E-4730-B7A5-708E5DD4C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9396" y="4529138"/>
            <a:ext cx="686753" cy="152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PAdrM</a:t>
            </a:r>
          </a:p>
        </p:txBody>
      </p:sp>
      <p:sp>
        <p:nvSpPr>
          <p:cNvPr id="282" name="wire-1205">
            <a:extLst xmlns:a="http://schemas.openxmlformats.org/drawingml/2006/main">
              <a:ext uri="{FF2B5EF4-FFF2-40B4-BE49-F238E27FC236}">
                <a16:creationId xmlns:a16="http://schemas.microsoft.com/office/drawing/2014/main" id="{CD720E2E-3ED2-408F-AC86-E465DFFC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2893" y="5030534"/>
            <a:ext cx="362998" cy="9525"/>
          </a:xfrm>
          <a:custGeom xmlns:a="http://schemas.openxmlformats.org/drawingml/2006/main">
            <a:pathLst>
              <a:path w="362998" h="9525">
                <a:moveTo>
                  <a:pt x="0" y="0"/>
                </a:moveTo>
                <a:lnTo>
                  <a:pt x="36299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283" name="wire-1206">
            <a:extLst xmlns:a="http://schemas.openxmlformats.org/drawingml/2006/main">
              <a:ext uri="{FF2B5EF4-FFF2-40B4-BE49-F238E27FC236}">
                <a16:creationId xmlns:a16="http://schemas.microsoft.com/office/drawing/2014/main" id="{BB5311F5-55FE-49A7-BBB1-A5AC38D06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3620" y="5030534"/>
            <a:ext cx="68675" cy="9525"/>
          </a:xfrm>
          <a:custGeom xmlns:a="http://schemas.openxmlformats.org/drawingml/2006/main">
            <a:pathLst>
              <a:path w="68675" h="9525">
                <a:moveTo>
                  <a:pt x="0" y="0"/>
                </a:moveTo>
                <a:lnTo>
                  <a:pt x="686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231F20"/>
            </a:solidFill>
          </a:ln>
        </p:spPr>
      </p:sp>
      <p:sp>
        <p:nvSpPr>
          <p:cNvPr id="284" name="wire-1207">
            <a:extLst xmlns:a="http://schemas.openxmlformats.org/drawingml/2006/main">
              <a:ext uri="{FF2B5EF4-FFF2-40B4-BE49-F238E27FC236}">
                <a16:creationId xmlns:a16="http://schemas.microsoft.com/office/drawing/2014/main" id="{4A477D12-04E3-4DB2-8001-65A7C96C5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95" y="4018788"/>
            <a:ext cx="9525" cy="1011746"/>
          </a:xfrm>
          <a:custGeom xmlns:a="http://schemas.openxmlformats.org/drawingml/2006/main">
            <a:pathLst>
              <a:path w="9525" h="1011746">
                <a:moveTo>
                  <a:pt x="0" y="1011746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231F20"/>
            </a:solidFill>
          </a:ln>
        </p:spPr>
      </p:sp>
      <p:sp>
        <p:nvSpPr>
          <p:cNvPr id="285" name="wire-1208">
            <a:extLst xmlns:a="http://schemas.openxmlformats.org/drawingml/2006/main">
              <a:ext uri="{FF2B5EF4-FFF2-40B4-BE49-F238E27FC236}">
                <a16:creationId xmlns:a16="http://schemas.microsoft.com/office/drawing/2014/main" id="{CB266B3E-B945-4BDC-9B8E-F77D5B4BC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95" y="4018788"/>
            <a:ext cx="2079879" cy="9525"/>
          </a:xfrm>
          <a:custGeom xmlns:a="http://schemas.openxmlformats.org/drawingml/2006/main">
            <a:pathLst>
              <a:path w="2079879" h="9525">
                <a:moveTo>
                  <a:pt x="0" y="0"/>
                </a:moveTo>
                <a:lnTo>
                  <a:pt x="207987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231F20"/>
            </a:solidFill>
          </a:ln>
        </p:spPr>
      </p:sp>
      <p:sp>
        <p:nvSpPr>
          <p:cNvPr id="286" name="wire-1209">
            <a:extLst xmlns:a="http://schemas.openxmlformats.org/drawingml/2006/main">
              <a:ext uri="{FF2B5EF4-FFF2-40B4-BE49-F238E27FC236}">
                <a16:creationId xmlns:a16="http://schemas.microsoft.com/office/drawing/2014/main" id="{5B1BBD8F-74B2-410F-AED4-36765A73E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2174" y="4018788"/>
            <a:ext cx="235458" cy="9525"/>
          </a:xfrm>
          <a:custGeom xmlns:a="http://schemas.openxmlformats.org/drawingml/2006/main">
            <a:pathLst>
              <a:path w="235458" h="9525">
                <a:moveTo>
                  <a:pt x="0" y="0"/>
                </a:moveTo>
                <a:lnTo>
                  <a:pt x="23545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231F20"/>
            </a:solidFill>
          </a:ln>
        </p:spPr>
      </p:sp>
      <p:sp>
        <p:nvSpPr>
          <p:cNvPr id="287" name="wire-1210">
            <a:extLst xmlns:a="http://schemas.openxmlformats.org/drawingml/2006/main">
              <a:ext uri="{FF2B5EF4-FFF2-40B4-BE49-F238E27FC236}">
                <a16:creationId xmlns:a16="http://schemas.microsoft.com/office/drawing/2014/main" id="{2DA332C3-EB4A-43AD-A180-2D2BA857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7632" y="4018788"/>
            <a:ext cx="9525" cy="376047"/>
          </a:xfrm>
          <a:custGeom xmlns:a="http://schemas.openxmlformats.org/drawingml/2006/main">
            <a:pathLst>
              <a:path w="9525" h="376047">
                <a:moveTo>
                  <a:pt x="0" y="0"/>
                </a:moveTo>
                <a:lnTo>
                  <a:pt x="0" y="376047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231F20"/>
            </a:solidFill>
          </a:ln>
        </p:spPr>
      </p:sp>
      <p:sp>
        <p:nvSpPr>
          <p:cNvPr id="288" name="wire-1211">
            <a:extLst xmlns:a="http://schemas.openxmlformats.org/drawingml/2006/main">
              <a:ext uri="{FF2B5EF4-FFF2-40B4-BE49-F238E27FC236}">
                <a16:creationId xmlns:a16="http://schemas.microsoft.com/office/drawing/2014/main" id="{7F588286-4156-44BF-8D29-1AD7F9999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7632" y="4394835"/>
            <a:ext cx="127540" cy="9525"/>
          </a:xfrm>
          <a:custGeom xmlns:a="http://schemas.openxmlformats.org/drawingml/2006/main">
            <a:pathLst>
              <a:path w="127540" h="9525">
                <a:moveTo>
                  <a:pt x="0" y="0"/>
                </a:moveTo>
                <a:lnTo>
                  <a:pt x="1275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231F20"/>
            </a:solidFill>
          </a:ln>
        </p:spPr>
      </p:sp>
      <p:sp>
        <p:nvSpPr>
          <p:cNvPr id="289" name="circuit-1212">
            <a:extLst xmlns:a="http://schemas.openxmlformats.org/drawingml/2006/main">
              <a:ext uri="{FF2B5EF4-FFF2-40B4-BE49-F238E27FC236}">
                <a16:creationId xmlns:a16="http://schemas.microsoft.com/office/drawing/2014/main" id="{A8463143-A062-4656-A40E-46DCB3D92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6118" y="4376033"/>
            <a:ext cx="49054" cy="37605"/>
          </a:xfrm>
          <a:custGeom xmlns:a="http://schemas.openxmlformats.org/drawingml/2006/main">
            <a:pathLst>
              <a:path w="49054" h="37605">
                <a:moveTo>
                  <a:pt x="49054" y="18802"/>
                </a:moveTo>
                <a:lnTo>
                  <a:pt x="0" y="0"/>
                </a:lnTo>
                <a:lnTo>
                  <a:pt x="0" y="3760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290" name="text-1213">
            <a:extLst xmlns:a="http://schemas.openxmlformats.org/drawingml/2006/main">
              <a:ext uri="{FF2B5EF4-FFF2-40B4-BE49-F238E27FC236}">
                <a16:creationId xmlns:a16="http://schemas.microsoft.com/office/drawing/2014/main" id="{F48DCB49-05B9-4B9A-A497-35F734E98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8889" y="3991927"/>
            <a:ext cx="1775746" cy="152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IEUResultM / IFResultW</a:t>
            </a:r>
          </a:p>
        </p:txBody>
      </p:sp>
      <p:sp>
        <p:nvSpPr>
          <p:cNvPr id="291" name="wire-1214">
            <a:extLst xmlns:a="http://schemas.openxmlformats.org/drawingml/2006/main">
              <a:ext uri="{FF2B5EF4-FFF2-40B4-BE49-F238E27FC236}">
                <a16:creationId xmlns:a16="http://schemas.microsoft.com/office/drawing/2014/main" id="{F8BBEA1C-01CA-44A8-8A09-B4CA3BF5E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6550" y="5021580"/>
            <a:ext cx="9525" cy="778954"/>
          </a:xfrm>
          <a:custGeom xmlns:a="http://schemas.openxmlformats.org/drawingml/2006/main">
            <a:pathLst>
              <a:path w="9525" h="778954">
                <a:moveTo>
                  <a:pt x="0" y="0"/>
                </a:moveTo>
                <a:lnTo>
                  <a:pt x="0" y="778954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92" name="wire-1215">
            <a:extLst xmlns:a="http://schemas.openxmlformats.org/drawingml/2006/main">
              <a:ext uri="{FF2B5EF4-FFF2-40B4-BE49-F238E27FC236}">
                <a16:creationId xmlns:a16="http://schemas.microsoft.com/office/drawing/2014/main" id="{0B3FEA88-18FD-469A-BD7C-59B330C46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6550" y="5800535"/>
            <a:ext cx="1402937" cy="9525"/>
          </a:xfrm>
          <a:custGeom xmlns:a="http://schemas.openxmlformats.org/drawingml/2006/main">
            <a:pathLst>
              <a:path w="1402937" h="9525">
                <a:moveTo>
                  <a:pt x="0" y="0"/>
                </a:moveTo>
                <a:lnTo>
                  <a:pt x="1402937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93" name="wire-1216">
            <a:extLst xmlns:a="http://schemas.openxmlformats.org/drawingml/2006/main">
              <a:ext uri="{FF2B5EF4-FFF2-40B4-BE49-F238E27FC236}">
                <a16:creationId xmlns:a16="http://schemas.microsoft.com/office/drawing/2014/main" id="{E229E513-AAE7-4994-AFDA-AFBEDBD4F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9487" y="5675185"/>
            <a:ext cx="9525" cy="125349"/>
          </a:xfrm>
          <a:custGeom xmlns:a="http://schemas.openxmlformats.org/drawingml/2006/main">
            <a:pathLst>
              <a:path w="9525" h="125349">
                <a:moveTo>
                  <a:pt x="0" y="12534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94" name="wire-1217">
            <a:extLst xmlns:a="http://schemas.openxmlformats.org/drawingml/2006/main">
              <a:ext uri="{FF2B5EF4-FFF2-40B4-BE49-F238E27FC236}">
                <a16:creationId xmlns:a16="http://schemas.microsoft.com/office/drawing/2014/main" id="{9CDB9BE7-53DA-483B-8759-33255EEC9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9487" y="5675185"/>
            <a:ext cx="186404" cy="9525"/>
          </a:xfrm>
          <a:custGeom xmlns:a="http://schemas.openxmlformats.org/drawingml/2006/main">
            <a:pathLst>
              <a:path w="186404" h="9525">
                <a:moveTo>
                  <a:pt x="0" y="0"/>
                </a:moveTo>
                <a:lnTo>
                  <a:pt x="18640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95" name="wire-1218">
            <a:extLst xmlns:a="http://schemas.openxmlformats.org/drawingml/2006/main">
              <a:ext uri="{FF2B5EF4-FFF2-40B4-BE49-F238E27FC236}">
                <a16:creationId xmlns:a16="http://schemas.microsoft.com/office/drawing/2014/main" id="{D9434133-DB7E-4250-93C9-017645180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3620" y="5675185"/>
            <a:ext cx="127540" cy="9525"/>
          </a:xfrm>
          <a:custGeom xmlns:a="http://schemas.openxmlformats.org/drawingml/2006/main">
            <a:pathLst>
              <a:path w="127540" h="9525">
                <a:moveTo>
                  <a:pt x="0" y="0"/>
                </a:moveTo>
                <a:lnTo>
                  <a:pt x="1275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96" name="wire-1219">
            <a:extLst xmlns:a="http://schemas.openxmlformats.org/drawingml/2006/main">
              <a:ext uri="{FF2B5EF4-FFF2-40B4-BE49-F238E27FC236}">
                <a16:creationId xmlns:a16="http://schemas.microsoft.com/office/drawing/2014/main" id="{3139D265-F151-4B24-84C5-ECE68C845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1160" y="5522976"/>
            <a:ext cx="9525" cy="152210"/>
          </a:xfrm>
          <a:custGeom xmlns:a="http://schemas.openxmlformats.org/drawingml/2006/main">
            <a:pathLst>
              <a:path w="9525" h="152210">
                <a:moveTo>
                  <a:pt x="0" y="15221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97" name="wire-1220">
            <a:extLst xmlns:a="http://schemas.openxmlformats.org/drawingml/2006/main">
              <a:ext uri="{FF2B5EF4-FFF2-40B4-BE49-F238E27FC236}">
                <a16:creationId xmlns:a16="http://schemas.microsoft.com/office/drawing/2014/main" id="{3A5D59CA-5EE2-4EAE-BAA3-B5AB1B010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1160" y="5522976"/>
            <a:ext cx="68675" cy="9525"/>
          </a:xfrm>
          <a:custGeom xmlns:a="http://schemas.openxmlformats.org/drawingml/2006/main">
            <a:pathLst>
              <a:path w="68675" h="9525">
                <a:moveTo>
                  <a:pt x="0" y="0"/>
                </a:moveTo>
                <a:lnTo>
                  <a:pt x="686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98" name="circuit-1221">
            <a:extLst xmlns:a="http://schemas.openxmlformats.org/drawingml/2006/main">
              <a:ext uri="{FF2B5EF4-FFF2-40B4-BE49-F238E27FC236}">
                <a16:creationId xmlns:a16="http://schemas.microsoft.com/office/drawing/2014/main" id="{A9A60C08-BC72-4E99-AEA7-85C1FAADD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0781" y="5504174"/>
            <a:ext cx="49054" cy="37605"/>
          </a:xfrm>
          <a:custGeom xmlns:a="http://schemas.openxmlformats.org/drawingml/2006/main">
            <a:pathLst>
              <a:path w="49054" h="37605">
                <a:moveTo>
                  <a:pt x="49054" y="18802"/>
                </a:moveTo>
                <a:lnTo>
                  <a:pt x="0" y="0"/>
                </a:lnTo>
                <a:lnTo>
                  <a:pt x="0" y="3760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299" name="text-1222">
            <a:extLst xmlns:a="http://schemas.openxmlformats.org/drawingml/2006/main">
              <a:ext uri="{FF2B5EF4-FFF2-40B4-BE49-F238E27FC236}">
                <a16:creationId xmlns:a16="http://schemas.microsoft.com/office/drawing/2014/main" id="{EE950D4E-E10E-44F6-8085-CF2726445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6330" y="5621464"/>
            <a:ext cx="912400" cy="152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82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1572C3"/>
                </a:solidFill>
                <a:latin typeface="Arial"/>
                <a:ea typeface="Arial"/>
                <a:cs typeface="Arial"/>
              </a:rPr>
              <a:t>WriteDataM</a:t>
            </a:r>
          </a:p>
        </p:txBody>
      </p:sp>
      <p:sp>
        <p:nvSpPr>
          <p:cNvPr id="300" name="block-1223">
            <a:extLst xmlns:a="http://schemas.openxmlformats.org/drawingml/2006/main">
              <a:ext uri="{FF2B5EF4-FFF2-40B4-BE49-F238E27FC236}">
                <a16:creationId xmlns:a16="http://schemas.microsoft.com/office/drawing/2014/main" id="{F18ADB5E-F272-4902-8E3E-D0EDD3946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9835" y="4708208"/>
            <a:ext cx="814292" cy="4566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301" name="text-1224">
            <a:extLst xmlns:a="http://schemas.openxmlformats.org/drawingml/2006/main">
              <a:ext uri="{FF2B5EF4-FFF2-40B4-BE49-F238E27FC236}">
                <a16:creationId xmlns:a16="http://schemas.microsoft.com/office/drawing/2014/main" id="{2B8BDF9F-CA01-4A69-AD33-1EC51146D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9267" y="4717161"/>
            <a:ext cx="755428" cy="4387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D-cache</a:t>
            </a:r>
          </a:p>
        </p:txBody>
      </p:sp>
      <p:sp>
        <p:nvSpPr>
          <p:cNvPr id="302" name="block-1225">
            <a:extLst xmlns:a="http://schemas.openxmlformats.org/drawingml/2006/main">
              <a:ext uri="{FF2B5EF4-FFF2-40B4-BE49-F238E27FC236}">
                <a16:creationId xmlns:a16="http://schemas.microsoft.com/office/drawing/2014/main" id="{6FA3F384-E9BA-4DBC-9A30-955C44233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9835" y="5424488"/>
            <a:ext cx="1569720" cy="2954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A3DC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303" name="text-1226">
            <a:extLst xmlns:a="http://schemas.openxmlformats.org/drawingml/2006/main">
              <a:ext uri="{FF2B5EF4-FFF2-40B4-BE49-F238E27FC236}">
                <a16:creationId xmlns:a16="http://schemas.microsoft.com/office/drawing/2014/main" id="{1EAAFC99-0971-4B06-A484-A1E6BA868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9267" y="5433441"/>
            <a:ext cx="1510856" cy="2775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ahbcacheinterface</a:t>
            </a:r>
          </a:p>
        </p:txBody>
      </p:sp>
      <p:sp>
        <p:nvSpPr>
          <p:cNvPr id="304" name="wire-1227">
            <a:extLst xmlns:a="http://schemas.openxmlformats.org/drawingml/2006/main">
              <a:ext uri="{FF2B5EF4-FFF2-40B4-BE49-F238E27FC236}">
                <a16:creationId xmlns:a16="http://schemas.microsoft.com/office/drawing/2014/main" id="{9D9E687C-6E2F-4C5E-BCBE-51FD4F7AD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4695" y="4421696"/>
            <a:ext cx="9525" cy="107442"/>
          </a:xfrm>
          <a:custGeom xmlns:a="http://schemas.openxmlformats.org/drawingml/2006/main">
            <a:pathLst>
              <a:path w="9525" h="107442">
                <a:moveTo>
                  <a:pt x="0" y="0"/>
                </a:moveTo>
                <a:lnTo>
                  <a:pt x="0" y="107442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231F20"/>
            </a:solidFill>
          </a:ln>
        </p:spPr>
      </p:sp>
      <p:sp>
        <p:nvSpPr>
          <p:cNvPr id="305" name="wire-1228">
            <a:extLst xmlns:a="http://schemas.openxmlformats.org/drawingml/2006/main">
              <a:ext uri="{FF2B5EF4-FFF2-40B4-BE49-F238E27FC236}">
                <a16:creationId xmlns:a16="http://schemas.microsoft.com/office/drawing/2014/main" id="{D0530394-DC7E-42AC-8100-ACA6DC74B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2644" y="4529138"/>
            <a:ext cx="412052" cy="9525"/>
          </a:xfrm>
          <a:custGeom xmlns:a="http://schemas.openxmlformats.org/drawingml/2006/main">
            <a:pathLst>
              <a:path w="412052" h="9525">
                <a:moveTo>
                  <a:pt x="412052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231F20"/>
            </a:solidFill>
          </a:ln>
        </p:spPr>
      </p:sp>
      <p:sp>
        <p:nvSpPr>
          <p:cNvPr id="306" name="wire-1229">
            <a:extLst xmlns:a="http://schemas.openxmlformats.org/drawingml/2006/main">
              <a:ext uri="{FF2B5EF4-FFF2-40B4-BE49-F238E27FC236}">
                <a16:creationId xmlns:a16="http://schemas.microsoft.com/office/drawing/2014/main" id="{687CF493-75FA-4FF7-BF06-C8C254982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2644" y="4529138"/>
            <a:ext cx="9525" cy="179070"/>
          </a:xfrm>
          <a:custGeom xmlns:a="http://schemas.openxmlformats.org/drawingml/2006/main">
            <a:pathLst>
              <a:path w="9525" h="179070">
                <a:moveTo>
                  <a:pt x="0" y="0"/>
                </a:moveTo>
                <a:lnTo>
                  <a:pt x="0" y="17907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231F20"/>
            </a:solidFill>
          </a:ln>
        </p:spPr>
      </p:sp>
      <p:sp>
        <p:nvSpPr>
          <p:cNvPr id="307" name="circuit-1230">
            <a:extLst xmlns:a="http://schemas.openxmlformats.org/drawingml/2006/main">
              <a:ext uri="{FF2B5EF4-FFF2-40B4-BE49-F238E27FC236}">
                <a16:creationId xmlns:a16="http://schemas.microsoft.com/office/drawing/2014/main" id="{CB1D59F0-A1B1-40B5-ACDE-0DCACA9D1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2041" y="4663440"/>
            <a:ext cx="41205" cy="44767"/>
          </a:xfrm>
          <a:custGeom xmlns:a="http://schemas.openxmlformats.org/drawingml/2006/main">
            <a:pathLst>
              <a:path w="41205" h="44767">
                <a:moveTo>
                  <a:pt x="20603" y="44767"/>
                </a:moveTo>
                <a:lnTo>
                  <a:pt x="4120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308" name="wire-1231">
            <a:extLst xmlns:a="http://schemas.openxmlformats.org/drawingml/2006/main">
              <a:ext uri="{FF2B5EF4-FFF2-40B4-BE49-F238E27FC236}">
                <a16:creationId xmlns:a16="http://schemas.microsoft.com/office/drawing/2014/main" id="{F6E03CD6-C935-4874-8FDA-CDE7E2710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4695" y="4529138"/>
            <a:ext cx="892778" cy="9525"/>
          </a:xfrm>
          <a:custGeom xmlns:a="http://schemas.openxmlformats.org/drawingml/2006/main">
            <a:pathLst>
              <a:path w="892778" h="9525">
                <a:moveTo>
                  <a:pt x="0" y="0"/>
                </a:moveTo>
                <a:lnTo>
                  <a:pt x="89277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1572C3"/>
            </a:solidFill>
          </a:ln>
        </p:spPr>
      </p:sp>
      <p:sp>
        <p:nvSpPr>
          <p:cNvPr id="309" name="wire-1232">
            <a:extLst xmlns:a="http://schemas.openxmlformats.org/drawingml/2006/main">
              <a:ext uri="{FF2B5EF4-FFF2-40B4-BE49-F238E27FC236}">
                <a16:creationId xmlns:a16="http://schemas.microsoft.com/office/drawing/2014/main" id="{2D135526-3282-4211-BC65-10EC152AE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7473" y="4529138"/>
            <a:ext cx="9525" cy="975932"/>
          </a:xfrm>
          <a:custGeom xmlns:a="http://schemas.openxmlformats.org/drawingml/2006/main">
            <a:pathLst>
              <a:path w="9525" h="975932">
                <a:moveTo>
                  <a:pt x="0" y="0"/>
                </a:moveTo>
                <a:lnTo>
                  <a:pt x="0" y="975932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1572C3"/>
            </a:solidFill>
          </a:ln>
        </p:spPr>
      </p:sp>
      <p:sp>
        <p:nvSpPr>
          <p:cNvPr id="310" name="wire-1233">
            <a:extLst xmlns:a="http://schemas.openxmlformats.org/drawingml/2006/main">
              <a:ext uri="{FF2B5EF4-FFF2-40B4-BE49-F238E27FC236}">
                <a16:creationId xmlns:a16="http://schemas.microsoft.com/office/drawing/2014/main" id="{2B8AA2F2-15C2-42D1-AEE1-8094F9719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9555" y="5505069"/>
            <a:ext cx="107918" cy="9525"/>
          </a:xfrm>
          <a:custGeom xmlns:a="http://schemas.openxmlformats.org/drawingml/2006/main">
            <a:pathLst>
              <a:path w="107918" h="9525">
                <a:moveTo>
                  <a:pt x="107918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1572C3"/>
            </a:solidFill>
          </a:ln>
        </p:spPr>
      </p:sp>
      <p:sp>
        <p:nvSpPr>
          <p:cNvPr id="311" name="circuit-1234">
            <a:extLst xmlns:a="http://schemas.openxmlformats.org/drawingml/2006/main">
              <a:ext uri="{FF2B5EF4-FFF2-40B4-BE49-F238E27FC236}">
                <a16:creationId xmlns:a16="http://schemas.microsoft.com/office/drawing/2014/main" id="{448BAF16-2613-4B94-9BAB-0E7301E26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9555" y="5486267"/>
            <a:ext cx="49054" cy="37605"/>
          </a:xfrm>
          <a:custGeom xmlns:a="http://schemas.openxmlformats.org/drawingml/2006/main">
            <a:pathLst>
              <a:path w="49054" h="37605">
                <a:moveTo>
                  <a:pt x="0" y="18802"/>
                </a:moveTo>
                <a:lnTo>
                  <a:pt x="49054" y="37605"/>
                </a:lnTo>
                <a:lnTo>
                  <a:pt x="49054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312" name="">
            <a:extLst xmlns:a="http://schemas.openxmlformats.org/drawingml/2006/main">
              <a:ext uri="{FF2B5EF4-FFF2-40B4-BE49-F238E27FC236}">
                <a16:creationId xmlns:a16="http://schemas.microsoft.com/office/drawing/2014/main" id="{A605FF7B-A08D-4149-9AD4-9D87A6E9C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0408" y="4514850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1F20"/>
          </a:solidFill>
          <a:ln xmlns:a="http://schemas.openxmlformats.org/drawingml/2006/main" w="0">
            <a:solidFill>
              <a:srgbClr val="231F20"/>
            </a:solidFill>
          </a:ln>
        </p:spPr>
      </p:sp>
      <p:sp>
        <p:nvSpPr>
          <p:cNvPr id="313" name="text-1235">
            <a:extLst xmlns:a="http://schemas.openxmlformats.org/drawingml/2006/main">
              <a:ext uri="{FF2B5EF4-FFF2-40B4-BE49-F238E27FC236}">
                <a16:creationId xmlns:a16="http://schemas.microsoft.com/office/drawing/2014/main" id="{233F24EB-8FBA-4FA4-B20F-D7863550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8828" y="4717161"/>
            <a:ext cx="608267" cy="152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82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1572C3"/>
                </a:solidFill>
                <a:latin typeface="Arial"/>
                <a:ea typeface="Arial"/>
                <a:cs typeface="Arial"/>
              </a:rPr>
              <a:t>MMIO</a:t>
            </a:r>
          </a:p>
        </p:txBody>
      </p:sp>
      <p:sp>
        <p:nvSpPr>
          <p:cNvPr id="314" name="wire-1236">
            <a:extLst xmlns:a="http://schemas.openxmlformats.org/drawingml/2006/main">
              <a:ext uri="{FF2B5EF4-FFF2-40B4-BE49-F238E27FC236}">
                <a16:creationId xmlns:a16="http://schemas.microsoft.com/office/drawing/2014/main" id="{F65002C6-9E7F-4F1F-AC22-E76C4E82C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887" y="5164836"/>
            <a:ext cx="9525" cy="259651"/>
          </a:xfrm>
          <a:custGeom xmlns:a="http://schemas.openxmlformats.org/drawingml/2006/main">
            <a:pathLst>
              <a:path w="9525" h="259651">
                <a:moveTo>
                  <a:pt x="0" y="0"/>
                </a:moveTo>
                <a:lnTo>
                  <a:pt x="0" y="259651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315" name="circuit-1237">
            <a:extLst xmlns:a="http://schemas.openxmlformats.org/drawingml/2006/main">
              <a:ext uri="{FF2B5EF4-FFF2-40B4-BE49-F238E27FC236}">
                <a16:creationId xmlns:a16="http://schemas.microsoft.com/office/drawing/2014/main" id="{0AD43C1E-6868-4ECA-ADB0-3E318A351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1284" y="5379720"/>
            <a:ext cx="41205" cy="44768"/>
          </a:xfrm>
          <a:custGeom xmlns:a="http://schemas.openxmlformats.org/drawingml/2006/main">
            <a:pathLst>
              <a:path w="41205" h="44768">
                <a:moveTo>
                  <a:pt x="20603" y="44768"/>
                </a:moveTo>
                <a:lnTo>
                  <a:pt x="4120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316" name="wire-1238">
            <a:extLst xmlns:a="http://schemas.openxmlformats.org/drawingml/2006/main">
              <a:ext uri="{FF2B5EF4-FFF2-40B4-BE49-F238E27FC236}">
                <a16:creationId xmlns:a16="http://schemas.microsoft.com/office/drawing/2014/main" id="{44B508FF-C125-4D87-B017-721C5686A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887" y="5164836"/>
            <a:ext cx="9525" cy="259651"/>
          </a:xfrm>
          <a:custGeom xmlns:a="http://schemas.openxmlformats.org/drawingml/2006/main">
            <a:pathLst>
              <a:path w="9525" h="259651">
                <a:moveTo>
                  <a:pt x="0" y="25965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317" name="circuit-1239">
            <a:extLst xmlns:a="http://schemas.openxmlformats.org/drawingml/2006/main">
              <a:ext uri="{FF2B5EF4-FFF2-40B4-BE49-F238E27FC236}">
                <a16:creationId xmlns:a16="http://schemas.microsoft.com/office/drawing/2014/main" id="{01276EC5-477B-475F-88BC-F68AFAFC6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1284" y="5164836"/>
            <a:ext cx="41205" cy="44768"/>
          </a:xfrm>
          <a:custGeom xmlns:a="http://schemas.openxmlformats.org/drawingml/2006/main">
            <a:pathLst>
              <a:path w="41205" h="44768">
                <a:moveTo>
                  <a:pt x="20603" y="0"/>
                </a:moveTo>
                <a:lnTo>
                  <a:pt x="0" y="44768"/>
                </a:lnTo>
                <a:lnTo>
                  <a:pt x="41205" y="44768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318" name="circuit-1240">
            <a:extLst xmlns:a="http://schemas.openxmlformats.org/drawingml/2006/main">
              <a:ext uri="{FF2B5EF4-FFF2-40B4-BE49-F238E27FC236}">
                <a16:creationId xmlns:a16="http://schemas.microsoft.com/office/drawing/2014/main" id="{36F50AFC-59F0-464B-8628-AF88E3540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6906" y="4869371"/>
            <a:ext cx="166783" cy="420815"/>
          </a:xfrm>
          <a:custGeom xmlns:a="http://schemas.openxmlformats.org/drawingml/2006/main">
            <a:pathLst>
              <a:path w="166783" h="420815">
                <a:moveTo>
                  <a:pt x="0" y="0"/>
                </a:moveTo>
                <a:lnTo>
                  <a:pt x="166783" y="53721"/>
                </a:lnTo>
                <a:lnTo>
                  <a:pt x="166783" y="367094"/>
                </a:lnTo>
                <a:lnTo>
                  <a:pt x="0" y="420815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319" name="text-1241">
            <a:extLst xmlns:a="http://schemas.openxmlformats.org/drawingml/2006/main">
              <a:ext uri="{FF2B5EF4-FFF2-40B4-BE49-F238E27FC236}">
                <a16:creationId xmlns:a16="http://schemas.microsoft.com/office/drawing/2014/main" id="{8BE66B1E-7C2F-40DE-9348-504A8FEF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6716" y="4896231"/>
            <a:ext cx="127540" cy="125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20" name="text-1242">
            <a:extLst xmlns:a="http://schemas.openxmlformats.org/drawingml/2006/main">
              <a:ext uri="{FF2B5EF4-FFF2-40B4-BE49-F238E27FC236}">
                <a16:creationId xmlns:a16="http://schemas.microsoft.com/office/drawing/2014/main" id="{4E6B3607-A316-49BE-B12F-487C98990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6716" y="5129022"/>
            <a:ext cx="127540" cy="125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21" name="wire-1243">
            <a:extLst xmlns:a="http://schemas.openxmlformats.org/drawingml/2006/main">
              <a:ext uri="{FF2B5EF4-FFF2-40B4-BE49-F238E27FC236}">
                <a16:creationId xmlns:a16="http://schemas.microsoft.com/office/drawing/2014/main" id="{5CB5976D-CBEE-40C4-A37B-F8A6184D8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127" y="4932045"/>
            <a:ext cx="892778" cy="35814"/>
          </a:xfrm>
          <a:custGeom xmlns:a="http://schemas.openxmlformats.org/drawingml/2006/main">
            <a:pathLst>
              <a:path w="892778" h="35814">
                <a:moveTo>
                  <a:pt x="0" y="0"/>
                </a:moveTo>
                <a:lnTo>
                  <a:pt x="892778" y="35814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322" name="circuit-1244">
            <a:extLst xmlns:a="http://schemas.openxmlformats.org/drawingml/2006/main">
              <a:ext uri="{FF2B5EF4-FFF2-40B4-BE49-F238E27FC236}">
                <a16:creationId xmlns:a16="http://schemas.microsoft.com/office/drawing/2014/main" id="{C2CE2F35-9DBF-47AA-A3FC-58B72CCB7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6994" y="4947109"/>
            <a:ext cx="49911" cy="37568"/>
          </a:xfrm>
          <a:custGeom xmlns:a="http://schemas.openxmlformats.org/drawingml/2006/main">
            <a:pathLst>
              <a:path w="49911" h="37568">
                <a:moveTo>
                  <a:pt x="49911" y="20750"/>
                </a:moveTo>
                <a:lnTo>
                  <a:pt x="1809" y="0"/>
                </a:lnTo>
                <a:lnTo>
                  <a:pt x="0" y="37568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323" name="wire-1245">
            <a:extLst xmlns:a="http://schemas.openxmlformats.org/drawingml/2006/main">
              <a:ext uri="{FF2B5EF4-FFF2-40B4-BE49-F238E27FC236}">
                <a16:creationId xmlns:a16="http://schemas.microsoft.com/office/drawing/2014/main" id="{39CA26B8-31B4-4997-B62E-4063633B6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314" y="5182743"/>
            <a:ext cx="9525" cy="241744"/>
          </a:xfrm>
          <a:custGeom xmlns:a="http://schemas.openxmlformats.org/drawingml/2006/main">
            <a:pathLst>
              <a:path w="9525" h="241744">
                <a:moveTo>
                  <a:pt x="0" y="24174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324" name="wire-1246">
            <a:extLst xmlns:a="http://schemas.openxmlformats.org/drawingml/2006/main">
              <a:ext uri="{FF2B5EF4-FFF2-40B4-BE49-F238E27FC236}">
                <a16:creationId xmlns:a16="http://schemas.microsoft.com/office/drawing/2014/main" id="{CB225BB0-7B5A-402D-84AB-2505EC0A1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314" y="5182743"/>
            <a:ext cx="539591" cy="9525"/>
          </a:xfrm>
          <a:custGeom xmlns:a="http://schemas.openxmlformats.org/drawingml/2006/main">
            <a:pathLst>
              <a:path w="539591" h="9525">
                <a:moveTo>
                  <a:pt x="0" y="0"/>
                </a:moveTo>
                <a:lnTo>
                  <a:pt x="53959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325" name="circuit-1247">
            <a:extLst xmlns:a="http://schemas.openxmlformats.org/drawingml/2006/main">
              <a:ext uri="{FF2B5EF4-FFF2-40B4-BE49-F238E27FC236}">
                <a16:creationId xmlns:a16="http://schemas.microsoft.com/office/drawing/2014/main" id="{8ED9C84E-BC38-463D-8101-74CCE5ADD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7852" y="5163941"/>
            <a:ext cx="49054" cy="37605"/>
          </a:xfrm>
          <a:custGeom xmlns:a="http://schemas.openxmlformats.org/drawingml/2006/main">
            <a:pathLst>
              <a:path w="49054" h="37605">
                <a:moveTo>
                  <a:pt x="49054" y="18802"/>
                </a:moveTo>
                <a:lnTo>
                  <a:pt x="0" y="0"/>
                </a:lnTo>
                <a:lnTo>
                  <a:pt x="0" y="3760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326" name="block-1248">
            <a:extLst xmlns:a="http://schemas.openxmlformats.org/drawingml/2006/main">
              <a:ext uri="{FF2B5EF4-FFF2-40B4-BE49-F238E27FC236}">
                <a16:creationId xmlns:a16="http://schemas.microsoft.com/office/drawing/2014/main" id="{1B59961E-70FB-4F36-9647-F4BC6F888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9903" y="3938207"/>
            <a:ext cx="117729" cy="18623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327" name="circuit-1249">
            <a:extLst xmlns:a="http://schemas.openxmlformats.org/drawingml/2006/main">
              <a:ext uri="{FF2B5EF4-FFF2-40B4-BE49-F238E27FC236}">
                <a16:creationId xmlns:a16="http://schemas.microsoft.com/office/drawing/2014/main" id="{5AED21E5-2053-4FAD-945B-323C3235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9525" y="3938207"/>
            <a:ext cx="78486" cy="44767"/>
          </a:xfrm>
          <a:custGeom xmlns:a="http://schemas.openxmlformats.org/drawingml/2006/main">
            <a:pathLst>
              <a:path w="78486" h="44767">
                <a:moveTo>
                  <a:pt x="0" y="0"/>
                </a:moveTo>
                <a:lnTo>
                  <a:pt x="39243" y="44767"/>
                </a:lnTo>
                <a:lnTo>
                  <a:pt x="78486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328" name="wire-1250">
            <a:extLst xmlns:a="http://schemas.openxmlformats.org/drawingml/2006/main">
              <a:ext uri="{FF2B5EF4-FFF2-40B4-BE49-F238E27FC236}">
                <a16:creationId xmlns:a16="http://schemas.microsoft.com/office/drawing/2014/main" id="{49CD1C95-90D8-44D0-90DD-BB254594F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8768" y="3884486"/>
            <a:ext cx="9525" cy="53721"/>
          </a:xfrm>
          <a:custGeom xmlns:a="http://schemas.openxmlformats.org/drawingml/2006/main">
            <a:pathLst>
              <a:path w="9525" h="53721">
                <a:moveTo>
                  <a:pt x="0" y="0"/>
                </a:moveTo>
                <a:lnTo>
                  <a:pt x="0" y="53721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231F20"/>
            </a:solidFill>
          </a:ln>
        </p:spPr>
      </p:sp>
      <p:sp>
        <p:nvSpPr>
          <p:cNvPr id="329" name="text-1251">
            <a:extLst xmlns:a="http://schemas.openxmlformats.org/drawingml/2006/main">
              <a:ext uri="{FF2B5EF4-FFF2-40B4-BE49-F238E27FC236}">
                <a16:creationId xmlns:a16="http://schemas.microsoft.com/office/drawing/2014/main" id="{C3641A68-E6DA-45E7-8C18-7AEFF01BE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4067" y="3687509"/>
            <a:ext cx="608267" cy="1880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M / W</a:t>
            </a:r>
          </a:p>
        </p:txBody>
      </p:sp>
      <p:sp>
        <p:nvSpPr>
          <p:cNvPr id="330" name="wire-1252">
            <a:extLst xmlns:a="http://schemas.openxmlformats.org/drawingml/2006/main">
              <a:ext uri="{FF2B5EF4-FFF2-40B4-BE49-F238E27FC236}">
                <a16:creationId xmlns:a16="http://schemas.microsoft.com/office/drawing/2014/main" id="{21C3D19B-5178-457D-B1A5-02715A3D9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3688" y="5084255"/>
            <a:ext cx="196215" cy="9525"/>
          </a:xfrm>
          <a:custGeom xmlns:a="http://schemas.openxmlformats.org/drawingml/2006/main">
            <a:pathLst>
              <a:path w="196215" h="9525">
                <a:moveTo>
                  <a:pt x="0" y="0"/>
                </a:moveTo>
                <a:lnTo>
                  <a:pt x="19621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240">
            <a:solidFill>
              <a:srgbClr val="231F20"/>
            </a:solidFill>
          </a:ln>
        </p:spPr>
      </p:sp>
      <p:sp>
        <p:nvSpPr>
          <p:cNvPr id="331" name="wire-1253">
            <a:extLst xmlns:a="http://schemas.openxmlformats.org/drawingml/2006/main">
              <a:ext uri="{FF2B5EF4-FFF2-40B4-BE49-F238E27FC236}">
                <a16:creationId xmlns:a16="http://schemas.microsoft.com/office/drawing/2014/main" id="{E3117F94-C905-4524-B13D-6C3E61109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7632" y="5084255"/>
            <a:ext cx="127540" cy="9525"/>
          </a:xfrm>
          <a:custGeom xmlns:a="http://schemas.openxmlformats.org/drawingml/2006/main">
            <a:pathLst>
              <a:path w="127540" h="9525">
                <a:moveTo>
                  <a:pt x="0" y="0"/>
                </a:moveTo>
                <a:lnTo>
                  <a:pt x="1275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240">
            <a:solidFill>
              <a:srgbClr val="231F20"/>
            </a:solidFill>
          </a:ln>
        </p:spPr>
      </p:sp>
      <p:sp>
        <p:nvSpPr>
          <p:cNvPr id="332" name="circuit-1254">
            <a:extLst xmlns:a="http://schemas.openxmlformats.org/drawingml/2006/main">
              <a:ext uri="{FF2B5EF4-FFF2-40B4-BE49-F238E27FC236}">
                <a16:creationId xmlns:a16="http://schemas.microsoft.com/office/drawing/2014/main" id="{87B9E254-D1DC-4D3E-B56B-AD6B24DB9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6118" y="5065452"/>
            <a:ext cx="49054" cy="37605"/>
          </a:xfrm>
          <a:custGeom xmlns:a="http://schemas.openxmlformats.org/drawingml/2006/main">
            <a:pathLst>
              <a:path w="49054" h="37605">
                <a:moveTo>
                  <a:pt x="49054" y="18802"/>
                </a:moveTo>
                <a:lnTo>
                  <a:pt x="0" y="0"/>
                </a:lnTo>
                <a:lnTo>
                  <a:pt x="0" y="3760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333" name="text-1255">
            <a:extLst xmlns:a="http://schemas.openxmlformats.org/drawingml/2006/main">
              <a:ext uri="{FF2B5EF4-FFF2-40B4-BE49-F238E27FC236}">
                <a16:creationId xmlns:a16="http://schemas.microsoft.com/office/drawing/2014/main" id="{5423F515-D725-40B4-B19F-8BDFF1499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4286" y="5272278"/>
            <a:ext cx="1088993" cy="1701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ReadDataW</a:t>
            </a:r>
          </a:p>
        </p:txBody>
      </p:sp>
      <p:sp>
        <p:nvSpPr>
          <p:cNvPr id="334" name="wire-1256">
            <a:extLst xmlns:a="http://schemas.openxmlformats.org/drawingml/2006/main">
              <a:ext uri="{FF2B5EF4-FFF2-40B4-BE49-F238E27FC236}">
                <a16:creationId xmlns:a16="http://schemas.microsoft.com/office/drawing/2014/main" id="{643FBA55-BE8C-4917-B36D-9E487DBDD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9555" y="5603558"/>
            <a:ext cx="412051" cy="9525"/>
          </a:xfrm>
          <a:custGeom xmlns:a="http://schemas.openxmlformats.org/drawingml/2006/main">
            <a:pathLst>
              <a:path w="412051" h="9525">
                <a:moveTo>
                  <a:pt x="0" y="0"/>
                </a:moveTo>
                <a:lnTo>
                  <a:pt x="4120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335" name="wire-1257">
            <a:extLst xmlns:a="http://schemas.openxmlformats.org/drawingml/2006/main">
              <a:ext uri="{FF2B5EF4-FFF2-40B4-BE49-F238E27FC236}">
                <a16:creationId xmlns:a16="http://schemas.microsoft.com/office/drawing/2014/main" id="{B0FA609D-4896-43FC-BAF1-6C20E3793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1607" y="3651695"/>
            <a:ext cx="9525" cy="1951863"/>
          </a:xfrm>
          <a:custGeom xmlns:a="http://schemas.openxmlformats.org/drawingml/2006/main">
            <a:pathLst>
              <a:path w="9525" h="1951863">
                <a:moveTo>
                  <a:pt x="0" y="195186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336" name="wire-1258">
            <a:extLst xmlns:a="http://schemas.openxmlformats.org/drawingml/2006/main">
              <a:ext uri="{FF2B5EF4-FFF2-40B4-BE49-F238E27FC236}">
                <a16:creationId xmlns:a16="http://schemas.microsoft.com/office/drawing/2014/main" id="{4A6E0E20-20E8-4E6E-92FD-A4021F59F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1607" y="3651695"/>
            <a:ext cx="147161" cy="9525"/>
          </a:xfrm>
          <a:custGeom xmlns:a="http://schemas.openxmlformats.org/drawingml/2006/main">
            <a:pathLst>
              <a:path w="147161" h="9525">
                <a:moveTo>
                  <a:pt x="0" y="0"/>
                </a:moveTo>
                <a:lnTo>
                  <a:pt x="147161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337" name="circuit-1259">
            <a:extLst xmlns:a="http://schemas.openxmlformats.org/drawingml/2006/main">
              <a:ext uri="{FF2B5EF4-FFF2-40B4-BE49-F238E27FC236}">
                <a16:creationId xmlns:a16="http://schemas.microsoft.com/office/drawing/2014/main" id="{6E4DD89A-22F6-49DB-B41F-69CB73B35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9714" y="3632892"/>
            <a:ext cx="49054" cy="37605"/>
          </a:xfrm>
          <a:custGeom xmlns:a="http://schemas.openxmlformats.org/drawingml/2006/main">
            <a:pathLst>
              <a:path w="49054" h="37605">
                <a:moveTo>
                  <a:pt x="49054" y="18802"/>
                </a:moveTo>
                <a:lnTo>
                  <a:pt x="0" y="0"/>
                </a:lnTo>
                <a:lnTo>
                  <a:pt x="0" y="3760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338" name="wire-1260">
            <a:extLst xmlns:a="http://schemas.openxmlformats.org/drawingml/2006/main">
              <a:ext uri="{FF2B5EF4-FFF2-40B4-BE49-F238E27FC236}">
                <a16:creationId xmlns:a16="http://schemas.microsoft.com/office/drawing/2014/main" id="{C39A165A-3534-465E-B8FD-3801BBCD3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9555" y="5603558"/>
            <a:ext cx="412051" cy="9525"/>
          </a:xfrm>
          <a:custGeom xmlns:a="http://schemas.openxmlformats.org/drawingml/2006/main">
            <a:pathLst>
              <a:path w="412051" h="9525">
                <a:moveTo>
                  <a:pt x="412051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339" name="circuit-1261">
            <a:extLst xmlns:a="http://schemas.openxmlformats.org/drawingml/2006/main">
              <a:ext uri="{FF2B5EF4-FFF2-40B4-BE49-F238E27FC236}">
                <a16:creationId xmlns:a16="http://schemas.microsoft.com/office/drawing/2014/main" id="{8AC463A1-A776-43CF-AFB3-8173ED449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9555" y="5584755"/>
            <a:ext cx="49054" cy="37605"/>
          </a:xfrm>
          <a:custGeom xmlns:a="http://schemas.openxmlformats.org/drawingml/2006/main">
            <a:pathLst>
              <a:path w="49054" h="37605">
                <a:moveTo>
                  <a:pt x="0" y="18802"/>
                </a:moveTo>
                <a:lnTo>
                  <a:pt x="49054" y="37605"/>
                </a:lnTo>
                <a:lnTo>
                  <a:pt x="49054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340" name="circuit-1262">
            <a:extLst xmlns:a="http://schemas.openxmlformats.org/drawingml/2006/main">
              <a:ext uri="{FF2B5EF4-FFF2-40B4-BE49-F238E27FC236}">
                <a16:creationId xmlns:a16="http://schemas.microsoft.com/office/drawing/2014/main" id="{2CCCB4CF-BE77-4F9A-8101-B2B67211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172" y="4296347"/>
            <a:ext cx="166783" cy="922210"/>
          </a:xfrm>
          <a:custGeom xmlns:a="http://schemas.openxmlformats.org/drawingml/2006/main">
            <a:pathLst>
              <a:path w="166783" h="922210">
                <a:moveTo>
                  <a:pt x="0" y="0"/>
                </a:moveTo>
                <a:lnTo>
                  <a:pt x="166783" y="53721"/>
                </a:lnTo>
                <a:lnTo>
                  <a:pt x="166783" y="868490"/>
                </a:lnTo>
                <a:lnTo>
                  <a:pt x="0" y="92221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341" name="text-1263">
            <a:extLst xmlns:a="http://schemas.openxmlformats.org/drawingml/2006/main">
              <a:ext uri="{FF2B5EF4-FFF2-40B4-BE49-F238E27FC236}">
                <a16:creationId xmlns:a16="http://schemas.microsoft.com/office/drawing/2014/main" id="{7B84E0F4-C6AB-402B-AF8C-EE1EB1EC0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4983" y="4323207"/>
            <a:ext cx="127540" cy="125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42" name="text-1264">
            <a:extLst xmlns:a="http://schemas.openxmlformats.org/drawingml/2006/main">
              <a:ext uri="{FF2B5EF4-FFF2-40B4-BE49-F238E27FC236}">
                <a16:creationId xmlns:a16="http://schemas.microsoft.com/office/drawing/2014/main" id="{67126B4D-D294-47E1-A0F2-EF7D2B0C2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4983" y="5057394"/>
            <a:ext cx="127540" cy="125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43" name="text-1265">
            <a:extLst xmlns:a="http://schemas.openxmlformats.org/drawingml/2006/main">
              <a:ext uri="{FF2B5EF4-FFF2-40B4-BE49-F238E27FC236}">
                <a16:creationId xmlns:a16="http://schemas.microsoft.com/office/drawing/2014/main" id="{312BFDCF-2A45-438E-9AF0-5BBE9213D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4604" y="4645533"/>
            <a:ext cx="127540" cy="1611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9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9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9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9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9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9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9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9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9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9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9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344" name="text-1266">
            <a:extLst xmlns:a="http://schemas.openxmlformats.org/drawingml/2006/main">
              <a:ext uri="{FF2B5EF4-FFF2-40B4-BE49-F238E27FC236}">
                <a16:creationId xmlns:a16="http://schemas.microsoft.com/office/drawing/2014/main" id="{1D47A95B-47AE-4C52-B3CC-4E229FAD6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1039" y="5334952"/>
            <a:ext cx="794671" cy="1611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resultmuxW</a:t>
            </a:r>
          </a:p>
        </p:txBody>
      </p:sp>
      <p:sp>
        <p:nvSpPr>
          <p:cNvPr id="345" name="wire-1267">
            <a:extLst xmlns:a="http://schemas.openxmlformats.org/drawingml/2006/main">
              <a:ext uri="{FF2B5EF4-FFF2-40B4-BE49-F238E27FC236}">
                <a16:creationId xmlns:a16="http://schemas.microsoft.com/office/drawing/2014/main" id="{72F706B2-7961-42C3-89AC-5DC328881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1955" y="4752975"/>
            <a:ext cx="245269" cy="9525"/>
          </a:xfrm>
          <a:custGeom xmlns:a="http://schemas.openxmlformats.org/drawingml/2006/main">
            <a:pathLst>
              <a:path w="245269" h="9525">
                <a:moveTo>
                  <a:pt x="0" y="0"/>
                </a:moveTo>
                <a:lnTo>
                  <a:pt x="24526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572C3"/>
            </a:solidFill>
          </a:ln>
        </p:spPr>
      </p:sp>
      <p:sp>
        <p:nvSpPr>
          <p:cNvPr id="346" name="wire-1268">
            <a:extLst xmlns:a="http://schemas.openxmlformats.org/drawingml/2006/main">
              <a:ext uri="{FF2B5EF4-FFF2-40B4-BE49-F238E27FC236}">
                <a16:creationId xmlns:a16="http://schemas.microsoft.com/office/drawing/2014/main" id="{334E587D-9FA8-4BE3-9799-CC5D84B2D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7224" y="4752975"/>
            <a:ext cx="9525" cy="1199769"/>
          </a:xfrm>
          <a:custGeom xmlns:a="http://schemas.openxmlformats.org/drawingml/2006/main">
            <a:pathLst>
              <a:path w="9525" h="1199769">
                <a:moveTo>
                  <a:pt x="0" y="0"/>
                </a:moveTo>
                <a:lnTo>
                  <a:pt x="0" y="119976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572C3"/>
            </a:solidFill>
          </a:ln>
        </p:spPr>
      </p:sp>
      <p:sp>
        <p:nvSpPr>
          <p:cNvPr id="347" name="wire-1269">
            <a:extLst xmlns:a="http://schemas.openxmlformats.org/drawingml/2006/main">
              <a:ext uri="{FF2B5EF4-FFF2-40B4-BE49-F238E27FC236}">
                <a16:creationId xmlns:a16="http://schemas.microsoft.com/office/drawing/2014/main" id="{C61E50CF-0D83-4247-990F-CF4E6A684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129" y="5952744"/>
            <a:ext cx="6475095" cy="9525"/>
          </a:xfrm>
          <a:custGeom xmlns:a="http://schemas.openxmlformats.org/drawingml/2006/main">
            <a:pathLst>
              <a:path w="6475095" h="9525">
                <a:moveTo>
                  <a:pt x="647509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572C3"/>
            </a:solidFill>
          </a:ln>
        </p:spPr>
      </p:sp>
      <p:sp>
        <p:nvSpPr>
          <p:cNvPr id="348" name="wire-1270">
            <a:extLst xmlns:a="http://schemas.openxmlformats.org/drawingml/2006/main">
              <a:ext uri="{FF2B5EF4-FFF2-40B4-BE49-F238E27FC236}">
                <a16:creationId xmlns:a16="http://schemas.microsoft.com/office/drawing/2014/main" id="{6B0385E5-D7AD-4E9A-BB92-DBF000385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129" y="5200650"/>
            <a:ext cx="9525" cy="752094"/>
          </a:xfrm>
          <a:custGeom xmlns:a="http://schemas.openxmlformats.org/drawingml/2006/main">
            <a:pathLst>
              <a:path w="9525" h="752094">
                <a:moveTo>
                  <a:pt x="0" y="75209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572C3"/>
            </a:solidFill>
          </a:ln>
        </p:spPr>
      </p:sp>
      <p:sp>
        <p:nvSpPr>
          <p:cNvPr id="349" name="wire-1271">
            <a:extLst xmlns:a="http://schemas.openxmlformats.org/drawingml/2006/main">
              <a:ext uri="{FF2B5EF4-FFF2-40B4-BE49-F238E27FC236}">
                <a16:creationId xmlns:a16="http://schemas.microsoft.com/office/drawing/2014/main" id="{9C6D2359-92A6-46BF-818F-FD4D1150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129" y="5200650"/>
            <a:ext cx="58865" cy="9525"/>
          </a:xfrm>
          <a:custGeom xmlns:a="http://schemas.openxmlformats.org/drawingml/2006/main">
            <a:pathLst>
              <a:path w="58865" h="9525">
                <a:moveTo>
                  <a:pt x="0" y="0"/>
                </a:moveTo>
                <a:lnTo>
                  <a:pt x="5886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572C3"/>
            </a:solidFill>
          </a:ln>
        </p:spPr>
      </p:sp>
      <p:sp>
        <p:nvSpPr>
          <p:cNvPr id="350" name="circuit-1272">
            <a:extLst xmlns:a="http://schemas.openxmlformats.org/drawingml/2006/main">
              <a:ext uri="{FF2B5EF4-FFF2-40B4-BE49-F238E27FC236}">
                <a16:creationId xmlns:a16="http://schemas.microsoft.com/office/drawing/2014/main" id="{173E68CF-0650-4762-9A74-2EB77506F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1939" y="5181848"/>
            <a:ext cx="49054" cy="37605"/>
          </a:xfrm>
          <a:custGeom xmlns:a="http://schemas.openxmlformats.org/drawingml/2006/main">
            <a:pathLst>
              <a:path w="49054" h="37605">
                <a:moveTo>
                  <a:pt x="49054" y="18802"/>
                </a:moveTo>
                <a:lnTo>
                  <a:pt x="0" y="0"/>
                </a:lnTo>
                <a:lnTo>
                  <a:pt x="0" y="3760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351" name="text-1273">
            <a:extLst xmlns:a="http://schemas.openxmlformats.org/drawingml/2006/main">
              <a:ext uri="{FF2B5EF4-FFF2-40B4-BE49-F238E27FC236}">
                <a16:creationId xmlns:a16="http://schemas.microsoft.com/office/drawing/2014/main" id="{3FEE6B25-B6CB-41EF-8F14-B338474E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4067" y="5764721"/>
            <a:ext cx="863346" cy="1611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9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l">
              <a:defRPr sz="9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l">
              <a:defRPr sz="9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l">
              <a:defRPr sz="9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l">
              <a:defRPr sz="9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l">
              <a:defRPr sz="9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l">
              <a:defRPr sz="9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l">
              <a:defRPr sz="9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l">
              <a:defRPr sz="9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l">
              <a:defRPr sz="9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1572C3"/>
                </a:solidFill>
                <a:latin typeface="Arial"/>
                <a:ea typeface="Arial"/>
                <a:cs typeface="Arial"/>
              </a:rPr>
              <a:t>ResultW</a:t>
            </a:r>
          </a:p>
        </p:txBody>
      </p:sp>
      <p:sp>
        <p:nvSpPr>
          <p:cNvPr id="352" name="wire-1274">
            <a:extLst xmlns:a="http://schemas.openxmlformats.org/drawingml/2006/main">
              <a:ext uri="{FF2B5EF4-FFF2-40B4-BE49-F238E27FC236}">
                <a16:creationId xmlns:a16="http://schemas.microsoft.com/office/drawing/2014/main" id="{2047C70C-B16C-414D-8DF9-135CF6DC3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3930" y="5146929"/>
            <a:ext cx="9525" cy="805815"/>
          </a:xfrm>
          <a:custGeom xmlns:a="http://schemas.openxmlformats.org/drawingml/2006/main">
            <a:pathLst>
              <a:path w="9525" h="805815">
                <a:moveTo>
                  <a:pt x="0" y="80581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353" name="wire-1275">
            <a:extLst xmlns:a="http://schemas.openxmlformats.org/drawingml/2006/main">
              <a:ext uri="{FF2B5EF4-FFF2-40B4-BE49-F238E27FC236}">
                <a16:creationId xmlns:a16="http://schemas.microsoft.com/office/drawing/2014/main" id="{D05B0BD7-6646-48CA-891C-F3C6BDBC0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3930" y="5146929"/>
            <a:ext cx="127540" cy="9525"/>
          </a:xfrm>
          <a:custGeom xmlns:a="http://schemas.openxmlformats.org/drawingml/2006/main">
            <a:pathLst>
              <a:path w="127540" h="9525">
                <a:moveTo>
                  <a:pt x="0" y="0"/>
                </a:moveTo>
                <a:lnTo>
                  <a:pt x="1275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354" name="circuit-1276">
            <a:extLst xmlns:a="http://schemas.openxmlformats.org/drawingml/2006/main">
              <a:ext uri="{FF2B5EF4-FFF2-40B4-BE49-F238E27FC236}">
                <a16:creationId xmlns:a16="http://schemas.microsoft.com/office/drawing/2014/main" id="{51D44F43-DA62-410A-94FB-70F6E9A3E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2416" y="5128127"/>
            <a:ext cx="49054" cy="37605"/>
          </a:xfrm>
          <a:custGeom xmlns:a="http://schemas.openxmlformats.org/drawingml/2006/main">
            <a:pathLst>
              <a:path w="49054" h="37605">
                <a:moveTo>
                  <a:pt x="49054" y="18802"/>
                </a:moveTo>
                <a:lnTo>
                  <a:pt x="0" y="0"/>
                </a:lnTo>
                <a:lnTo>
                  <a:pt x="0" y="3760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355" name="">
            <a:extLst xmlns:a="http://schemas.openxmlformats.org/drawingml/2006/main">
              <a:ext uri="{FF2B5EF4-FFF2-40B4-BE49-F238E27FC236}">
                <a16:creationId xmlns:a16="http://schemas.microsoft.com/office/drawing/2014/main" id="{50858709-401A-4D04-AC80-846C0E025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9643" y="5938457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1F20"/>
          </a:solidFill>
          <a:ln xmlns:a="http://schemas.openxmlformats.org/drawingml/2006/main" w="0">
            <a:solidFill>
              <a:srgbClr val="231F20"/>
            </a:solidFill>
          </a:ln>
        </p:spPr>
      </p:sp>
      <p:sp>
        <p:nvSpPr>
          <p:cNvPr id="356" name="wire-1277">
            <a:extLst xmlns:a="http://schemas.openxmlformats.org/drawingml/2006/main">
              <a:ext uri="{FF2B5EF4-FFF2-40B4-BE49-F238E27FC236}">
                <a16:creationId xmlns:a16="http://schemas.microsoft.com/office/drawing/2014/main" id="{A17EBF10-9F00-43EA-8448-DA520F015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3930" y="4699254"/>
            <a:ext cx="9525" cy="447675"/>
          </a:xfrm>
          <a:custGeom xmlns:a="http://schemas.openxmlformats.org/drawingml/2006/main">
            <a:pathLst>
              <a:path w="9525" h="447675">
                <a:moveTo>
                  <a:pt x="0" y="44767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357" name="wire-1278">
            <a:extLst xmlns:a="http://schemas.openxmlformats.org/drawingml/2006/main">
              <a:ext uri="{FF2B5EF4-FFF2-40B4-BE49-F238E27FC236}">
                <a16:creationId xmlns:a16="http://schemas.microsoft.com/office/drawing/2014/main" id="{89A17965-4AE4-4F7C-B846-F8DAC358F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3930" y="4699254"/>
            <a:ext cx="127540" cy="9525"/>
          </a:xfrm>
          <a:custGeom xmlns:a="http://schemas.openxmlformats.org/drawingml/2006/main">
            <a:pathLst>
              <a:path w="127540" h="9525">
                <a:moveTo>
                  <a:pt x="0" y="0"/>
                </a:moveTo>
                <a:lnTo>
                  <a:pt x="1275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358" name="circuit-1279">
            <a:extLst xmlns:a="http://schemas.openxmlformats.org/drawingml/2006/main">
              <a:ext uri="{FF2B5EF4-FFF2-40B4-BE49-F238E27FC236}">
                <a16:creationId xmlns:a16="http://schemas.microsoft.com/office/drawing/2014/main" id="{1C4193FA-4964-4163-BE5A-9050D9D9A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2416" y="4680452"/>
            <a:ext cx="49054" cy="37605"/>
          </a:xfrm>
          <a:custGeom xmlns:a="http://schemas.openxmlformats.org/drawingml/2006/main">
            <a:pathLst>
              <a:path w="49054" h="37605">
                <a:moveTo>
                  <a:pt x="49054" y="18802"/>
                </a:moveTo>
                <a:lnTo>
                  <a:pt x="0" y="0"/>
                </a:lnTo>
                <a:lnTo>
                  <a:pt x="0" y="3760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359" name="">
            <a:extLst xmlns:a="http://schemas.openxmlformats.org/drawingml/2006/main">
              <a:ext uri="{FF2B5EF4-FFF2-40B4-BE49-F238E27FC236}">
                <a16:creationId xmlns:a16="http://schemas.microsoft.com/office/drawing/2014/main" id="{9B71B23C-3AD1-4E0C-BB2C-36D9D081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9643" y="5132641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1F20"/>
          </a:solidFill>
          <a:ln xmlns:a="http://schemas.openxmlformats.org/drawingml/2006/main" w="0">
            <a:solidFill>
              <a:srgbClr val="231F20"/>
            </a:solidFill>
          </a:ln>
        </p:spPr>
      </p:sp>
      <p:sp>
        <p:nvSpPr>
          <p:cNvPr id="360" name="block-1280">
            <a:extLst xmlns:a="http://schemas.openxmlformats.org/drawingml/2006/main">
              <a:ext uri="{FF2B5EF4-FFF2-40B4-BE49-F238E27FC236}">
                <a16:creationId xmlns:a16="http://schemas.microsoft.com/office/drawing/2014/main" id="{F1118BF1-8A00-43E3-979F-E61087F94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327" y="6033326"/>
            <a:ext cx="6808661" cy="205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31F20"/>
            </a:solidFill>
          </a:ln>
        </p:spPr>
      </p:sp>
      <p:sp>
        <p:nvSpPr>
          <p:cNvPr id="361" name="text-1281">
            <a:extLst xmlns:a="http://schemas.openxmlformats.org/drawingml/2006/main">
              <a:ext uri="{FF2B5EF4-FFF2-40B4-BE49-F238E27FC236}">
                <a16:creationId xmlns:a16="http://schemas.microsoft.com/office/drawing/2014/main" id="{E94C6D56-59CC-4879-A242-9B2C6B30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759" y="6042279"/>
            <a:ext cx="6749796" cy="1880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hazard  (Stall / Flush)</a:t>
            </a:r>
          </a:p>
        </p:txBody>
      </p:sp>
      <p:sp>
        <p:nvSpPr>
          <p:cNvPr id="362" name="wire-1282">
            <a:extLst xmlns:a="http://schemas.openxmlformats.org/drawingml/2006/main">
              <a:ext uri="{FF2B5EF4-FFF2-40B4-BE49-F238E27FC236}">
                <a16:creationId xmlns:a16="http://schemas.microsoft.com/office/drawing/2014/main" id="{1A2B92F1-0DCF-4153-B551-3F5926017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967" y="5997512"/>
            <a:ext cx="9525" cy="35814"/>
          </a:xfrm>
          <a:custGeom xmlns:a="http://schemas.openxmlformats.org/drawingml/2006/main">
            <a:pathLst>
              <a:path w="9525" h="35814">
                <a:moveTo>
                  <a:pt x="0" y="3581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573">
            <a:solidFill>
              <a:srgbClr val="231F20"/>
            </a:solidFill>
          </a:ln>
        </p:spPr>
      </p:sp>
      <p:sp>
        <p:nvSpPr>
          <p:cNvPr id="363" name="wire-1283">
            <a:extLst xmlns:a="http://schemas.openxmlformats.org/drawingml/2006/main">
              <a:ext uri="{FF2B5EF4-FFF2-40B4-BE49-F238E27FC236}">
                <a16:creationId xmlns:a16="http://schemas.microsoft.com/office/drawing/2014/main" id="{197AD5DF-D95B-4701-94A7-3E60C3894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967" y="5997512"/>
            <a:ext cx="9525" cy="9525"/>
          </a:xfrm>
          <a:custGeom xmlns:a="http://schemas.openxmlformats.org/drawingml/2006/main">
            <a:pathLst>
              <a:path w="9525" h="9525">
                <a:moveTo>
                  <a:pt x="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573">
            <a:solidFill>
              <a:srgbClr val="231F20"/>
            </a:solidFill>
          </a:ln>
        </p:spPr>
      </p:sp>
      <p:sp>
        <p:nvSpPr>
          <p:cNvPr id="364" name="wire-1284">
            <a:extLst xmlns:a="http://schemas.openxmlformats.org/drawingml/2006/main">
              <a:ext uri="{FF2B5EF4-FFF2-40B4-BE49-F238E27FC236}">
                <a16:creationId xmlns:a16="http://schemas.microsoft.com/office/drawing/2014/main" id="{20A8CE36-C470-4313-805A-DFCAF3690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967" y="5845302"/>
            <a:ext cx="9525" cy="152210"/>
          </a:xfrm>
          <a:custGeom xmlns:a="http://schemas.openxmlformats.org/drawingml/2006/main">
            <a:pathLst>
              <a:path w="9525" h="152210">
                <a:moveTo>
                  <a:pt x="0" y="15221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573">
            <a:solidFill>
              <a:srgbClr val="231F20"/>
            </a:solidFill>
          </a:ln>
        </p:spPr>
      </p:sp>
      <p:sp>
        <p:nvSpPr>
          <p:cNvPr id="365" name="circuit-1285">
            <a:extLst xmlns:a="http://schemas.openxmlformats.org/drawingml/2006/main">
              <a:ext uri="{FF2B5EF4-FFF2-40B4-BE49-F238E27FC236}">
                <a16:creationId xmlns:a16="http://schemas.microsoft.com/office/drawing/2014/main" id="{095AA440-75C4-45F2-94F1-546C020D6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4365" y="5845302"/>
            <a:ext cx="41205" cy="44768"/>
          </a:xfrm>
          <a:custGeom xmlns:a="http://schemas.openxmlformats.org/drawingml/2006/main">
            <a:pathLst>
              <a:path w="41205" h="44768">
                <a:moveTo>
                  <a:pt x="20603" y="0"/>
                </a:moveTo>
                <a:lnTo>
                  <a:pt x="0" y="44768"/>
                </a:lnTo>
                <a:lnTo>
                  <a:pt x="41205" y="44768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366" name="wire-1286">
            <a:extLst xmlns:a="http://schemas.openxmlformats.org/drawingml/2006/main">
              <a:ext uri="{FF2B5EF4-FFF2-40B4-BE49-F238E27FC236}">
                <a16:creationId xmlns:a16="http://schemas.microsoft.com/office/drawing/2014/main" id="{159CDDEC-88FD-45D4-BC95-0B46397E9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6958" y="5988558"/>
            <a:ext cx="9525" cy="44767"/>
          </a:xfrm>
          <a:custGeom xmlns:a="http://schemas.openxmlformats.org/drawingml/2006/main">
            <a:pathLst>
              <a:path w="9525" h="44767">
                <a:moveTo>
                  <a:pt x="0" y="44767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573">
            <a:solidFill>
              <a:srgbClr val="231F20"/>
            </a:solidFill>
          </a:ln>
        </p:spPr>
      </p:sp>
      <p:sp>
        <p:nvSpPr>
          <p:cNvPr id="367" name="wire-1287">
            <a:extLst xmlns:a="http://schemas.openxmlformats.org/drawingml/2006/main">
              <a:ext uri="{FF2B5EF4-FFF2-40B4-BE49-F238E27FC236}">
                <a16:creationId xmlns:a16="http://schemas.microsoft.com/office/drawing/2014/main" id="{2C455365-2F5C-4C25-AF0F-A039DDBAC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6958" y="5988558"/>
            <a:ext cx="9525" cy="9525"/>
          </a:xfrm>
          <a:custGeom xmlns:a="http://schemas.openxmlformats.org/drawingml/2006/main">
            <a:pathLst>
              <a:path w="9525" h="9525">
                <a:moveTo>
                  <a:pt x="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573">
            <a:solidFill>
              <a:srgbClr val="231F20"/>
            </a:solidFill>
          </a:ln>
        </p:spPr>
      </p:sp>
      <p:sp>
        <p:nvSpPr>
          <p:cNvPr id="368" name="wire-1288">
            <a:extLst xmlns:a="http://schemas.openxmlformats.org/drawingml/2006/main">
              <a:ext uri="{FF2B5EF4-FFF2-40B4-BE49-F238E27FC236}">
                <a16:creationId xmlns:a16="http://schemas.microsoft.com/office/drawing/2014/main" id="{06D3CA1A-ADCF-4ADF-A7E1-F97F9FB83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6958" y="5800535"/>
            <a:ext cx="9525" cy="188024"/>
          </a:xfrm>
          <a:custGeom xmlns:a="http://schemas.openxmlformats.org/drawingml/2006/main">
            <a:pathLst>
              <a:path w="9525" h="188024">
                <a:moveTo>
                  <a:pt x="0" y="18802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573">
            <a:solidFill>
              <a:srgbClr val="231F20"/>
            </a:solidFill>
          </a:ln>
        </p:spPr>
      </p:sp>
      <p:sp>
        <p:nvSpPr>
          <p:cNvPr id="369" name="circuit-1289">
            <a:extLst xmlns:a="http://schemas.openxmlformats.org/drawingml/2006/main">
              <a:ext uri="{FF2B5EF4-FFF2-40B4-BE49-F238E27FC236}">
                <a16:creationId xmlns:a16="http://schemas.microsoft.com/office/drawing/2014/main" id="{71FCEB79-C94F-4E04-A066-7F01EB04E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356" y="5800535"/>
            <a:ext cx="41205" cy="44767"/>
          </a:xfrm>
          <a:custGeom xmlns:a="http://schemas.openxmlformats.org/drawingml/2006/main">
            <a:pathLst>
              <a:path w="41205" h="44767">
                <a:moveTo>
                  <a:pt x="20603" y="0"/>
                </a:moveTo>
                <a:lnTo>
                  <a:pt x="0" y="44767"/>
                </a:lnTo>
                <a:lnTo>
                  <a:pt x="41205" y="44767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370" name="wire-1290">
            <a:extLst xmlns:a="http://schemas.openxmlformats.org/drawingml/2006/main">
              <a:ext uri="{FF2B5EF4-FFF2-40B4-BE49-F238E27FC236}">
                <a16:creationId xmlns:a16="http://schemas.microsoft.com/office/drawing/2014/main" id="{E8125772-DF70-46E5-B514-742086AD0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4756" y="5979605"/>
            <a:ext cx="9525" cy="53721"/>
          </a:xfrm>
          <a:custGeom xmlns:a="http://schemas.openxmlformats.org/drawingml/2006/main">
            <a:pathLst>
              <a:path w="9525" h="53721">
                <a:moveTo>
                  <a:pt x="0" y="5372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573">
            <a:solidFill>
              <a:srgbClr val="231F20"/>
            </a:solidFill>
          </a:ln>
        </p:spPr>
      </p:sp>
      <p:sp>
        <p:nvSpPr>
          <p:cNvPr id="371" name="wire-1291">
            <a:extLst xmlns:a="http://schemas.openxmlformats.org/drawingml/2006/main">
              <a:ext uri="{FF2B5EF4-FFF2-40B4-BE49-F238E27FC236}">
                <a16:creationId xmlns:a16="http://schemas.microsoft.com/office/drawing/2014/main" id="{C7F18EF8-2B80-419A-BFA4-96AB85C70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4756" y="5979605"/>
            <a:ext cx="9525" cy="9525"/>
          </a:xfrm>
          <a:custGeom xmlns:a="http://schemas.openxmlformats.org/drawingml/2006/main">
            <a:pathLst>
              <a:path w="9525" h="9525">
                <a:moveTo>
                  <a:pt x="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573">
            <a:solidFill>
              <a:srgbClr val="231F20"/>
            </a:solidFill>
          </a:ln>
        </p:spPr>
      </p:sp>
      <p:sp>
        <p:nvSpPr>
          <p:cNvPr id="372" name="wire-1292">
            <a:extLst xmlns:a="http://schemas.openxmlformats.org/drawingml/2006/main">
              <a:ext uri="{FF2B5EF4-FFF2-40B4-BE49-F238E27FC236}">
                <a16:creationId xmlns:a16="http://schemas.microsoft.com/office/drawing/2014/main" id="{1C90BF38-3E1C-467A-9678-06EC9A698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4756" y="5800535"/>
            <a:ext cx="9525" cy="179070"/>
          </a:xfrm>
          <a:custGeom xmlns:a="http://schemas.openxmlformats.org/drawingml/2006/main">
            <a:pathLst>
              <a:path w="9525" h="179070">
                <a:moveTo>
                  <a:pt x="0" y="17907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573">
            <a:solidFill>
              <a:srgbClr val="231F20"/>
            </a:solidFill>
          </a:ln>
        </p:spPr>
      </p:sp>
      <p:sp>
        <p:nvSpPr>
          <p:cNvPr id="373" name="circuit-1293">
            <a:extLst xmlns:a="http://schemas.openxmlformats.org/drawingml/2006/main">
              <a:ext uri="{FF2B5EF4-FFF2-40B4-BE49-F238E27FC236}">
                <a16:creationId xmlns:a16="http://schemas.microsoft.com/office/drawing/2014/main" id="{67FC72A7-38BE-407A-A143-C14B60A7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4153" y="5800535"/>
            <a:ext cx="41205" cy="44767"/>
          </a:xfrm>
          <a:custGeom xmlns:a="http://schemas.openxmlformats.org/drawingml/2006/main">
            <a:pathLst>
              <a:path w="41205" h="44767">
                <a:moveTo>
                  <a:pt x="20603" y="0"/>
                </a:moveTo>
                <a:lnTo>
                  <a:pt x="0" y="44767"/>
                </a:lnTo>
                <a:lnTo>
                  <a:pt x="41205" y="44767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374" name="wire-1294">
            <a:extLst xmlns:a="http://schemas.openxmlformats.org/drawingml/2006/main">
              <a:ext uri="{FF2B5EF4-FFF2-40B4-BE49-F238E27FC236}">
                <a16:creationId xmlns:a16="http://schemas.microsoft.com/office/drawing/2014/main" id="{5FA53DD5-AE90-4F78-9AC4-3FEA46F4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0123" y="5970651"/>
            <a:ext cx="9525" cy="62675"/>
          </a:xfrm>
          <a:custGeom xmlns:a="http://schemas.openxmlformats.org/drawingml/2006/main">
            <a:pathLst>
              <a:path w="9525" h="62675">
                <a:moveTo>
                  <a:pt x="0" y="6267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573">
            <a:solidFill>
              <a:srgbClr val="231F20"/>
            </a:solidFill>
          </a:ln>
        </p:spPr>
      </p:sp>
      <p:sp>
        <p:nvSpPr>
          <p:cNvPr id="375" name="wire-1295">
            <a:extLst xmlns:a="http://schemas.openxmlformats.org/drawingml/2006/main">
              <a:ext uri="{FF2B5EF4-FFF2-40B4-BE49-F238E27FC236}">
                <a16:creationId xmlns:a16="http://schemas.microsoft.com/office/drawing/2014/main" id="{9838B032-E4D4-4E74-A20B-97349422A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0123" y="5970651"/>
            <a:ext cx="588645" cy="9525"/>
          </a:xfrm>
          <a:custGeom xmlns:a="http://schemas.openxmlformats.org/drawingml/2006/main">
            <a:pathLst>
              <a:path w="588645" h="9525">
                <a:moveTo>
                  <a:pt x="0" y="0"/>
                </a:moveTo>
                <a:lnTo>
                  <a:pt x="588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8573">
            <a:solidFill>
              <a:srgbClr val="231F20"/>
            </a:solidFill>
          </a:ln>
        </p:spPr>
      </p:sp>
      <p:sp>
        <p:nvSpPr>
          <p:cNvPr id="376" name="wire-1296">
            <a:extLst xmlns:a="http://schemas.openxmlformats.org/drawingml/2006/main">
              <a:ext uri="{FF2B5EF4-FFF2-40B4-BE49-F238E27FC236}">
                <a16:creationId xmlns:a16="http://schemas.microsoft.com/office/drawing/2014/main" id="{E2D1B434-55AA-4617-98C3-3C31429F4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8768" y="5800535"/>
            <a:ext cx="9525" cy="170116"/>
          </a:xfrm>
          <a:custGeom xmlns:a="http://schemas.openxmlformats.org/drawingml/2006/main">
            <a:pathLst>
              <a:path w="9525" h="170116">
                <a:moveTo>
                  <a:pt x="0" y="170116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573">
            <a:solidFill>
              <a:srgbClr val="231F20"/>
            </a:solidFill>
          </a:ln>
        </p:spPr>
      </p:sp>
      <p:sp>
        <p:nvSpPr>
          <p:cNvPr id="377" name="circuit-1297">
            <a:extLst xmlns:a="http://schemas.openxmlformats.org/drawingml/2006/main">
              <a:ext uri="{FF2B5EF4-FFF2-40B4-BE49-F238E27FC236}">
                <a16:creationId xmlns:a16="http://schemas.microsoft.com/office/drawing/2014/main" id="{E057A9BD-ABFF-4163-AE5B-6403F173D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8165" y="5800535"/>
            <a:ext cx="41205" cy="44767"/>
          </a:xfrm>
          <a:custGeom xmlns:a="http://schemas.openxmlformats.org/drawingml/2006/main">
            <a:pathLst>
              <a:path w="41205" h="44767">
                <a:moveTo>
                  <a:pt x="20603" y="0"/>
                </a:moveTo>
                <a:lnTo>
                  <a:pt x="0" y="44767"/>
                </a:lnTo>
                <a:lnTo>
                  <a:pt x="41205" y="44767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763">
            <a:solidFill>
              <a:srgbClr val="231F20"/>
            </a:solidFill>
          </a:ln>
        </p:spPr>
      </p:sp>
      <p:sp>
        <p:nvSpPr>
          <p:cNvPr id="378" name="text-1298">
            <a:extLst xmlns:a="http://schemas.openxmlformats.org/drawingml/2006/main">
              <a:ext uri="{FF2B5EF4-FFF2-40B4-BE49-F238E27FC236}">
                <a16:creationId xmlns:a16="http://schemas.microsoft.com/office/drawing/2014/main" id="{52A8A076-9BA9-4794-9C37-856F02B10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1894" y="3732276"/>
            <a:ext cx="1520666" cy="2059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2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2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2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2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2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2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2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2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2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EXT_IO</a:t>
            </a:r>
          </a:p>
        </p:txBody>
      </p:sp>
      <p:sp>
        <p:nvSpPr>
          <p:cNvPr id="379" name="block-1299">
            <a:extLst xmlns:a="http://schemas.openxmlformats.org/drawingml/2006/main">
              <a:ext uri="{FF2B5EF4-FFF2-40B4-BE49-F238E27FC236}">
                <a16:creationId xmlns:a16="http://schemas.microsoft.com/office/drawing/2014/main" id="{B6CDD55C-2B9F-430B-B1E2-229528607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1894" y="4090416"/>
            <a:ext cx="1608963" cy="3402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19050">
            <a:solidFill>
              <a:srgbClr val="1572C3"/>
            </a:solidFill>
          </a:ln>
        </p:spPr>
      </p:sp>
      <p:sp>
        <p:nvSpPr>
          <p:cNvPr id="380" name="text-1300">
            <a:extLst xmlns:a="http://schemas.openxmlformats.org/drawingml/2006/main">
              <a:ext uri="{FF2B5EF4-FFF2-40B4-BE49-F238E27FC236}">
                <a16:creationId xmlns:a16="http://schemas.microsoft.com/office/drawing/2014/main" id="{B0B803CE-AA21-4460-BF9D-EB6CC1DF9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1327" y="4099370"/>
            <a:ext cx="1550099" cy="3223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rasterix_apb</a:t>
            </a:r>
          </a:p>
        </p:txBody>
      </p:sp>
      <p:sp>
        <p:nvSpPr>
          <p:cNvPr id="381" name="wire-1301">
            <a:extLst xmlns:a="http://schemas.openxmlformats.org/drawingml/2006/main">
              <a:ext uri="{FF2B5EF4-FFF2-40B4-BE49-F238E27FC236}">
                <a16:creationId xmlns:a16="http://schemas.microsoft.com/office/drawing/2014/main" id="{29949ACC-4401-4328-A12B-FED2D41F6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8836" y="3991927"/>
            <a:ext cx="9525" cy="98489"/>
          </a:xfrm>
          <a:custGeom xmlns:a="http://schemas.openxmlformats.org/drawingml/2006/main">
            <a:pathLst>
              <a:path w="9525" h="98489">
                <a:moveTo>
                  <a:pt x="0" y="0"/>
                </a:moveTo>
                <a:lnTo>
                  <a:pt x="0" y="9848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572C3"/>
            </a:solidFill>
          </a:ln>
        </p:spPr>
      </p:sp>
      <p:sp>
        <p:nvSpPr>
          <p:cNvPr id="382" name="circuit-1302">
            <a:extLst xmlns:a="http://schemas.openxmlformats.org/drawingml/2006/main">
              <a:ext uri="{FF2B5EF4-FFF2-40B4-BE49-F238E27FC236}">
                <a16:creationId xmlns:a16="http://schemas.microsoft.com/office/drawing/2014/main" id="{832C266C-7F2A-40EB-A072-391721808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8233" y="4045649"/>
            <a:ext cx="41205" cy="44767"/>
          </a:xfrm>
          <a:custGeom xmlns:a="http://schemas.openxmlformats.org/drawingml/2006/main">
            <a:pathLst>
              <a:path w="41205" h="44767">
                <a:moveTo>
                  <a:pt x="20603" y="44767"/>
                </a:moveTo>
                <a:lnTo>
                  <a:pt x="4120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383" name="block-1303">
            <a:extLst xmlns:a="http://schemas.openxmlformats.org/drawingml/2006/main">
              <a:ext uri="{FF2B5EF4-FFF2-40B4-BE49-F238E27FC236}">
                <a16:creationId xmlns:a16="http://schemas.microsoft.com/office/drawing/2014/main" id="{1B938C3F-3172-4381-AD34-03378B04F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1894" y="4654487"/>
            <a:ext cx="745617" cy="2686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19050">
            <a:solidFill>
              <a:srgbClr val="1572C3"/>
            </a:solidFill>
          </a:ln>
        </p:spPr>
      </p:sp>
      <p:sp>
        <p:nvSpPr>
          <p:cNvPr id="384" name="text-1304">
            <a:extLst xmlns:a="http://schemas.openxmlformats.org/drawingml/2006/main">
              <a:ext uri="{FF2B5EF4-FFF2-40B4-BE49-F238E27FC236}">
                <a16:creationId xmlns:a16="http://schemas.microsoft.com/office/drawing/2014/main" id="{827B22E2-644F-439B-A3AC-7D267C355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1327" y="4663440"/>
            <a:ext cx="686753" cy="2506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命令</a:t>
            </a:r>
          </a:p>
        </p:txBody>
      </p:sp>
      <p:sp>
        <p:nvSpPr>
          <p:cNvPr id="385" name="block-1305">
            <a:extLst xmlns:a="http://schemas.openxmlformats.org/drawingml/2006/main">
              <a:ext uri="{FF2B5EF4-FFF2-40B4-BE49-F238E27FC236}">
                <a16:creationId xmlns:a16="http://schemas.microsoft.com/office/drawing/2014/main" id="{F822877D-02B8-47E1-91C2-65A2A1A4F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5240" y="4654487"/>
            <a:ext cx="745617" cy="2686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19050">
            <a:solidFill>
              <a:srgbClr val="1572C3"/>
            </a:solidFill>
          </a:ln>
        </p:spPr>
      </p:sp>
      <p:sp>
        <p:nvSpPr>
          <p:cNvPr id="386" name="text-1306">
            <a:extLst xmlns:a="http://schemas.openxmlformats.org/drawingml/2006/main">
              <a:ext uri="{FF2B5EF4-FFF2-40B4-BE49-F238E27FC236}">
                <a16:creationId xmlns:a16="http://schemas.microsoft.com/office/drawing/2014/main" id="{0FB5CDA3-DF7D-4FE9-8C4E-7F11A0765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4673" y="4663440"/>
            <a:ext cx="686753" cy="2506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20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387" name="text-1307">
            <a:extLst xmlns:a="http://schemas.openxmlformats.org/drawingml/2006/main">
              <a:ext uri="{FF2B5EF4-FFF2-40B4-BE49-F238E27FC236}">
                <a16:creationId xmlns:a16="http://schemas.microsoft.com/office/drawing/2014/main" id="{6BCDAC39-7AA2-4D6F-9A88-8B5AF4C42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1894" y="4457510"/>
            <a:ext cx="1608963" cy="196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1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1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1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1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1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1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1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1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1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1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1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非同期FIFO</a:t>
            </a:r>
          </a:p>
        </p:txBody>
      </p:sp>
      <p:sp>
        <p:nvSpPr>
          <p:cNvPr id="388" name="wire-1308">
            <a:extLst xmlns:a="http://schemas.openxmlformats.org/drawingml/2006/main">
              <a:ext uri="{FF2B5EF4-FFF2-40B4-BE49-F238E27FC236}">
                <a16:creationId xmlns:a16="http://schemas.microsoft.com/office/drawing/2014/main" id="{6595401B-3CD7-4C0C-A09F-DCECDA97E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5081" y="4430649"/>
            <a:ext cx="9525" cy="223838"/>
          </a:xfrm>
          <a:custGeom xmlns:a="http://schemas.openxmlformats.org/drawingml/2006/main">
            <a:pathLst>
              <a:path w="9525" h="223838">
                <a:moveTo>
                  <a:pt x="0" y="0"/>
                </a:moveTo>
                <a:lnTo>
                  <a:pt x="0" y="223838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1572C3"/>
            </a:solidFill>
          </a:ln>
        </p:spPr>
      </p:sp>
      <p:sp>
        <p:nvSpPr>
          <p:cNvPr id="389" name="circuit-1309">
            <a:extLst xmlns:a="http://schemas.openxmlformats.org/drawingml/2006/main">
              <a:ext uri="{FF2B5EF4-FFF2-40B4-BE49-F238E27FC236}">
                <a16:creationId xmlns:a16="http://schemas.microsoft.com/office/drawing/2014/main" id="{7890482B-2BE8-4675-B578-2007E90E1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4479" y="4609719"/>
            <a:ext cx="41205" cy="44767"/>
          </a:xfrm>
          <a:custGeom xmlns:a="http://schemas.openxmlformats.org/drawingml/2006/main">
            <a:pathLst>
              <a:path w="41205" h="44767">
                <a:moveTo>
                  <a:pt x="20603" y="44767"/>
                </a:moveTo>
                <a:lnTo>
                  <a:pt x="4120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390" name="wire-1310">
            <a:extLst xmlns:a="http://schemas.openxmlformats.org/drawingml/2006/main">
              <a:ext uri="{FF2B5EF4-FFF2-40B4-BE49-F238E27FC236}">
                <a16:creationId xmlns:a16="http://schemas.microsoft.com/office/drawing/2014/main" id="{ED832DDC-EB47-47C9-809B-EEA48E1E0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8049" y="4430649"/>
            <a:ext cx="9525" cy="223838"/>
          </a:xfrm>
          <a:custGeom xmlns:a="http://schemas.openxmlformats.org/drawingml/2006/main">
            <a:pathLst>
              <a:path w="9525" h="223838">
                <a:moveTo>
                  <a:pt x="0" y="22383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1572C3"/>
            </a:solidFill>
          </a:ln>
        </p:spPr>
      </p:sp>
      <p:sp>
        <p:nvSpPr>
          <p:cNvPr id="391" name="circuit-1311">
            <a:extLst xmlns:a="http://schemas.openxmlformats.org/drawingml/2006/main">
              <a:ext uri="{FF2B5EF4-FFF2-40B4-BE49-F238E27FC236}">
                <a16:creationId xmlns:a16="http://schemas.microsoft.com/office/drawing/2014/main" id="{657C07B4-3B86-4FC1-9028-BBDD39512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7446" y="4430649"/>
            <a:ext cx="41205" cy="44767"/>
          </a:xfrm>
          <a:custGeom xmlns:a="http://schemas.openxmlformats.org/drawingml/2006/main">
            <a:pathLst>
              <a:path w="41205" h="44767">
                <a:moveTo>
                  <a:pt x="20603" y="0"/>
                </a:moveTo>
                <a:lnTo>
                  <a:pt x="0" y="44767"/>
                </a:lnTo>
                <a:lnTo>
                  <a:pt x="41205" y="44767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392" name="block-1312">
            <a:extLst xmlns:a="http://schemas.openxmlformats.org/drawingml/2006/main">
              <a:ext uri="{FF2B5EF4-FFF2-40B4-BE49-F238E27FC236}">
                <a16:creationId xmlns:a16="http://schemas.microsoft.com/office/drawing/2014/main" id="{CA29E2D7-F52A-430C-94CE-82B26CD17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1894" y="5084255"/>
            <a:ext cx="1608963" cy="3581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19050">
            <a:solidFill>
              <a:srgbClr val="1572C3"/>
            </a:solidFill>
          </a:ln>
        </p:spPr>
      </p:sp>
      <p:sp>
        <p:nvSpPr>
          <p:cNvPr id="393" name="text-1313">
            <a:extLst xmlns:a="http://schemas.openxmlformats.org/drawingml/2006/main">
              <a:ext uri="{FF2B5EF4-FFF2-40B4-BE49-F238E27FC236}">
                <a16:creationId xmlns:a16="http://schemas.microsoft.com/office/drawing/2014/main" id="{6AF7D032-6F84-4790-9C8C-E87D9D9DA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1327" y="5093208"/>
            <a:ext cx="1550099" cy="340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RasterIX_IF</a:t>
            </a:r>
          </a:p>
        </p:txBody>
      </p:sp>
      <p:sp>
        <p:nvSpPr>
          <p:cNvPr id="394" name="wire-1314">
            <a:extLst xmlns:a="http://schemas.openxmlformats.org/drawingml/2006/main">
              <a:ext uri="{FF2B5EF4-FFF2-40B4-BE49-F238E27FC236}">
                <a16:creationId xmlns:a16="http://schemas.microsoft.com/office/drawing/2014/main" id="{ADE5CEDF-934F-40B5-BD0E-E9E85D788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5081" y="4923091"/>
            <a:ext cx="9525" cy="161163"/>
          </a:xfrm>
          <a:custGeom xmlns:a="http://schemas.openxmlformats.org/drawingml/2006/main">
            <a:pathLst>
              <a:path w="9525" h="161163">
                <a:moveTo>
                  <a:pt x="0" y="0"/>
                </a:moveTo>
                <a:lnTo>
                  <a:pt x="0" y="161163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1572C3"/>
            </a:solidFill>
          </a:ln>
        </p:spPr>
      </p:sp>
      <p:sp>
        <p:nvSpPr>
          <p:cNvPr id="395" name="circuit-1315">
            <a:extLst xmlns:a="http://schemas.openxmlformats.org/drawingml/2006/main">
              <a:ext uri="{FF2B5EF4-FFF2-40B4-BE49-F238E27FC236}">
                <a16:creationId xmlns:a16="http://schemas.microsoft.com/office/drawing/2014/main" id="{CC31F7D0-ADB1-47C0-8750-D54B540E1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4479" y="5039487"/>
            <a:ext cx="41205" cy="44768"/>
          </a:xfrm>
          <a:custGeom xmlns:a="http://schemas.openxmlformats.org/drawingml/2006/main">
            <a:pathLst>
              <a:path w="41205" h="44768">
                <a:moveTo>
                  <a:pt x="20603" y="44768"/>
                </a:moveTo>
                <a:lnTo>
                  <a:pt x="4120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396" name="wire-1316">
            <a:extLst xmlns:a="http://schemas.openxmlformats.org/drawingml/2006/main">
              <a:ext uri="{FF2B5EF4-FFF2-40B4-BE49-F238E27FC236}">
                <a16:creationId xmlns:a16="http://schemas.microsoft.com/office/drawing/2014/main" id="{16D7D8B5-FDFF-4D8B-A589-D5AB11789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8049" y="4923091"/>
            <a:ext cx="9525" cy="161163"/>
          </a:xfrm>
          <a:custGeom xmlns:a="http://schemas.openxmlformats.org/drawingml/2006/main">
            <a:pathLst>
              <a:path w="9525" h="161163">
                <a:moveTo>
                  <a:pt x="0" y="16116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1572C3"/>
            </a:solidFill>
          </a:ln>
        </p:spPr>
      </p:sp>
      <p:sp>
        <p:nvSpPr>
          <p:cNvPr id="397" name="circuit-1317">
            <a:extLst xmlns:a="http://schemas.openxmlformats.org/drawingml/2006/main">
              <a:ext uri="{FF2B5EF4-FFF2-40B4-BE49-F238E27FC236}">
                <a16:creationId xmlns:a16="http://schemas.microsoft.com/office/drawing/2014/main" id="{9B99F005-E692-4BB1-9CAD-A2BC1ACE6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7446" y="4923091"/>
            <a:ext cx="41205" cy="44768"/>
          </a:xfrm>
          <a:custGeom xmlns:a="http://schemas.openxmlformats.org/drawingml/2006/main">
            <a:pathLst>
              <a:path w="41205" h="44768">
                <a:moveTo>
                  <a:pt x="20603" y="0"/>
                </a:moveTo>
                <a:lnTo>
                  <a:pt x="0" y="44768"/>
                </a:lnTo>
                <a:lnTo>
                  <a:pt x="41205" y="44768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398" name="block-1318">
            <a:extLst xmlns:a="http://schemas.openxmlformats.org/drawingml/2006/main">
              <a:ext uri="{FF2B5EF4-FFF2-40B4-BE49-F238E27FC236}">
                <a16:creationId xmlns:a16="http://schemas.microsoft.com/office/drawing/2014/main" id="{2B5762FC-570C-45F0-8C49-E315C3070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1894" y="5782627"/>
            <a:ext cx="1608963" cy="31337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19050">
            <a:solidFill>
              <a:srgbClr val="1572C3"/>
            </a:solidFill>
          </a:ln>
        </p:spPr>
      </p:sp>
      <p:sp>
        <p:nvSpPr>
          <p:cNvPr id="399" name="text-1319">
            <a:extLst xmlns:a="http://schemas.openxmlformats.org/drawingml/2006/main">
              <a:ext uri="{FF2B5EF4-FFF2-40B4-BE49-F238E27FC236}">
                <a16:creationId xmlns:a16="http://schemas.microsoft.com/office/drawing/2014/main" id="{7EFAE6D6-24C1-46A7-A847-CC7ADAFCF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1327" y="5791581"/>
            <a:ext cx="1550099" cy="2954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表示回路</a:t>
            </a:r>
          </a:p>
        </p:txBody>
      </p:sp>
      <p:sp>
        <p:nvSpPr>
          <p:cNvPr id="400" name="wire-1320">
            <a:extLst xmlns:a="http://schemas.openxmlformats.org/drawingml/2006/main">
              <a:ext uri="{FF2B5EF4-FFF2-40B4-BE49-F238E27FC236}">
                <a16:creationId xmlns:a16="http://schemas.microsoft.com/office/drawing/2014/main" id="{CFB68334-D316-4B3B-A619-96C4A74D3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0191" y="5442395"/>
            <a:ext cx="9525" cy="340233"/>
          </a:xfrm>
          <a:custGeom xmlns:a="http://schemas.openxmlformats.org/drawingml/2006/main">
            <a:pathLst>
              <a:path w="9525" h="340233">
                <a:moveTo>
                  <a:pt x="0" y="0"/>
                </a:moveTo>
                <a:lnTo>
                  <a:pt x="0" y="340233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572C3"/>
            </a:solidFill>
          </a:ln>
        </p:spPr>
      </p:sp>
      <p:sp>
        <p:nvSpPr>
          <p:cNvPr id="401" name="circuit-1321">
            <a:extLst xmlns:a="http://schemas.openxmlformats.org/drawingml/2006/main">
              <a:ext uri="{FF2B5EF4-FFF2-40B4-BE49-F238E27FC236}">
                <a16:creationId xmlns:a16="http://schemas.microsoft.com/office/drawing/2014/main" id="{0355F0D8-B227-4CA5-8D92-27493A6BF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9588" y="5737860"/>
            <a:ext cx="41205" cy="44767"/>
          </a:xfrm>
          <a:custGeom xmlns:a="http://schemas.openxmlformats.org/drawingml/2006/main">
            <a:pathLst>
              <a:path w="41205" h="44767">
                <a:moveTo>
                  <a:pt x="20603" y="44767"/>
                </a:moveTo>
                <a:lnTo>
                  <a:pt x="4120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402" name="wire-1322">
            <a:extLst xmlns:a="http://schemas.openxmlformats.org/drawingml/2006/main">
              <a:ext uri="{FF2B5EF4-FFF2-40B4-BE49-F238E27FC236}">
                <a16:creationId xmlns:a16="http://schemas.microsoft.com/office/drawing/2014/main" id="{3AFC8B70-FD18-41ED-920A-7BC0A8A9B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2561" y="5442395"/>
            <a:ext cx="9525" cy="340233"/>
          </a:xfrm>
          <a:custGeom xmlns:a="http://schemas.openxmlformats.org/drawingml/2006/main">
            <a:pathLst>
              <a:path w="9525" h="340233">
                <a:moveTo>
                  <a:pt x="0" y="34023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572C3"/>
            </a:solidFill>
          </a:ln>
        </p:spPr>
      </p:sp>
      <p:sp>
        <p:nvSpPr>
          <p:cNvPr id="403" name="circuit-1323">
            <a:extLst xmlns:a="http://schemas.openxmlformats.org/drawingml/2006/main">
              <a:ext uri="{FF2B5EF4-FFF2-40B4-BE49-F238E27FC236}">
                <a16:creationId xmlns:a16="http://schemas.microsoft.com/office/drawing/2014/main" id="{3DF07390-B554-41EE-87ED-ABC304F4B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1958" y="5442395"/>
            <a:ext cx="41205" cy="44767"/>
          </a:xfrm>
          <a:custGeom xmlns:a="http://schemas.openxmlformats.org/drawingml/2006/main">
            <a:pathLst>
              <a:path w="41205" h="44767">
                <a:moveTo>
                  <a:pt x="20603" y="0"/>
                </a:moveTo>
                <a:lnTo>
                  <a:pt x="0" y="44767"/>
                </a:lnTo>
                <a:lnTo>
                  <a:pt x="41205" y="44767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404" name="text-1324">
            <a:extLst xmlns:a="http://schemas.openxmlformats.org/drawingml/2006/main">
              <a:ext uri="{FF2B5EF4-FFF2-40B4-BE49-F238E27FC236}">
                <a16:creationId xmlns:a16="http://schemas.microsoft.com/office/drawing/2014/main" id="{669F7528-82A8-44C3-BD5B-3EA4F9BB9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8677" y="5487162"/>
            <a:ext cx="1275398" cy="2417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050" b="0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050" b="0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050" b="0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050" b="0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050" b="0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050" b="0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050" b="0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050" b="0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050" b="0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050" b="0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050" b="0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表示先・完了</a:t>
            </a:r>
          </a:p>
        </p:txBody>
      </p:sp>
      <p:sp>
        <p:nvSpPr>
          <p:cNvPr id="405" name="wire-1325">
            <a:extLst xmlns:a="http://schemas.openxmlformats.org/drawingml/2006/main">
              <a:ext uri="{FF2B5EF4-FFF2-40B4-BE49-F238E27FC236}">
                <a16:creationId xmlns:a16="http://schemas.microsoft.com/office/drawing/2014/main" id="{6C23A53A-166F-485C-AF6A-59D1BF25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4733" y="5236464"/>
            <a:ext cx="147161" cy="9525"/>
          </a:xfrm>
          <a:custGeom xmlns:a="http://schemas.openxmlformats.org/drawingml/2006/main">
            <a:pathLst>
              <a:path w="147161" h="9525">
                <a:moveTo>
                  <a:pt x="147161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572C3"/>
            </a:solidFill>
          </a:ln>
        </p:spPr>
      </p:sp>
      <p:sp>
        <p:nvSpPr>
          <p:cNvPr id="406" name="wire-1326">
            <a:extLst xmlns:a="http://schemas.openxmlformats.org/drawingml/2006/main">
              <a:ext uri="{FF2B5EF4-FFF2-40B4-BE49-F238E27FC236}">
                <a16:creationId xmlns:a16="http://schemas.microsoft.com/office/drawing/2014/main" id="{826CDE4F-B497-46F1-ACC8-194C6FBB1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4733" y="3221927"/>
            <a:ext cx="9525" cy="2014538"/>
          </a:xfrm>
          <a:custGeom xmlns:a="http://schemas.openxmlformats.org/drawingml/2006/main">
            <a:pathLst>
              <a:path w="9525" h="2014538">
                <a:moveTo>
                  <a:pt x="0" y="201453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572C3"/>
            </a:solidFill>
          </a:ln>
        </p:spPr>
      </p:sp>
      <p:sp>
        <p:nvSpPr>
          <p:cNvPr id="407" name="wire-1327">
            <a:extLst xmlns:a="http://schemas.openxmlformats.org/drawingml/2006/main">
              <a:ext uri="{FF2B5EF4-FFF2-40B4-BE49-F238E27FC236}">
                <a16:creationId xmlns:a16="http://schemas.microsoft.com/office/drawing/2014/main" id="{820327D5-A54E-41AF-B09A-25FF98C6D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4733" y="3221927"/>
            <a:ext cx="588645" cy="9525"/>
          </a:xfrm>
          <a:custGeom xmlns:a="http://schemas.openxmlformats.org/drawingml/2006/main">
            <a:pathLst>
              <a:path w="588645" h="9525">
                <a:moveTo>
                  <a:pt x="0" y="0"/>
                </a:moveTo>
                <a:lnTo>
                  <a:pt x="588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572C3"/>
            </a:solidFill>
          </a:ln>
        </p:spPr>
      </p:sp>
      <p:sp>
        <p:nvSpPr>
          <p:cNvPr id="408" name="wire-1328">
            <a:extLst xmlns:a="http://schemas.openxmlformats.org/drawingml/2006/main">
              <a:ext uri="{FF2B5EF4-FFF2-40B4-BE49-F238E27FC236}">
                <a16:creationId xmlns:a16="http://schemas.microsoft.com/office/drawing/2014/main" id="{01164B78-220C-4A00-95A8-7EDABABA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3378" y="3159252"/>
            <a:ext cx="9525" cy="62675"/>
          </a:xfrm>
          <a:custGeom xmlns:a="http://schemas.openxmlformats.org/drawingml/2006/main">
            <a:pathLst>
              <a:path w="9525" h="62675">
                <a:moveTo>
                  <a:pt x="0" y="6267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572C3"/>
            </a:solidFill>
          </a:ln>
        </p:spPr>
      </p:sp>
      <p:sp>
        <p:nvSpPr>
          <p:cNvPr id="409" name="circuit-1329">
            <a:extLst xmlns:a="http://schemas.openxmlformats.org/drawingml/2006/main">
              <a:ext uri="{FF2B5EF4-FFF2-40B4-BE49-F238E27FC236}">
                <a16:creationId xmlns:a16="http://schemas.microsoft.com/office/drawing/2014/main" id="{FFB60858-F235-449A-A872-FB3AFD200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2775" y="3159252"/>
            <a:ext cx="41205" cy="44768"/>
          </a:xfrm>
          <a:custGeom xmlns:a="http://schemas.openxmlformats.org/drawingml/2006/main">
            <a:pathLst>
              <a:path w="41205" h="44768">
                <a:moveTo>
                  <a:pt x="20603" y="0"/>
                </a:moveTo>
                <a:lnTo>
                  <a:pt x="0" y="44768"/>
                </a:lnTo>
                <a:lnTo>
                  <a:pt x="41205" y="44768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410" name="wire-1330">
            <a:extLst xmlns:a="http://schemas.openxmlformats.org/drawingml/2006/main">
              <a:ext uri="{FF2B5EF4-FFF2-40B4-BE49-F238E27FC236}">
                <a16:creationId xmlns:a16="http://schemas.microsoft.com/office/drawing/2014/main" id="{6179FB77-0E00-4ADD-9AD9-C448350CD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4733" y="5236464"/>
            <a:ext cx="147161" cy="9525"/>
          </a:xfrm>
          <a:custGeom xmlns:a="http://schemas.openxmlformats.org/drawingml/2006/main">
            <a:pathLst>
              <a:path w="147161" h="9525">
                <a:moveTo>
                  <a:pt x="0" y="0"/>
                </a:moveTo>
                <a:lnTo>
                  <a:pt x="14716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572C3"/>
            </a:solidFill>
          </a:ln>
        </p:spPr>
      </p:sp>
      <p:sp>
        <p:nvSpPr>
          <p:cNvPr id="411" name="circuit-1331">
            <a:extLst xmlns:a="http://schemas.openxmlformats.org/drawingml/2006/main">
              <a:ext uri="{FF2B5EF4-FFF2-40B4-BE49-F238E27FC236}">
                <a16:creationId xmlns:a16="http://schemas.microsoft.com/office/drawing/2014/main" id="{5576CBC1-0586-4469-997A-0C69D2DA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841" y="5217662"/>
            <a:ext cx="49054" cy="37605"/>
          </a:xfrm>
          <a:custGeom xmlns:a="http://schemas.openxmlformats.org/drawingml/2006/main">
            <a:pathLst>
              <a:path w="49054" h="37605">
                <a:moveTo>
                  <a:pt x="49054" y="18802"/>
                </a:moveTo>
                <a:lnTo>
                  <a:pt x="0" y="0"/>
                </a:lnTo>
                <a:lnTo>
                  <a:pt x="0" y="3760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412" name="wire-1332">
            <a:extLst xmlns:a="http://schemas.openxmlformats.org/drawingml/2006/main">
              <a:ext uri="{FF2B5EF4-FFF2-40B4-BE49-F238E27FC236}">
                <a16:creationId xmlns:a16="http://schemas.microsoft.com/office/drawing/2014/main" id="{1519F06C-FA8D-4249-8173-F351BD40E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916" y="3159252"/>
            <a:ext cx="9525" cy="71628"/>
          </a:xfrm>
          <a:custGeom xmlns:a="http://schemas.openxmlformats.org/drawingml/2006/main">
            <a:pathLst>
              <a:path w="9525" h="71628">
                <a:moveTo>
                  <a:pt x="0" y="0"/>
                </a:moveTo>
                <a:lnTo>
                  <a:pt x="0" y="71628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1572C3"/>
            </a:solidFill>
          </a:ln>
        </p:spPr>
      </p:sp>
      <p:sp>
        <p:nvSpPr>
          <p:cNvPr id="413" name="wire-1333">
            <a:extLst xmlns:a="http://schemas.openxmlformats.org/drawingml/2006/main">
              <a:ext uri="{FF2B5EF4-FFF2-40B4-BE49-F238E27FC236}">
                <a16:creationId xmlns:a16="http://schemas.microsoft.com/office/drawing/2014/main" id="{536C7B0A-A0D1-44E6-922E-228A98E9A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916" y="3230880"/>
            <a:ext cx="745617" cy="9525"/>
          </a:xfrm>
          <a:custGeom xmlns:a="http://schemas.openxmlformats.org/drawingml/2006/main">
            <a:pathLst>
              <a:path w="745617" h="9525">
                <a:moveTo>
                  <a:pt x="0" y="0"/>
                </a:moveTo>
                <a:lnTo>
                  <a:pt x="745617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1572C3"/>
            </a:solidFill>
          </a:ln>
        </p:spPr>
      </p:sp>
      <p:sp>
        <p:nvSpPr>
          <p:cNvPr id="414" name="wire-1334">
            <a:extLst xmlns:a="http://schemas.openxmlformats.org/drawingml/2006/main">
              <a:ext uri="{FF2B5EF4-FFF2-40B4-BE49-F238E27FC236}">
                <a16:creationId xmlns:a16="http://schemas.microsoft.com/office/drawing/2014/main" id="{7B83EAE7-2000-4C64-B545-328DA2A1F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9533" y="3230880"/>
            <a:ext cx="9525" cy="2712911"/>
          </a:xfrm>
          <a:custGeom xmlns:a="http://schemas.openxmlformats.org/drawingml/2006/main">
            <a:pathLst>
              <a:path w="9525" h="2712911">
                <a:moveTo>
                  <a:pt x="0" y="0"/>
                </a:moveTo>
                <a:lnTo>
                  <a:pt x="0" y="2712911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1572C3"/>
            </a:solidFill>
          </a:ln>
        </p:spPr>
      </p:sp>
      <p:sp>
        <p:nvSpPr>
          <p:cNvPr id="415" name="wire-1335">
            <a:extLst xmlns:a="http://schemas.openxmlformats.org/drawingml/2006/main">
              <a:ext uri="{FF2B5EF4-FFF2-40B4-BE49-F238E27FC236}">
                <a16:creationId xmlns:a16="http://schemas.microsoft.com/office/drawing/2014/main" id="{1B7215EA-B634-44E3-B774-4283E9C6E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857" y="5943791"/>
            <a:ext cx="68675" cy="9525"/>
          </a:xfrm>
          <a:custGeom xmlns:a="http://schemas.openxmlformats.org/drawingml/2006/main">
            <a:pathLst>
              <a:path w="68675" h="9525">
                <a:moveTo>
                  <a:pt x="686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1572C3"/>
            </a:solidFill>
          </a:ln>
        </p:spPr>
      </p:sp>
      <p:sp>
        <p:nvSpPr>
          <p:cNvPr id="416" name="circuit-1336">
            <a:extLst xmlns:a="http://schemas.openxmlformats.org/drawingml/2006/main">
              <a:ext uri="{FF2B5EF4-FFF2-40B4-BE49-F238E27FC236}">
                <a16:creationId xmlns:a16="http://schemas.microsoft.com/office/drawing/2014/main" id="{89FFA000-C02C-4473-8538-4935F5AC7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857" y="5924988"/>
            <a:ext cx="49054" cy="37605"/>
          </a:xfrm>
          <a:custGeom xmlns:a="http://schemas.openxmlformats.org/drawingml/2006/main">
            <a:pathLst>
              <a:path w="49054" h="37605">
                <a:moveTo>
                  <a:pt x="0" y="18802"/>
                </a:moveTo>
                <a:lnTo>
                  <a:pt x="49054" y="37605"/>
                </a:lnTo>
                <a:lnTo>
                  <a:pt x="49054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417" name="wire-1337">
            <a:extLst xmlns:a="http://schemas.openxmlformats.org/drawingml/2006/main">
              <a:ext uri="{FF2B5EF4-FFF2-40B4-BE49-F238E27FC236}">
                <a16:creationId xmlns:a16="http://schemas.microsoft.com/office/drawing/2014/main" id="{5FA70196-4338-45E9-B65F-625F7C520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6376" y="6096000"/>
            <a:ext cx="9525" cy="134303"/>
          </a:xfrm>
          <a:custGeom xmlns:a="http://schemas.openxmlformats.org/drawingml/2006/main">
            <a:pathLst>
              <a:path w="9525" h="134303">
                <a:moveTo>
                  <a:pt x="0" y="0"/>
                </a:moveTo>
                <a:lnTo>
                  <a:pt x="0" y="13430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572C3"/>
            </a:solidFill>
          </a:ln>
        </p:spPr>
      </p:sp>
      <p:sp>
        <p:nvSpPr>
          <p:cNvPr id="418" name="wire-1338">
            <a:extLst xmlns:a="http://schemas.openxmlformats.org/drawingml/2006/main">
              <a:ext uri="{FF2B5EF4-FFF2-40B4-BE49-F238E27FC236}">
                <a16:creationId xmlns:a16="http://schemas.microsoft.com/office/drawing/2014/main" id="{35801946-7DE7-4F1E-874F-9006DD5AA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6376" y="6230303"/>
            <a:ext cx="794671" cy="9525"/>
          </a:xfrm>
          <a:custGeom xmlns:a="http://schemas.openxmlformats.org/drawingml/2006/main">
            <a:pathLst>
              <a:path w="794671" h="9525">
                <a:moveTo>
                  <a:pt x="0" y="0"/>
                </a:moveTo>
                <a:lnTo>
                  <a:pt x="79467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572C3"/>
            </a:solidFill>
          </a:ln>
        </p:spPr>
      </p:sp>
      <p:sp>
        <p:nvSpPr>
          <p:cNvPr id="419" name="circuit-1339">
            <a:extLst xmlns:a="http://schemas.openxmlformats.org/drawingml/2006/main">
              <a:ext uri="{FF2B5EF4-FFF2-40B4-BE49-F238E27FC236}">
                <a16:creationId xmlns:a16="http://schemas.microsoft.com/office/drawing/2014/main" id="{34B4B281-D881-4DEC-A336-7C765CB1E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1993" y="6211500"/>
            <a:ext cx="49054" cy="37605"/>
          </a:xfrm>
          <a:custGeom xmlns:a="http://schemas.openxmlformats.org/drawingml/2006/main">
            <a:pathLst>
              <a:path w="49054" h="37605">
                <a:moveTo>
                  <a:pt x="49054" y="18802"/>
                </a:moveTo>
                <a:lnTo>
                  <a:pt x="0" y="0"/>
                </a:lnTo>
                <a:lnTo>
                  <a:pt x="0" y="3760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763">
            <a:solidFill>
              <a:srgbClr val="1572C3"/>
            </a:solidFill>
          </a:ln>
        </p:spPr>
      </p:sp>
      <p:sp>
        <p:nvSpPr>
          <p:cNvPr id="420" name="text-1340">
            <a:extLst xmlns:a="http://schemas.openxmlformats.org/drawingml/2006/main">
              <a:ext uri="{FF2B5EF4-FFF2-40B4-BE49-F238E27FC236}">
                <a16:creationId xmlns:a16="http://schemas.microsoft.com/office/drawing/2014/main" id="{D4DBD95F-C364-47FB-BE0B-40110992F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1894" y="6230303"/>
            <a:ext cx="1618774" cy="2059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2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2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2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2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2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2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2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2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2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HDMI OUT</a:t>
            </a:r>
          </a:p>
        </p:txBody>
      </p:sp>
    </p:spTree>
    <p:extLst>
      <p:ext uri="{BB962C8B-B14F-4D97-AF65-F5344CB8AC3E}">
        <p14:creationId xmlns:p14="http://schemas.microsoft.com/office/powerpoint/2010/main" val="211743783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title>Presentation</dc:title>
  <dcterms:created xsi:type="dcterms:W3CDTF">2026-10-25T13:44:28.3860000Z</dcterms:created>
  <dcterms:modified xsi:type="dcterms:W3CDTF">2026-10-25T13:44:28.3860000Z</dcterms:modified>
</coreProperties>
</file>