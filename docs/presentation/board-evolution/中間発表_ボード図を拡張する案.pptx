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mp4" ContentType="video/mp4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0542e24d41f4a01"/><Relationship Type="http://schemas.openxmlformats.org/officeDocument/2006/relationships/extended-properties" Target="/docProps/app.xml" Id="R6cbfb2a31b864dbc"/><Relationship Type="http://schemas.openxmlformats.org/officeDocument/2006/relationships/officeDocument" Target="/ppt/presentation.xml" Id="R22f7258b2d134e15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2412c71f74d8b"/>
  </p:sldMasterIdLst>
  <p:notesMasterIdLst>
    <p:notesMasterId xmlns:r="http://schemas.openxmlformats.org/officeDocument/2006/relationships" r:id="R528e882792e649e7"/>
  </p:notesMasterIdLst>
  <p:sldIdLst>
    <p:sldId xmlns:r="http://schemas.openxmlformats.org/officeDocument/2006/relationships" id="256" r:id="R9fb07cefeb314444"/>
    <p:sldId xmlns:r="http://schemas.openxmlformats.org/officeDocument/2006/relationships" id="257" r:id="Re94d98ced2d14e85"/>
    <p:sldId xmlns:r="http://schemas.openxmlformats.org/officeDocument/2006/relationships" id="258" r:id="R663b47e95a21404b"/>
    <p:sldId xmlns:r="http://schemas.openxmlformats.org/officeDocument/2006/relationships" id="259" r:id="R2caf3fdadf8247b5"/>
    <p:sldId xmlns:r="http://schemas.openxmlformats.org/officeDocument/2006/relationships" id="260" r:id="Rc8cee49bbca44e81"/>
    <p:sldId xmlns:r="http://schemas.openxmlformats.org/officeDocument/2006/relationships" id="261" r:id="R3209fd93567543fc"/>
    <p:sldId xmlns:r="http://schemas.openxmlformats.org/officeDocument/2006/relationships" id="262" r:id="Rb7aee9724797447a"/>
    <p:sldId xmlns:r="http://schemas.openxmlformats.org/officeDocument/2006/relationships" id="263" r:id="Reaba828609a54807"/>
    <p:sldId xmlns:r="http://schemas.openxmlformats.org/officeDocument/2006/relationships" id="264" r:id="R42febbf082984870"/>
    <p:sldId xmlns:r="http://schemas.openxmlformats.org/officeDocument/2006/relationships" id="265" r:id="R40537b4b9a734a42"/>
    <p:sldId xmlns:r="http://schemas.openxmlformats.org/officeDocument/2006/relationships" id="266" r:id="Rdc3e29f9e307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19d0be1b1c34fa7"/><Relationship Type="http://schemas.openxmlformats.org/officeDocument/2006/relationships/slideMaster" Target="/ppt/slideMasters/slideMaster1.xml" Id="R23c2412c71f74d8b"/><Relationship Type="http://schemas.openxmlformats.org/officeDocument/2006/relationships/notesMaster" Target="/ppt/notesMasters/notesMaster1.xml" Id="R528e882792e649e7"/><Relationship Type="http://schemas.openxmlformats.org/officeDocument/2006/relationships/presProps" Target="/ppt/presProps.xml" Id="Re38b1d8f58ab48bf"/><Relationship Type="http://schemas.openxmlformats.org/officeDocument/2006/relationships/tableStyles" Target="/ppt/tableStyles.xml" Id="Rf40b6f6044b4432b"/><Relationship Type="http://schemas.openxmlformats.org/officeDocument/2006/relationships/slide" Target="/ppt/slides/slide1.xml" Id="R9fb07cefeb314444"/><Relationship Type="http://schemas.openxmlformats.org/officeDocument/2006/relationships/slide" Target="/ppt/slides/slide2.xml" Id="Re94d98ced2d14e85"/><Relationship Type="http://schemas.openxmlformats.org/officeDocument/2006/relationships/slide" Target="/ppt/slides/slide3.xml" Id="R663b47e95a21404b"/><Relationship Type="http://schemas.openxmlformats.org/officeDocument/2006/relationships/slide" Target="/ppt/slides/slide4.xml" Id="R2caf3fdadf8247b5"/><Relationship Type="http://schemas.openxmlformats.org/officeDocument/2006/relationships/slide" Target="/ppt/slides/slide5.xml" Id="Rc8cee49bbca44e81"/><Relationship Type="http://schemas.openxmlformats.org/officeDocument/2006/relationships/slide" Target="/ppt/slides/slide6.xml" Id="R3209fd93567543fc"/><Relationship Type="http://schemas.openxmlformats.org/officeDocument/2006/relationships/slide" Target="/ppt/slides/slide7.xml" Id="Rb7aee9724797447a"/><Relationship Type="http://schemas.openxmlformats.org/officeDocument/2006/relationships/slide" Target="/ppt/slides/slide8.xml" Id="Reaba828609a54807"/><Relationship Type="http://schemas.openxmlformats.org/officeDocument/2006/relationships/slide" Target="/ppt/slides/slide9.xml" Id="R42febbf082984870"/><Relationship Type="http://schemas.openxmlformats.org/officeDocument/2006/relationships/slide" Target="/ppt/slides/slide10.xml" Id="R40537b4b9a734a42"/><Relationship Type="http://schemas.openxmlformats.org/officeDocument/2006/relationships/slide" Target="/ppt/slides/slide11.xml" Id="Rdc3e29f9e307420a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59acbe417c5047ad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356d962325844ba3"/><Relationship Type="http://schemas.openxmlformats.org/officeDocument/2006/relationships/notesMaster" Target="/ppt/notesMasters/notesMaster1.xml" Id="Rcb83c32b237040c4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ce5ddf8ef46f4a6b"/><Relationship Type="http://schemas.openxmlformats.org/officeDocument/2006/relationships/notesMaster" Target="/ppt/notesMasters/notesMaster1.xml" Id="R21c9b748adf147cd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cc6f9563ceb9491f"/><Relationship Type="http://schemas.openxmlformats.org/officeDocument/2006/relationships/notesMaster" Target="/ppt/notesMasters/notesMaster1.xml" Id="R9af9cd7c6b3342b0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17fe66f567c14a8e"/><Relationship Type="http://schemas.openxmlformats.org/officeDocument/2006/relationships/notesMaster" Target="/ppt/notesMasters/notesMaster1.xml" Id="R70d71cee12b94836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3f4694f749fc466a"/><Relationship Type="http://schemas.openxmlformats.org/officeDocument/2006/relationships/notesMaster" Target="/ppt/notesMasters/notesMaster1.xml" Id="R94fef1e54377445d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9432e674bd864867"/><Relationship Type="http://schemas.openxmlformats.org/officeDocument/2006/relationships/notesMaster" Target="/ppt/notesMasters/notesMaster1.xml" Id="Ra975ae05ad9f4ba9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fec880193c454e45"/><Relationship Type="http://schemas.openxmlformats.org/officeDocument/2006/relationships/notesMaster" Target="/ppt/notesMasters/notesMaster1.xml" Id="R82db728f124f436e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dfab470bd6f44619"/><Relationship Type="http://schemas.openxmlformats.org/officeDocument/2006/relationships/notesMaster" Target="/ppt/notesMasters/notesMaster1.xml" Id="R236ec629459b4398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979b898fb96e4526"/><Relationship Type="http://schemas.openxmlformats.org/officeDocument/2006/relationships/notesMaster" Target="/ppt/notesMasters/notesMaster1.xml" Id="R61f596298c3c43ad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736b41fd198d40a2"/><Relationship Type="http://schemas.openxmlformats.org/officeDocument/2006/relationships/notesMaster" Target="/ppt/notesMasters/notesMaster1.xml" Id="R966b9465e0914e89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34d06cf2259b4d2c"/><Relationship Type="http://schemas.openxmlformats.org/officeDocument/2006/relationships/notesMaster" Target="/ppt/notesMasters/notesMaster1.xml" Id="R6f46f0121faa4e0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この題目で発表します。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補足説明：表紙は題目と発表者・指導教員の情報のみを示す。公開版は個人情報を伏せる。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写真が、今回使うNexys VideoというFPGAボードです。中央の黒い放熱器の下にFPGAチップがあります。このチップには、目的に応じた論理回路を実装できます。右のAND回路もその例で、下のようなコードで記述します。チップの周囲には、SDカードスロットやDDR3メモリ、HDMI端子が物理的にあります。FPGA内にそれぞれを操作する回路を実装して使います。本研究では、既存の教育用CPUに描画機能を追加し、ゲーム機としての拡張例を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出典：Harris, S. L. and Harris, D., Digital Design and Computer Architecture: RISC-V Edition (2021), Chapter 7. Official figure source: https://pages.hmc.edu/harris/ddca/ddcarv.html (DDCArv_Figures.zip). Chapters 2 and 4, combinational logic and HDL. Harris et al., RISC-V System-on-Chip Design, Chapters 7–13, 20, 22–23. Official figure source: https://pages.hmc.edu/harris/ddca/rvsocd.html (RVSoCD_figs.zip). Chapter 23. Product revision 261832d48832dd6e26c4971ab8893ce61200688b. console/fpga/src/fpgaTopNexysVideo.sv; console/fpga/src/rasterix.sv; console/fpga/src/rasterix_apb.sv; console/fpga/generator/axiscdc.tcl. Digilent, Nexys Video product photograph: https://digilent.com/shop/nexys-video-amd-artix-7-fpga-trainer-board-for-multimedia-applications/ . Board identification: Nexys Video Reference Manual (2020), pp.3-4. Image copyright Digilent. Nexys Video Reference Manual (2020), pp.3–4: https://digilent.com/reference/_media/reference/programmable-logic/nexys-video/nexys-video_rm.pdf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写真の中央にある黒い部品は放熱器で、その下にFPGAがある。写真上の青枠と引出し線を、右側のFPGAチップの図に対応づける。SDカードスロットは基板の裏面にあり、この角度の写真では見えない。右側の部品配置は内外の関係を示す模式図で、写真の配置をそのまま写したものではない。FPGA内には枠で一括りにした抽象的な箱ではなく、ANDゲートと入出力の線を直接描く。aとbが両方1のときにyが1となり、SystemVerilogのassign y = a &amp; b;がこの組合せ回路を表す。四行のコードは完全な小さなmoduleの例で、ゲーム機全体のコードではない。このAND回路だけでSDカードやDDR3を制御できるという意味ではなく、それぞれの装置に合った制御回路をFPGA内に実装する。チップから周辺部品へ延びる線は、部品間の物理的な接続をまとめた表記である。HDLはCPUがゲームプログラムのように実行するものではない。任意とはFPGAの素子数や配線、動作速度などの制約内で構成できることを指す。次の図ではチップ内を拡大し、CPUとFPGA内のメモリによる命令実行を説明する。学習者向けの拡張例を示すことが目的で、教育効果を学習実験で測定したという主張ではない。写真はDigilentの製品写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ここからはFPGAチップの中を拡大します。CPUと二つのメモリをFPGA内に置いた構成で説明します。PCから現在の命令の番地が出ます。ここでは0とすると、命令メモリは0番地のlw x1, 8(x0)を出します。これは、常に0であるx0の値に8を足し、その番地の値をx1へ読む命令です。実際の命令は上の32ビットです。19から15ビットの00000がA1に入り、レジスタ群はx0の値0を出します。31から20ビットの000000001000は8で、これもALUへ入ります。ALUは0足す8で番地8を作ります。そこに3があれば、メモリから3が戻ります。11から7ビットの00001は書込み先x1を選び、3を保存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出典：Harris, S. L. and Harris, D., Digital Design and Computer Architecture: RISC-V Edition (2021), Chapter 7. Official figure source: https://pages.hmc.edu/harris/ddca/ddcarv.html (DDCArv_Figures.zip). Chapter 7, single-cycle load datapath. RISC-V unprivileged ISA, RV32I load instruction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CPUの動きを説明するため、命令メモリとデータメモリをFPGA内部に置いた単純な構成を示す。外付けDDR3はここでは使わない。この構成を実機で試作・測定したという主張ではなく、現在のWally全体を表す図でもない。命令メモリの0番地には32ビット命令lw x1,8(x0)、データメモリの8番地には32ビット値3があるとする。命令メモリとデータメモリは別の記憶領域である。命令の格納先0とデータの読出し先8を区別する。命令の機械語は0x00802083。I形式の[31:20]=000000001000（即値8）、[19:15]=00000（rs1=x0）、[14:12]=010、[11:7]=00001（rd=x1）、[6:0]=0000011。A1は読出しレジスタ番号、RD1はそのレジスタの値であり、番号0と値0は役割が異なる。x0は読出すと常に0になる。A3は書込み先番号、WD3は書く値、WE3は書込許可を表す。lwではメモリへの書込みは行わず、読んだ値をレジスタへ書く。今回は正の即値8だけを使うため、即値の幅を広げる回路、命令を解読して許可信号を作る回路、PCの次の値を作る回路は図示しない。線が交差しても接続点として示していない場所ではつながらない。灰色の経路はこの命令で使用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次に、ボード全体の図へ戻り、命令とデータの置き場所を外付けのDDR3へ広げます。CPUの命令読出し側とデータの読み書き側を、共通の経路であるバスへつなぎます。ただし、DDR3には専用の信号で読み書きする必要があります。そこでAMDが提供するDDRコントローラーを利用します。これはDDR3とのやり取りを担当する既存の回路です。CPU側から番地と読み書きの要求を渡し、必要なデータをやり取りします。PCの番地で命令を読むと、これまでと同じレジスタ群とALUで処理できます。先ほどのlwも、このバスを通してDDR3から値を読み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出典：Harris et al., RISC-V System-on-Chip Design, Chapters 7–13, 20, 22–23. Official figure source: https://pages.hmc.edu/harris/ddca/rvsocd.html (RVSoCD_figs.zip). Chapters 9 and 23. Product revision 261832d48832dd6e26c4971ab8893ce61200688b. console/fpga/src/fpgaTopNexysVideo.sv; console/fpga/src/rasterix.sv; console/fpga/src/rasterix_apb.sv; console/fpga/generator/axiscdc.tcl. console/fpga/generator/ddr3-nexysvideo.tcl; console/config/rv64gc/config.vh.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ここで初めてバスとAMD提供のDDRコントローラーを加える。前の図でFPGA内に置いた二つのメモリに代わり、命令とデータを外付けDDR3内の別の領域に置く構成を説明する。チップ内の図を縮めてボード全体を示す。PC、レジスタ群、ALUの相対的な位置と主要経路は保つ。「命令メモリ」の箱は「命令読出し」へ変更し、バスへ要求を出して応答を受け取る機能をまとめた箱とする。独立した命令ROMが実機にあるという意味ではない。命令の要求と戻りを別々の線でバスにつなぐ。DDRコントローラーはFPGA内、DDR3メモリチップはFPGA外にある。製品の生成スクリプトはAMD（旧Xilinx）のmig_7seriesを生成する。MIGはMemory Interface Generatorの略で、図の箱はそれで生成したメモリ制御回路を指す。既存の回路を利用するため、DDR3のコマンド、信号のタイミング、初期化やリフレッシュを内部でどう実現するかは、この発表では展開しない。接続にはメモリ種類、ピン、クロック、リセット、CPU側との信号規約などを合わせる必要がある。「内部を作り直さず利用する」ことと「接続条件を知らなくてよい」ことは異なる。バス側の変換と仲裁は図ではまとめる。実機の構成はIROM_SUPPORTED=0、DTIM_SUPPORTED=0、ICACHE_SUPPORTED=1、DCACHE_SUPPORTED=1であり、全命令が毎回DDR3への読出しを起こすわけではない。キャッシュ、番地変換や応答待ちの内部は省略する。図中の番地は説明用で、実機のDDR3領域は0x80000000から始まる。バスの線は複数の信号をまとめており、異なる信号を電気的に短絡する意味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バスとDDR3をつないだ図に、PCへ4を足して戻す回路を加えます。前の命令の終了時に、PCは0から4へ進みます。次に、DDR3の4番地に置いたsw x1, 12(x0)を読みます。命令から取り出した番号0がA1に、番号1がA2に入り、x0の0とx1の3が出ます。ALUには0と命令中の12を入れ、書く番地12を作ります。一方、保存する3は、x1からALUを通らない別の線でバスへ送ります。DDRコントローラーがこの要求を処理し、DDR3の12番地に3を保存します。このように、番地を作る処理と、書く値を送る処理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出典：Harris, S. L. and Harris, D., Digital Design and Computer Architecture: RISC-V Edition (2021), Chapter 7. Official figure source: https://pages.hmc.edu/harris/ddca/ddcarv.html (DDCArv_Figures.zip). Chapter 7, sequential PC update and store datapath.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図はPC=4でswを実行している状態であり、加算器が用意する次の番地は4+4=8である。32ビットで分岐しない命令だけを例にする。図の上部は命令から取り出す内容を整理した表示で、実際の32ビット内の配置を示すものではない。即値12を一つの数として示し、ビット位置や取り出し方は展開しない。A1は基準値を読むレジスタ番号、A2は書く値を読むレジスタ番号である。swではレジスタへの書込みを許可せず、メモリへの書込みを許可する。命令とデータは前の図と同じくDDR3に置く。CPUは番地と書く値をバスへ渡し、DDRコントローラーがDDR3への書込みを処理する。PC、命令読出し、レジスタ群、ALU、バス、DDRコントローラーは前の図と同じ位置に置く。0・4・8・12は説明用の番地であり、製品のDDR3物理アドレス範囲をそのまま表す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バスに、SDカードの制御回路もつなぎます。電源を切っても残したいゲームプログラムはSDカードに保存しておきます。実行前に、CPUが読込み用のプログラムを動かします。まずSD制御回路の決められた番地へ書き込み、カードからの読み出しを指示します。制御回路がカードと通信し、データを受け取ります。次にCPUが受取り用の番地を読むと、そのデータがバスを通ってCPUのレジスタへ戻ります。続いて、その値をDDR3の番地へ書きます。この書込みもDDRコントローラーが処理します。これを繰り返すと、プログラムがDDR3へコピーされます。準備ができたら、実行する命令の番地をPCに入れます。以後は前のスライドの経路で、DDR3上の命令を読んで実行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出典：Harris et al., RISC-V System-on-Chip Design, Chapters 7–13, 20, 22–23. Official figure source: https://pages.hmc.edu/harris/ddca/rvsocd.html (RVSoCD_figs.zip). Chapters 20 and 23. Product revision 261832d48832dd6e26c4971ab8893ce61200688b. console/fpga/src/fpgaTopNexysVideo.sv; console/fpga/src/rasterix.sv; console/fpga/src/rasterix_apb.sv; console/fpga/generator/axiscdc.tcl. console/src/uncore/spi_apb.sv; console/fpga/zsbl.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読み出しを指示する書込み、受信した値の読出し、DDR3への保存をCPUの仕事として説明する。SDカードからDDR3へ直接転送する専用回路を新たに設けたという図ではない。製品のSPI制御回路では受信データの読出しレジスタを介してCPUが値を受け取る。カードとの通信、ブロック単位の処理、ファイルの解釈、バッファ間のコピーなどの詳細は省略する。受信した1バイトに対して実際に必ずlwを1回、swを1回使うという実装の断定ではなく、CPUの読出しと書込みによる移動をまとめている。最初の読込みを始める処理は起動用のプログラムが担い、CPUが空のDDR3からゲームを読み始めるという説明ではない。ゲームの開始番地へ制御を移す細部は省略し、準備とゲームの実行を分け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ここへ、本研究で描画用の接続回路とRasterIXを加えました。描画用の窓口にも番地を割り当てるので、先ほどのswで操作できます。例えばx2に窓口の番地B、x1に送りたい数値Dを用意します。sw x1, 0(x2)では、ALUがB足す0で番地Bを作り、x1のDを別の線で送ります。番地Bの相手はDDR3ではなく描画用の窓口なので、DをRasterIXへ渡します。描画用ソフトウェアが用意した数値列をこのように送ります。CPUが実行するsw命令と、データとして送る描画命令は別のもの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出典：Product revision 261832d48832dd6e26c4971ab8893ce61200688b. console/fpga/src/fpgaTopNexysVideo.sv; console/fpga/src/rasterix.sv; console/fpga/src/rasterix_apb.sv; console/fpga/generator/axiscdc.tcl. console/examples/rasterix/WallyBusConnector.hpp; console/fpga/src/rasterix_apb.sv.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既存CPUと公式RasterIXを利用し、その間の接続を設計した。上部には即値0、基準値を読む番号2、書く値を読む番号1を、取り出した内容として並べる。実際の機械語のビット配置は示さない。x2とx1への値の準備は省略し、レジスタ割当ては説明用とする。BはCPUから見た窓口の番地で、物理アドレスと必ず同じ値とは限らない。Dは描画命令の数値列の一語であり、RISC-V命令のswの機械語ではない。OpenGLの1回の呼出しがそのまま1回のswに対応するという意味でもない。接続回路の内部の規約や時刻合わせは一つの箱にまとめる。前の図のCPUとバスの位置を保ち、RasterIXを加える。RasterIXによる画像の保存と表示回路を次の図で加える。描画命令の送信用アダプタはRasterIXの箱にまとめ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sterIXは描画命令に従って、画面の各点の色を求めます。この一つひとつの点が画素です。作った画像は、DDRコントローラーを通して、DDR3の画像用の領域へ保存します。表示回路もこのコントローラーを通して画素の色を順に読み、画面に表示するためのタイミングに合わせてHDMI端子へ出します。CPUはゲームの処理と描画命令の送信、RasterIXは画像の作成、表示回路は画像の出力を担当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出典：Product revision 261832d48832dd6e26c4971ab8893ce61200688b. console/fpga/src/fpgaTopNexysVideo.sv; console/fpga/src/rasterix.sv; console/fpga/src/rasterix_apb.sv; console/fpga/generator/axiscdc.tcl. console/fpga/src/rasterixdisplay.sv; console/fpga/generator/rasterixmem.tcl; console/addins/rasterix/rtl/RasterIX/RasterIX_IF.v.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同じボード図の中で、RasterIXのメモリへの書込み経路と、表示回路による読出し経路を詳しく示す。RasterIX_IFは内部の作業領域で描画し、結果を外部メモリへ転送する。内部作業領域、テクスチャ読出し、表示画像の切替、メモリ仲裁や映像符号化の内部は省略する。画像用とプログラム用にはDDR3内の別の範囲を確保する。描画回路による書込みと表示回路への読出しの線は、いずれもDDRコントローラーへ接続する。DDR3へ直接つないだ線ではない。実装の共有インターコネクトや仲裁は線にまとめており、別々の出力を電気的に短絡するという意味ではない。表示回路は表示タイミングに従って読み出す。CPUの書込み1回ごとに画面全体を一回表示する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ちらが実機で取得した30秒の動画です。この構成で640掛ける480画素のブロック崩しが動きました。四つの条件で期待画像との一致を確認しました。さらに5分間の自動プレイを記録し、別の試行では30秒の映像を確認しました。現在は自動操作で、専用コントローラーの接続はこれから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出典：docs/thesis/再現資料/実験記録/E6/fresh-product/qualification/qualification.json; docs/thesis/再現資料/実験記録/E6/report/results/video/validation.json. Video: docs/thesis/再現資料/実験記録/E6/report/results/video/breakout-latest-30s.mp4 Product revision 261832d48832dd6e26c4971ab8893ce61200688b. console/fpga/src/fpgaTopNexysVideo.sv; console/fpga/src/rasterix.sv; console/fpga/src/rasterix_apb.sv; console/fpga/generator/axiscdc.tcl.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4条件は3種類の描画条件と再起動後の1条件。これらの条件で全画面を期待画像と比較した。5分の記録は300.011秒の自動プレイで、30秒の取得映像とは別試行。動画のフレーム数をゲームFPSとして用いていない。ゲームには描画負荷を軽減する実装を含むが、この案はその最適化の優劣を主張しない。録画の取得経路は実験環境であり、ゲーム機の公開構成と分けている。映像を受信できない場合の条件の特定は残っており、全ての表示機器での互換性を確認したわけではない。専用コントローラーは将来項目で未検証。動画はPowerPoint内へ埋め込み、スライドショー中に動画の領域をクリックして再生する。再生中に結果を説明する。音声はない。再生前は同じ試行の静止フレームを表示する。資料は既存実験E6の結果を示し、新たな実機計測を行ったという意味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説明時間の目安：10秒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既存の読み書きの仕組みに接続回路を加え、描画命令を渡せるようにしました。Wallyを拡張する学習者に向けた設計例です。次は専用コントローラーで操作できることを確認します。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出典：Product revision 261832d48832dd6e26c4971ab8893ce61200688b. console/fpga/src/fpgaTopNexysVideo.sv; console/fpga/src/rasterix.sv; console/fpga/src/rasterix_apb.sv; console/fpga/generator/axiscdc.tcl. docs/thesis/再現資料/実験記録/E6/fresh-product/qualification/qualification.json; docs/thesis/再現資料/実験記録/E6/report/results/video/validation.json. Video: docs/thesis/再現資料/実験記録/E6/report/results/video/breakout-latest-30s.mp4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学習者向けの拡張例としての利用を想定しているが、教育効果を学習実験で評価したわけではない。CPUやRasterIX本体を新たに設計したという主張ではなく、既存回路間をつなぐアダプタ、メモリ接続、切替制御とソフトウェア側の接続を実装した。専用コントローラーは未実装・未検証であり今後の項目。実機の結果は実験E6に基づ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説明時間の目安：0秒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VSOCのパイプライン図を基にした全体図です。PC、レジスタ群、ALU、段間レジスタ、書戻しの経路を保ち、実機のメモリ接続と本研究の描画接続を付け加えています。質問に応じて関係する経路をたど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出典：Harris et al., RISC-V System-on-Chip Design, Chapters 7–13, 20, 22–23. Official figure source: https://pages.hmc.edu/harris/ddca/rvsocd.html (RVSoCD_figs.zip). Figure 7.11 (pipeline datapath), Figure 9.20 (uncore), Chapters 10–11 and 23. Product revision 261832d48832dd6e26c4971ab8893ce61200688b. console/fpga/src/fpgaTopNexysVideo.sv; console/fpga/src/rasterix.sv; console/fpga/src/rasterix_apb.sv; console/fpga/generator/axiscdc.tcl. console/src/wally/wallypipelinedcore.sv; console/src/uncore/uncore.sv; console/src/ieu/datapath.sv; console/src/ifu/ifu.sv; console/src/lsu/lsu.sv.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足説明：RVSOC図7.11の配置と回路記号を基に、PCから命令読出し、レジスタ群、入力選択、ALU、メモリアクセス、書戻しへ進むデータパスを示す。Fetch、Decode、Execute、Memory、Writebackの位置関係、段間レジスタ、転送用MUX、下側を戻る書戻し経路を保つ。読める大きさを優先し、図7.11のすべての制御線や端子名をそのまま描き写してはいない。実機ではIROMとDTIMが無効のため、その箱を残さず、命令側をMMU・I-cache・バスI/F、データ側をMMU・D-cache・非キャッシュアクセス経路へ置き換える。命令側とデータ側の外部要求はebuからAHBへ出る。uncoreとAHB/APB変換を上部に加え、SPI、Boot ROMなどの既存周辺回路を示す。CPU側のDDR接続はAHB/AXI変換とclkconverterを通る。右側には共有AXI、MIG、rasterix_apb、命令用と応答用の非同期FIFO、RasterIX_IF、表示回路を加える。CPU、RasterIX、表示回路は共有AXIを介してDDR3へアクセスする。RasterIXと表示回路の間の線は表示先の通知と切替確認であり、画素そのものはDDR3を介して共有する。回路内部を展開しない箱も、単なる名前の一覧ではなく入力と出力の接続を示す。細長い白い箱はレジスタ、台形はMUX、切欠きのある記号はALUを表す。段間レジスタは複数の状態をまとめた表記であり、一本の線で全制御情報を短絡する意味ではない。図は全RTLと等価な回路図や物理配置図ではない。MMUとキャッシュ内部、ALUの個々の演算回路、CSR、FPU、MDU、予測、例外、全制御線、クロックとリセットの詳細は省略する。各々の内部は別の図で扱う。青い塗りは本編で説明した機能、青い枠は追加した描画接続を表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83af386b03443f2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3ae8cbe537f43dd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974348905d641a0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8b124d31fb6436d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cc9a772fadf424f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1cb04ec85684951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AE6ECD-EF8F-4A6E-9A87-632FE6BB6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058562-28D4-4187-B3D2-83F2387300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814A41-48B0-49CA-AD5A-56B4A2B9F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1C99F1-A309-4B73-AC13-8C939E269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65BD9E-2D43-45F0-A35C-67F7215891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647D0F-F246-4618-A709-B2F03B2C24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7E1BD9-CD00-42B7-AA7B-BA2B2F4BE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80A25B-28DD-485D-B0EC-8E374DC5CA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68148-0183-4120-A605-8AEE104706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9ADF42-504A-4FD7-81B6-7AA2896743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1ba624f9aa7b4453"/><Relationship Type="http://schemas.openxmlformats.org/officeDocument/2006/relationships/slideLayout" Target="/ppt/slideLayouts/slideLayout1.xml" Id="R9bd4f9655dc44389"/><Relationship Type="http://schemas.openxmlformats.org/officeDocument/2006/relationships/slideLayout" Target="/ppt/slideLayouts/slideLayout2.xml" Id="R9b23924e70624864"/><Relationship Type="http://schemas.openxmlformats.org/officeDocument/2006/relationships/slideLayout" Target="/ppt/slideLayouts/slideLayout3.xml" Id="Rec3cbf0d48344684"/><Relationship Type="http://schemas.openxmlformats.org/officeDocument/2006/relationships/slideLayout" Target="/ppt/slideLayouts/slideLayout4.xml" Id="Re28900b19294467d"/><Relationship Type="http://schemas.openxmlformats.org/officeDocument/2006/relationships/slideLayout" Target="/ppt/slideLayouts/slideLayout5.xml" Id="R61400293e1974d4a"/><Relationship Type="http://schemas.openxmlformats.org/officeDocument/2006/relationships/slideLayout" Target="/ppt/slideLayouts/slideLayout6.xml" Id="R168f783587f24ba1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d4f9655dc44389"/>
    <p:sldLayoutId xmlns:r="http://schemas.openxmlformats.org/officeDocument/2006/relationships" id="2147483650" r:id="R9b23924e70624864"/>
    <p:sldLayoutId xmlns:r="http://schemas.openxmlformats.org/officeDocument/2006/relationships" id="2147483651" r:id="Rec3cbf0d48344684"/>
    <p:sldLayoutId xmlns:r="http://schemas.openxmlformats.org/officeDocument/2006/relationships" id="2147483652" r:id="Re28900b19294467d"/>
    <p:sldLayoutId xmlns:r="http://schemas.openxmlformats.org/officeDocument/2006/relationships" id="2147483653" r:id="R61400293e1974d4a"/>
    <p:sldLayoutId xmlns:r="http://schemas.openxmlformats.org/officeDocument/2006/relationships" id="2147483654" r:id="R168f783587f24b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76a307233724264"/><Relationship Type="http://schemas.openxmlformats.org/officeDocument/2006/relationships/notesSlide" Target="/ppt/notesSlides/notesSlide1.xml" Id="R5043dd5d8ac8429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f5eaf74c46c44f9"/><Relationship Type="http://schemas.openxmlformats.org/officeDocument/2006/relationships/image" Target="/ppt/media/image.png" Id="R358d1489c6d94538"/><Relationship Type="http://schemas.openxmlformats.org/officeDocument/2006/relationships/notesSlide" Target="/ppt/notesSlides/notesSlide2.xml" Id="Rceae708a84c34955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e678c96e044bbc"/><Relationship Type="http://schemas.openxmlformats.org/officeDocument/2006/relationships/notesSlide" Target="/ppt/notesSlides/notesSlide3.xml" Id="R86c699aa3da043ab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4d0e1e67f7041dc"/><Relationship Type="http://schemas.openxmlformats.org/officeDocument/2006/relationships/notesSlide" Target="/ppt/notesSlides/notesSlide4.xml" Id="R1de1f815ee8d48f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571ec955e94840"/><Relationship Type="http://schemas.openxmlformats.org/officeDocument/2006/relationships/notesSlide" Target="/ppt/notesSlides/notesSlide5.xml" Id="Rdbf6af16b35d4be5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e1096254914b28"/><Relationship Type="http://schemas.openxmlformats.org/officeDocument/2006/relationships/notesSlide" Target="/ppt/notesSlides/notesSlide6.xml" Id="Rb6e3eddba36743fe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940fc5e72744ec6"/><Relationship Type="http://schemas.openxmlformats.org/officeDocument/2006/relationships/notesSlide" Target="/ppt/notesSlides/notesSlide7.xml" Id="R55eec14e69644c94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083f59b913f4926"/><Relationship Type="http://schemas.openxmlformats.org/officeDocument/2006/relationships/notesSlide" Target="/ppt/notesSlides/notesSlide8.xml" Id="Rb12957910a384415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4a9fcbbaf9045e2"/><Relationship Type="http://schemas.openxmlformats.org/officeDocument/2006/relationships/image" Target="/ppt/media/image2.png" Id="R7a660b63c9de4ebf"/><Relationship Type="http://schemas.openxmlformats.org/officeDocument/2006/relationships/notesSlide" Target="/ppt/notesSlides/notesSlide9.xml" Id="R975cac60b4a14af1"/><Relationship Id="rIdBreakoutVideo" Type="http://schemas.openxmlformats.org/officeDocument/2006/relationships/video" Target="../media/breakout-demo.mp4"/><Relationship Id="rIdBreakoutMedia" Type="http://schemas.microsoft.com/office/2007/relationships/media" Target="../media/breakout-demo.mp4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54400ac9cc4b32"/><Relationship Type="http://schemas.openxmlformats.org/officeDocument/2006/relationships/notesSlide" Target="/ppt/notesSlides/notesSlide10.xml" Id="R03fa292d43fd4155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96653df65c5472a"/><Relationship Type="http://schemas.openxmlformats.org/officeDocument/2006/relationships/notesSlide" Target="/ppt/notesSlides/notesSlide11.xml" Id="Re6a0921524544cf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3A1DABCE-85D4-4B65-9B47-EDB485EE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019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FPGAを用いた二次元ゲーム機の</a:t>
            </a:r>
          </a:p>
          <a:p xmlns:a="http://schemas.openxmlformats.org/drawingml/2006/main">
            <a:pPr algn="ctr">
              <a:def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設計と実装</a:t>
            </a:r>
          </a:p>
        </p:txBody>
      </p:sp>
      <p:sp>
        <p:nvSpPr>
          <p:cNvPr id="2" name="wire-2">
            <a:extLst xmlns:a="http://schemas.openxmlformats.org/drawingml/2006/main">
              <a:ext uri="{FF2B5EF4-FFF2-40B4-BE49-F238E27FC236}">
                <a16:creationId xmlns:a16="http://schemas.microsoft.com/office/drawing/2014/main" id="{919D9E41-DBAD-4281-9656-4C933F6F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33775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078BA"/>
            </a:solidFill>
          </a:ln>
        </p:spPr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72E39F9-CF1F-4B01-ADA4-B02463D8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95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発表者：非公開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B0227BF-AA8B-4A56-A624-FC4EE167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005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指導教員：非公開</a:t>
            </a:r>
          </a:p>
        </p:txBody>
      </p:sp>
    </p:spTree>
    <p:extLst>
      <p:ext uri="{BB962C8B-B14F-4D97-AF65-F5344CB8AC3E}">
        <p14:creationId xmlns:p14="http://schemas.microsoft.com/office/powerpoint/2010/main" val="350047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-5">
            <a:extLst xmlns:a="http://schemas.openxmlformats.org/drawingml/2006/main">
              <a:ext uri="{FF2B5EF4-FFF2-40B4-BE49-F238E27FC236}">
                <a16:creationId xmlns:a16="http://schemas.microsoft.com/office/drawing/2014/main" id="{F0F6A3D1-BC31-473B-8BC3-189CDE6A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10E78017-B9AE-4D88-8EE3-ECEE45F6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FPGAボードと研究の目的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87730676-76EA-4EB8-9BBF-02DDB174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234E20DB-568C-4FA9-96B3-01D914C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既存の教育用CPUに描画機能を追加し、</a:t>
            </a:r>
          </a:p>
          <a:p xmlns:a="http://schemas.openxmlformats.org/drawingml/2006/main">
            <a:pPr algn="l">
              <a:def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ゲーム機としての拡張例を示す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23005-BA03-4D70-AEC0-078427592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d1489c6d94538"/>
          <a:stretch xmlns:a="http://schemas.openxmlformats.org/drawingml/2006/main"/>
        </p:blipFill>
        <p:spPr>
          <a:xfrm xmlns:a="http://schemas.openxmlformats.org/drawingml/2006/main">
            <a:off x="839899" y="2619375"/>
            <a:ext cx="3730402" cy="3305175"/>
          </a:xfrm>
          <a:prstGeom xmlns:a="http://schemas.openxmlformats.org/drawingml/2006/main" prst="rect">
            <a:avLst/>
          </a:prstGeom>
        </p:spPr>
      </p:pic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881130F4-4E5A-4FB1-BC26-2EC0DD4C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FPGAボード：Nexys Video</a:t>
            </a:r>
          </a:p>
        </p:txBody>
      </p:sp>
      <p:sp>
        <p:nvSpPr>
          <p:cNvPr id="7" name="implementation-photo-fpga">
            <a:extLst xmlns:a="http://schemas.openxmlformats.org/drawingml/2006/main">
              <a:ext uri="{FF2B5EF4-FFF2-40B4-BE49-F238E27FC236}">
                <a16:creationId xmlns:a16="http://schemas.microsoft.com/office/drawing/2014/main" id="{A69F59B8-AC99-464D-A8DC-2C45AA35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14750"/>
            <a:ext cx="60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8" name="wire-11">
            <a:extLst xmlns:a="http://schemas.openxmlformats.org/drawingml/2006/main">
              <a:ext uri="{FF2B5EF4-FFF2-40B4-BE49-F238E27FC236}">
                <a16:creationId xmlns:a16="http://schemas.microsoft.com/office/drawing/2014/main" id="{00B3DE31-C895-4ADB-842A-AEF245D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57650"/>
            <a:ext cx="2466975" cy="9525"/>
          </a:xfrm>
          <a:custGeom xmlns:a="http://schemas.openxmlformats.org/drawingml/2006/main">
            <a:pathLst>
              <a:path w="2466975" h="9525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572C3"/>
            </a:solidFill>
          </a:ln>
        </p:spPr>
      </p:sp>
      <p:sp>
        <p:nvSpPr>
          <p:cNvPr id="9" name="wire-12">
            <a:extLst xmlns:a="http://schemas.openxmlformats.org/drawingml/2006/main">
              <a:ext uri="{FF2B5EF4-FFF2-40B4-BE49-F238E27FC236}">
                <a16:creationId xmlns:a16="http://schemas.microsoft.com/office/drawing/2014/main" id="{324E2443-DBA2-4677-8B0F-C6F907F3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14675"/>
            <a:ext cx="9525" cy="942975"/>
          </a:xfrm>
          <a:custGeom xmlns:a="http://schemas.openxmlformats.org/drawingml/2006/main">
            <a:pathLst>
              <a:path w="9525" h="942975">
                <a:moveTo>
                  <a:pt x="0" y="942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572C3"/>
            </a:solidFill>
          </a:ln>
        </p:spPr>
      </p:sp>
      <p:sp>
        <p:nvSpPr>
          <p:cNvPr id="10" name="wire-13">
            <a:extLst xmlns:a="http://schemas.openxmlformats.org/drawingml/2006/main">
              <a:ext uri="{FF2B5EF4-FFF2-40B4-BE49-F238E27FC236}">
                <a16:creationId xmlns:a16="http://schemas.microsoft.com/office/drawing/2014/main" id="{75883EA1-E633-4ADB-A84D-0C4BA315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14675"/>
            <a:ext cx="866775" cy="9525"/>
          </a:xfrm>
          <a:custGeom xmlns:a="http://schemas.openxmlformats.org/drawingml/2006/main">
            <a:pathLst>
              <a:path w="866775" h="9525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572C3"/>
            </a:solidFill>
          </a:ln>
        </p:spPr>
      </p:sp>
      <p:sp>
        <p:nvSpPr>
          <p:cNvPr id="11" name="circuit-14">
            <a:extLst xmlns:a="http://schemas.openxmlformats.org/drawingml/2006/main">
              <a:ext uri="{FF2B5EF4-FFF2-40B4-BE49-F238E27FC236}">
                <a16:creationId xmlns:a16="http://schemas.microsoft.com/office/drawing/2014/main" id="{56467C14-3F51-4C0B-8617-EC8F15CF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32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2" name="text-15">
            <a:extLst xmlns:a="http://schemas.openxmlformats.org/drawingml/2006/main">
              <a:ext uri="{FF2B5EF4-FFF2-40B4-BE49-F238E27FC236}">
                <a16:creationId xmlns:a16="http://schemas.microsoft.com/office/drawing/2014/main" id="{258191A8-22B3-4B65-B0FF-165F361E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29100"/>
            <a:ext cx="17811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黒い放熱器の下に</a:t>
            </a:r>
          </a:p>
          <a:p xmlns:a="http://schemas.openxmlformats.org/drawingml/2006/main">
            <a: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FPGAがある</a:t>
            </a:r>
          </a:p>
        </p:txBody>
      </p:sp>
      <p:sp>
        <p:nvSpPr>
          <p:cNvPr id="13" name="implementation-board">
            <a:extLst xmlns:a="http://schemas.openxmlformats.org/drawingml/2006/main">
              <a:ext uri="{FF2B5EF4-FFF2-40B4-BE49-F238E27FC236}">
                <a16:creationId xmlns:a16="http://schemas.microsoft.com/office/drawing/2014/main" id="{1DB627DC-0EB2-45D1-9467-5DE2557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55816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4" name="text-17">
            <a:extLst xmlns:a="http://schemas.openxmlformats.org/drawingml/2006/main">
              <a:ext uri="{FF2B5EF4-FFF2-40B4-BE49-F238E27FC236}">
                <a16:creationId xmlns:a16="http://schemas.microsoft.com/office/drawing/2014/main" id="{1FA9F44E-F0D5-4D3F-920B-8F883BC4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チップと周囲の部品</a:t>
            </a:r>
          </a:p>
        </p:txBody>
      </p:sp>
      <p:sp>
        <p:nvSpPr>
          <p:cNvPr id="15" name="implementation-chip">
            <a:extLst xmlns:a="http://schemas.openxmlformats.org/drawingml/2006/main">
              <a:ext uri="{FF2B5EF4-FFF2-40B4-BE49-F238E27FC236}">
                <a16:creationId xmlns:a16="http://schemas.microsoft.com/office/drawing/2014/main" id="{FC41E675-4C64-4451-BDDD-E35E99EA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3524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6" name="text-19">
            <a:extLst xmlns:a="http://schemas.openxmlformats.org/drawingml/2006/main">
              <a:ext uri="{FF2B5EF4-FFF2-40B4-BE49-F238E27FC236}">
                <a16:creationId xmlns:a16="http://schemas.microsoft.com/office/drawing/2014/main" id="{EB52ABBF-9694-4280-AC1A-8E7111D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051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FPGAチップ</a:t>
            </a:r>
          </a:p>
        </p:txBody>
      </p:sp>
      <p:sp>
        <p:nvSpPr>
          <p:cNvPr id="17" name="implementation-and-gate">
            <a:extLst xmlns:a="http://schemas.openxmlformats.org/drawingml/2006/main">
              <a:ext uri="{FF2B5EF4-FFF2-40B4-BE49-F238E27FC236}">
                <a16:creationId xmlns:a16="http://schemas.microsoft.com/office/drawing/2014/main" id="{5CF22EA8-7F2C-4828-A05B-6D566325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19450"/>
            <a:ext cx="685800" cy="742950"/>
          </a:xfrm>
          <a:custGeom xmlns:a="http://schemas.openxmlformats.org/drawingml/2006/main">
            <a:pathLst>
              <a:path w="685800" h="742950">
                <a:moveTo>
                  <a:pt x="0" y="0"/>
                </a:moveTo>
                <a:lnTo>
                  <a:pt x="314325" y="0"/>
                </a:lnTo>
                <a:lnTo>
                  <a:pt x="386796" y="7138"/>
                </a:lnTo>
                <a:lnTo>
                  <a:pt x="456482" y="28277"/>
                </a:lnTo>
                <a:lnTo>
                  <a:pt x="520705" y="62605"/>
                </a:lnTo>
                <a:lnTo>
                  <a:pt x="576997" y="108803"/>
                </a:lnTo>
                <a:lnTo>
                  <a:pt x="623195" y="165095"/>
                </a:lnTo>
                <a:lnTo>
                  <a:pt x="657523" y="229318"/>
                </a:lnTo>
                <a:lnTo>
                  <a:pt x="678662" y="299004"/>
                </a:lnTo>
                <a:lnTo>
                  <a:pt x="685800" y="371475"/>
                </a:lnTo>
                <a:lnTo>
                  <a:pt x="678662" y="443946"/>
                </a:lnTo>
                <a:lnTo>
                  <a:pt x="657523" y="513632"/>
                </a:lnTo>
                <a:lnTo>
                  <a:pt x="623195" y="577855"/>
                </a:lnTo>
                <a:lnTo>
                  <a:pt x="576997" y="634147"/>
                </a:lnTo>
                <a:lnTo>
                  <a:pt x="520705" y="680345"/>
                </a:lnTo>
                <a:lnTo>
                  <a:pt x="456482" y="714673"/>
                </a:lnTo>
                <a:lnTo>
                  <a:pt x="386796" y="735812"/>
                </a:lnTo>
                <a:lnTo>
                  <a:pt x="314325" y="74295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8" name="wire-21">
            <a:extLst xmlns:a="http://schemas.openxmlformats.org/drawingml/2006/main">
              <a:ext uri="{FF2B5EF4-FFF2-40B4-BE49-F238E27FC236}">
                <a16:creationId xmlns:a16="http://schemas.microsoft.com/office/drawing/2014/main" id="{8BF946E5-ED48-4F99-9F1E-7F0ADCF7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09950"/>
            <a:ext cx="390525" cy="9525"/>
          </a:xfrm>
          <a:custGeom xmlns:a="http://schemas.openxmlformats.org/drawingml/2006/main">
            <a:pathLst>
              <a:path w="390525" h="952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31F20"/>
            </a:solidFill>
          </a:ln>
        </p:spPr>
      </p:sp>
      <p:sp>
        <p:nvSpPr>
          <p:cNvPr id="19" name="wire-22">
            <a:extLst xmlns:a="http://schemas.openxmlformats.org/drawingml/2006/main">
              <a:ext uri="{FF2B5EF4-FFF2-40B4-BE49-F238E27FC236}">
                <a16:creationId xmlns:a16="http://schemas.microsoft.com/office/drawing/2014/main" id="{B5CDCDE0-4C80-4823-A098-A1C920C1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71900"/>
            <a:ext cx="390525" cy="9525"/>
          </a:xfrm>
          <a:custGeom xmlns:a="http://schemas.openxmlformats.org/drawingml/2006/main">
            <a:pathLst>
              <a:path w="390525" h="952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31F20"/>
            </a:solidFill>
          </a:ln>
        </p:spPr>
      </p:sp>
      <p:sp>
        <p:nvSpPr>
          <p:cNvPr id="20" name="wire-23">
            <a:extLst xmlns:a="http://schemas.openxmlformats.org/drawingml/2006/main">
              <a:ext uri="{FF2B5EF4-FFF2-40B4-BE49-F238E27FC236}">
                <a16:creationId xmlns:a16="http://schemas.microsoft.com/office/drawing/2014/main" id="{05F25F4F-1913-4F56-9CCD-BAAC4E59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90925"/>
            <a:ext cx="1266825" cy="9525"/>
          </a:xfrm>
          <a:custGeom xmlns:a="http://schemas.openxmlformats.org/drawingml/2006/main">
            <a:pathLst>
              <a:path w="1266825" h="9525">
                <a:moveTo>
                  <a:pt x="0" y="0"/>
                </a:moveTo>
                <a:lnTo>
                  <a:pt x="1266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31F20"/>
            </a:solidFill>
          </a:ln>
        </p:spPr>
      </p:sp>
      <p:sp>
        <p:nvSpPr>
          <p:cNvPr id="21" name="circuit-24">
            <a:extLst xmlns:a="http://schemas.openxmlformats.org/drawingml/2006/main">
              <a:ext uri="{FF2B5EF4-FFF2-40B4-BE49-F238E27FC236}">
                <a16:creationId xmlns:a16="http://schemas.microsoft.com/office/drawing/2014/main" id="{A03128D5-BC9A-40A3-83CF-2AB7D609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594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22" name="text-25">
            <a:extLst xmlns:a="http://schemas.openxmlformats.org/drawingml/2006/main">
              <a:ext uri="{FF2B5EF4-FFF2-40B4-BE49-F238E27FC236}">
                <a16:creationId xmlns:a16="http://schemas.microsoft.com/office/drawing/2014/main" id="{CE8E191E-930E-40D7-A090-0B28B22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480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3" name="text-26">
            <a:extLst xmlns:a="http://schemas.openxmlformats.org/drawingml/2006/main">
              <a:ext uri="{FF2B5EF4-FFF2-40B4-BE49-F238E27FC236}">
                <a16:creationId xmlns:a16="http://schemas.microsoft.com/office/drawing/2014/main" id="{B67AC139-BBA7-4E5B-91C2-FC3E7707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290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4" name="text-27">
            <a:extLst xmlns:a="http://schemas.openxmlformats.org/drawingml/2006/main">
              <a:ext uri="{FF2B5EF4-FFF2-40B4-BE49-F238E27FC236}">
                <a16:creationId xmlns:a16="http://schemas.microsoft.com/office/drawing/2014/main" id="{6B9D7AD0-D23A-446D-ACFD-66ADF41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25" name="text-28">
            <a:extLst xmlns:a="http://schemas.openxmlformats.org/drawingml/2006/main">
              <a:ext uri="{FF2B5EF4-FFF2-40B4-BE49-F238E27FC236}">
                <a16:creationId xmlns:a16="http://schemas.microsoft.com/office/drawing/2014/main" id="{7C167524-38C5-4D16-9C27-1A87CB8A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386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AND回路の例</a:t>
            </a:r>
          </a:p>
        </p:txBody>
      </p:sp>
      <p:sp>
        <p:nvSpPr>
          <p:cNvPr id="26" name="implementation-card">
            <a:extLst xmlns:a="http://schemas.openxmlformats.org/drawingml/2006/main">
              <a:ext uri="{FF2B5EF4-FFF2-40B4-BE49-F238E27FC236}">
                <a16:creationId xmlns:a16="http://schemas.microsoft.com/office/drawing/2014/main" id="{142C00E2-B3F9-4B4E-B652-0645B8D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33675"/>
            <a:ext cx="14954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27" name="text-30">
            <a:extLst xmlns:a="http://schemas.openxmlformats.org/drawingml/2006/main">
              <a:ext uri="{FF2B5EF4-FFF2-40B4-BE49-F238E27FC236}">
                <a16:creationId xmlns:a16="http://schemas.microsoft.com/office/drawing/2014/main" id="{CB66C8C0-D6BA-4A8C-97F3-24AD83A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908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SDスロット</a:t>
            </a:r>
          </a:p>
        </p:txBody>
      </p:sp>
      <p:sp>
        <p:nvSpPr>
          <p:cNvPr id="28" name="wire-31">
            <a:extLst xmlns:a="http://schemas.openxmlformats.org/drawingml/2006/main">
              <a:ext uri="{FF2B5EF4-FFF2-40B4-BE49-F238E27FC236}">
                <a16:creationId xmlns:a16="http://schemas.microsoft.com/office/drawing/2014/main" id="{4A70855B-6EBA-4770-B825-C0DB42A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7513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29" name="implementation-memory">
            <a:extLst xmlns:a="http://schemas.openxmlformats.org/drawingml/2006/main">
              <a:ext uri="{FF2B5EF4-FFF2-40B4-BE49-F238E27FC236}">
                <a16:creationId xmlns:a16="http://schemas.microsoft.com/office/drawing/2014/main" id="{F7424BB7-F5B7-4ADA-9AF4-678EAE99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33750"/>
            <a:ext cx="14954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30" name="text-33">
            <a:extLst xmlns:a="http://schemas.openxmlformats.org/drawingml/2006/main">
              <a:ext uri="{FF2B5EF4-FFF2-40B4-BE49-F238E27FC236}">
                <a16:creationId xmlns:a16="http://schemas.microsoft.com/office/drawing/2014/main" id="{28EAA8F4-7BBD-4B79-A0CD-52168AB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3909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DDR3メモリ</a:t>
            </a:r>
          </a:p>
        </p:txBody>
      </p:sp>
      <p:sp>
        <p:nvSpPr>
          <p:cNvPr id="31" name="wire-34">
            <a:extLst xmlns:a="http://schemas.openxmlformats.org/drawingml/2006/main">
              <a:ext uri="{FF2B5EF4-FFF2-40B4-BE49-F238E27FC236}">
                <a16:creationId xmlns:a16="http://schemas.microsoft.com/office/drawing/2014/main" id="{99A05492-C999-43B8-91F4-F8CDD443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57588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32" name="implementation-hdmi">
            <a:extLst xmlns:a="http://schemas.openxmlformats.org/drawingml/2006/main">
              <a:ext uri="{FF2B5EF4-FFF2-40B4-BE49-F238E27FC236}">
                <a16:creationId xmlns:a16="http://schemas.microsoft.com/office/drawing/2014/main" id="{7774BE47-2301-496B-8E71-E060DC8D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33825"/>
            <a:ext cx="14954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33" name="text-36">
            <a:extLst xmlns:a="http://schemas.openxmlformats.org/drawingml/2006/main">
              <a:ext uri="{FF2B5EF4-FFF2-40B4-BE49-F238E27FC236}">
                <a16:creationId xmlns:a16="http://schemas.microsoft.com/office/drawing/2014/main" id="{2FC80306-6C85-44A1-BEBA-99A3C9F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99097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HDMI OUT</a:t>
            </a:r>
          </a:p>
        </p:txBody>
      </p:sp>
      <p:sp>
        <p:nvSpPr>
          <p:cNvPr id="34" name="wire-37">
            <a:extLst xmlns:a="http://schemas.openxmlformats.org/drawingml/2006/main">
              <a:ext uri="{FF2B5EF4-FFF2-40B4-BE49-F238E27FC236}">
                <a16:creationId xmlns:a16="http://schemas.microsoft.com/office/drawing/2014/main" id="{FBE53668-9F59-4B52-A6D5-C765DF0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57663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35" name="text-38">
            <a:extLst xmlns:a="http://schemas.openxmlformats.org/drawingml/2006/main">
              <a:ext uri="{FF2B5EF4-FFF2-40B4-BE49-F238E27FC236}">
                <a16:creationId xmlns:a16="http://schemas.microsoft.com/office/drawing/2014/main" id="{9B6CFB3C-47AB-4156-8DD5-E64769A8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535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この回路はコードで記述できる</a:t>
            </a:r>
          </a:p>
        </p:txBody>
      </p:sp>
      <p:sp>
        <p:nvSpPr>
          <p:cNvPr id="36" name="implementation-hdl">
            <a:extLst xmlns:a="http://schemas.openxmlformats.org/drawingml/2006/main">
              <a:ext uri="{FF2B5EF4-FFF2-40B4-BE49-F238E27FC236}">
                <a16:creationId xmlns:a16="http://schemas.microsoft.com/office/drawing/2014/main" id="{236FF6D7-643A-4BCB-9CD6-EE8B319B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10150"/>
            <a:ext cx="53530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37" name="implementation-code-0">
            <a:extLst xmlns:a="http://schemas.openxmlformats.org/drawingml/2006/main">
              <a:ext uri="{FF2B5EF4-FFF2-40B4-BE49-F238E27FC236}">
                <a16:creationId xmlns:a16="http://schemas.microsoft.com/office/drawing/2014/main" id="{29BC0D0B-4644-4B77-88D3-A521F74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86350"/>
            <a:ext cx="506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31F20"/>
                </a:solidFill>
                <a:latin typeface="Consolas"/>
                <a:ea typeface="Consolas"/>
                <a:cs typeface="Consolas"/>
              </a:rPr>
              <a:t>module example(input logic a, b,</a:t>
            </a:r>
          </a:p>
        </p:txBody>
      </p:sp>
      <p:sp>
        <p:nvSpPr>
          <p:cNvPr id="38" name="implementation-code-1">
            <a:extLst xmlns:a="http://schemas.openxmlformats.org/drawingml/2006/main">
              <a:ext uri="{FF2B5EF4-FFF2-40B4-BE49-F238E27FC236}">
                <a16:creationId xmlns:a16="http://schemas.microsoft.com/office/drawing/2014/main" id="{810EE287-148A-40D3-B581-22F552E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305425"/>
            <a:ext cx="506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31F20"/>
                </a:solidFill>
                <a:latin typeface="Consolas"/>
                <a:ea typeface="Consolas"/>
                <a:cs typeface="Consolas"/>
              </a:rPr>
              <a:t>               output logic y);</a:t>
            </a:r>
          </a:p>
        </p:txBody>
      </p:sp>
      <p:sp>
        <p:nvSpPr>
          <p:cNvPr id="39" name="implementation-code-2">
            <a:extLst xmlns:a="http://schemas.openxmlformats.org/drawingml/2006/main">
              <a:ext uri="{FF2B5EF4-FFF2-40B4-BE49-F238E27FC236}">
                <a16:creationId xmlns:a16="http://schemas.microsoft.com/office/drawing/2014/main" id="{BC5F0A8D-AA31-43BC-A467-BB04E055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24500"/>
            <a:ext cx="506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572C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572C3"/>
                </a:solidFill>
                <a:latin typeface="Consolas"/>
                <a:ea typeface="Consolas"/>
                <a:cs typeface="Consolas"/>
              </a:rPr>
              <a:t>  assign y = a &amp; b;</a:t>
            </a:r>
          </a:p>
        </p:txBody>
      </p:sp>
      <p:sp>
        <p:nvSpPr>
          <p:cNvPr id="40" name="implementation-code-3">
            <a:extLst xmlns:a="http://schemas.openxmlformats.org/drawingml/2006/main">
              <a:ext uri="{FF2B5EF4-FFF2-40B4-BE49-F238E27FC236}">
                <a16:creationId xmlns:a16="http://schemas.microsoft.com/office/drawing/2014/main" id="{247682CB-5225-40AA-B088-A17C3E8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743575"/>
            <a:ext cx="506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31F2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31F20"/>
                </a:solidFill>
                <a:latin typeface="Consolas"/>
                <a:ea typeface="Consolas"/>
                <a:cs typeface="Consolas"/>
              </a:rPr>
              <a:t>endmodule</a:t>
            </a:r>
          </a:p>
        </p:txBody>
      </p:sp>
      <p:sp>
        <p:nvSpPr>
          <p:cNvPr id="41" name="text-44">
            <a:extLst xmlns:a="http://schemas.openxmlformats.org/drawingml/2006/main">
              <a:ext uri="{FF2B5EF4-FFF2-40B4-BE49-F238E27FC236}">
                <a16:creationId xmlns:a16="http://schemas.microsoft.com/office/drawing/2014/main" id="{1FC21555-8FBE-4E53-8308-F7D3A86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FPGAに任意の論理回路を実装し、周囲のSDカードやDDR3メモリを操作する</a:t>
            </a:r>
          </a:p>
        </p:txBody>
      </p:sp>
      <p:sp>
        <p:nvSpPr>
          <p:cNvPr id="42" name="text-45">
            <a:extLst xmlns:a="http://schemas.openxmlformats.org/drawingml/2006/main">
              <a:ext uri="{FF2B5EF4-FFF2-40B4-BE49-F238E27FC236}">
                <a16:creationId xmlns:a16="http://schemas.microsoft.com/office/drawing/2014/main" id="{86718AA4-AB62-4FB4-9A9E-5AE1E6A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2</a:t>
            </a:r>
          </a:p>
        </p:txBody>
      </p:sp>
      <p:sp>
        <p:nvSpPr>
          <p:cNvPr id="43" name="text-46">
            <a:extLst xmlns:a="http://schemas.openxmlformats.org/drawingml/2006/main">
              <a:ext uri="{FF2B5EF4-FFF2-40B4-BE49-F238E27FC236}">
                <a16:creationId xmlns:a16="http://schemas.microsoft.com/office/drawing/2014/main" id="{5698BD16-557E-41DE-9AE1-2B88A10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回路図とコードはAND回路の例。写真：Digilent。SDカードスロットは基板の裏面にある</a:t>
            </a:r>
          </a:p>
        </p:txBody>
      </p:sp>
    </p:spTree>
    <p:extLst>
      <p:ext uri="{BB962C8B-B14F-4D97-AF65-F5344CB8AC3E}">
        <p14:creationId xmlns:p14="http://schemas.microsoft.com/office/powerpoint/2010/main" val="457815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text-47">
            <a:extLst xmlns:a="http://schemas.openxmlformats.org/drawingml/2006/main">
              <a:ext uri="{FF2B5EF4-FFF2-40B4-BE49-F238E27FC236}">
                <a16:creationId xmlns:a16="http://schemas.microsoft.com/office/drawing/2014/main" id="{DDB5641D-5C58-497A-A718-4A93F2C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8F9F513C-F140-426B-9D27-5F74D78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lw：命令を読み、指定した値をレジスタへ入れる</a:t>
            </a:r>
          </a:p>
        </p:txBody>
      </p:sp>
      <p:sp>
        <p:nvSpPr>
          <p:cNvPr id="3" name="text-49">
            <a:extLst xmlns:a="http://schemas.openxmlformats.org/drawingml/2006/main">
              <a:ext uri="{FF2B5EF4-FFF2-40B4-BE49-F238E27FC236}">
                <a16:creationId xmlns:a16="http://schemas.microsoft.com/office/drawing/2014/main" id="{3864AB33-259B-442B-8DFE-1C5F8FCB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text-50">
            <a:extLst xmlns:a="http://schemas.openxmlformats.org/drawingml/2006/main">
              <a:ext uri="{FF2B5EF4-FFF2-40B4-BE49-F238E27FC236}">
                <a16:creationId xmlns:a16="http://schemas.microsoft.com/office/drawing/2014/main" id="{AE23F849-A520-4EDE-B0C9-6D9CF97A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lw x1, 8(x0)　：　データの8番地の値を、x1へ読む</a:t>
            </a:r>
          </a:p>
        </p:txBody>
      </p:sp>
      <p:sp>
        <p:nvSpPr>
          <p:cNvPr id="5" name="board-stable-chip">
            <a:extLst xmlns:a="http://schemas.openxmlformats.org/drawingml/2006/main">
              <a:ext uri="{FF2B5EF4-FFF2-40B4-BE49-F238E27FC236}">
                <a16:creationId xmlns:a16="http://schemas.microsoft.com/office/drawing/2014/main" id="{8D77170A-F636-4103-B936-0ED77591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408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5146">
            <a:solidFill>
              <a:srgbClr val="1572C3"/>
            </a:solidFill>
          </a:ln>
        </p:spPr>
      </p:sp>
      <p:sp>
        <p:nvSpPr>
          <p:cNvPr id="6" name="text-52">
            <a:extLst xmlns:a="http://schemas.openxmlformats.org/drawingml/2006/main">
              <a:ext uri="{FF2B5EF4-FFF2-40B4-BE49-F238E27FC236}">
                <a16:creationId xmlns:a16="http://schemas.microsoft.com/office/drawing/2014/main" id="{FF790E5D-49A3-4D8D-B60B-9305262F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" y="1985010"/>
            <a:ext cx="2857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07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FPGAチップ</a:t>
            </a:r>
          </a:p>
        </p:txBody>
      </p:sp>
      <p:sp>
        <p:nvSpPr>
          <p:cNvPr id="7" name="board-stable-dataMemory">
            <a:extLst xmlns:a="http://schemas.openxmlformats.org/drawingml/2006/main">
              <a:ext uri="{FF2B5EF4-FFF2-40B4-BE49-F238E27FC236}">
                <a16:creationId xmlns:a16="http://schemas.microsoft.com/office/drawing/2014/main" id="{9C2831C8-66DB-420F-B42B-B5EFDEAD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1680210" cy="1623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146">
            <a:solidFill>
              <a:srgbClr val="231F20"/>
            </a:solidFill>
          </a:ln>
        </p:spPr>
      </p:sp>
      <p:sp>
        <p:nvSpPr>
          <p:cNvPr id="8" name="text-54">
            <a:extLst xmlns:a="http://schemas.openxmlformats.org/drawingml/2006/main">
              <a:ext uri="{FF2B5EF4-FFF2-40B4-BE49-F238E27FC236}">
                <a16:creationId xmlns:a16="http://schemas.microsoft.com/office/drawing/2014/main" id="{362D99EB-1F88-4097-BCF7-351EDE6B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219450"/>
            <a:ext cx="21717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データメモリ</a:t>
            </a:r>
          </a:p>
        </p:txBody>
      </p:sp>
      <p:sp>
        <p:nvSpPr>
          <p:cNvPr id="9" name="text-55">
            <a:extLst xmlns:a="http://schemas.openxmlformats.org/drawingml/2006/main">
              <a:ext uri="{FF2B5EF4-FFF2-40B4-BE49-F238E27FC236}">
                <a16:creationId xmlns:a16="http://schemas.microsoft.com/office/drawing/2014/main" id="{2E8B0728-2DB7-4851-BCF3-A4587F3A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310" y="4110990"/>
            <a:ext cx="2857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text-56">
            <a:extLst xmlns:a="http://schemas.openxmlformats.org/drawingml/2006/main">
              <a:ext uri="{FF2B5EF4-FFF2-40B4-BE49-F238E27FC236}">
                <a16:creationId xmlns:a16="http://schemas.microsoft.com/office/drawing/2014/main" id="{C127F2CC-2E76-4401-9D92-359F45C5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310" y="4831080"/>
            <a:ext cx="4000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WD</a:t>
            </a:r>
          </a:p>
        </p:txBody>
      </p:sp>
      <p:sp>
        <p:nvSpPr>
          <p:cNvPr id="11" name="text-57">
            <a:extLst xmlns:a="http://schemas.openxmlformats.org/drawingml/2006/main">
              <a:ext uri="{FF2B5EF4-FFF2-40B4-BE49-F238E27FC236}">
                <a16:creationId xmlns:a16="http://schemas.microsoft.com/office/drawing/2014/main" id="{18E4F5A8-FAB0-4306-896C-E45AE71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4636770"/>
            <a:ext cx="3429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12" name="text-58">
            <a:extLst xmlns:a="http://schemas.openxmlformats.org/drawingml/2006/main">
              <a:ext uri="{FF2B5EF4-FFF2-40B4-BE49-F238E27FC236}">
                <a16:creationId xmlns:a16="http://schemas.microsoft.com/office/drawing/2014/main" id="{BF78A2BB-F5D1-4E8E-A4DD-7A68B6B5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05250"/>
            <a:ext cx="113157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8番地</a:t>
            </a:r>
          </a:p>
        </p:txBody>
      </p:sp>
      <p:sp>
        <p:nvSpPr>
          <p:cNvPr id="13" name="text-59">
            <a:extLst xmlns:a="http://schemas.openxmlformats.org/drawingml/2006/main">
              <a:ext uri="{FF2B5EF4-FFF2-40B4-BE49-F238E27FC236}">
                <a16:creationId xmlns:a16="http://schemas.microsoft.com/office/drawing/2014/main" id="{BE73F87B-D6A6-40AB-888F-E9ADD4D1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10" y="4305300"/>
            <a:ext cx="58293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61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261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-60">
            <a:extLst xmlns:a="http://schemas.openxmlformats.org/drawingml/2006/main">
              <a:ext uri="{FF2B5EF4-FFF2-40B4-BE49-F238E27FC236}">
                <a16:creationId xmlns:a16="http://schemas.microsoft.com/office/drawing/2014/main" id="{134B13CB-08EE-4FCA-990E-FEF26BB9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70" y="2350770"/>
            <a:ext cx="42748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3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命令の32ビット</a:t>
            </a:r>
          </a:p>
        </p:txBody>
      </p:sp>
      <p:sp>
        <p:nvSpPr>
          <p:cNvPr id="15" name="block-61">
            <a:extLst xmlns:a="http://schemas.openxmlformats.org/drawingml/2006/main">
              <a:ext uri="{FF2B5EF4-FFF2-40B4-BE49-F238E27FC236}">
                <a16:creationId xmlns:a16="http://schemas.microsoft.com/office/drawing/2014/main" id="{C27FF827-39AA-48AD-86F5-0BE7B521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2842260"/>
            <a:ext cx="15087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573">
            <a:solidFill>
              <a:srgbClr val="231F20"/>
            </a:solidFill>
          </a:ln>
        </p:spPr>
      </p:sp>
      <p:sp>
        <p:nvSpPr>
          <p:cNvPr id="16" name="text-62">
            <a:extLst xmlns:a="http://schemas.openxmlformats.org/drawingml/2006/main">
              <a:ext uri="{FF2B5EF4-FFF2-40B4-BE49-F238E27FC236}">
                <a16:creationId xmlns:a16="http://schemas.microsoft.com/office/drawing/2014/main" id="{52EA4CC6-2BF9-44C5-812A-E2E8CA93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2602230"/>
            <a:ext cx="1508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[31:20]</a:t>
            </a:r>
          </a:p>
        </p:txBody>
      </p:sp>
      <p:sp>
        <p:nvSpPr>
          <p:cNvPr id="17" name="text-63">
            <a:extLst xmlns:a="http://schemas.openxmlformats.org/drawingml/2006/main">
              <a:ext uri="{FF2B5EF4-FFF2-40B4-BE49-F238E27FC236}">
                <a16:creationId xmlns:a16="http://schemas.microsoft.com/office/drawing/2014/main" id="{2C20BCF1-E6F0-4E49-A7A0-E1A7E8E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2842260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0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000000001000</a:t>
            </a:r>
          </a:p>
        </p:txBody>
      </p:sp>
      <p:sp>
        <p:nvSpPr>
          <p:cNvPr id="18" name="block-64">
            <a:extLst xmlns:a="http://schemas.openxmlformats.org/drawingml/2006/main">
              <a:ext uri="{FF2B5EF4-FFF2-40B4-BE49-F238E27FC236}">
                <a16:creationId xmlns:a16="http://schemas.microsoft.com/office/drawing/2014/main" id="{F8AC7F3C-EE32-460F-A194-01187B8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2842260"/>
            <a:ext cx="7086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573">
            <a:solidFill>
              <a:srgbClr val="231F20"/>
            </a:solidFill>
          </a:ln>
        </p:spPr>
      </p:sp>
      <p:sp>
        <p:nvSpPr>
          <p:cNvPr id="19" name="text-65">
            <a:extLst xmlns:a="http://schemas.openxmlformats.org/drawingml/2006/main">
              <a:ext uri="{FF2B5EF4-FFF2-40B4-BE49-F238E27FC236}">
                <a16:creationId xmlns:a16="http://schemas.microsoft.com/office/drawing/2014/main" id="{83DCAAB6-2192-46A9-97D7-1A0141FF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2602230"/>
            <a:ext cx="7086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[19:15]</a:t>
            </a:r>
          </a:p>
        </p:txBody>
      </p:sp>
      <p:sp>
        <p:nvSpPr>
          <p:cNvPr id="20" name="text-66">
            <a:extLst xmlns:a="http://schemas.openxmlformats.org/drawingml/2006/main">
              <a:ext uri="{FF2B5EF4-FFF2-40B4-BE49-F238E27FC236}">
                <a16:creationId xmlns:a16="http://schemas.microsoft.com/office/drawing/2014/main" id="{024ECD61-97CC-48C0-8962-2274547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2842260"/>
            <a:ext cx="7086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0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00000</a:t>
            </a:r>
          </a:p>
        </p:txBody>
      </p:sp>
      <p:sp>
        <p:nvSpPr>
          <p:cNvPr id="21" name="block-67">
            <a:extLst xmlns:a="http://schemas.openxmlformats.org/drawingml/2006/main">
              <a:ext uri="{FF2B5EF4-FFF2-40B4-BE49-F238E27FC236}">
                <a16:creationId xmlns:a16="http://schemas.microsoft.com/office/drawing/2014/main" id="{C4F46838-92CF-4A37-A152-E339F3E0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2842260"/>
            <a:ext cx="5257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573">
            <a:solidFill>
              <a:srgbClr val="231F20"/>
            </a:solidFill>
          </a:ln>
        </p:spPr>
      </p:sp>
      <p:sp>
        <p:nvSpPr>
          <p:cNvPr id="22" name="text-68">
            <a:extLst xmlns:a="http://schemas.openxmlformats.org/drawingml/2006/main">
              <a:ext uri="{FF2B5EF4-FFF2-40B4-BE49-F238E27FC236}">
                <a16:creationId xmlns:a16="http://schemas.microsoft.com/office/drawing/2014/main" id="{1DD66959-F3E3-4ACD-9008-8AC00F45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2602230"/>
            <a:ext cx="5257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[14:12]</a:t>
            </a:r>
          </a:p>
        </p:txBody>
      </p:sp>
      <p:sp>
        <p:nvSpPr>
          <p:cNvPr id="23" name="text-69">
            <a:extLst xmlns:a="http://schemas.openxmlformats.org/drawingml/2006/main">
              <a:ext uri="{FF2B5EF4-FFF2-40B4-BE49-F238E27FC236}">
                <a16:creationId xmlns:a16="http://schemas.microsoft.com/office/drawing/2014/main" id="{A2BAD6EA-D6C5-4BAE-B166-8EF65F0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2842260"/>
            <a:ext cx="5257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0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4" name="block-70">
            <a:extLst xmlns:a="http://schemas.openxmlformats.org/drawingml/2006/main">
              <a:ext uri="{FF2B5EF4-FFF2-40B4-BE49-F238E27FC236}">
                <a16:creationId xmlns:a16="http://schemas.microsoft.com/office/drawing/2014/main" id="{03879F2E-EE5B-442B-B57A-61B0F5FD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2842260"/>
            <a:ext cx="7086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573">
            <a:solidFill>
              <a:srgbClr val="231F20"/>
            </a:solidFill>
          </a:ln>
        </p:spPr>
      </p:sp>
      <p:sp>
        <p:nvSpPr>
          <p:cNvPr id="25" name="text-71">
            <a:extLst xmlns:a="http://schemas.openxmlformats.org/drawingml/2006/main">
              <a:ext uri="{FF2B5EF4-FFF2-40B4-BE49-F238E27FC236}">
                <a16:creationId xmlns:a16="http://schemas.microsoft.com/office/drawing/2014/main" id="{DB5B34F9-CB6F-4551-83CC-787D180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2602230"/>
            <a:ext cx="7086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[11:7]</a:t>
            </a:r>
          </a:p>
        </p:txBody>
      </p:sp>
      <p:sp>
        <p:nvSpPr>
          <p:cNvPr id="26" name="text-72">
            <a:extLst xmlns:a="http://schemas.openxmlformats.org/drawingml/2006/main">
              <a:ext uri="{FF2B5EF4-FFF2-40B4-BE49-F238E27FC236}">
                <a16:creationId xmlns:a16="http://schemas.microsoft.com/office/drawing/2014/main" id="{D857490C-0AFE-4910-9335-FB051FB1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2842260"/>
            <a:ext cx="7086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0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00001</a:t>
            </a:r>
          </a:p>
        </p:txBody>
      </p:sp>
      <p:sp>
        <p:nvSpPr>
          <p:cNvPr id="27" name="block-73">
            <a:extLst xmlns:a="http://schemas.openxmlformats.org/drawingml/2006/main">
              <a:ext uri="{FF2B5EF4-FFF2-40B4-BE49-F238E27FC236}">
                <a16:creationId xmlns:a16="http://schemas.microsoft.com/office/drawing/2014/main" id="{BAAA9A57-5CFF-45AB-8160-8F4A6337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842260"/>
            <a:ext cx="7086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573">
            <a:solidFill>
              <a:srgbClr val="231F20"/>
            </a:solidFill>
          </a:ln>
        </p:spPr>
      </p:sp>
      <p:sp>
        <p:nvSpPr>
          <p:cNvPr id="28" name="text-74">
            <a:extLst xmlns:a="http://schemas.openxmlformats.org/drawingml/2006/main">
              <a:ext uri="{FF2B5EF4-FFF2-40B4-BE49-F238E27FC236}">
                <a16:creationId xmlns:a16="http://schemas.microsoft.com/office/drawing/2014/main" id="{D646DD3D-6E87-4D3C-ADB0-8BE2E6B3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602230"/>
            <a:ext cx="7086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[6:0]</a:t>
            </a:r>
          </a:p>
        </p:txBody>
      </p:sp>
      <p:sp>
        <p:nvSpPr>
          <p:cNvPr id="29" name="text-75">
            <a:extLst xmlns:a="http://schemas.openxmlformats.org/drawingml/2006/main">
              <a:ext uri="{FF2B5EF4-FFF2-40B4-BE49-F238E27FC236}">
                <a16:creationId xmlns:a16="http://schemas.microsoft.com/office/drawing/2014/main" id="{F0BD2A4C-59B6-4FA4-9A20-3F6D1C0D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842260"/>
            <a:ext cx="7086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0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0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0000011</a:t>
            </a:r>
          </a:p>
        </p:txBody>
      </p:sp>
      <p:sp>
        <p:nvSpPr>
          <p:cNvPr id="30" name="board-stable-pc">
            <a:extLst xmlns:a="http://schemas.openxmlformats.org/drawingml/2006/main">
              <a:ext uri="{FF2B5EF4-FFF2-40B4-BE49-F238E27FC236}">
                <a16:creationId xmlns:a16="http://schemas.microsoft.com/office/drawing/2014/main" id="{8132F436-367C-4B0A-965F-3502033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3950970"/>
            <a:ext cx="377190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146">
            <a:solidFill>
              <a:srgbClr val="231F20"/>
            </a:solidFill>
          </a:ln>
        </p:spPr>
      </p:sp>
      <p:sp>
        <p:nvSpPr>
          <p:cNvPr id="31" name="text-77">
            <a:extLst xmlns:a="http://schemas.openxmlformats.org/drawingml/2006/main">
              <a:ext uri="{FF2B5EF4-FFF2-40B4-BE49-F238E27FC236}">
                <a16:creationId xmlns:a16="http://schemas.microsoft.com/office/drawing/2014/main" id="{AAD42939-9622-4B58-B414-03C1910C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" y="4168140"/>
            <a:ext cx="2971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7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17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D Q</a:t>
            </a:r>
          </a:p>
        </p:txBody>
      </p:sp>
      <p:sp>
        <p:nvSpPr>
          <p:cNvPr id="32" name="circuit-78">
            <a:extLst xmlns:a="http://schemas.openxmlformats.org/drawingml/2006/main">
              <a:ext uri="{FF2B5EF4-FFF2-40B4-BE49-F238E27FC236}">
                <a16:creationId xmlns:a16="http://schemas.microsoft.com/office/drawing/2014/main" id="{7B35E70E-B38A-4E29-8962-2E3DA1ED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3950970"/>
            <a:ext cx="205740" cy="114300"/>
          </a:xfrm>
          <a:custGeom xmlns:a="http://schemas.openxmlformats.org/drawingml/2006/main">
            <a:pathLst>
              <a:path w="205740" h="114300">
                <a:moveTo>
                  <a:pt x="0" y="0"/>
                </a:moveTo>
                <a:lnTo>
                  <a:pt x="102870" y="114300"/>
                </a:lnTo>
                <a:lnTo>
                  <a:pt x="2057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231F20"/>
            </a:solidFill>
          </a:ln>
        </p:spPr>
      </p:sp>
      <p:sp>
        <p:nvSpPr>
          <p:cNvPr id="33" name="wire-79">
            <a:extLst xmlns:a="http://schemas.openxmlformats.org/drawingml/2006/main">
              <a:ext uri="{FF2B5EF4-FFF2-40B4-BE49-F238E27FC236}">
                <a16:creationId xmlns:a16="http://schemas.microsoft.com/office/drawing/2014/main" id="{CE75DAB4-FB00-4600-B466-9EE301F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9520"/>
            <a:ext cx="9525" cy="171450"/>
          </a:xfrm>
          <a:custGeom xmlns:a="http://schemas.openxmlformats.org/drawingml/2006/main"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231F20"/>
            </a:solidFill>
          </a:ln>
        </p:spPr>
      </p:sp>
      <p:sp>
        <p:nvSpPr>
          <p:cNvPr id="34" name="text-80">
            <a:extLst xmlns:a="http://schemas.openxmlformats.org/drawingml/2006/main">
              <a:ext uri="{FF2B5EF4-FFF2-40B4-BE49-F238E27FC236}">
                <a16:creationId xmlns:a16="http://schemas.microsoft.com/office/drawing/2014/main" id="{B2AD7E74-759C-4D1F-B113-F6A696A9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5143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clk</a:t>
            </a:r>
          </a:p>
        </p:txBody>
      </p:sp>
      <p:sp>
        <p:nvSpPr>
          <p:cNvPr id="35" name="text-81">
            <a:extLst xmlns:a="http://schemas.openxmlformats.org/drawingml/2006/main">
              <a:ext uri="{FF2B5EF4-FFF2-40B4-BE49-F238E27FC236}">
                <a16:creationId xmlns:a16="http://schemas.microsoft.com/office/drawing/2014/main" id="{8B794925-C4BC-41ED-805B-A6C1EF73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4739640"/>
            <a:ext cx="59436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7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07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36" name="wire-82">
            <a:extLst xmlns:a="http://schemas.openxmlformats.org/drawingml/2006/main">
              <a:ext uri="{FF2B5EF4-FFF2-40B4-BE49-F238E27FC236}">
                <a16:creationId xmlns:a16="http://schemas.microsoft.com/office/drawing/2014/main" id="{81416C03-2A92-4EED-9986-C4579EA7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4293870"/>
            <a:ext cx="331470" cy="9525"/>
          </a:xfrm>
          <a:custGeom xmlns:a="http://schemas.openxmlformats.org/drawingml/2006/main">
            <a:pathLst>
              <a:path w="331470" h="9525">
                <a:moveTo>
                  <a:pt x="0" y="0"/>
                </a:moveTo>
                <a:lnTo>
                  <a:pt x="331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72C3"/>
            </a:solidFill>
          </a:ln>
        </p:spPr>
      </p:sp>
      <p:sp>
        <p:nvSpPr>
          <p:cNvPr id="37" name="circuit-83">
            <a:extLst xmlns:a="http://schemas.openxmlformats.org/drawingml/2006/main">
              <a:ext uri="{FF2B5EF4-FFF2-40B4-BE49-F238E27FC236}">
                <a16:creationId xmlns:a16="http://schemas.microsoft.com/office/drawing/2014/main" id="{5778DCCC-4F47-457A-974A-A71C769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" y="4262437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8" name="text-84">
            <a:extLst xmlns:a="http://schemas.openxmlformats.org/drawingml/2006/main">
              <a:ext uri="{FF2B5EF4-FFF2-40B4-BE49-F238E27FC236}">
                <a16:creationId xmlns:a16="http://schemas.microsoft.com/office/drawing/2014/main" id="{CCA8A09A-CFF4-4E3E-9B21-8D7622AC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" y="4396740"/>
            <a:ext cx="3429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8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98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board-stable-fetch">
            <a:extLst xmlns:a="http://schemas.openxmlformats.org/drawingml/2006/main">
              <a:ext uri="{FF2B5EF4-FFF2-40B4-BE49-F238E27FC236}">
                <a16:creationId xmlns:a16="http://schemas.microsoft.com/office/drawing/2014/main" id="{D5BE9150-78E2-4D17-A4DE-33B88136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" y="3676650"/>
            <a:ext cx="1657350" cy="1394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146">
            <a:solidFill>
              <a:srgbClr val="231F20"/>
            </a:solidFill>
          </a:ln>
        </p:spPr>
      </p:sp>
      <p:sp>
        <p:nvSpPr>
          <p:cNvPr id="40" name="text-86">
            <a:extLst xmlns:a="http://schemas.openxmlformats.org/drawingml/2006/main">
              <a:ext uri="{FF2B5EF4-FFF2-40B4-BE49-F238E27FC236}">
                <a16:creationId xmlns:a16="http://schemas.microsoft.com/office/drawing/2014/main" id="{896B08EF-3A56-4B6C-AF69-7F80092C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" y="3722370"/>
            <a:ext cx="152019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98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命令メモリ</a:t>
            </a:r>
          </a:p>
        </p:txBody>
      </p:sp>
      <p:sp>
        <p:nvSpPr>
          <p:cNvPr id="41" name="text-87">
            <a:extLst xmlns:a="http://schemas.openxmlformats.org/drawingml/2006/main">
              <a:ext uri="{FF2B5EF4-FFF2-40B4-BE49-F238E27FC236}">
                <a16:creationId xmlns:a16="http://schemas.microsoft.com/office/drawing/2014/main" id="{8851B767-DFA2-4491-B5DD-428344A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" y="4156710"/>
            <a:ext cx="2857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2" name="text-88">
            <a:extLst xmlns:a="http://schemas.openxmlformats.org/drawingml/2006/main">
              <a:ext uri="{FF2B5EF4-FFF2-40B4-BE49-F238E27FC236}">
                <a16:creationId xmlns:a16="http://schemas.microsoft.com/office/drawing/2014/main" id="{EF33AAB3-16B6-4E1C-946C-75430203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4156710"/>
            <a:ext cx="3429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43" name="text-89">
            <a:extLst xmlns:a="http://schemas.openxmlformats.org/drawingml/2006/main">
              <a:ext uri="{FF2B5EF4-FFF2-40B4-BE49-F238E27FC236}">
                <a16:creationId xmlns:a16="http://schemas.microsoft.com/office/drawing/2014/main" id="{8AA919AD-16A6-4700-B1F1-5FC7D8C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88180"/>
            <a:ext cx="1325880" cy="537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26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0：lw x1,8(x0)</a:t>
            </a:r>
          </a:p>
        </p:txBody>
      </p:sp>
      <p:sp>
        <p:nvSpPr>
          <p:cNvPr id="44" name="wire-90">
            <a:extLst xmlns:a="http://schemas.openxmlformats.org/drawingml/2006/main">
              <a:ext uri="{FF2B5EF4-FFF2-40B4-BE49-F238E27FC236}">
                <a16:creationId xmlns:a16="http://schemas.microsoft.com/office/drawing/2014/main" id="{A40FDD6D-9045-4743-B738-F3F5C697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4293870"/>
            <a:ext cx="262890" cy="9525"/>
          </a:xfrm>
          <a:custGeom xmlns:a="http://schemas.openxmlformats.org/drawingml/2006/main">
            <a:pathLst>
              <a:path w="262890" h="9525">
                <a:moveTo>
                  <a:pt x="0" y="0"/>
                </a:moveTo>
                <a:lnTo>
                  <a:pt x="262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289">
            <a:solidFill>
              <a:srgbClr val="231F20"/>
            </a:solidFill>
          </a:ln>
        </p:spPr>
      </p:sp>
      <p:sp>
        <p:nvSpPr>
          <p:cNvPr id="45" name="wire-91">
            <a:extLst xmlns:a="http://schemas.openxmlformats.org/drawingml/2006/main">
              <a:ext uri="{FF2B5EF4-FFF2-40B4-BE49-F238E27FC236}">
                <a16:creationId xmlns:a16="http://schemas.microsoft.com/office/drawing/2014/main" id="{0B51326F-C877-47BA-94E6-7CD9A14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270" y="3002280"/>
            <a:ext cx="9525" cy="1291590"/>
          </a:xfrm>
          <a:custGeom xmlns:a="http://schemas.openxmlformats.org/drawingml/2006/main">
            <a:pathLst>
              <a:path w="9525" h="1291590">
                <a:moveTo>
                  <a:pt x="0" y="12915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289">
            <a:solidFill>
              <a:srgbClr val="231F20"/>
            </a:solidFill>
          </a:ln>
        </p:spPr>
      </p:sp>
      <p:sp>
        <p:nvSpPr>
          <p:cNvPr id="46" name="wire-92">
            <a:extLst xmlns:a="http://schemas.openxmlformats.org/drawingml/2006/main">
              <a:ext uri="{FF2B5EF4-FFF2-40B4-BE49-F238E27FC236}">
                <a16:creationId xmlns:a16="http://schemas.microsoft.com/office/drawing/2014/main" id="{FA693FEF-0CDB-4759-95A5-3EB3CD88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270" y="3002280"/>
            <a:ext cx="262890" cy="9525"/>
          </a:xfrm>
          <a:custGeom xmlns:a="http://schemas.openxmlformats.org/drawingml/2006/main">
            <a:pathLst>
              <a:path w="262890" h="9525">
                <a:moveTo>
                  <a:pt x="0" y="0"/>
                </a:moveTo>
                <a:lnTo>
                  <a:pt x="262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289">
            <a:solidFill>
              <a:srgbClr val="231F20"/>
            </a:solidFill>
          </a:ln>
        </p:spPr>
      </p:sp>
      <p:sp>
        <p:nvSpPr>
          <p:cNvPr id="47" name="circuit-93">
            <a:extLst xmlns:a="http://schemas.openxmlformats.org/drawingml/2006/main">
              <a:ext uri="{FF2B5EF4-FFF2-40B4-BE49-F238E27FC236}">
                <a16:creationId xmlns:a16="http://schemas.microsoft.com/office/drawing/2014/main" id="{A607E063-D3B3-4844-8AAE-193D434D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297084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48" name="wire-94">
            <a:extLst xmlns:a="http://schemas.openxmlformats.org/drawingml/2006/main">
              <a:ext uri="{FF2B5EF4-FFF2-40B4-BE49-F238E27FC236}">
                <a16:creationId xmlns:a16="http://schemas.microsoft.com/office/drawing/2014/main" id="{A1D17722-6467-4321-B19E-8B2D90BD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9525" cy="160020"/>
          </a:xfrm>
          <a:custGeom xmlns:a="http://schemas.openxmlformats.org/drawingml/2006/main">
            <a:pathLst>
              <a:path w="9525" h="160020">
                <a:moveTo>
                  <a:pt x="0" y="0"/>
                </a:moveTo>
                <a:lnTo>
                  <a:pt x="0" y="16002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49" name="wire-95">
            <a:extLst xmlns:a="http://schemas.openxmlformats.org/drawingml/2006/main">
              <a:ext uri="{FF2B5EF4-FFF2-40B4-BE49-F238E27FC236}">
                <a16:creationId xmlns:a16="http://schemas.microsoft.com/office/drawing/2014/main" id="{802DD564-AD12-46EA-9AEB-3DD0D904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3322320"/>
            <a:ext cx="1623060" cy="9525"/>
          </a:xfrm>
          <a:custGeom xmlns:a="http://schemas.openxmlformats.org/drawingml/2006/main">
            <a:pathLst>
              <a:path w="1623060" h="9525">
                <a:moveTo>
                  <a:pt x="16230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50" name="wire-96">
            <a:extLst xmlns:a="http://schemas.openxmlformats.org/drawingml/2006/main">
              <a:ext uri="{FF2B5EF4-FFF2-40B4-BE49-F238E27FC236}">
                <a16:creationId xmlns:a16="http://schemas.microsoft.com/office/drawing/2014/main" id="{538A952A-9707-4D84-A9E6-21511682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3322320"/>
            <a:ext cx="9525" cy="674370"/>
          </a:xfrm>
          <a:custGeom xmlns:a="http://schemas.openxmlformats.org/drawingml/2006/main">
            <a:pathLst>
              <a:path w="9525" h="674370">
                <a:moveTo>
                  <a:pt x="0" y="0"/>
                </a:moveTo>
                <a:lnTo>
                  <a:pt x="0" y="67437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51" name="wire-97">
            <a:extLst xmlns:a="http://schemas.openxmlformats.org/drawingml/2006/main">
              <a:ext uri="{FF2B5EF4-FFF2-40B4-BE49-F238E27FC236}">
                <a16:creationId xmlns:a16="http://schemas.microsoft.com/office/drawing/2014/main" id="{25ABE434-C31C-443A-9CD1-5ABFDEFB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3996690"/>
            <a:ext cx="205740" cy="9525"/>
          </a:xfrm>
          <a:custGeom xmlns:a="http://schemas.openxmlformats.org/drawingml/2006/main">
            <a:pathLst>
              <a:path w="205740" h="9525">
                <a:moveTo>
                  <a:pt x="0" y="0"/>
                </a:moveTo>
                <a:lnTo>
                  <a:pt x="205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52" name="circuit-98">
            <a:extLst xmlns:a="http://schemas.openxmlformats.org/drawingml/2006/main">
              <a:ext uri="{FF2B5EF4-FFF2-40B4-BE49-F238E27FC236}">
                <a16:creationId xmlns:a16="http://schemas.microsoft.com/office/drawing/2014/main" id="{6F2E42D9-1E26-4E22-8DEF-88601B18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396525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53" name="wire-99">
            <a:extLst xmlns:a="http://schemas.openxmlformats.org/drawingml/2006/main">
              <a:ext uri="{FF2B5EF4-FFF2-40B4-BE49-F238E27FC236}">
                <a16:creationId xmlns:a16="http://schemas.microsoft.com/office/drawing/2014/main" id="{6548F611-8268-4582-96CF-E0AB9D85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3162300"/>
            <a:ext cx="9525" cy="80010"/>
          </a:xfrm>
          <a:custGeom xmlns:a="http://schemas.openxmlformats.org/drawingml/2006/main">
            <a:pathLst>
              <a:path w="9525" h="80010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26289">
            <a:solidFill>
              <a:srgbClr val="1572C3"/>
            </a:solidFill>
          </a:ln>
        </p:spPr>
      </p:sp>
      <p:sp>
        <p:nvSpPr>
          <p:cNvPr id="54" name="wire-100">
            <a:extLst xmlns:a="http://schemas.openxmlformats.org/drawingml/2006/main">
              <a:ext uri="{FF2B5EF4-FFF2-40B4-BE49-F238E27FC236}">
                <a16:creationId xmlns:a16="http://schemas.microsoft.com/office/drawing/2014/main" id="{5ED1CA4A-7B09-4AEF-ACC0-6461BB15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3242310"/>
            <a:ext cx="2068830" cy="9525"/>
          </a:xfrm>
          <a:custGeom xmlns:a="http://schemas.openxmlformats.org/drawingml/2006/main">
            <a:pathLst>
              <a:path w="2068830" h="9525">
                <a:moveTo>
                  <a:pt x="0" y="0"/>
                </a:moveTo>
                <a:lnTo>
                  <a:pt x="2068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289">
            <a:solidFill>
              <a:srgbClr val="1572C3"/>
            </a:solidFill>
          </a:ln>
        </p:spPr>
      </p:sp>
      <p:sp>
        <p:nvSpPr>
          <p:cNvPr id="55" name="wire-101">
            <a:extLst xmlns:a="http://schemas.openxmlformats.org/drawingml/2006/main">
              <a:ext uri="{FF2B5EF4-FFF2-40B4-BE49-F238E27FC236}">
                <a16:creationId xmlns:a16="http://schemas.microsoft.com/office/drawing/2014/main" id="{9DE6254A-A361-4E66-9143-709AFB41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3242310"/>
            <a:ext cx="9525" cy="1508760"/>
          </a:xfrm>
          <a:custGeom xmlns:a="http://schemas.openxmlformats.org/drawingml/2006/main">
            <a:pathLst>
              <a:path w="9525" h="1508760">
                <a:moveTo>
                  <a:pt x="0" y="0"/>
                </a:moveTo>
                <a:lnTo>
                  <a:pt x="0" y="1508760"/>
                </a:lnTo>
              </a:path>
            </a:pathLst>
          </a:custGeom>
          <a:noFill xmlns:a="http://schemas.openxmlformats.org/drawingml/2006/main"/>
          <a:ln xmlns:a="http://schemas.openxmlformats.org/drawingml/2006/main" w="26289">
            <a:solidFill>
              <a:srgbClr val="1572C3"/>
            </a:solidFill>
          </a:ln>
        </p:spPr>
      </p:sp>
      <p:sp>
        <p:nvSpPr>
          <p:cNvPr id="56" name="wire-102">
            <a:extLst xmlns:a="http://schemas.openxmlformats.org/drawingml/2006/main">
              <a:ext uri="{FF2B5EF4-FFF2-40B4-BE49-F238E27FC236}">
                <a16:creationId xmlns:a16="http://schemas.microsoft.com/office/drawing/2014/main" id="{75BE2566-7338-402C-AD04-4734C92F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4751070"/>
            <a:ext cx="262890" cy="9525"/>
          </a:xfrm>
          <a:custGeom xmlns:a="http://schemas.openxmlformats.org/drawingml/2006/main">
            <a:pathLst>
              <a:path w="262890" h="9525">
                <a:moveTo>
                  <a:pt x="0" y="0"/>
                </a:moveTo>
                <a:lnTo>
                  <a:pt x="262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289">
            <a:solidFill>
              <a:srgbClr val="1572C3"/>
            </a:solidFill>
          </a:ln>
        </p:spPr>
      </p:sp>
      <p:sp>
        <p:nvSpPr>
          <p:cNvPr id="57" name="circuit-103">
            <a:extLst xmlns:a="http://schemas.openxmlformats.org/drawingml/2006/main">
              <a:ext uri="{FF2B5EF4-FFF2-40B4-BE49-F238E27FC236}">
                <a16:creationId xmlns:a16="http://schemas.microsoft.com/office/drawing/2014/main" id="{1FFFADFC-4070-460D-9482-F1F648EE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060" y="471963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58" name="wire-104">
            <a:extLst xmlns:a="http://schemas.openxmlformats.org/drawingml/2006/main">
              <a:ext uri="{FF2B5EF4-FFF2-40B4-BE49-F238E27FC236}">
                <a16:creationId xmlns:a16="http://schemas.microsoft.com/office/drawing/2014/main" id="{47A528DB-5509-426D-B261-3ADE3380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20" y="3162300"/>
            <a:ext cx="9525" cy="262890"/>
          </a:xfrm>
          <a:custGeom xmlns:a="http://schemas.openxmlformats.org/drawingml/2006/main">
            <a:pathLst>
              <a:path w="9525" h="262890">
                <a:moveTo>
                  <a:pt x="0" y="0"/>
                </a:moveTo>
                <a:lnTo>
                  <a:pt x="0" y="26289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59" name="wire-105">
            <a:extLst xmlns:a="http://schemas.openxmlformats.org/drawingml/2006/main">
              <a:ext uri="{FF2B5EF4-FFF2-40B4-BE49-F238E27FC236}">
                <a16:creationId xmlns:a16="http://schemas.microsoft.com/office/drawing/2014/main" id="{F5B0CC7E-1D86-46FF-A657-8B30B782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740" y="3425190"/>
            <a:ext cx="3040380" cy="9525"/>
          </a:xfrm>
          <a:custGeom xmlns:a="http://schemas.openxmlformats.org/drawingml/2006/main">
            <a:pathLst>
              <a:path w="3040380" h="9525">
                <a:moveTo>
                  <a:pt x="304038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60" name="wire-106">
            <a:extLst xmlns:a="http://schemas.openxmlformats.org/drawingml/2006/main">
              <a:ext uri="{FF2B5EF4-FFF2-40B4-BE49-F238E27FC236}">
                <a16:creationId xmlns:a16="http://schemas.microsoft.com/office/drawing/2014/main" id="{5476B728-BA5A-432F-BF3F-F118ACDE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740" y="3425190"/>
            <a:ext cx="9525" cy="1405890"/>
          </a:xfrm>
          <a:custGeom xmlns:a="http://schemas.openxmlformats.org/drawingml/2006/main">
            <a:pathLst>
              <a:path w="9525" h="1405890">
                <a:moveTo>
                  <a:pt x="0" y="0"/>
                </a:moveTo>
                <a:lnTo>
                  <a:pt x="0" y="140589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61" name="wire-107">
            <a:extLst xmlns:a="http://schemas.openxmlformats.org/drawingml/2006/main">
              <a:ext uri="{FF2B5EF4-FFF2-40B4-BE49-F238E27FC236}">
                <a16:creationId xmlns:a16="http://schemas.microsoft.com/office/drawing/2014/main" id="{AADFC99A-15BE-4D7E-B203-FC71504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740" y="4831080"/>
            <a:ext cx="377190" cy="9525"/>
          </a:xfrm>
          <a:custGeom xmlns:a="http://schemas.openxmlformats.org/drawingml/2006/main">
            <a:pathLst>
              <a:path w="377190" h="9525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572C3"/>
            </a:solidFill>
          </a:ln>
        </p:spPr>
      </p:sp>
      <p:sp>
        <p:nvSpPr>
          <p:cNvPr id="62" name="circuit-108">
            <a:extLst xmlns:a="http://schemas.openxmlformats.org/drawingml/2006/main">
              <a:ext uri="{FF2B5EF4-FFF2-40B4-BE49-F238E27FC236}">
                <a16:creationId xmlns:a16="http://schemas.microsoft.com/office/drawing/2014/main" id="{5045B088-5CA3-4675-9991-962F357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79964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63" name="wire-109">
            <a:extLst xmlns:a="http://schemas.openxmlformats.org/drawingml/2006/main">
              <a:ext uri="{FF2B5EF4-FFF2-40B4-BE49-F238E27FC236}">
                <a16:creationId xmlns:a16="http://schemas.microsoft.com/office/drawing/2014/main" id="{5E5C3A49-6DA4-4DC6-AE91-478B485F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4476750"/>
            <a:ext cx="194310" cy="9525"/>
          </a:xfrm>
          <a:custGeom xmlns:a="http://schemas.openxmlformats.org/drawingml/2006/main">
            <a:pathLst>
              <a:path w="194310" h="9525">
                <a:moveTo>
                  <a:pt x="0" y="0"/>
                </a:moveTo>
                <a:lnTo>
                  <a:pt x="1943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FA9B9"/>
            </a:solidFill>
          </a:ln>
        </p:spPr>
      </p:sp>
      <p:sp>
        <p:nvSpPr>
          <p:cNvPr id="64" name="circuit-110">
            <a:extLst xmlns:a="http://schemas.openxmlformats.org/drawingml/2006/main">
              <a:ext uri="{FF2B5EF4-FFF2-40B4-BE49-F238E27FC236}">
                <a16:creationId xmlns:a16="http://schemas.microsoft.com/office/drawing/2014/main" id="{6AA94A1D-9CAF-4BA0-8E7F-110E8D3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4453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65" name="board-stable-rf">
            <a:extLst xmlns:a="http://schemas.openxmlformats.org/drawingml/2006/main">
              <a:ext uri="{FF2B5EF4-FFF2-40B4-BE49-F238E27FC236}">
                <a16:creationId xmlns:a16="http://schemas.microsoft.com/office/drawing/2014/main" id="{D0AB12FE-01A9-46BD-8A03-52360B9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930" y="3505200"/>
            <a:ext cx="188595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146">
            <a:solidFill>
              <a:srgbClr val="231F20"/>
            </a:solidFill>
          </a:ln>
        </p:spPr>
      </p:sp>
      <p:sp>
        <p:nvSpPr>
          <p:cNvPr id="66" name="circuit-112">
            <a:extLst xmlns:a="http://schemas.openxmlformats.org/drawingml/2006/main">
              <a:ext uri="{FF2B5EF4-FFF2-40B4-BE49-F238E27FC236}">
                <a16:creationId xmlns:a16="http://schemas.microsoft.com/office/drawing/2014/main" id="{ED45A733-584D-42CC-886E-6F5A3701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3505200"/>
            <a:ext cx="182880" cy="102870"/>
          </a:xfrm>
          <a:custGeom xmlns:a="http://schemas.openxmlformats.org/drawingml/2006/main">
            <a:pathLst>
              <a:path w="182880" h="102870">
                <a:moveTo>
                  <a:pt x="0" y="0"/>
                </a:moveTo>
                <a:lnTo>
                  <a:pt x="91440" y="102870"/>
                </a:lnTo>
                <a:lnTo>
                  <a:pt x="1828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231F20"/>
            </a:solidFill>
          </a:ln>
        </p:spPr>
      </p:sp>
      <p:sp>
        <p:nvSpPr>
          <p:cNvPr id="67" name="wire-113">
            <a:extLst xmlns:a="http://schemas.openxmlformats.org/drawingml/2006/main">
              <a:ext uri="{FF2B5EF4-FFF2-40B4-BE49-F238E27FC236}">
                <a16:creationId xmlns:a16="http://schemas.microsoft.com/office/drawing/2014/main" id="{E487597E-7CB4-41A5-AF62-4F830649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5190"/>
            <a:ext cx="9525" cy="80010"/>
          </a:xfrm>
          <a:custGeom xmlns:a="http://schemas.openxmlformats.org/drawingml/2006/main">
            <a:pathLst>
              <a:path w="9525" h="80010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3716">
            <a:solidFill>
              <a:srgbClr val="231F20"/>
            </a:solidFill>
          </a:ln>
        </p:spPr>
      </p:sp>
      <p:sp>
        <p:nvSpPr>
          <p:cNvPr id="68" name="text-114">
            <a:extLst xmlns:a="http://schemas.openxmlformats.org/drawingml/2006/main">
              <a:ext uri="{FF2B5EF4-FFF2-40B4-BE49-F238E27FC236}">
                <a16:creationId xmlns:a16="http://schemas.microsoft.com/office/drawing/2014/main" id="{7C020908-1860-4E9D-BF5D-2F53E08A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4099560"/>
            <a:ext cx="914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レジスタ</a:t>
            </a:r>
          </a:p>
          <a:p xmlns:a="http://schemas.openxmlformats.org/drawingml/2006/main">
            <a:pPr algn="ctr">
              <a:def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71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群</a:t>
            </a:r>
          </a:p>
        </p:txBody>
      </p:sp>
      <p:sp>
        <p:nvSpPr>
          <p:cNvPr id="69" name="text-115">
            <a:extLst xmlns:a="http://schemas.openxmlformats.org/drawingml/2006/main">
              <a:ext uri="{FF2B5EF4-FFF2-40B4-BE49-F238E27FC236}">
                <a16:creationId xmlns:a16="http://schemas.microsoft.com/office/drawing/2014/main" id="{67EC5219-F063-46FC-B382-1F5C6A75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510" y="382524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70" name="text-116">
            <a:extLst xmlns:a="http://schemas.openxmlformats.org/drawingml/2006/main">
              <a:ext uri="{FF2B5EF4-FFF2-40B4-BE49-F238E27FC236}">
                <a16:creationId xmlns:a16="http://schemas.microsoft.com/office/drawing/2014/main" id="{5AEAFF83-38E0-40B9-A116-FA33B6C8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510" y="432816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71" name="text-117">
            <a:extLst xmlns:a="http://schemas.openxmlformats.org/drawingml/2006/main">
              <a:ext uri="{FF2B5EF4-FFF2-40B4-BE49-F238E27FC236}">
                <a16:creationId xmlns:a16="http://schemas.microsoft.com/office/drawing/2014/main" id="{18AE620B-EC77-405D-93C1-51A2121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510" y="467106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72" name="text-118">
            <a:extLst xmlns:a="http://schemas.openxmlformats.org/drawingml/2006/main">
              <a:ext uri="{FF2B5EF4-FFF2-40B4-BE49-F238E27FC236}">
                <a16:creationId xmlns:a16="http://schemas.microsoft.com/office/drawing/2014/main" id="{4B6C0893-2856-43E8-BEFB-A87DDB9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510" y="501396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WD3</a:t>
            </a:r>
          </a:p>
        </p:txBody>
      </p:sp>
      <p:sp>
        <p:nvSpPr>
          <p:cNvPr id="73" name="text-119">
            <a:extLst xmlns:a="http://schemas.openxmlformats.org/drawingml/2006/main">
              <a:ext uri="{FF2B5EF4-FFF2-40B4-BE49-F238E27FC236}">
                <a16:creationId xmlns:a16="http://schemas.microsoft.com/office/drawing/2014/main" id="{B734D864-86C0-4007-A19F-2A6A1AB5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82524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6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RD1</a:t>
            </a:r>
          </a:p>
        </p:txBody>
      </p:sp>
      <p:sp>
        <p:nvSpPr>
          <p:cNvPr id="74" name="text-120">
            <a:extLst xmlns:a="http://schemas.openxmlformats.org/drawingml/2006/main">
              <a:ext uri="{FF2B5EF4-FFF2-40B4-BE49-F238E27FC236}">
                <a16:creationId xmlns:a16="http://schemas.microsoft.com/office/drawing/2014/main" id="{3B0FB56C-5266-48A6-A62E-0B9C510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32816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6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RD2</a:t>
            </a:r>
          </a:p>
        </p:txBody>
      </p:sp>
      <p:sp>
        <p:nvSpPr>
          <p:cNvPr id="75" name="text-121">
            <a:extLst xmlns:a="http://schemas.openxmlformats.org/drawingml/2006/main">
              <a:ext uri="{FF2B5EF4-FFF2-40B4-BE49-F238E27FC236}">
                <a16:creationId xmlns:a16="http://schemas.microsoft.com/office/drawing/2014/main" id="{CE44B569-8626-4AC0-A478-AA3F335F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820" y="3528060"/>
            <a:ext cx="42291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6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260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WE3</a:t>
            </a:r>
          </a:p>
        </p:txBody>
      </p:sp>
      <p:sp>
        <p:nvSpPr>
          <p:cNvPr id="76" name="wire-122">
            <a:extLst xmlns:a="http://schemas.openxmlformats.org/drawingml/2006/main">
              <a:ext uri="{FF2B5EF4-FFF2-40B4-BE49-F238E27FC236}">
                <a16:creationId xmlns:a16="http://schemas.microsoft.com/office/drawing/2014/main" id="{B2584973-BAF9-4B5E-868B-412F8742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996690"/>
            <a:ext cx="754380" cy="9525"/>
          </a:xfrm>
          <a:custGeom xmlns:a="http://schemas.openxmlformats.org/drawingml/2006/main">
            <a:pathLst>
              <a:path w="754380" h="9525">
                <a:moveTo>
                  <a:pt x="0" y="0"/>
                </a:moveTo>
                <a:lnTo>
                  <a:pt x="754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231F20"/>
            </a:solidFill>
          </a:ln>
        </p:spPr>
      </p:sp>
      <p:sp>
        <p:nvSpPr>
          <p:cNvPr id="77" name="circuit-123">
            <a:extLst xmlns:a="http://schemas.openxmlformats.org/drawingml/2006/main">
              <a:ext uri="{FF2B5EF4-FFF2-40B4-BE49-F238E27FC236}">
                <a16:creationId xmlns:a16="http://schemas.microsoft.com/office/drawing/2014/main" id="{EA756630-43B2-4F12-8DDB-58B653B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060" y="396525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78" name="text-124">
            <a:extLst xmlns:a="http://schemas.openxmlformats.org/drawingml/2006/main">
              <a:ext uri="{FF2B5EF4-FFF2-40B4-BE49-F238E27FC236}">
                <a16:creationId xmlns:a16="http://schemas.microsoft.com/office/drawing/2014/main" id="{418BEDDC-52F2-4526-BF2F-AF98524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207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board-stable-alu">
            <a:extLst xmlns:a="http://schemas.openxmlformats.org/drawingml/2006/main">
              <a:ext uri="{FF2B5EF4-FFF2-40B4-BE49-F238E27FC236}">
                <a16:creationId xmlns:a16="http://schemas.microsoft.com/office/drawing/2014/main" id="{3818BDD1-BB8E-41D1-92DE-C24A166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260" y="3825240"/>
            <a:ext cx="777240" cy="1120140"/>
          </a:xfrm>
          <a:custGeom xmlns:a="http://schemas.openxmlformats.org/drawingml/2006/main">
            <a:pathLst>
              <a:path w="777240" h="1120140">
                <a:moveTo>
                  <a:pt x="0" y="0"/>
                </a:moveTo>
                <a:lnTo>
                  <a:pt x="777240" y="205740"/>
                </a:lnTo>
                <a:lnTo>
                  <a:pt x="777240" y="891540"/>
                </a:lnTo>
                <a:lnTo>
                  <a:pt x="0" y="1120140"/>
                </a:lnTo>
                <a:lnTo>
                  <a:pt x="0" y="685800"/>
                </a:lnTo>
                <a:lnTo>
                  <a:pt x="205740" y="548640"/>
                </a:lnTo>
                <a:lnTo>
                  <a:pt x="0" y="3086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289">
            <a:solidFill>
              <a:srgbClr val="231F20"/>
            </a:solidFill>
          </a:ln>
        </p:spPr>
      </p:sp>
      <p:sp>
        <p:nvSpPr>
          <p:cNvPr id="80" name="text-126">
            <a:extLst xmlns:a="http://schemas.openxmlformats.org/drawingml/2006/main">
              <a:ext uri="{FF2B5EF4-FFF2-40B4-BE49-F238E27FC236}">
                <a16:creationId xmlns:a16="http://schemas.microsoft.com/office/drawing/2014/main" id="{CD9EF5F4-EC5D-477A-BCDD-C13EB8B5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3482340"/>
            <a:ext cx="685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6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16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ALU</a:t>
            </a:r>
          </a:p>
        </p:txBody>
      </p:sp>
      <p:sp>
        <p:nvSpPr>
          <p:cNvPr id="81" name="text-127">
            <a:extLst xmlns:a="http://schemas.openxmlformats.org/drawingml/2006/main">
              <a:ext uri="{FF2B5EF4-FFF2-40B4-BE49-F238E27FC236}">
                <a16:creationId xmlns:a16="http://schemas.microsoft.com/office/drawing/2014/main" id="{0311931D-5521-40E8-8AE2-49799ADB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6710"/>
            <a:ext cx="37719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2" name="text-128">
            <a:extLst xmlns:a="http://schemas.openxmlformats.org/drawingml/2006/main">
              <a:ext uri="{FF2B5EF4-FFF2-40B4-BE49-F238E27FC236}">
                <a16:creationId xmlns:a16="http://schemas.microsoft.com/office/drawing/2014/main" id="{3C7E33A6-BD81-45BE-808F-546A97C8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68240"/>
            <a:ext cx="13144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89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即値 8</a:t>
            </a:r>
          </a:p>
        </p:txBody>
      </p:sp>
      <p:sp>
        <p:nvSpPr>
          <p:cNvPr id="83" name="wire-129">
            <a:extLst xmlns:a="http://schemas.openxmlformats.org/drawingml/2006/main">
              <a:ext uri="{FF2B5EF4-FFF2-40B4-BE49-F238E27FC236}">
                <a16:creationId xmlns:a16="http://schemas.microsoft.com/office/drawing/2014/main" id="{ABE5A6B5-6E3D-4475-8F47-945152D7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1828800" cy="9525"/>
          </a:xfrm>
          <a:custGeom xmlns:a="http://schemas.openxmlformats.org/drawingml/2006/main"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004">
            <a:solidFill>
              <a:srgbClr val="1572C3"/>
            </a:solidFill>
          </a:ln>
        </p:spPr>
      </p:sp>
      <p:sp>
        <p:nvSpPr>
          <p:cNvPr id="84" name="circuit-130">
            <a:extLst xmlns:a="http://schemas.openxmlformats.org/drawingml/2006/main">
              <a:ext uri="{FF2B5EF4-FFF2-40B4-BE49-F238E27FC236}">
                <a16:creationId xmlns:a16="http://schemas.microsoft.com/office/drawing/2014/main" id="{29DDA099-9C49-4281-95B1-5A54CF9F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167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85" name="text-131">
            <a:extLst xmlns:a="http://schemas.openxmlformats.org/drawingml/2006/main">
              <a:ext uri="{FF2B5EF4-FFF2-40B4-BE49-F238E27FC236}">
                <a16:creationId xmlns:a16="http://schemas.microsoft.com/office/drawing/2014/main" id="{C6BD3994-10A4-4994-BB7D-74112A8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70960"/>
            <a:ext cx="58293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7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207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6" name="wire-132">
            <a:extLst xmlns:a="http://schemas.openxmlformats.org/drawingml/2006/main">
              <a:ext uri="{FF2B5EF4-FFF2-40B4-BE49-F238E27FC236}">
                <a16:creationId xmlns:a16="http://schemas.microsoft.com/office/drawing/2014/main" id="{FA2F2B2D-456C-4C13-AB71-FFDFC7AB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476750"/>
            <a:ext cx="137160" cy="9525"/>
          </a:xfrm>
          <a:custGeom xmlns:a="http://schemas.openxmlformats.org/drawingml/2006/main">
            <a:pathLst>
              <a:path w="137160" h="9525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9FA9B9"/>
            </a:solidFill>
          </a:ln>
        </p:spPr>
      </p:sp>
      <p:sp>
        <p:nvSpPr>
          <p:cNvPr id="87" name="wire-133">
            <a:extLst xmlns:a="http://schemas.openxmlformats.org/drawingml/2006/main">
              <a:ext uri="{FF2B5EF4-FFF2-40B4-BE49-F238E27FC236}">
                <a16:creationId xmlns:a16="http://schemas.microsoft.com/office/drawing/2014/main" id="{E7204116-7EAC-486C-90A4-F3018D38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0" y="4476750"/>
            <a:ext cx="9525" cy="925830"/>
          </a:xfrm>
          <a:custGeom xmlns:a="http://schemas.openxmlformats.org/drawingml/2006/main">
            <a:pathLst>
              <a:path w="9525" h="925830">
                <a:moveTo>
                  <a:pt x="0" y="0"/>
                </a:moveTo>
                <a:lnTo>
                  <a:pt x="0" y="92583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9FA9B9"/>
            </a:solidFill>
          </a:ln>
        </p:spPr>
      </p:sp>
      <p:sp>
        <p:nvSpPr>
          <p:cNvPr id="88" name="wire-134">
            <a:extLst xmlns:a="http://schemas.openxmlformats.org/drawingml/2006/main">
              <a:ext uri="{FF2B5EF4-FFF2-40B4-BE49-F238E27FC236}">
                <a16:creationId xmlns:a16="http://schemas.microsoft.com/office/drawing/2014/main" id="{58F51909-17AF-49AE-A5E4-1E6B7A7D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0" y="5402580"/>
            <a:ext cx="2903220" cy="9525"/>
          </a:xfrm>
          <a:custGeom xmlns:a="http://schemas.openxmlformats.org/drawingml/2006/main">
            <a:pathLst>
              <a:path w="2903220" h="9525">
                <a:moveTo>
                  <a:pt x="0" y="0"/>
                </a:moveTo>
                <a:lnTo>
                  <a:pt x="2903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9FA9B9"/>
            </a:solidFill>
          </a:ln>
        </p:spPr>
      </p:sp>
      <p:sp>
        <p:nvSpPr>
          <p:cNvPr id="89" name="wire-135">
            <a:extLst xmlns:a="http://schemas.openxmlformats.org/drawingml/2006/main">
              <a:ext uri="{FF2B5EF4-FFF2-40B4-BE49-F238E27FC236}">
                <a16:creationId xmlns:a16="http://schemas.microsoft.com/office/drawing/2014/main" id="{15DB8A33-7A54-429C-8049-DF8A2630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4968240"/>
            <a:ext cx="9525" cy="434340"/>
          </a:xfrm>
          <a:custGeom xmlns:a="http://schemas.openxmlformats.org/drawingml/2006/main">
            <a:pathLst>
              <a:path w="9525" h="434340">
                <a:moveTo>
                  <a:pt x="0" y="4343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9FA9B9"/>
            </a:solidFill>
          </a:ln>
        </p:spPr>
      </p:sp>
      <p:sp>
        <p:nvSpPr>
          <p:cNvPr id="90" name="wire-136">
            <a:extLst xmlns:a="http://schemas.openxmlformats.org/drawingml/2006/main">
              <a:ext uri="{FF2B5EF4-FFF2-40B4-BE49-F238E27FC236}">
                <a16:creationId xmlns:a16="http://schemas.microsoft.com/office/drawing/2014/main" id="{8CCD0773-1977-4184-B708-7E9E3719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4968240"/>
            <a:ext cx="320040" cy="9525"/>
          </a:xfrm>
          <a:custGeom xmlns:a="http://schemas.openxmlformats.org/drawingml/2006/main">
            <a:pathLst>
              <a:path w="320040" h="9525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9FA9B9"/>
            </a:solidFill>
          </a:ln>
        </p:spPr>
      </p:sp>
      <p:sp>
        <p:nvSpPr>
          <p:cNvPr id="91" name="circuit-137">
            <a:extLst xmlns:a="http://schemas.openxmlformats.org/drawingml/2006/main">
              <a:ext uri="{FF2B5EF4-FFF2-40B4-BE49-F238E27FC236}">
                <a16:creationId xmlns:a16="http://schemas.microsoft.com/office/drawing/2014/main" id="{05C3FF8C-E1DF-444C-BFC7-DAF2F352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3680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92" name="text-138">
            <a:extLst xmlns:a="http://schemas.openxmlformats.org/drawingml/2006/main">
              <a:ext uri="{FF2B5EF4-FFF2-40B4-BE49-F238E27FC236}">
                <a16:creationId xmlns:a16="http://schemas.microsoft.com/office/drawing/2014/main" id="{C0D129AD-7AD9-403F-AC66-13DA5A9F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659630"/>
            <a:ext cx="27432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wire-139">
            <a:extLst xmlns:a="http://schemas.openxmlformats.org/drawingml/2006/main">
              <a:ext uri="{FF2B5EF4-FFF2-40B4-BE49-F238E27FC236}">
                <a16:creationId xmlns:a16="http://schemas.microsoft.com/office/drawing/2014/main" id="{F89A7773-6359-47B2-8F74-51E9232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510" y="4796790"/>
            <a:ext cx="125730" cy="9525"/>
          </a:xfrm>
          <a:custGeom xmlns:a="http://schemas.openxmlformats.org/drawingml/2006/main">
            <a:pathLst>
              <a:path w="125730" h="9525">
                <a:moveTo>
                  <a:pt x="0" y="0"/>
                </a:moveTo>
                <a:lnTo>
                  <a:pt x="12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1572C3"/>
            </a:solidFill>
          </a:ln>
        </p:spPr>
      </p:sp>
      <p:sp>
        <p:nvSpPr>
          <p:cNvPr id="94" name="wire-140">
            <a:extLst xmlns:a="http://schemas.openxmlformats.org/drawingml/2006/main">
              <a:ext uri="{FF2B5EF4-FFF2-40B4-BE49-F238E27FC236}">
                <a16:creationId xmlns:a16="http://schemas.microsoft.com/office/drawing/2014/main" id="{F99DA1C6-76F6-4F4E-9873-329BA28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240" y="4796790"/>
            <a:ext cx="9525" cy="1120140"/>
          </a:xfrm>
          <a:custGeom xmlns:a="http://schemas.openxmlformats.org/drawingml/2006/main">
            <a:pathLst>
              <a:path w="9525" h="1120140">
                <a:moveTo>
                  <a:pt x="0" y="0"/>
                </a:moveTo>
                <a:lnTo>
                  <a:pt x="0" y="112014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1572C3"/>
            </a:solidFill>
          </a:ln>
        </p:spPr>
      </p:sp>
      <p:sp>
        <p:nvSpPr>
          <p:cNvPr id="95" name="wire-141">
            <a:extLst xmlns:a="http://schemas.openxmlformats.org/drawingml/2006/main">
              <a:ext uri="{FF2B5EF4-FFF2-40B4-BE49-F238E27FC236}">
                <a16:creationId xmlns:a16="http://schemas.microsoft.com/office/drawing/2014/main" id="{AACD42F1-E3B7-49EC-BC82-D852E5C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5916930"/>
            <a:ext cx="7258050" cy="9525"/>
          </a:xfrm>
          <a:custGeom xmlns:a="http://schemas.openxmlformats.org/drawingml/2006/main">
            <a:pathLst>
              <a:path w="7258050" h="9525">
                <a:moveTo>
                  <a:pt x="7258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1572C3"/>
            </a:solidFill>
          </a:ln>
        </p:spPr>
      </p:sp>
      <p:sp>
        <p:nvSpPr>
          <p:cNvPr id="96" name="wire-142">
            <a:extLst xmlns:a="http://schemas.openxmlformats.org/drawingml/2006/main">
              <a:ext uri="{FF2B5EF4-FFF2-40B4-BE49-F238E27FC236}">
                <a16:creationId xmlns:a16="http://schemas.microsoft.com/office/drawing/2014/main" id="{8A7B9382-B6FE-4F8A-8901-E90B3B14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5128260"/>
            <a:ext cx="9525" cy="788670"/>
          </a:xfrm>
          <a:custGeom xmlns:a="http://schemas.openxmlformats.org/drawingml/2006/main">
            <a:pathLst>
              <a:path w="9525" h="788670">
                <a:moveTo>
                  <a:pt x="0" y="7886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1572C3"/>
            </a:solidFill>
          </a:ln>
        </p:spPr>
      </p:sp>
      <p:sp>
        <p:nvSpPr>
          <p:cNvPr id="97" name="wire-143">
            <a:extLst xmlns:a="http://schemas.openxmlformats.org/drawingml/2006/main">
              <a:ext uri="{FF2B5EF4-FFF2-40B4-BE49-F238E27FC236}">
                <a16:creationId xmlns:a16="http://schemas.microsoft.com/office/drawing/2014/main" id="{0866D296-3AA3-4517-A217-4F89D038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5128260"/>
            <a:ext cx="205740" cy="9525"/>
          </a:xfrm>
          <a:custGeom xmlns:a="http://schemas.openxmlformats.org/drawingml/2006/main">
            <a:pathLst>
              <a:path w="205740" h="9525">
                <a:moveTo>
                  <a:pt x="0" y="0"/>
                </a:moveTo>
                <a:lnTo>
                  <a:pt x="205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61">
            <a:solidFill>
              <a:srgbClr val="1572C3"/>
            </a:solidFill>
          </a:ln>
        </p:spPr>
      </p:sp>
      <p:sp>
        <p:nvSpPr>
          <p:cNvPr id="98" name="circuit-144">
            <a:extLst xmlns:a="http://schemas.openxmlformats.org/drawingml/2006/main">
              <a:ext uri="{FF2B5EF4-FFF2-40B4-BE49-F238E27FC236}">
                <a16:creationId xmlns:a16="http://schemas.microsoft.com/office/drawing/2014/main" id="{D743F769-C7A9-467E-8873-CBC75F2C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509682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99" name="text-145">
            <a:extLst xmlns:a="http://schemas.openxmlformats.org/drawingml/2006/main">
              <a:ext uri="{FF2B5EF4-FFF2-40B4-BE49-F238E27FC236}">
                <a16:creationId xmlns:a16="http://schemas.microsoft.com/office/drawing/2014/main" id="{9E3766F1-9741-4FF5-A42A-55DE696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20" y="5093970"/>
            <a:ext cx="27432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9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89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0" name="text-146">
            <a:extLst xmlns:a="http://schemas.openxmlformats.org/drawingml/2006/main">
              <a:ext uri="{FF2B5EF4-FFF2-40B4-BE49-F238E27FC236}">
                <a16:creationId xmlns:a16="http://schemas.microsoft.com/office/drawing/2014/main" id="{8099977E-80A9-466B-9CF5-24E8AA6C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x0の0 ＋ 命令中の8 ＝ 番地8 → 読んだ3をx1へ</a:t>
            </a:r>
          </a:p>
        </p:txBody>
      </p:sp>
      <p:sp>
        <p:nvSpPr>
          <p:cNvPr id="101" name="text-147">
            <a:extLst xmlns:a="http://schemas.openxmlformats.org/drawingml/2006/main">
              <a:ext uri="{FF2B5EF4-FFF2-40B4-BE49-F238E27FC236}">
                <a16:creationId xmlns:a16="http://schemas.microsoft.com/office/drawing/2014/main" id="{486EE0E6-391E-4CC9-9F29-1BE5BB07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3</a:t>
            </a:r>
          </a:p>
        </p:txBody>
      </p:sp>
      <p:sp>
        <p:nvSpPr>
          <p:cNvPr id="102" name="text-148">
            <a:extLst xmlns:a="http://schemas.openxmlformats.org/drawingml/2006/main">
              <a:ext uri="{FF2B5EF4-FFF2-40B4-BE49-F238E27FC236}">
                <a16:creationId xmlns:a16="http://schemas.microsoft.com/office/drawing/2014/main" id="{3006DDD5-F338-48E4-BF58-C1516F0C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命令メモリもデータメモリもFPGA内に置く説明用の構成。灰色の線はlwでは使わない</a:t>
            </a:r>
          </a:p>
        </p:txBody>
      </p:sp>
    </p:spTree>
    <p:extLst>
      <p:ext uri="{BB962C8B-B14F-4D97-AF65-F5344CB8AC3E}">
        <p14:creationId xmlns:p14="http://schemas.microsoft.com/office/powerpoint/2010/main" val="573010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text-149">
            <a:extLst xmlns:a="http://schemas.openxmlformats.org/drawingml/2006/main">
              <a:ext uri="{FF2B5EF4-FFF2-40B4-BE49-F238E27FC236}">
                <a16:creationId xmlns:a16="http://schemas.microsoft.com/office/drawing/2014/main" id="{5403E4E5-7ECC-488F-A9A0-35E59BB8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" name="text-150">
            <a:extLst xmlns:a="http://schemas.openxmlformats.org/drawingml/2006/main">
              <a:ext uri="{FF2B5EF4-FFF2-40B4-BE49-F238E27FC236}">
                <a16:creationId xmlns:a16="http://schemas.microsoft.com/office/drawing/2014/main" id="{A982E06D-3410-4700-91BB-F280930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バスと外付けDDR3メモリ</a:t>
            </a:r>
          </a:p>
        </p:txBody>
      </p:sp>
      <p:sp>
        <p:nvSpPr>
          <p:cNvPr id="3" name="text-151">
            <a:extLst xmlns:a="http://schemas.openxmlformats.org/drawingml/2006/main">
              <a:ext uri="{FF2B5EF4-FFF2-40B4-BE49-F238E27FC236}">
                <a16:creationId xmlns:a16="http://schemas.microsoft.com/office/drawing/2014/main" id="{93BC3738-B4D0-4F85-825F-B763066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text-152">
            <a:extLst xmlns:a="http://schemas.openxmlformats.org/drawingml/2006/main">
              <a:ext uri="{FF2B5EF4-FFF2-40B4-BE49-F238E27FC236}">
                <a16:creationId xmlns:a16="http://schemas.microsoft.com/office/drawing/2014/main" id="{34F0E35C-06FB-4670-9E10-A2895101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命令とデータの保存先を、FPGA内のメモリからDDR3へ広げる</a:t>
            </a:r>
          </a:p>
        </p:txBody>
      </p:sp>
      <p:sp>
        <p:nvSpPr>
          <p:cNvPr id="5" name="board-stable-board">
            <a:extLst xmlns:a="http://schemas.openxmlformats.org/drawingml/2006/main">
              <a:ext uri="{FF2B5EF4-FFF2-40B4-BE49-F238E27FC236}">
                <a16:creationId xmlns:a16="http://schemas.microsoft.com/office/drawing/2014/main" id="{9AF7BF93-BDEC-49F7-937D-3ACE8E4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" name="text-154">
            <a:extLst xmlns:a="http://schemas.openxmlformats.org/drawingml/2006/main">
              <a:ext uri="{FF2B5EF4-FFF2-40B4-BE49-F238E27FC236}">
                <a16:creationId xmlns:a16="http://schemas.microsoft.com/office/drawing/2014/main" id="{5FC4904F-0F89-4FF0-AAA9-BC2DD53E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FPGAボード / Nexys Video</a:t>
            </a:r>
          </a:p>
        </p:txBody>
      </p:sp>
      <p:sp>
        <p:nvSpPr>
          <p:cNvPr id="7" name="text-155">
            <a:extLst xmlns:a="http://schemas.openxmlformats.org/drawingml/2006/main">
              <a:ext uri="{FF2B5EF4-FFF2-40B4-BE49-F238E27FC236}">
                <a16:creationId xmlns:a16="http://schemas.microsoft.com/office/drawing/2014/main" id="{8767B338-7344-43F1-877D-31960670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669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チップ外の部品</a:t>
            </a:r>
          </a:p>
        </p:txBody>
      </p:sp>
      <p:sp>
        <p:nvSpPr>
          <p:cNvPr id="8" name="board-stable-chip">
            <a:extLst xmlns:a="http://schemas.openxmlformats.org/drawingml/2006/main">
              <a:ext uri="{FF2B5EF4-FFF2-40B4-BE49-F238E27FC236}">
                <a16:creationId xmlns:a16="http://schemas.microsoft.com/office/drawing/2014/main" id="{ED46794F-9DF7-4F4C-A287-9A2A1B5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14600"/>
            <a:ext cx="914400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9" name="text-157">
            <a:extLst xmlns:a="http://schemas.openxmlformats.org/drawingml/2006/main">
              <a:ext uri="{FF2B5EF4-FFF2-40B4-BE49-F238E27FC236}">
                <a16:creationId xmlns:a16="http://schemas.microsoft.com/office/drawing/2014/main" id="{D1090E5F-53A9-4B73-AA12-0572A99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FPGAチップ</a:t>
            </a:r>
          </a:p>
        </p:txBody>
      </p:sp>
      <p:sp>
        <p:nvSpPr>
          <p:cNvPr id="10" name="board-stable-card">
            <a:extLst xmlns:a="http://schemas.openxmlformats.org/drawingml/2006/main">
              <a:ext uri="{FF2B5EF4-FFF2-40B4-BE49-F238E27FC236}">
                <a16:creationId xmlns:a16="http://schemas.microsoft.com/office/drawing/2014/main" id="{6884AF59-21DF-475F-AACF-D95A0B2E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1" name="text-159">
            <a:extLst xmlns:a="http://schemas.openxmlformats.org/drawingml/2006/main">
              <a:ext uri="{FF2B5EF4-FFF2-40B4-BE49-F238E27FC236}">
                <a16:creationId xmlns:a16="http://schemas.microsoft.com/office/drawing/2014/main" id="{E863AFEA-8B29-4447-90D1-C9E9604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SDカード</a:t>
            </a:r>
          </a:p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スロット</a:t>
            </a:r>
          </a:p>
        </p:txBody>
      </p:sp>
      <p:sp>
        <p:nvSpPr>
          <p:cNvPr id="12" name="board-stable-memory">
            <a:extLst xmlns:a="http://schemas.openxmlformats.org/drawingml/2006/main">
              <a:ext uri="{FF2B5EF4-FFF2-40B4-BE49-F238E27FC236}">
                <a16:creationId xmlns:a16="http://schemas.microsoft.com/office/drawing/2014/main" id="{C2C98A0C-320E-4129-A627-D53C1542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76675"/>
            <a:ext cx="1543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3" name="text-161">
            <a:extLst xmlns:a="http://schemas.openxmlformats.org/drawingml/2006/main">
              <a:ext uri="{FF2B5EF4-FFF2-40B4-BE49-F238E27FC236}">
                <a16:creationId xmlns:a16="http://schemas.microsoft.com/office/drawing/2014/main" id="{192DE604-C8AD-47D4-98B6-9A161197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DDR3</a:t>
            </a:r>
          </a:p>
        </p:txBody>
      </p:sp>
      <p:sp>
        <p:nvSpPr>
          <p:cNvPr id="14" name="text-162">
            <a:extLst xmlns:a="http://schemas.openxmlformats.org/drawingml/2006/main">
              <a:ext uri="{FF2B5EF4-FFF2-40B4-BE49-F238E27FC236}">
                <a16:creationId xmlns:a16="http://schemas.microsoft.com/office/drawing/2014/main" id="{BD10BBA1-C8A2-4906-8305-0AC7FBD4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767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8番地：3</a:t>
            </a:r>
          </a:p>
        </p:txBody>
      </p:sp>
      <p:sp>
        <p:nvSpPr>
          <p:cNvPr id="15" name="board-stable-hdmi">
            <a:extLst xmlns:a="http://schemas.openxmlformats.org/drawingml/2006/main">
              <a:ext uri="{FF2B5EF4-FFF2-40B4-BE49-F238E27FC236}">
                <a16:creationId xmlns:a16="http://schemas.microsoft.com/office/drawing/2014/main" id="{EFC505B6-B624-4B74-BBE9-90CCA52B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257800"/>
            <a:ext cx="1543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6" name="text-164">
            <a:extLst xmlns:a="http://schemas.openxmlformats.org/drawingml/2006/main">
              <a:ext uri="{FF2B5EF4-FFF2-40B4-BE49-F238E27FC236}">
                <a16:creationId xmlns:a16="http://schemas.microsoft.com/office/drawing/2014/main" id="{857620A1-6314-453A-8ED6-5D288BF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314950"/>
            <a:ext cx="1390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A9B9"/>
                </a:solidFill>
                <a:latin typeface="Arial"/>
                <a:ea typeface="Arial"/>
                <a:cs typeface="Arial"/>
              </a:rPr>
              <a:t>HDMI OUT</a:t>
            </a:r>
          </a:p>
        </p:txBody>
      </p:sp>
      <p:sp>
        <p:nvSpPr>
          <p:cNvPr id="17" name="board-stable-bus">
            <a:extLst xmlns:a="http://schemas.openxmlformats.org/drawingml/2006/main">
              <a:ext uri="{FF2B5EF4-FFF2-40B4-BE49-F238E27FC236}">
                <a16:creationId xmlns:a16="http://schemas.microsoft.com/office/drawing/2014/main" id="{BE6FAA73-1421-4C35-A078-2AAACB2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571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8" name="text-166">
            <a:extLst xmlns:a="http://schemas.openxmlformats.org/drawingml/2006/main">
              <a:ext uri="{FF2B5EF4-FFF2-40B4-BE49-F238E27FC236}">
                <a16:creationId xmlns:a16="http://schemas.microsoft.com/office/drawing/2014/main" id="{F6F944F3-5E28-4DF7-A8ED-29BE135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バス</a:t>
            </a:r>
          </a:p>
        </p:txBody>
      </p:sp>
      <p:sp>
        <p:nvSpPr>
          <p:cNvPr id="19" name="board-stable-ddr">
            <a:extLst xmlns:a="http://schemas.openxmlformats.org/drawingml/2006/main">
              <a:ext uri="{FF2B5EF4-FFF2-40B4-BE49-F238E27FC236}">
                <a16:creationId xmlns:a16="http://schemas.microsoft.com/office/drawing/2014/main" id="{5081BB63-B907-404A-97E3-78C9548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10025"/>
            <a:ext cx="1400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20" name="text-168">
            <a:extLst xmlns:a="http://schemas.openxmlformats.org/drawingml/2006/main">
              <a:ext uri="{FF2B5EF4-FFF2-40B4-BE49-F238E27FC236}">
                <a16:creationId xmlns:a16="http://schemas.microsoft.com/office/drawing/2014/main" id="{03783103-1D19-44A7-B4B2-4AD1B99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1247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DDR</a:t>
            </a:r>
          </a:p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コントローラー</a:t>
            </a:r>
          </a:p>
        </p:txBody>
      </p:sp>
      <p:sp>
        <p:nvSpPr>
          <p:cNvPr id="21" name="text-169">
            <a:extLst xmlns:a="http://schemas.openxmlformats.org/drawingml/2006/main">
              <a:ext uri="{FF2B5EF4-FFF2-40B4-BE49-F238E27FC236}">
                <a16:creationId xmlns:a16="http://schemas.microsoft.com/office/drawing/2014/main" id="{0F914308-9B47-482F-A6C1-2F23CE6C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67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AMD提供（MIG）</a:t>
            </a:r>
          </a:p>
        </p:txBody>
      </p:sp>
      <p:sp>
        <p:nvSpPr>
          <p:cNvPr id="22" name="wire-170">
            <a:extLst xmlns:a="http://schemas.openxmlformats.org/drawingml/2006/main">
              <a:ext uri="{FF2B5EF4-FFF2-40B4-BE49-F238E27FC236}">
                <a16:creationId xmlns:a16="http://schemas.microsoft.com/office/drawing/2014/main" id="{152E8D2B-401B-431D-B970-F783A1C0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3" name="circuit-171">
            <a:extLst xmlns:a="http://schemas.openxmlformats.org/drawingml/2006/main">
              <a:ext uri="{FF2B5EF4-FFF2-40B4-BE49-F238E27FC236}">
                <a16:creationId xmlns:a16="http://schemas.microsoft.com/office/drawing/2014/main" id="{10F0DF16-8500-4B36-BF8C-D37F0768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4" name="wire-172">
            <a:extLst xmlns:a="http://schemas.openxmlformats.org/drawingml/2006/main">
              <a:ext uri="{FF2B5EF4-FFF2-40B4-BE49-F238E27FC236}">
                <a16:creationId xmlns:a16="http://schemas.microsoft.com/office/drawing/2014/main" id="{B727B0AA-5A51-4971-9545-15A436E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5" name="circuit-173">
            <a:extLst xmlns:a="http://schemas.openxmlformats.org/drawingml/2006/main">
              <a:ext uri="{FF2B5EF4-FFF2-40B4-BE49-F238E27FC236}">
                <a16:creationId xmlns:a16="http://schemas.microsoft.com/office/drawing/2014/main" id="{C8F5430D-2A1C-43B4-9803-52FECFA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6" name="wire-174">
            <a:extLst xmlns:a="http://schemas.openxmlformats.org/drawingml/2006/main">
              <a:ext uri="{FF2B5EF4-FFF2-40B4-BE49-F238E27FC236}">
                <a16:creationId xmlns:a16="http://schemas.microsoft.com/office/drawing/2014/main" id="{7785FBCE-4890-48A5-8C77-D78F225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9525" cy="247650"/>
          </a:xfrm>
          <a:custGeom xmlns:a="http://schemas.openxmlformats.org/drawingml/2006/main"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27" name="wire-175">
            <a:extLst xmlns:a="http://schemas.openxmlformats.org/drawingml/2006/main">
              <a:ext uri="{FF2B5EF4-FFF2-40B4-BE49-F238E27FC236}">
                <a16:creationId xmlns:a16="http://schemas.microsoft.com/office/drawing/2014/main" id="{98260867-D04B-42F0-93BA-2FA47C40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8" name="circuit-176">
            <a:extLst xmlns:a="http://schemas.openxmlformats.org/drawingml/2006/main">
              <a:ext uri="{FF2B5EF4-FFF2-40B4-BE49-F238E27FC236}">
                <a16:creationId xmlns:a16="http://schemas.microsoft.com/office/drawing/2014/main" id="{FC96011F-36C9-4B86-AE34-04D6BD13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9" name="wire-177">
            <a:extLst xmlns:a="http://schemas.openxmlformats.org/drawingml/2006/main">
              <a:ext uri="{FF2B5EF4-FFF2-40B4-BE49-F238E27FC236}">
                <a16:creationId xmlns:a16="http://schemas.microsoft.com/office/drawing/2014/main" id="{E8C44936-8294-4AAC-98E4-06FB8EF7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114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0" name="circuit-178">
            <a:extLst xmlns:a="http://schemas.openxmlformats.org/drawingml/2006/main">
              <a:ext uri="{FF2B5EF4-FFF2-40B4-BE49-F238E27FC236}">
                <a16:creationId xmlns:a16="http://schemas.microsoft.com/office/drawing/2014/main" id="{CBF3D813-EC16-40B5-955E-32E1662B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1" name="wire-179">
            <a:extLst xmlns:a="http://schemas.openxmlformats.org/drawingml/2006/main">
              <a:ext uri="{FF2B5EF4-FFF2-40B4-BE49-F238E27FC236}">
                <a16:creationId xmlns:a16="http://schemas.microsoft.com/office/drawing/2014/main" id="{C7B125C9-C58A-4732-BAFB-DEBDAEFA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2" name="circuit-180">
            <a:extLst xmlns:a="http://schemas.openxmlformats.org/drawingml/2006/main">
              <a:ext uri="{FF2B5EF4-FFF2-40B4-BE49-F238E27FC236}">
                <a16:creationId xmlns:a16="http://schemas.microsoft.com/office/drawing/2014/main" id="{B395A89A-17FF-4553-9B57-F270220D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3" name="wire-181">
            <a:extLst xmlns:a="http://schemas.openxmlformats.org/drawingml/2006/main">
              <a:ext uri="{FF2B5EF4-FFF2-40B4-BE49-F238E27FC236}">
                <a16:creationId xmlns:a16="http://schemas.microsoft.com/office/drawing/2014/main" id="{E80BBE1F-0F79-4F2C-87AD-571DD16B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4" name="circuit-182">
            <a:extLst xmlns:a="http://schemas.openxmlformats.org/drawingml/2006/main">
              <a:ext uri="{FF2B5EF4-FFF2-40B4-BE49-F238E27FC236}">
                <a16:creationId xmlns:a16="http://schemas.microsoft.com/office/drawing/2014/main" id="{C25292A9-F85D-4AAB-91EF-6F0AEDEF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5" name="text-183">
            <a:extLst xmlns:a="http://schemas.openxmlformats.org/drawingml/2006/main">
              <a:ext uri="{FF2B5EF4-FFF2-40B4-BE49-F238E27FC236}">
                <a16:creationId xmlns:a16="http://schemas.microsoft.com/office/drawing/2014/main" id="{B962B601-F297-497F-B639-2BD758C7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命令の32ビット</a:t>
            </a:r>
          </a:p>
        </p:txBody>
      </p:sp>
      <p:sp>
        <p:nvSpPr>
          <p:cNvPr id="36" name="block-184">
            <a:extLst xmlns:a="http://schemas.openxmlformats.org/drawingml/2006/main">
              <a:ext uri="{FF2B5EF4-FFF2-40B4-BE49-F238E27FC236}">
                <a16:creationId xmlns:a16="http://schemas.microsoft.com/office/drawing/2014/main" id="{F26A5C06-A502-47D2-8190-0B81506C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37" name="text-185">
            <a:extLst xmlns:a="http://schemas.openxmlformats.org/drawingml/2006/main">
              <a:ext uri="{FF2B5EF4-FFF2-40B4-BE49-F238E27FC236}">
                <a16:creationId xmlns:a16="http://schemas.microsoft.com/office/drawing/2014/main" id="{877A5F51-EBBA-471B-B981-B23EEB44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1257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[31:20]</a:t>
            </a:r>
          </a:p>
        </p:txBody>
      </p:sp>
      <p:sp>
        <p:nvSpPr>
          <p:cNvPr id="38" name="text-186">
            <a:extLst xmlns:a="http://schemas.openxmlformats.org/drawingml/2006/main">
              <a:ext uri="{FF2B5EF4-FFF2-40B4-BE49-F238E27FC236}">
                <a16:creationId xmlns:a16="http://schemas.microsoft.com/office/drawing/2014/main" id="{C3A1ABE8-8DB4-4F52-A8DD-B4E4C00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000000001000</a:t>
            </a:r>
          </a:p>
        </p:txBody>
      </p:sp>
      <p:sp>
        <p:nvSpPr>
          <p:cNvPr id="39" name="block-187">
            <a:extLst xmlns:a="http://schemas.openxmlformats.org/drawingml/2006/main">
              <a:ext uri="{FF2B5EF4-FFF2-40B4-BE49-F238E27FC236}">
                <a16:creationId xmlns:a16="http://schemas.microsoft.com/office/drawing/2014/main" id="{28E56132-92B2-4A16-9206-BFBD9FDB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40" name="text-188">
            <a:extLst xmlns:a="http://schemas.openxmlformats.org/drawingml/2006/main">
              <a:ext uri="{FF2B5EF4-FFF2-40B4-BE49-F238E27FC236}">
                <a16:creationId xmlns:a16="http://schemas.microsoft.com/office/drawing/2014/main" id="{A1F33633-F5AD-42D6-865B-0F0D71A5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[19:15]</a:t>
            </a:r>
          </a:p>
        </p:txBody>
      </p:sp>
      <p:sp>
        <p:nvSpPr>
          <p:cNvPr id="41" name="text-189">
            <a:extLst xmlns:a="http://schemas.openxmlformats.org/drawingml/2006/main">
              <a:ext uri="{FF2B5EF4-FFF2-40B4-BE49-F238E27FC236}">
                <a16:creationId xmlns:a16="http://schemas.microsoft.com/office/drawing/2014/main" id="{2B1046EF-1CAE-44E6-82D8-D2F0CA77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00000</a:t>
            </a:r>
          </a:p>
        </p:txBody>
      </p:sp>
      <p:sp>
        <p:nvSpPr>
          <p:cNvPr id="42" name="block-190">
            <a:extLst xmlns:a="http://schemas.openxmlformats.org/drawingml/2006/main">
              <a:ext uri="{FF2B5EF4-FFF2-40B4-BE49-F238E27FC236}">
                <a16:creationId xmlns:a16="http://schemas.microsoft.com/office/drawing/2014/main" id="{5781BCA5-39CD-44E0-8DD5-B0F3847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43" name="text-191">
            <a:extLst xmlns:a="http://schemas.openxmlformats.org/drawingml/2006/main">
              <a:ext uri="{FF2B5EF4-FFF2-40B4-BE49-F238E27FC236}">
                <a16:creationId xmlns:a16="http://schemas.microsoft.com/office/drawing/2014/main" id="{3184CFA6-FEC3-48A9-A14C-B04A3E56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48000"/>
            <a:ext cx="438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[14:12]</a:t>
            </a:r>
          </a:p>
        </p:txBody>
      </p:sp>
      <p:sp>
        <p:nvSpPr>
          <p:cNvPr id="44" name="text-192">
            <a:extLst xmlns:a="http://schemas.openxmlformats.org/drawingml/2006/main">
              <a:ext uri="{FF2B5EF4-FFF2-40B4-BE49-F238E27FC236}">
                <a16:creationId xmlns:a16="http://schemas.microsoft.com/office/drawing/2014/main" id="{DC33029B-B718-4E92-A73D-5DC566C6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45" name="block-193">
            <a:extLst xmlns:a="http://schemas.openxmlformats.org/drawingml/2006/main">
              <a:ext uri="{FF2B5EF4-FFF2-40B4-BE49-F238E27FC236}">
                <a16:creationId xmlns:a16="http://schemas.microsoft.com/office/drawing/2014/main" id="{798D08EF-3D51-41C3-97F0-6BBB2F24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46" name="text-194">
            <a:extLst xmlns:a="http://schemas.openxmlformats.org/drawingml/2006/main">
              <a:ext uri="{FF2B5EF4-FFF2-40B4-BE49-F238E27FC236}">
                <a16:creationId xmlns:a16="http://schemas.microsoft.com/office/drawing/2014/main" id="{55E44158-3661-4FB4-A7BC-D0BDDEA9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[11:7]</a:t>
            </a:r>
          </a:p>
        </p:txBody>
      </p:sp>
      <p:sp>
        <p:nvSpPr>
          <p:cNvPr id="47" name="text-195">
            <a:extLst xmlns:a="http://schemas.openxmlformats.org/drawingml/2006/main">
              <a:ext uri="{FF2B5EF4-FFF2-40B4-BE49-F238E27FC236}">
                <a16:creationId xmlns:a16="http://schemas.microsoft.com/office/drawing/2014/main" id="{8D0A2014-3169-4DCB-AE90-CA8E7153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00001</a:t>
            </a:r>
          </a:p>
        </p:txBody>
      </p:sp>
      <p:sp>
        <p:nvSpPr>
          <p:cNvPr id="48" name="block-196">
            <a:extLst xmlns:a="http://schemas.openxmlformats.org/drawingml/2006/main">
              <a:ext uri="{FF2B5EF4-FFF2-40B4-BE49-F238E27FC236}">
                <a16:creationId xmlns:a16="http://schemas.microsoft.com/office/drawing/2014/main" id="{F039252E-8848-42EF-90CF-7BBAC48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49" name="text-197">
            <a:extLst xmlns:a="http://schemas.openxmlformats.org/drawingml/2006/main">
              <a:ext uri="{FF2B5EF4-FFF2-40B4-BE49-F238E27FC236}">
                <a16:creationId xmlns:a16="http://schemas.microsoft.com/office/drawing/2014/main" id="{6D43DB5C-5C96-4B2C-A4E3-96965274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[6:0]</a:t>
            </a:r>
          </a:p>
        </p:txBody>
      </p:sp>
      <p:sp>
        <p:nvSpPr>
          <p:cNvPr id="50" name="text-198">
            <a:extLst xmlns:a="http://schemas.openxmlformats.org/drawingml/2006/main">
              <a:ext uri="{FF2B5EF4-FFF2-40B4-BE49-F238E27FC236}">
                <a16:creationId xmlns:a16="http://schemas.microsoft.com/office/drawing/2014/main" id="{3BCE2D1A-A47E-4238-BADC-B29609C0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0000011</a:t>
            </a:r>
          </a:p>
        </p:txBody>
      </p:sp>
      <p:sp>
        <p:nvSpPr>
          <p:cNvPr id="51" name="board-stable-pc">
            <a:extLst xmlns:a="http://schemas.openxmlformats.org/drawingml/2006/main">
              <a:ext uri="{FF2B5EF4-FFF2-40B4-BE49-F238E27FC236}">
                <a16:creationId xmlns:a16="http://schemas.microsoft.com/office/drawing/2014/main" id="{2DA1F832-85AA-4BBC-B81B-B9187181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314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52" name="text-200">
            <a:extLst xmlns:a="http://schemas.openxmlformats.org/drawingml/2006/main">
              <a:ext uri="{FF2B5EF4-FFF2-40B4-BE49-F238E27FC236}">
                <a16:creationId xmlns:a16="http://schemas.microsoft.com/office/drawing/2014/main" id="{B31AA278-9142-4C6C-928A-0FDEFA40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D Q</a:t>
            </a:r>
          </a:p>
        </p:txBody>
      </p:sp>
      <p:sp>
        <p:nvSpPr>
          <p:cNvPr id="53" name="circuit-201">
            <a:extLst xmlns:a="http://schemas.openxmlformats.org/drawingml/2006/main">
              <a:ext uri="{FF2B5EF4-FFF2-40B4-BE49-F238E27FC236}">
                <a16:creationId xmlns:a16="http://schemas.microsoft.com/office/drawing/2014/main" id="{49BA74E0-E70E-445C-B431-87E81065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0"/>
                </a:moveTo>
                <a:lnTo>
                  <a:pt x="85725" y="95250"/>
                </a:lnTo>
                <a:lnTo>
                  <a:pt x="1714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54" name="wire-202">
            <a:extLst xmlns:a="http://schemas.openxmlformats.org/drawingml/2006/main">
              <a:ext uri="{FF2B5EF4-FFF2-40B4-BE49-F238E27FC236}">
                <a16:creationId xmlns:a16="http://schemas.microsoft.com/office/drawing/2014/main" id="{D61F2CEE-10E0-4B95-903F-11EECEC7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55" name="text-203">
            <a:extLst xmlns:a="http://schemas.openxmlformats.org/drawingml/2006/main">
              <a:ext uri="{FF2B5EF4-FFF2-40B4-BE49-F238E27FC236}">
                <a16:creationId xmlns:a16="http://schemas.microsoft.com/office/drawing/2014/main" id="{318D9FF2-820A-4A90-9A7D-86E8F5E9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42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clk</a:t>
            </a:r>
          </a:p>
        </p:txBody>
      </p:sp>
      <p:sp>
        <p:nvSpPr>
          <p:cNvPr id="56" name="text-204">
            <a:extLst xmlns:a="http://schemas.openxmlformats.org/drawingml/2006/main">
              <a:ext uri="{FF2B5EF4-FFF2-40B4-BE49-F238E27FC236}">
                <a16:creationId xmlns:a16="http://schemas.microsoft.com/office/drawing/2014/main" id="{673045E9-E2A4-4379-9DA3-0F0EE1C2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57" name="wire-205">
            <a:extLst xmlns:a="http://schemas.openxmlformats.org/drawingml/2006/main">
              <a:ext uri="{FF2B5EF4-FFF2-40B4-BE49-F238E27FC236}">
                <a16:creationId xmlns:a16="http://schemas.microsoft.com/office/drawing/2014/main" id="{FCEF7C6A-6B29-48EA-BD9F-6F7F1CC6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577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58" name="circuit-206">
            <a:extLst xmlns:a="http://schemas.openxmlformats.org/drawingml/2006/main">
              <a:ext uri="{FF2B5EF4-FFF2-40B4-BE49-F238E27FC236}">
                <a16:creationId xmlns:a16="http://schemas.microsoft.com/office/drawing/2014/main" id="{0174C76D-1EFE-4FD1-9538-2BBFF61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59" name="text-207">
            <a:extLst xmlns:a="http://schemas.openxmlformats.org/drawingml/2006/main">
              <a:ext uri="{FF2B5EF4-FFF2-40B4-BE49-F238E27FC236}">
                <a16:creationId xmlns:a16="http://schemas.microsoft.com/office/drawing/2014/main" id="{04B9C0C0-878C-48FE-B658-4FC63101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0" name="board-stable-fetch">
            <a:extLst xmlns:a="http://schemas.openxmlformats.org/drawingml/2006/main">
              <a:ext uri="{FF2B5EF4-FFF2-40B4-BE49-F238E27FC236}">
                <a16:creationId xmlns:a16="http://schemas.microsoft.com/office/drawing/2014/main" id="{E54A00FD-D457-43E9-B08D-3DF40B9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1381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1" name="text-209">
            <a:extLst xmlns:a="http://schemas.openxmlformats.org/drawingml/2006/main">
              <a:ext uri="{FF2B5EF4-FFF2-40B4-BE49-F238E27FC236}">
                <a16:creationId xmlns:a16="http://schemas.microsoft.com/office/drawing/2014/main" id="{88E85282-03EC-4A81-B487-6D9C5253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1266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命令読出し</a:t>
            </a:r>
          </a:p>
        </p:txBody>
      </p:sp>
      <p:sp>
        <p:nvSpPr>
          <p:cNvPr id="62" name="text-210">
            <a:extLst xmlns:a="http://schemas.openxmlformats.org/drawingml/2006/main">
              <a:ext uri="{FF2B5EF4-FFF2-40B4-BE49-F238E27FC236}">
                <a16:creationId xmlns:a16="http://schemas.microsoft.com/office/drawing/2014/main" id="{467FB01E-F76C-49DF-A944-ED51AF4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3" name="text-211">
            <a:extLst xmlns:a="http://schemas.openxmlformats.org/drawingml/2006/main">
              <a:ext uri="{FF2B5EF4-FFF2-40B4-BE49-F238E27FC236}">
                <a16:creationId xmlns:a16="http://schemas.microsoft.com/office/drawing/2014/main" id="{6EF2AB4E-E0A0-4BBF-A861-7786093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34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64" name="text-212">
            <a:extLst xmlns:a="http://schemas.openxmlformats.org/drawingml/2006/main">
              <a:ext uri="{FF2B5EF4-FFF2-40B4-BE49-F238E27FC236}">
                <a16:creationId xmlns:a16="http://schemas.microsoft.com/office/drawing/2014/main" id="{7454CADE-4100-479F-A3BD-33AA4E00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962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0：lw x1,8(x0)</a:t>
            </a:r>
          </a:p>
        </p:txBody>
      </p:sp>
      <p:sp>
        <p:nvSpPr>
          <p:cNvPr id="65" name="wire-213">
            <a:extLst xmlns:a="http://schemas.openxmlformats.org/drawingml/2006/main">
              <a:ext uri="{FF2B5EF4-FFF2-40B4-BE49-F238E27FC236}">
                <a16:creationId xmlns:a16="http://schemas.microsoft.com/office/drawing/2014/main" id="{D0B71FC9-E0F0-44AA-80B6-E09616BD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57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66" name="wire-214">
            <a:extLst xmlns:a="http://schemas.openxmlformats.org/drawingml/2006/main">
              <a:ext uri="{FF2B5EF4-FFF2-40B4-BE49-F238E27FC236}">
                <a16:creationId xmlns:a16="http://schemas.microsoft.com/office/drawing/2014/main" id="{14F3B0B0-5BB2-496D-84EF-50593E4B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9525" cy="1076325"/>
          </a:xfrm>
          <a:custGeom xmlns:a="http://schemas.openxmlformats.org/drawingml/2006/main">
            <a:pathLst>
              <a:path w="9525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67" name="wire-215">
            <a:extLst xmlns:a="http://schemas.openxmlformats.org/drawingml/2006/main">
              <a:ext uri="{FF2B5EF4-FFF2-40B4-BE49-F238E27FC236}">
                <a16:creationId xmlns:a16="http://schemas.microsoft.com/office/drawing/2014/main" id="{A2D35536-DBBC-479F-9CE9-CF551F5C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68" name="circuit-216">
            <a:extLst xmlns:a="http://schemas.openxmlformats.org/drawingml/2006/main">
              <a:ext uri="{FF2B5EF4-FFF2-40B4-BE49-F238E27FC236}">
                <a16:creationId xmlns:a16="http://schemas.microsoft.com/office/drawing/2014/main" id="{2EB9916E-3EA5-4573-B78D-C9028F13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49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69" name="wire-217">
            <a:extLst xmlns:a="http://schemas.openxmlformats.org/drawingml/2006/main">
              <a:ext uri="{FF2B5EF4-FFF2-40B4-BE49-F238E27FC236}">
                <a16:creationId xmlns:a16="http://schemas.microsoft.com/office/drawing/2014/main" id="{349C62F8-550A-4977-8BE8-2A82DA2E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14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70" name="wire-218">
            <a:extLst xmlns:a="http://schemas.openxmlformats.org/drawingml/2006/main">
              <a:ext uri="{FF2B5EF4-FFF2-40B4-BE49-F238E27FC236}">
                <a16:creationId xmlns:a16="http://schemas.microsoft.com/office/drawing/2014/main" id="{52ED90FD-5339-47C6-A257-C926401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1352550" cy="9525"/>
          </a:xfrm>
          <a:custGeom xmlns:a="http://schemas.openxmlformats.org/drawingml/2006/main">
            <a:pathLst>
              <a:path w="1352550" h="9525">
                <a:moveTo>
                  <a:pt x="13525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71" name="wire-219">
            <a:extLst xmlns:a="http://schemas.openxmlformats.org/drawingml/2006/main">
              <a:ext uri="{FF2B5EF4-FFF2-40B4-BE49-F238E27FC236}">
                <a16:creationId xmlns:a16="http://schemas.microsoft.com/office/drawing/2014/main" id="{0E2AE5FE-9C4F-4DF4-99BA-5F4D49B8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9525" cy="561975"/>
          </a:xfrm>
          <a:custGeom xmlns:a="http://schemas.openxmlformats.org/drawingml/2006/main"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72" name="wire-220">
            <a:extLst xmlns:a="http://schemas.openxmlformats.org/drawingml/2006/main">
              <a:ext uri="{FF2B5EF4-FFF2-40B4-BE49-F238E27FC236}">
                <a16:creationId xmlns:a16="http://schemas.microsoft.com/office/drawing/2014/main" id="{38372D26-D86C-4CE7-9601-D85564E1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73" name="circuit-221">
            <a:extLst xmlns:a="http://schemas.openxmlformats.org/drawingml/2006/main">
              <a:ext uri="{FF2B5EF4-FFF2-40B4-BE49-F238E27FC236}">
                <a16:creationId xmlns:a16="http://schemas.microsoft.com/office/drawing/2014/main" id="{F8CAC7EF-ABD8-401C-894F-5635BC9A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74" name="wire-222">
            <a:extLst xmlns:a="http://schemas.openxmlformats.org/drawingml/2006/main">
              <a:ext uri="{FF2B5EF4-FFF2-40B4-BE49-F238E27FC236}">
                <a16:creationId xmlns:a16="http://schemas.microsoft.com/office/drawing/2014/main" id="{DA028E2C-C3A3-40CA-BFD2-C6ADC6E8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147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75" name="wire-223">
            <a:extLst xmlns:a="http://schemas.openxmlformats.org/drawingml/2006/main">
              <a:ext uri="{FF2B5EF4-FFF2-40B4-BE49-F238E27FC236}">
                <a16:creationId xmlns:a16="http://schemas.microsoft.com/office/drawing/2014/main" id="{6750DD79-82FD-405F-9F2F-29F91DDD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1400"/>
            <a:ext cx="1724025" cy="9525"/>
          </a:xfrm>
          <a:custGeom xmlns:a="http://schemas.openxmlformats.org/drawingml/2006/main">
            <a:pathLst>
              <a:path w="1724025" h="9525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76" name="wire-224">
            <a:extLst xmlns:a="http://schemas.openxmlformats.org/drawingml/2006/main">
              <a:ext uri="{FF2B5EF4-FFF2-40B4-BE49-F238E27FC236}">
                <a16:creationId xmlns:a16="http://schemas.microsoft.com/office/drawing/2014/main" id="{5F4334AD-A516-4245-A78A-6591864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9525" cy="1257300"/>
          </a:xfrm>
          <a:custGeom xmlns:a="http://schemas.openxmlformats.org/drawingml/2006/main">
            <a:pathLst>
              <a:path w="9525"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77" name="wire-225">
            <a:extLst xmlns:a="http://schemas.openxmlformats.org/drawingml/2006/main">
              <a:ext uri="{FF2B5EF4-FFF2-40B4-BE49-F238E27FC236}">
                <a16:creationId xmlns:a16="http://schemas.microsoft.com/office/drawing/2014/main" id="{FE46CEDA-533A-400E-A4E9-E8F98985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38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78" name="circuit-226">
            <a:extLst xmlns:a="http://schemas.openxmlformats.org/drawingml/2006/main">
              <a:ext uri="{FF2B5EF4-FFF2-40B4-BE49-F238E27FC236}">
                <a16:creationId xmlns:a16="http://schemas.microsoft.com/office/drawing/2014/main" id="{DEF110FB-94B3-476F-B8C4-6A5EF20D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7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79" name="wire-227">
            <a:extLst xmlns:a="http://schemas.openxmlformats.org/drawingml/2006/main">
              <a:ext uri="{FF2B5EF4-FFF2-40B4-BE49-F238E27FC236}">
                <a16:creationId xmlns:a16="http://schemas.microsoft.com/office/drawing/2014/main" id="{FED66082-A110-467C-B9CC-CA279889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514725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0" name="wire-228">
            <a:extLst xmlns:a="http://schemas.openxmlformats.org/drawingml/2006/main">
              <a:ext uri="{FF2B5EF4-FFF2-40B4-BE49-F238E27FC236}">
                <a16:creationId xmlns:a16="http://schemas.microsoft.com/office/drawing/2014/main" id="{42534284-C117-44AF-BFD5-6EAAC12C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2533650" cy="9525"/>
          </a:xfrm>
          <a:custGeom xmlns:a="http://schemas.openxmlformats.org/drawingml/2006/main">
            <a:pathLst>
              <a:path w="2533650" h="9525">
                <a:moveTo>
                  <a:pt x="2533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1" name="wire-229">
            <a:extLst xmlns:a="http://schemas.openxmlformats.org/drawingml/2006/main">
              <a:ext uri="{FF2B5EF4-FFF2-40B4-BE49-F238E27FC236}">
                <a16:creationId xmlns:a16="http://schemas.microsoft.com/office/drawing/2014/main" id="{6A1A2CBA-8B09-4FDD-B3C4-B95274A2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9525" cy="1171575"/>
          </a:xfrm>
          <a:custGeom xmlns:a="http://schemas.openxmlformats.org/drawingml/2006/main">
            <a:pathLst>
              <a:path w="9525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2" name="wire-230">
            <a:extLst xmlns:a="http://schemas.openxmlformats.org/drawingml/2006/main">
              <a:ext uri="{FF2B5EF4-FFF2-40B4-BE49-F238E27FC236}">
                <a16:creationId xmlns:a16="http://schemas.microsoft.com/office/drawing/2014/main" id="{E7856830-D3B9-4FE3-ABB3-BAB5EF4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05375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3" name="circuit-231">
            <a:extLst xmlns:a="http://schemas.openxmlformats.org/drawingml/2006/main">
              <a:ext uri="{FF2B5EF4-FFF2-40B4-BE49-F238E27FC236}">
                <a16:creationId xmlns:a16="http://schemas.microsoft.com/office/drawing/2014/main" id="{77A60BCE-F217-4B7F-80A3-242893BB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3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84" name="wire-232">
            <a:extLst xmlns:a="http://schemas.openxmlformats.org/drawingml/2006/main">
              <a:ext uri="{FF2B5EF4-FFF2-40B4-BE49-F238E27FC236}">
                <a16:creationId xmlns:a16="http://schemas.microsoft.com/office/drawing/2014/main" id="{90183529-3BA0-4156-AAF6-DFB5116B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10100"/>
            <a:ext cx="161925" cy="9525"/>
          </a:xfrm>
          <a:custGeom xmlns:a="http://schemas.openxmlformats.org/drawingml/2006/main"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FA9B9"/>
            </a:solidFill>
          </a:ln>
        </p:spPr>
      </p:sp>
      <p:sp>
        <p:nvSpPr>
          <p:cNvPr id="85" name="circuit-233">
            <a:extLst xmlns:a="http://schemas.openxmlformats.org/drawingml/2006/main">
              <a:ext uri="{FF2B5EF4-FFF2-40B4-BE49-F238E27FC236}">
                <a16:creationId xmlns:a16="http://schemas.microsoft.com/office/drawing/2014/main" id="{F606F775-5683-4641-BF47-934DD63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86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86" name="board-stable-rf">
            <a:extLst xmlns:a="http://schemas.openxmlformats.org/drawingml/2006/main">
              <a:ext uri="{FF2B5EF4-FFF2-40B4-BE49-F238E27FC236}">
                <a16:creationId xmlns:a16="http://schemas.microsoft.com/office/drawing/2014/main" id="{E41128AA-F9C7-4499-B5E5-B84BB51F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00475"/>
            <a:ext cx="1571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87" name="circuit-235">
            <a:extLst xmlns:a="http://schemas.openxmlformats.org/drawingml/2006/main">
              <a:ext uri="{FF2B5EF4-FFF2-40B4-BE49-F238E27FC236}">
                <a16:creationId xmlns:a16="http://schemas.microsoft.com/office/drawing/2014/main" id="{3F9EB7DA-3938-4B78-B146-55D4348F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00475"/>
            <a:ext cx="152400" cy="85725"/>
          </a:xfrm>
          <a:custGeom xmlns:a="http://schemas.openxmlformats.org/drawingml/2006/main">
            <a:pathLst>
              <a:path w="152400" h="85725">
                <a:moveTo>
                  <a:pt x="0" y="0"/>
                </a:moveTo>
                <a:lnTo>
                  <a:pt x="76200" y="85725"/>
                </a:lnTo>
                <a:lnTo>
                  <a:pt x="1524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88" name="wire-236">
            <a:extLst xmlns:a="http://schemas.openxmlformats.org/drawingml/2006/main">
              <a:ext uri="{FF2B5EF4-FFF2-40B4-BE49-F238E27FC236}">
                <a16:creationId xmlns:a16="http://schemas.microsoft.com/office/drawing/2014/main" id="{09C9AD61-5631-4E05-A552-CE7683A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89" name="text-237">
            <a:extLst xmlns:a="http://schemas.openxmlformats.org/drawingml/2006/main">
              <a:ext uri="{FF2B5EF4-FFF2-40B4-BE49-F238E27FC236}">
                <a16:creationId xmlns:a16="http://schemas.microsoft.com/office/drawing/2014/main" id="{1BC76DF4-EE93-492D-BE61-F87F233E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957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レジスタ</a:t>
            </a:r>
          </a:p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群</a:t>
            </a:r>
          </a:p>
        </p:txBody>
      </p:sp>
      <p:sp>
        <p:nvSpPr>
          <p:cNvPr id="90" name="text-238">
            <a:extLst xmlns:a="http://schemas.openxmlformats.org/drawingml/2006/main">
              <a:ext uri="{FF2B5EF4-FFF2-40B4-BE49-F238E27FC236}">
                <a16:creationId xmlns:a16="http://schemas.microsoft.com/office/drawing/2014/main" id="{E27DE64B-011E-4C47-B32A-983031CA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91" name="text-239">
            <a:extLst xmlns:a="http://schemas.openxmlformats.org/drawingml/2006/main">
              <a:ext uri="{FF2B5EF4-FFF2-40B4-BE49-F238E27FC236}">
                <a16:creationId xmlns:a16="http://schemas.microsoft.com/office/drawing/2014/main" id="{12067723-4409-4E6A-8A21-DFE05D5F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92" name="text-240">
            <a:extLst xmlns:a="http://schemas.openxmlformats.org/drawingml/2006/main">
              <a:ext uri="{FF2B5EF4-FFF2-40B4-BE49-F238E27FC236}">
                <a16:creationId xmlns:a16="http://schemas.microsoft.com/office/drawing/2014/main" id="{F985FC29-36FA-4E22-9585-5984DE9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93" name="text-241">
            <a:extLst xmlns:a="http://schemas.openxmlformats.org/drawingml/2006/main">
              <a:ext uri="{FF2B5EF4-FFF2-40B4-BE49-F238E27FC236}">
                <a16:creationId xmlns:a16="http://schemas.microsoft.com/office/drawing/2014/main" id="{B03A097A-46BD-401B-9510-5C069FDD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57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WD3</a:t>
            </a:r>
          </a:p>
        </p:txBody>
      </p:sp>
      <p:sp>
        <p:nvSpPr>
          <p:cNvPr id="94" name="text-242">
            <a:extLst xmlns:a="http://schemas.openxmlformats.org/drawingml/2006/main">
              <a:ext uri="{FF2B5EF4-FFF2-40B4-BE49-F238E27FC236}">
                <a16:creationId xmlns:a16="http://schemas.microsoft.com/office/drawing/2014/main" id="{7C0F16A7-FF9C-4198-B830-28C0446C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RD1</a:t>
            </a:r>
          </a:p>
        </p:txBody>
      </p:sp>
      <p:sp>
        <p:nvSpPr>
          <p:cNvPr id="95" name="text-243">
            <a:extLst xmlns:a="http://schemas.openxmlformats.org/drawingml/2006/main">
              <a:ext uri="{FF2B5EF4-FFF2-40B4-BE49-F238E27FC236}">
                <a16:creationId xmlns:a16="http://schemas.microsoft.com/office/drawing/2014/main" id="{C4C247A3-E4FF-452E-AAC8-F01C7364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RD2</a:t>
            </a:r>
          </a:p>
        </p:txBody>
      </p:sp>
      <p:sp>
        <p:nvSpPr>
          <p:cNvPr id="96" name="text-244">
            <a:extLst xmlns:a="http://schemas.openxmlformats.org/drawingml/2006/main">
              <a:ext uri="{FF2B5EF4-FFF2-40B4-BE49-F238E27FC236}">
                <a16:creationId xmlns:a16="http://schemas.microsoft.com/office/drawing/2014/main" id="{CA9B8D78-63D7-4F64-A1F4-C12715DF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952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WE3</a:t>
            </a:r>
          </a:p>
        </p:txBody>
      </p:sp>
      <p:sp>
        <p:nvSpPr>
          <p:cNvPr id="97" name="wire-245">
            <a:extLst xmlns:a="http://schemas.openxmlformats.org/drawingml/2006/main">
              <a:ext uri="{FF2B5EF4-FFF2-40B4-BE49-F238E27FC236}">
                <a16:creationId xmlns:a16="http://schemas.microsoft.com/office/drawing/2014/main" id="{00BD5A14-D6DC-4AF6-9A7C-8D57F8B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10050"/>
            <a:ext cx="628650" cy="9525"/>
          </a:xfrm>
          <a:custGeom xmlns:a="http://schemas.openxmlformats.org/drawingml/2006/main"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31F20"/>
            </a:solidFill>
          </a:ln>
        </p:spPr>
      </p:sp>
      <p:sp>
        <p:nvSpPr>
          <p:cNvPr id="98" name="circuit-246">
            <a:extLst xmlns:a="http://schemas.openxmlformats.org/drawingml/2006/main">
              <a:ext uri="{FF2B5EF4-FFF2-40B4-BE49-F238E27FC236}">
                <a16:creationId xmlns:a16="http://schemas.microsoft.com/office/drawing/2014/main" id="{7829476D-D618-4D83-BED9-D886B4E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99" name="text-247">
            <a:extLst xmlns:a="http://schemas.openxmlformats.org/drawingml/2006/main">
              <a:ext uri="{FF2B5EF4-FFF2-40B4-BE49-F238E27FC236}">
                <a16:creationId xmlns:a16="http://schemas.microsoft.com/office/drawing/2014/main" id="{2A2BC9FB-EDE2-4BED-A08E-735FDCB8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95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board-stable-alu">
            <a:extLst xmlns:a="http://schemas.openxmlformats.org/drawingml/2006/main">
              <a:ext uri="{FF2B5EF4-FFF2-40B4-BE49-F238E27FC236}">
                <a16:creationId xmlns:a16="http://schemas.microsoft.com/office/drawing/2014/main" id="{5EC808E5-16C7-4F22-9BC2-A18D5C30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67175"/>
            <a:ext cx="647700" cy="933450"/>
          </a:xfrm>
          <a:custGeom xmlns:a="http://schemas.openxmlformats.org/drawingml/2006/main">
            <a:pathLst>
              <a:path w="647700" h="933450">
                <a:moveTo>
                  <a:pt x="0" y="0"/>
                </a:moveTo>
                <a:lnTo>
                  <a:pt x="647700" y="171450"/>
                </a:lnTo>
                <a:lnTo>
                  <a:pt x="647700" y="742950"/>
                </a:lnTo>
                <a:lnTo>
                  <a:pt x="0" y="933450"/>
                </a:lnTo>
                <a:lnTo>
                  <a:pt x="0" y="571500"/>
                </a:lnTo>
                <a:lnTo>
                  <a:pt x="171450" y="4572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101" name="text-249">
            <a:extLst xmlns:a="http://schemas.openxmlformats.org/drawingml/2006/main">
              <a:ext uri="{FF2B5EF4-FFF2-40B4-BE49-F238E27FC236}">
                <a16:creationId xmlns:a16="http://schemas.microsoft.com/office/drawing/2014/main" id="{BC20BECD-EB9A-4920-9751-62B5F6BA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ALU</a:t>
            </a:r>
          </a:p>
        </p:txBody>
      </p:sp>
      <p:sp>
        <p:nvSpPr>
          <p:cNvPr id="102" name="text-250">
            <a:extLst xmlns:a="http://schemas.openxmlformats.org/drawingml/2006/main">
              <a:ext uri="{FF2B5EF4-FFF2-40B4-BE49-F238E27FC236}">
                <a16:creationId xmlns:a16="http://schemas.microsoft.com/office/drawing/2014/main" id="{E3EBBF3F-084D-40C2-9FFC-74D55F2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43400"/>
            <a:ext cx="314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3" name="text-251">
            <a:extLst xmlns:a="http://schemas.openxmlformats.org/drawingml/2006/main">
              <a:ext uri="{FF2B5EF4-FFF2-40B4-BE49-F238E27FC236}">
                <a16:creationId xmlns:a16="http://schemas.microsoft.com/office/drawing/2014/main" id="{BFCE1882-42BD-40FE-A0F5-A57BD039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96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即値 8</a:t>
            </a:r>
          </a:p>
        </p:txBody>
      </p:sp>
      <p:sp>
        <p:nvSpPr>
          <p:cNvPr id="104" name="wire-252">
            <a:extLst xmlns:a="http://schemas.openxmlformats.org/drawingml/2006/main">
              <a:ext uri="{FF2B5EF4-FFF2-40B4-BE49-F238E27FC236}">
                <a16:creationId xmlns:a16="http://schemas.microsoft.com/office/drawing/2014/main" id="{B926195C-3AF5-4361-ACE9-71DFB593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19600"/>
            <a:ext cx="600075" cy="9525"/>
          </a:xfrm>
          <a:custGeom xmlns:a="http://schemas.openxmlformats.org/drawingml/2006/main">
            <a:pathLst>
              <a:path w="600075" h="9525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05" name="circuit-253">
            <a:extLst xmlns:a="http://schemas.openxmlformats.org/drawingml/2006/main">
              <a:ext uri="{FF2B5EF4-FFF2-40B4-BE49-F238E27FC236}">
                <a16:creationId xmlns:a16="http://schemas.microsoft.com/office/drawing/2014/main" id="{B7B88907-6192-4C34-A515-A3508BB9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81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06" name="text-254">
            <a:extLst xmlns:a="http://schemas.openxmlformats.org/drawingml/2006/main">
              <a:ext uri="{FF2B5EF4-FFF2-40B4-BE49-F238E27FC236}">
                <a16:creationId xmlns:a16="http://schemas.microsoft.com/office/drawing/2014/main" id="{B354E876-A4A0-46DA-9CD4-06C66B03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85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7" name="wire-255">
            <a:extLst xmlns:a="http://schemas.openxmlformats.org/drawingml/2006/main">
              <a:ext uri="{FF2B5EF4-FFF2-40B4-BE49-F238E27FC236}">
                <a16:creationId xmlns:a16="http://schemas.microsoft.com/office/drawing/2014/main" id="{CAA68587-030C-4D8C-9B00-1C2A60F5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10100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08" name="wire-256">
            <a:extLst xmlns:a="http://schemas.openxmlformats.org/drawingml/2006/main">
              <a:ext uri="{FF2B5EF4-FFF2-40B4-BE49-F238E27FC236}">
                <a16:creationId xmlns:a16="http://schemas.microsoft.com/office/drawing/2014/main" id="{942F66D0-2BE8-4D12-8F50-C57DDE7D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9525" cy="771525"/>
          </a:xfrm>
          <a:custGeom xmlns:a="http://schemas.openxmlformats.org/drawingml/2006/main">
            <a:pathLst>
              <a:path w="952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09" name="wire-257">
            <a:extLst xmlns:a="http://schemas.openxmlformats.org/drawingml/2006/main">
              <a:ext uri="{FF2B5EF4-FFF2-40B4-BE49-F238E27FC236}">
                <a16:creationId xmlns:a16="http://schemas.microsoft.com/office/drawing/2014/main" id="{10F1C74B-588A-4514-82D4-CC107043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381625"/>
            <a:ext cx="1628775" cy="9525"/>
          </a:xfrm>
          <a:custGeom xmlns:a="http://schemas.openxmlformats.org/drawingml/2006/main">
            <a:pathLst>
              <a:path w="1628775" h="952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10" name="wire-258">
            <a:extLst xmlns:a="http://schemas.openxmlformats.org/drawingml/2006/main">
              <a:ext uri="{FF2B5EF4-FFF2-40B4-BE49-F238E27FC236}">
                <a16:creationId xmlns:a16="http://schemas.microsoft.com/office/drawing/2014/main" id="{2BBFD116-34D1-41EF-9A94-6ACBC05B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9525" cy="361950"/>
          </a:xfrm>
          <a:custGeom xmlns:a="http://schemas.openxmlformats.org/drawingml/2006/main">
            <a:pathLst>
              <a:path w="952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11" name="wire-259">
            <a:extLst xmlns:a="http://schemas.openxmlformats.org/drawingml/2006/main">
              <a:ext uri="{FF2B5EF4-FFF2-40B4-BE49-F238E27FC236}">
                <a16:creationId xmlns:a16="http://schemas.microsoft.com/office/drawing/2014/main" id="{ADDD4F57-2723-45FF-BA0D-3A21ABB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12" name="circuit-260">
            <a:extLst xmlns:a="http://schemas.openxmlformats.org/drawingml/2006/main">
              <a:ext uri="{FF2B5EF4-FFF2-40B4-BE49-F238E27FC236}">
                <a16:creationId xmlns:a16="http://schemas.microsoft.com/office/drawing/2014/main" id="{2FE5C2EA-C090-4D5B-99F4-51E6BC15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882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13" name="text-261">
            <a:extLst xmlns:a="http://schemas.openxmlformats.org/drawingml/2006/main">
              <a:ext uri="{FF2B5EF4-FFF2-40B4-BE49-F238E27FC236}">
                <a16:creationId xmlns:a16="http://schemas.microsoft.com/office/drawing/2014/main" id="{AB0AA888-D528-410A-A32C-7BCD681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762500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wire-262">
            <a:extLst xmlns:a="http://schemas.openxmlformats.org/drawingml/2006/main">
              <a:ext uri="{FF2B5EF4-FFF2-40B4-BE49-F238E27FC236}">
                <a16:creationId xmlns:a16="http://schemas.microsoft.com/office/drawing/2014/main" id="{3A0B4FA9-B4AF-4C54-834C-3453E98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104775" cy="9525"/>
          </a:xfrm>
          <a:custGeom xmlns:a="http://schemas.openxmlformats.org/drawingml/2006/main">
            <a:pathLst>
              <a:path w="104775" h="9525">
                <a:moveTo>
                  <a:pt x="104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15" name="wire-263">
            <a:extLst xmlns:a="http://schemas.openxmlformats.org/drawingml/2006/main">
              <a:ext uri="{FF2B5EF4-FFF2-40B4-BE49-F238E27FC236}">
                <a16:creationId xmlns:a16="http://schemas.microsoft.com/office/drawing/2014/main" id="{6F1DEFC7-B2B9-4D3A-83A9-9870D0C3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16" name="wire-264">
            <a:extLst xmlns:a="http://schemas.openxmlformats.org/drawingml/2006/main">
              <a:ext uri="{FF2B5EF4-FFF2-40B4-BE49-F238E27FC236}">
                <a16:creationId xmlns:a16="http://schemas.microsoft.com/office/drawing/2014/main" id="{4255A356-54F7-4914-8978-EAB97B13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3514725" cy="9525"/>
          </a:xfrm>
          <a:custGeom xmlns:a="http://schemas.openxmlformats.org/drawingml/2006/main">
            <a:pathLst>
              <a:path w="3514725" h="9525">
                <a:moveTo>
                  <a:pt x="3514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17" name="wire-265">
            <a:extLst xmlns:a="http://schemas.openxmlformats.org/drawingml/2006/main">
              <a:ext uri="{FF2B5EF4-FFF2-40B4-BE49-F238E27FC236}">
                <a16:creationId xmlns:a16="http://schemas.microsoft.com/office/drawing/2014/main" id="{2EB28F07-2873-4F22-96E3-4B5E78B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9525" cy="657225"/>
          </a:xfrm>
          <a:custGeom xmlns:a="http://schemas.openxmlformats.org/drawingml/2006/main">
            <a:pathLst>
              <a:path w="9525" h="657225">
                <a:moveTo>
                  <a:pt x="0" y="657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18" name="wire-266">
            <a:extLst xmlns:a="http://schemas.openxmlformats.org/drawingml/2006/main">
              <a:ext uri="{FF2B5EF4-FFF2-40B4-BE49-F238E27FC236}">
                <a16:creationId xmlns:a16="http://schemas.microsoft.com/office/drawing/2014/main" id="{8AE3E54A-E1AE-4975-A352-21BED136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19" name="circuit-267">
            <a:extLst xmlns:a="http://schemas.openxmlformats.org/drawingml/2006/main">
              <a:ext uri="{FF2B5EF4-FFF2-40B4-BE49-F238E27FC236}">
                <a16:creationId xmlns:a16="http://schemas.microsoft.com/office/drawing/2014/main" id="{557B76B4-C552-48A8-B124-C96D0453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15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20" name="text-268">
            <a:extLst xmlns:a="http://schemas.openxmlformats.org/drawingml/2006/main">
              <a:ext uri="{FF2B5EF4-FFF2-40B4-BE49-F238E27FC236}">
                <a16:creationId xmlns:a16="http://schemas.microsoft.com/office/drawing/2014/main" id="{B57D557C-9D2A-4117-B261-1783C0D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124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1" name="wire-269">
            <a:extLst xmlns:a="http://schemas.openxmlformats.org/drawingml/2006/main">
              <a:ext uri="{FF2B5EF4-FFF2-40B4-BE49-F238E27FC236}">
                <a16:creationId xmlns:a16="http://schemas.microsoft.com/office/drawing/2014/main" id="{ED87799E-7D6D-4DA4-8559-5C0E96D1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22" name="wire-270">
            <a:extLst xmlns:a="http://schemas.openxmlformats.org/drawingml/2006/main">
              <a:ext uri="{FF2B5EF4-FFF2-40B4-BE49-F238E27FC236}">
                <a16:creationId xmlns:a16="http://schemas.microsoft.com/office/drawing/2014/main" id="{483F5095-3856-495C-9258-26CC0E3F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23" name="wire-271">
            <a:extLst xmlns:a="http://schemas.openxmlformats.org/drawingml/2006/main">
              <a:ext uri="{FF2B5EF4-FFF2-40B4-BE49-F238E27FC236}">
                <a16:creationId xmlns:a16="http://schemas.microsoft.com/office/drawing/2014/main" id="{E3380C27-AA76-457A-9E87-E4EC0D33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9525" cy="1638300"/>
          </a:xfrm>
          <a:custGeom xmlns:a="http://schemas.openxmlformats.org/drawingml/2006/main">
            <a:pathLst>
              <a:path w="9525" h="1638300">
                <a:moveTo>
                  <a:pt x="0" y="1638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24" name="wire-272">
            <a:extLst xmlns:a="http://schemas.openxmlformats.org/drawingml/2006/main">
              <a:ext uri="{FF2B5EF4-FFF2-40B4-BE49-F238E27FC236}">
                <a16:creationId xmlns:a16="http://schemas.microsoft.com/office/drawing/2014/main" id="{89452402-9203-4C0E-998D-2907029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25" name="circuit-273">
            <a:extLst xmlns:a="http://schemas.openxmlformats.org/drawingml/2006/main">
              <a:ext uri="{FF2B5EF4-FFF2-40B4-BE49-F238E27FC236}">
                <a16:creationId xmlns:a16="http://schemas.microsoft.com/office/drawing/2014/main" id="{5E2FC778-7035-48AA-AE1C-E9FCD506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4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26" name="wire-274">
            <a:extLst xmlns:a="http://schemas.openxmlformats.org/drawingml/2006/main">
              <a:ext uri="{FF2B5EF4-FFF2-40B4-BE49-F238E27FC236}">
                <a16:creationId xmlns:a16="http://schemas.microsoft.com/office/drawing/2014/main" id="{C91AE15B-D3C6-457C-AF29-9035322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190500" cy="9525"/>
          </a:xfrm>
          <a:custGeom xmlns:a="http://schemas.openxmlformats.org/drawingml/2006/main"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27" name="wire-275">
            <a:extLst xmlns:a="http://schemas.openxmlformats.org/drawingml/2006/main">
              <a:ext uri="{FF2B5EF4-FFF2-40B4-BE49-F238E27FC236}">
                <a16:creationId xmlns:a16="http://schemas.microsoft.com/office/drawing/2014/main" id="{38A9E59D-ED75-4452-B3AD-B28BC095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9525" cy="1581150"/>
          </a:xfrm>
          <a:custGeom xmlns:a="http://schemas.openxmlformats.org/drawingml/2006/main">
            <a:pathLst>
              <a:path w="9525" h="1581150">
                <a:moveTo>
                  <a:pt x="0" y="0"/>
                </a:moveTo>
                <a:lnTo>
                  <a:pt x="0" y="15811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28" name="wire-276">
            <a:extLst xmlns:a="http://schemas.openxmlformats.org/drawingml/2006/main">
              <a:ext uri="{FF2B5EF4-FFF2-40B4-BE49-F238E27FC236}">
                <a16:creationId xmlns:a16="http://schemas.microsoft.com/office/drawing/2014/main" id="{F19E71BA-2638-415B-B520-CE1C7CD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4191000" cy="9525"/>
          </a:xfrm>
          <a:custGeom xmlns:a="http://schemas.openxmlformats.org/drawingml/2006/main">
            <a:pathLst>
              <a:path w="4191000" h="9525">
                <a:moveTo>
                  <a:pt x="419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29" name="wire-277">
            <a:extLst xmlns:a="http://schemas.openxmlformats.org/drawingml/2006/main">
              <a:ext uri="{FF2B5EF4-FFF2-40B4-BE49-F238E27FC236}">
                <a16:creationId xmlns:a16="http://schemas.microsoft.com/office/drawing/2014/main" id="{8548B991-EC1B-40A6-84C5-74E08C44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30" name="circuit-278">
            <a:extLst xmlns:a="http://schemas.openxmlformats.org/drawingml/2006/main">
              <a:ext uri="{FF2B5EF4-FFF2-40B4-BE49-F238E27FC236}">
                <a16:creationId xmlns:a16="http://schemas.microsoft.com/office/drawing/2014/main" id="{52F27BED-541C-413C-8A3B-65E4D956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068" y="5105400"/>
            <a:ext cx="62865" cy="76200"/>
          </a:xfrm>
          <a:custGeom xmlns:a="http://schemas.openxmlformats.org/drawingml/2006/main">
            <a:pathLst>
              <a:path w="62865" h="76200">
                <a:moveTo>
                  <a:pt x="31433" y="0"/>
                </a:moveTo>
                <a:lnTo>
                  <a:pt x="0" y="76200"/>
                </a:lnTo>
                <a:lnTo>
                  <a:pt x="62865" y="7620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31" name="text-279">
            <a:extLst xmlns:a="http://schemas.openxmlformats.org/drawingml/2006/main">
              <a:ext uri="{FF2B5EF4-FFF2-40B4-BE49-F238E27FC236}">
                <a16:creationId xmlns:a16="http://schemas.microsoft.com/office/drawing/2014/main" id="{980EEF1D-CBA3-4951-B2E1-EB04049C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290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命令</a:t>
            </a:r>
          </a:p>
        </p:txBody>
      </p:sp>
      <p:sp>
        <p:nvSpPr>
          <p:cNvPr id="132" name="text-280">
            <a:extLst xmlns:a="http://schemas.openxmlformats.org/drawingml/2006/main">
              <a:ext uri="{FF2B5EF4-FFF2-40B4-BE49-F238E27FC236}">
                <a16:creationId xmlns:a16="http://schemas.microsoft.com/office/drawing/2014/main" id="{EE40A131-40CF-40C5-B7BD-91CCE0CD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4345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133" name="text-281">
            <a:extLst xmlns:a="http://schemas.openxmlformats.org/drawingml/2006/main">
              <a:ext uri="{FF2B5EF4-FFF2-40B4-BE49-F238E27FC236}">
                <a16:creationId xmlns:a16="http://schemas.microsoft.com/office/drawing/2014/main" id="{E872CF60-F618-4693-BE9D-1B9D66D3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DDR3との信号のやり取りは、AMD提供の回路に任せる</a:t>
            </a:r>
          </a:p>
        </p:txBody>
      </p:sp>
      <p:sp>
        <p:nvSpPr>
          <p:cNvPr id="134" name="text-282">
            <a:extLst xmlns:a="http://schemas.openxmlformats.org/drawingml/2006/main">
              <a:ext uri="{FF2B5EF4-FFF2-40B4-BE49-F238E27FC236}">
                <a16:creationId xmlns:a16="http://schemas.microsoft.com/office/drawing/2014/main" id="{C5ECA8E5-A785-43F2-8C0E-742D8E6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4</a:t>
            </a:r>
          </a:p>
        </p:txBody>
      </p:sp>
      <p:sp>
        <p:nvSpPr>
          <p:cNvPr id="135" name="text-283">
            <a:extLst xmlns:a="http://schemas.openxmlformats.org/drawingml/2006/main">
              <a:ext uri="{FF2B5EF4-FFF2-40B4-BE49-F238E27FC236}">
                <a16:creationId xmlns:a16="http://schemas.microsoft.com/office/drawing/2014/main" id="{1ABC4C19-CEB5-4D22-A7E4-96B9FC0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CPU側は番地・読み書きの要求・データを渡す。DDRコントローラーの内部は省略</a:t>
            </a:r>
          </a:p>
        </p:txBody>
      </p:sp>
    </p:spTree>
    <p:extLst>
      <p:ext uri="{BB962C8B-B14F-4D97-AF65-F5344CB8AC3E}">
        <p14:creationId xmlns:p14="http://schemas.microsoft.com/office/powerpoint/2010/main" val="1428587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text-284">
            <a:extLst xmlns:a="http://schemas.openxmlformats.org/drawingml/2006/main">
              <a:ext uri="{FF2B5EF4-FFF2-40B4-BE49-F238E27FC236}">
                <a16:creationId xmlns:a16="http://schemas.microsoft.com/office/drawing/2014/main" id="{4984D61E-BBEE-4664-94C3-2FCD7C63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" name="text-285">
            <a:extLst xmlns:a="http://schemas.openxmlformats.org/drawingml/2006/main">
              <a:ext uri="{FF2B5EF4-FFF2-40B4-BE49-F238E27FC236}">
                <a16:creationId xmlns:a16="http://schemas.microsoft.com/office/drawing/2014/main" id="{C5F56DAB-EDA6-4C31-A022-6592CDB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sw：PCを進め、レジスタの値をDDR3へ書く</a:t>
            </a:r>
          </a:p>
        </p:txBody>
      </p:sp>
      <p:sp>
        <p:nvSpPr>
          <p:cNvPr id="3" name="text-286">
            <a:extLst xmlns:a="http://schemas.openxmlformats.org/drawingml/2006/main">
              <a:ext uri="{FF2B5EF4-FFF2-40B4-BE49-F238E27FC236}">
                <a16:creationId xmlns:a16="http://schemas.microsoft.com/office/drawing/2014/main" id="{3532234E-801A-490A-B34C-3ABE50A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text-287">
            <a:extLst xmlns:a="http://schemas.openxmlformats.org/drawingml/2006/main">
              <a:ext uri="{FF2B5EF4-FFF2-40B4-BE49-F238E27FC236}">
                <a16:creationId xmlns:a16="http://schemas.microsoft.com/office/drawing/2014/main" id="{FF289204-391B-46C6-8FF1-317A5080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0 → 4へPCを更新し、sw x1, 12(x0)を実行する</a:t>
            </a:r>
          </a:p>
        </p:txBody>
      </p:sp>
      <p:sp>
        <p:nvSpPr>
          <p:cNvPr id="5" name="board-stable-board">
            <a:extLst xmlns:a="http://schemas.openxmlformats.org/drawingml/2006/main">
              <a:ext uri="{FF2B5EF4-FFF2-40B4-BE49-F238E27FC236}">
                <a16:creationId xmlns:a16="http://schemas.microsoft.com/office/drawing/2014/main" id="{86016EAA-83AD-4635-A7A9-8B6D494C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" name="text-289">
            <a:extLst xmlns:a="http://schemas.openxmlformats.org/drawingml/2006/main">
              <a:ext uri="{FF2B5EF4-FFF2-40B4-BE49-F238E27FC236}">
                <a16:creationId xmlns:a16="http://schemas.microsoft.com/office/drawing/2014/main" id="{A0C47C81-FA1F-478E-B309-B51F175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FPGAボード / Nexys Video</a:t>
            </a:r>
          </a:p>
        </p:txBody>
      </p:sp>
      <p:sp>
        <p:nvSpPr>
          <p:cNvPr id="7" name="text-290">
            <a:extLst xmlns:a="http://schemas.openxmlformats.org/drawingml/2006/main">
              <a:ext uri="{FF2B5EF4-FFF2-40B4-BE49-F238E27FC236}">
                <a16:creationId xmlns:a16="http://schemas.microsoft.com/office/drawing/2014/main" id="{15AB59DA-1790-432A-96A3-DE930929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669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チップ外の部品</a:t>
            </a:r>
          </a:p>
        </p:txBody>
      </p:sp>
      <p:sp>
        <p:nvSpPr>
          <p:cNvPr id="8" name="board-stable-chip">
            <a:extLst xmlns:a="http://schemas.openxmlformats.org/drawingml/2006/main">
              <a:ext uri="{FF2B5EF4-FFF2-40B4-BE49-F238E27FC236}">
                <a16:creationId xmlns:a16="http://schemas.microsoft.com/office/drawing/2014/main" id="{6054F21F-8FBF-41DD-B3BA-870C1A8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14600"/>
            <a:ext cx="914400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9" name="text-292">
            <a:extLst xmlns:a="http://schemas.openxmlformats.org/drawingml/2006/main">
              <a:ext uri="{FF2B5EF4-FFF2-40B4-BE49-F238E27FC236}">
                <a16:creationId xmlns:a16="http://schemas.microsoft.com/office/drawing/2014/main" id="{6A750D55-C132-4F6C-AD3A-7B96FC47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FPGAチップ</a:t>
            </a:r>
          </a:p>
        </p:txBody>
      </p:sp>
      <p:sp>
        <p:nvSpPr>
          <p:cNvPr id="10" name="board-stable-card">
            <a:extLst xmlns:a="http://schemas.openxmlformats.org/drawingml/2006/main">
              <a:ext uri="{FF2B5EF4-FFF2-40B4-BE49-F238E27FC236}">
                <a16:creationId xmlns:a16="http://schemas.microsoft.com/office/drawing/2014/main" id="{46E69011-04A5-44C2-A191-2CF927B6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1" name="text-294">
            <a:extLst xmlns:a="http://schemas.openxmlformats.org/drawingml/2006/main">
              <a:ext uri="{FF2B5EF4-FFF2-40B4-BE49-F238E27FC236}">
                <a16:creationId xmlns:a16="http://schemas.microsoft.com/office/drawing/2014/main" id="{3D9DBCDE-9370-433B-94E1-E1496704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SDカード</a:t>
            </a:r>
          </a:p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スロット</a:t>
            </a:r>
          </a:p>
        </p:txBody>
      </p:sp>
      <p:sp>
        <p:nvSpPr>
          <p:cNvPr id="12" name="board-stable-memory">
            <a:extLst xmlns:a="http://schemas.openxmlformats.org/drawingml/2006/main">
              <a:ext uri="{FF2B5EF4-FFF2-40B4-BE49-F238E27FC236}">
                <a16:creationId xmlns:a16="http://schemas.microsoft.com/office/drawing/2014/main" id="{346140A8-70C0-425A-A5D5-3CE4557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76675"/>
            <a:ext cx="1543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3" name="text-296">
            <a:extLst xmlns:a="http://schemas.openxmlformats.org/drawingml/2006/main">
              <a:ext uri="{FF2B5EF4-FFF2-40B4-BE49-F238E27FC236}">
                <a16:creationId xmlns:a16="http://schemas.microsoft.com/office/drawing/2014/main" id="{F2D7D019-2838-4709-ABD3-D970628B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DDR3</a:t>
            </a:r>
          </a:p>
        </p:txBody>
      </p:sp>
      <p:sp>
        <p:nvSpPr>
          <p:cNvPr id="14" name="text-297">
            <a:extLst xmlns:a="http://schemas.openxmlformats.org/drawingml/2006/main">
              <a:ext uri="{FF2B5EF4-FFF2-40B4-BE49-F238E27FC236}">
                <a16:creationId xmlns:a16="http://schemas.microsoft.com/office/drawing/2014/main" id="{4789AFD0-AE8C-4223-AA2B-4B9AAC3E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767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12番地：3</a:t>
            </a:r>
          </a:p>
        </p:txBody>
      </p:sp>
      <p:sp>
        <p:nvSpPr>
          <p:cNvPr id="15" name="board-stable-hdmi">
            <a:extLst xmlns:a="http://schemas.openxmlformats.org/drawingml/2006/main">
              <a:ext uri="{FF2B5EF4-FFF2-40B4-BE49-F238E27FC236}">
                <a16:creationId xmlns:a16="http://schemas.microsoft.com/office/drawing/2014/main" id="{36CB6763-C1C3-44ED-A23C-316B486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257800"/>
            <a:ext cx="1543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6" name="text-299">
            <a:extLst xmlns:a="http://schemas.openxmlformats.org/drawingml/2006/main">
              <a:ext uri="{FF2B5EF4-FFF2-40B4-BE49-F238E27FC236}">
                <a16:creationId xmlns:a16="http://schemas.microsoft.com/office/drawing/2014/main" id="{DE24BE2B-48AF-434E-8656-1FC06C1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314950"/>
            <a:ext cx="1390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A9B9"/>
                </a:solidFill>
                <a:latin typeface="Arial"/>
                <a:ea typeface="Arial"/>
                <a:cs typeface="Arial"/>
              </a:rPr>
              <a:t>HDMI OUT</a:t>
            </a:r>
          </a:p>
        </p:txBody>
      </p:sp>
      <p:sp>
        <p:nvSpPr>
          <p:cNvPr id="17" name="board-stable-bus">
            <a:extLst xmlns:a="http://schemas.openxmlformats.org/drawingml/2006/main">
              <a:ext uri="{FF2B5EF4-FFF2-40B4-BE49-F238E27FC236}">
                <a16:creationId xmlns:a16="http://schemas.microsoft.com/office/drawing/2014/main" id="{F7FF5A28-0BC1-4FAE-8D60-A8EC331D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571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8" name="text-301">
            <a:extLst xmlns:a="http://schemas.openxmlformats.org/drawingml/2006/main">
              <a:ext uri="{FF2B5EF4-FFF2-40B4-BE49-F238E27FC236}">
                <a16:creationId xmlns:a16="http://schemas.microsoft.com/office/drawing/2014/main" id="{846C6B31-F7AB-4253-83A2-4679227F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バス</a:t>
            </a:r>
          </a:p>
        </p:txBody>
      </p:sp>
      <p:sp>
        <p:nvSpPr>
          <p:cNvPr id="19" name="board-stable-ddr">
            <a:extLst xmlns:a="http://schemas.openxmlformats.org/drawingml/2006/main">
              <a:ext uri="{FF2B5EF4-FFF2-40B4-BE49-F238E27FC236}">
                <a16:creationId xmlns:a16="http://schemas.microsoft.com/office/drawing/2014/main" id="{5C7F9B81-48BB-44DA-AE07-C383177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10025"/>
            <a:ext cx="1400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20" name="text-303">
            <a:extLst xmlns:a="http://schemas.openxmlformats.org/drawingml/2006/main">
              <a:ext uri="{FF2B5EF4-FFF2-40B4-BE49-F238E27FC236}">
                <a16:creationId xmlns:a16="http://schemas.microsoft.com/office/drawing/2014/main" id="{E5089A05-5929-4E0A-AB2F-3AB7673D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1247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DDR</a:t>
            </a:r>
          </a:p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コントローラー</a:t>
            </a:r>
          </a:p>
        </p:txBody>
      </p:sp>
      <p:sp>
        <p:nvSpPr>
          <p:cNvPr id="21" name="text-304">
            <a:extLst xmlns:a="http://schemas.openxmlformats.org/drawingml/2006/main">
              <a:ext uri="{FF2B5EF4-FFF2-40B4-BE49-F238E27FC236}">
                <a16:creationId xmlns:a16="http://schemas.microsoft.com/office/drawing/2014/main" id="{52910AF6-E13C-4CEC-9D3C-CDA7D238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67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AMD提供（MIG）</a:t>
            </a:r>
          </a:p>
        </p:txBody>
      </p:sp>
      <p:sp>
        <p:nvSpPr>
          <p:cNvPr id="22" name="wire-305">
            <a:extLst xmlns:a="http://schemas.openxmlformats.org/drawingml/2006/main">
              <a:ext uri="{FF2B5EF4-FFF2-40B4-BE49-F238E27FC236}">
                <a16:creationId xmlns:a16="http://schemas.microsoft.com/office/drawing/2014/main" id="{972B185F-951C-4A88-9E5A-B1484341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3" name="circuit-306">
            <a:extLst xmlns:a="http://schemas.openxmlformats.org/drawingml/2006/main">
              <a:ext uri="{FF2B5EF4-FFF2-40B4-BE49-F238E27FC236}">
                <a16:creationId xmlns:a16="http://schemas.microsoft.com/office/drawing/2014/main" id="{D19B3251-0FA5-4303-A192-BF01A031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4" name="wire-307">
            <a:extLst xmlns:a="http://schemas.openxmlformats.org/drawingml/2006/main">
              <a:ext uri="{FF2B5EF4-FFF2-40B4-BE49-F238E27FC236}">
                <a16:creationId xmlns:a16="http://schemas.microsoft.com/office/drawing/2014/main" id="{AAAFE192-3A88-46A5-9E77-EA79AF5A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5" name="circuit-308">
            <a:extLst xmlns:a="http://schemas.openxmlformats.org/drawingml/2006/main">
              <a:ext uri="{FF2B5EF4-FFF2-40B4-BE49-F238E27FC236}">
                <a16:creationId xmlns:a16="http://schemas.microsoft.com/office/drawing/2014/main" id="{64598E06-3C25-459D-85A6-3AF55A8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6" name="wire-309">
            <a:extLst xmlns:a="http://schemas.openxmlformats.org/drawingml/2006/main">
              <a:ext uri="{FF2B5EF4-FFF2-40B4-BE49-F238E27FC236}">
                <a16:creationId xmlns:a16="http://schemas.microsoft.com/office/drawing/2014/main" id="{360E4D5F-EF49-413A-A564-79D0330A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9525" cy="247650"/>
          </a:xfrm>
          <a:custGeom xmlns:a="http://schemas.openxmlformats.org/drawingml/2006/main"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27" name="wire-310">
            <a:extLst xmlns:a="http://schemas.openxmlformats.org/drawingml/2006/main">
              <a:ext uri="{FF2B5EF4-FFF2-40B4-BE49-F238E27FC236}">
                <a16:creationId xmlns:a16="http://schemas.microsoft.com/office/drawing/2014/main" id="{79318138-B88B-4EB5-8FFB-92A539B1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8" name="circuit-311">
            <a:extLst xmlns:a="http://schemas.openxmlformats.org/drawingml/2006/main">
              <a:ext uri="{FF2B5EF4-FFF2-40B4-BE49-F238E27FC236}">
                <a16:creationId xmlns:a16="http://schemas.microsoft.com/office/drawing/2014/main" id="{954A4521-5E11-4D45-A518-83DCFF76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9" name="wire-312">
            <a:extLst xmlns:a="http://schemas.openxmlformats.org/drawingml/2006/main">
              <a:ext uri="{FF2B5EF4-FFF2-40B4-BE49-F238E27FC236}">
                <a16:creationId xmlns:a16="http://schemas.microsoft.com/office/drawing/2014/main" id="{D7BFD5B4-6562-4F23-AF5E-497A1604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114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0" name="circuit-313">
            <a:extLst xmlns:a="http://schemas.openxmlformats.org/drawingml/2006/main">
              <a:ext uri="{FF2B5EF4-FFF2-40B4-BE49-F238E27FC236}">
                <a16:creationId xmlns:a16="http://schemas.microsoft.com/office/drawing/2014/main" id="{A064D5E9-EABB-4AEA-A05D-BD01FA0B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1" name="wire-314">
            <a:extLst xmlns:a="http://schemas.openxmlformats.org/drawingml/2006/main">
              <a:ext uri="{FF2B5EF4-FFF2-40B4-BE49-F238E27FC236}">
                <a16:creationId xmlns:a16="http://schemas.microsoft.com/office/drawing/2014/main" id="{6454CEB5-3A00-4D79-AC81-4E9C976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2" name="circuit-315">
            <a:extLst xmlns:a="http://schemas.openxmlformats.org/drawingml/2006/main">
              <a:ext uri="{FF2B5EF4-FFF2-40B4-BE49-F238E27FC236}">
                <a16:creationId xmlns:a16="http://schemas.microsoft.com/office/drawing/2014/main" id="{A00CDED2-896B-4356-92E8-64BB85AE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3" name="wire-316">
            <a:extLst xmlns:a="http://schemas.openxmlformats.org/drawingml/2006/main">
              <a:ext uri="{FF2B5EF4-FFF2-40B4-BE49-F238E27FC236}">
                <a16:creationId xmlns:a16="http://schemas.microsoft.com/office/drawing/2014/main" id="{06689355-ECB4-4260-8AF6-3E33AC6D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4" name="circuit-317">
            <a:extLst xmlns:a="http://schemas.openxmlformats.org/drawingml/2006/main">
              <a:ext uri="{FF2B5EF4-FFF2-40B4-BE49-F238E27FC236}">
                <a16:creationId xmlns:a16="http://schemas.microsoft.com/office/drawing/2014/main" id="{15573B7C-7D16-42AF-A386-6396533C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5" name="text-318">
            <a:extLst xmlns:a="http://schemas.openxmlformats.org/drawingml/2006/main">
              <a:ext uri="{FF2B5EF4-FFF2-40B4-BE49-F238E27FC236}">
                <a16:creationId xmlns:a16="http://schemas.microsoft.com/office/drawing/2014/main" id="{CB6D814E-FCD6-43C7-A0A6-35B8100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命令から取り出す内容</a:t>
            </a:r>
          </a:p>
        </p:txBody>
      </p:sp>
      <p:sp>
        <p:nvSpPr>
          <p:cNvPr id="36" name="block-319">
            <a:extLst xmlns:a="http://schemas.openxmlformats.org/drawingml/2006/main">
              <a:ext uri="{FF2B5EF4-FFF2-40B4-BE49-F238E27FC236}">
                <a16:creationId xmlns:a16="http://schemas.microsoft.com/office/drawing/2014/main" id="{654F3A2B-68BC-47C6-9C4B-7CD51C00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37" name="text-320">
            <a:extLst xmlns:a="http://schemas.openxmlformats.org/drawingml/2006/main">
              <a:ext uri="{FF2B5EF4-FFF2-40B4-BE49-F238E27FC236}">
                <a16:creationId xmlns:a16="http://schemas.microsoft.com/office/drawing/2014/main" id="{3AEA68E9-54AF-4F0B-9722-89D63428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1257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即値</a:t>
            </a:r>
          </a:p>
        </p:txBody>
      </p:sp>
      <p:sp>
        <p:nvSpPr>
          <p:cNvPr id="38" name="text-321">
            <a:extLst xmlns:a="http://schemas.openxmlformats.org/drawingml/2006/main">
              <a:ext uri="{FF2B5EF4-FFF2-40B4-BE49-F238E27FC236}">
                <a16:creationId xmlns:a16="http://schemas.microsoft.com/office/drawing/2014/main" id="{5D6B56FB-C347-4878-962D-04AD781B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9" name="block-322">
            <a:extLst xmlns:a="http://schemas.openxmlformats.org/drawingml/2006/main">
              <a:ext uri="{FF2B5EF4-FFF2-40B4-BE49-F238E27FC236}">
                <a16:creationId xmlns:a16="http://schemas.microsoft.com/office/drawing/2014/main" id="{94902400-4A5E-49A5-A42C-4B31E713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40" name="text-323">
            <a:extLst xmlns:a="http://schemas.openxmlformats.org/drawingml/2006/main">
              <a:ext uri="{FF2B5EF4-FFF2-40B4-BE49-F238E27FC236}">
                <a16:creationId xmlns:a16="http://schemas.microsoft.com/office/drawing/2014/main" id="{7899A9ED-76D6-46D2-8826-4E228597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41" name="text-324">
            <a:extLst xmlns:a="http://schemas.openxmlformats.org/drawingml/2006/main">
              <a:ext uri="{FF2B5EF4-FFF2-40B4-BE49-F238E27FC236}">
                <a16:creationId xmlns:a16="http://schemas.microsoft.com/office/drawing/2014/main" id="{A0A32A55-75D5-4F77-999E-1E04987A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block-325">
            <a:extLst xmlns:a="http://schemas.openxmlformats.org/drawingml/2006/main">
              <a:ext uri="{FF2B5EF4-FFF2-40B4-BE49-F238E27FC236}">
                <a16:creationId xmlns:a16="http://schemas.microsoft.com/office/drawing/2014/main" id="{2E698B12-6E5B-4B64-8C2A-071DEBB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43" name="text-326">
            <a:extLst xmlns:a="http://schemas.openxmlformats.org/drawingml/2006/main">
              <a:ext uri="{FF2B5EF4-FFF2-40B4-BE49-F238E27FC236}">
                <a16:creationId xmlns:a16="http://schemas.microsoft.com/office/drawing/2014/main" id="{C8E81D9C-30D0-46DD-810F-DC3E4165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48000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44" name="text-327">
            <a:extLst xmlns:a="http://schemas.openxmlformats.org/drawingml/2006/main">
              <a:ext uri="{FF2B5EF4-FFF2-40B4-BE49-F238E27FC236}">
                <a16:creationId xmlns:a16="http://schemas.microsoft.com/office/drawing/2014/main" id="{E8B0B74C-2E21-4050-BB8B-A31C0F9C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5" name="block-328">
            <a:extLst xmlns:a="http://schemas.openxmlformats.org/drawingml/2006/main">
              <a:ext uri="{FF2B5EF4-FFF2-40B4-BE49-F238E27FC236}">
                <a16:creationId xmlns:a16="http://schemas.microsoft.com/office/drawing/2014/main" id="{6CD1E472-0408-4495-BE8E-EAAF90FB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46" name="text-329">
            <a:extLst xmlns:a="http://schemas.openxmlformats.org/drawingml/2006/main">
              <a:ext uri="{FF2B5EF4-FFF2-40B4-BE49-F238E27FC236}">
                <a16:creationId xmlns:a16="http://schemas.microsoft.com/office/drawing/2014/main" id="{5AA8B6AB-3C02-4B11-8E4F-00F99D1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操作</a:t>
            </a:r>
          </a:p>
        </p:txBody>
      </p:sp>
      <p:sp>
        <p:nvSpPr>
          <p:cNvPr id="47" name="text-330">
            <a:extLst xmlns:a="http://schemas.openxmlformats.org/drawingml/2006/main">
              <a:ext uri="{FF2B5EF4-FFF2-40B4-BE49-F238E27FC236}">
                <a16:creationId xmlns:a16="http://schemas.microsoft.com/office/drawing/2014/main" id="{7DF1642F-FCBF-4DF4-A899-41CC672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sw</a:t>
            </a:r>
          </a:p>
        </p:txBody>
      </p:sp>
      <p:sp>
        <p:nvSpPr>
          <p:cNvPr id="48" name="board-stable-pc">
            <a:extLst xmlns:a="http://schemas.openxmlformats.org/drawingml/2006/main">
              <a:ext uri="{FF2B5EF4-FFF2-40B4-BE49-F238E27FC236}">
                <a16:creationId xmlns:a16="http://schemas.microsoft.com/office/drawing/2014/main" id="{C80784A3-14F1-4688-9D6D-C95E76B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314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49" name="text-332">
            <a:extLst xmlns:a="http://schemas.openxmlformats.org/drawingml/2006/main">
              <a:ext uri="{FF2B5EF4-FFF2-40B4-BE49-F238E27FC236}">
                <a16:creationId xmlns:a16="http://schemas.microsoft.com/office/drawing/2014/main" id="{A4CB6951-AA74-42A3-8B14-AD09AC8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D Q</a:t>
            </a:r>
          </a:p>
        </p:txBody>
      </p:sp>
      <p:sp>
        <p:nvSpPr>
          <p:cNvPr id="50" name="circuit-333">
            <a:extLst xmlns:a="http://schemas.openxmlformats.org/drawingml/2006/main">
              <a:ext uri="{FF2B5EF4-FFF2-40B4-BE49-F238E27FC236}">
                <a16:creationId xmlns:a16="http://schemas.microsoft.com/office/drawing/2014/main" id="{10120B33-83DD-4838-9B3B-E83267D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0"/>
                </a:moveTo>
                <a:lnTo>
                  <a:pt x="85725" y="95250"/>
                </a:lnTo>
                <a:lnTo>
                  <a:pt x="1714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51" name="wire-334">
            <a:extLst xmlns:a="http://schemas.openxmlformats.org/drawingml/2006/main">
              <a:ext uri="{FF2B5EF4-FFF2-40B4-BE49-F238E27FC236}">
                <a16:creationId xmlns:a16="http://schemas.microsoft.com/office/drawing/2014/main" id="{6D74BA66-DDD8-4B32-BB05-0026BD52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52" name="text-335">
            <a:extLst xmlns:a="http://schemas.openxmlformats.org/drawingml/2006/main">
              <a:ext uri="{FF2B5EF4-FFF2-40B4-BE49-F238E27FC236}">
                <a16:creationId xmlns:a16="http://schemas.microsoft.com/office/drawing/2014/main" id="{30DB80B9-A7FF-46C5-AC56-6ED151DB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42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clk</a:t>
            </a:r>
          </a:p>
        </p:txBody>
      </p:sp>
      <p:sp>
        <p:nvSpPr>
          <p:cNvPr id="53" name="text-336">
            <a:extLst xmlns:a="http://schemas.openxmlformats.org/drawingml/2006/main">
              <a:ext uri="{FF2B5EF4-FFF2-40B4-BE49-F238E27FC236}">
                <a16:creationId xmlns:a16="http://schemas.microsoft.com/office/drawing/2014/main" id="{9FBCF166-049B-4A2F-B237-E8F3D07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54" name="wire-337">
            <a:extLst xmlns:a="http://schemas.openxmlformats.org/drawingml/2006/main">
              <a:ext uri="{FF2B5EF4-FFF2-40B4-BE49-F238E27FC236}">
                <a16:creationId xmlns:a16="http://schemas.microsoft.com/office/drawing/2014/main" id="{D45077AE-EBF5-4CA2-8CF7-DF00700E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577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55" name="circuit-338">
            <a:extLst xmlns:a="http://schemas.openxmlformats.org/drawingml/2006/main">
              <a:ext uri="{FF2B5EF4-FFF2-40B4-BE49-F238E27FC236}">
                <a16:creationId xmlns:a16="http://schemas.microsoft.com/office/drawing/2014/main" id="{B104D56D-C367-45E3-9D6F-47F934C7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56" name="text-339">
            <a:extLst xmlns:a="http://schemas.openxmlformats.org/drawingml/2006/main">
              <a:ext uri="{FF2B5EF4-FFF2-40B4-BE49-F238E27FC236}">
                <a16:creationId xmlns:a16="http://schemas.microsoft.com/office/drawing/2014/main" id="{B4474E78-BA13-4CB3-B278-D68C1A84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7" name="board-stable-fetch">
            <a:extLst xmlns:a="http://schemas.openxmlformats.org/drawingml/2006/main">
              <a:ext uri="{FF2B5EF4-FFF2-40B4-BE49-F238E27FC236}">
                <a16:creationId xmlns:a16="http://schemas.microsoft.com/office/drawing/2014/main" id="{AEE3E798-6793-46FD-971E-28EFADE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1381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58" name="text-341">
            <a:extLst xmlns:a="http://schemas.openxmlformats.org/drawingml/2006/main">
              <a:ext uri="{FF2B5EF4-FFF2-40B4-BE49-F238E27FC236}">
                <a16:creationId xmlns:a16="http://schemas.microsoft.com/office/drawing/2014/main" id="{4FDA0B27-9476-4987-A7FD-9C617C9A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1266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命令読出し</a:t>
            </a:r>
          </a:p>
        </p:txBody>
      </p:sp>
      <p:sp>
        <p:nvSpPr>
          <p:cNvPr id="59" name="text-342">
            <a:extLst xmlns:a="http://schemas.openxmlformats.org/drawingml/2006/main">
              <a:ext uri="{FF2B5EF4-FFF2-40B4-BE49-F238E27FC236}">
                <a16:creationId xmlns:a16="http://schemas.microsoft.com/office/drawing/2014/main" id="{BE233E63-BE16-4820-89AE-C46EC06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0" name="text-343">
            <a:extLst xmlns:a="http://schemas.openxmlformats.org/drawingml/2006/main">
              <a:ext uri="{FF2B5EF4-FFF2-40B4-BE49-F238E27FC236}">
                <a16:creationId xmlns:a16="http://schemas.microsoft.com/office/drawing/2014/main" id="{857508E7-1A42-402D-A0B7-7B088A6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34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61" name="text-344">
            <a:extLst xmlns:a="http://schemas.openxmlformats.org/drawingml/2006/main">
              <a:ext uri="{FF2B5EF4-FFF2-40B4-BE49-F238E27FC236}">
                <a16:creationId xmlns:a16="http://schemas.microsoft.com/office/drawing/2014/main" id="{4B84CAF3-44E9-464D-B1A9-1C8B4C55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962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4：sw x1,12(x0)</a:t>
            </a:r>
          </a:p>
        </p:txBody>
      </p:sp>
      <p:sp>
        <p:nvSpPr>
          <p:cNvPr id="62" name="wire-345">
            <a:extLst xmlns:a="http://schemas.openxmlformats.org/drawingml/2006/main">
              <a:ext uri="{FF2B5EF4-FFF2-40B4-BE49-F238E27FC236}">
                <a16:creationId xmlns:a16="http://schemas.microsoft.com/office/drawing/2014/main" id="{22925E8A-55FE-4079-8350-5D2B8C5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57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63" name="wire-346">
            <a:extLst xmlns:a="http://schemas.openxmlformats.org/drawingml/2006/main">
              <a:ext uri="{FF2B5EF4-FFF2-40B4-BE49-F238E27FC236}">
                <a16:creationId xmlns:a16="http://schemas.microsoft.com/office/drawing/2014/main" id="{1DCE349B-FF65-41D2-B900-846593B5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9525" cy="1076325"/>
          </a:xfrm>
          <a:custGeom xmlns:a="http://schemas.openxmlformats.org/drawingml/2006/main">
            <a:pathLst>
              <a:path w="9525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64" name="wire-347">
            <a:extLst xmlns:a="http://schemas.openxmlformats.org/drawingml/2006/main">
              <a:ext uri="{FF2B5EF4-FFF2-40B4-BE49-F238E27FC236}">
                <a16:creationId xmlns:a16="http://schemas.microsoft.com/office/drawing/2014/main" id="{6BFB19D4-575D-4BE8-BE04-AE1AD4AE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65" name="circuit-348">
            <a:extLst xmlns:a="http://schemas.openxmlformats.org/drawingml/2006/main">
              <a:ext uri="{FF2B5EF4-FFF2-40B4-BE49-F238E27FC236}">
                <a16:creationId xmlns:a16="http://schemas.microsoft.com/office/drawing/2014/main" id="{22BA5CDD-1FF4-4CDB-B6BE-44FD1F13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49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66" name="circuit-349">
            <a:extLst xmlns:a="http://schemas.openxmlformats.org/drawingml/2006/main">
              <a:ext uri="{FF2B5EF4-FFF2-40B4-BE49-F238E27FC236}">
                <a16:creationId xmlns:a16="http://schemas.microsoft.com/office/drawing/2014/main" id="{D133D3E4-2C19-4690-9F38-CAE2F763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419100" cy="419100"/>
          </a:xfrm>
          <a:custGeom xmlns:a="http://schemas.openxmlformats.org/drawingml/2006/main">
            <a:pathLst>
              <a:path w="419100" h="419100">
                <a:moveTo>
                  <a:pt x="0" y="0"/>
                </a:moveTo>
                <a:lnTo>
                  <a:pt x="419100" y="104775"/>
                </a:lnTo>
                <a:lnTo>
                  <a:pt x="419100" y="314325"/>
                </a:lnTo>
                <a:lnTo>
                  <a:pt x="0" y="419100"/>
                </a:lnTo>
                <a:lnTo>
                  <a:pt x="0" y="295275"/>
                </a:lnTo>
                <a:lnTo>
                  <a:pt x="95250" y="2095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7" name="text-350">
            <a:extLst xmlns:a="http://schemas.openxmlformats.org/drawingml/2006/main">
              <a:ext uri="{FF2B5EF4-FFF2-40B4-BE49-F238E27FC236}">
                <a16:creationId xmlns:a16="http://schemas.microsoft.com/office/drawing/2014/main" id="{572D1144-1D25-49CD-B882-C1BABE9C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4766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8" name="wire-351">
            <a:extLst xmlns:a="http://schemas.openxmlformats.org/drawingml/2006/main">
              <a:ext uri="{FF2B5EF4-FFF2-40B4-BE49-F238E27FC236}">
                <a16:creationId xmlns:a16="http://schemas.microsoft.com/office/drawing/2014/main" id="{6E3C66D6-A37F-44CB-9414-E79B87C8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952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69" name="wire-352">
            <a:extLst xmlns:a="http://schemas.openxmlformats.org/drawingml/2006/main">
              <a:ext uri="{FF2B5EF4-FFF2-40B4-BE49-F238E27FC236}">
                <a16:creationId xmlns:a16="http://schemas.microsoft.com/office/drawing/2014/main" id="{FCEC6C84-823C-445F-ADE0-A8FD25CB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70" name="circuit-353">
            <a:extLst xmlns:a="http://schemas.openxmlformats.org/drawingml/2006/main">
              <a:ext uri="{FF2B5EF4-FFF2-40B4-BE49-F238E27FC236}">
                <a16:creationId xmlns:a16="http://schemas.microsoft.com/office/drawing/2014/main" id="{C5462B16-71D2-48FD-A4DF-7F1F17A3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3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71" name="text-354">
            <a:extLst xmlns:a="http://schemas.openxmlformats.org/drawingml/2006/main">
              <a:ext uri="{FF2B5EF4-FFF2-40B4-BE49-F238E27FC236}">
                <a16:creationId xmlns:a16="http://schemas.microsoft.com/office/drawing/2014/main" id="{7CCDB1AC-C16A-4CE9-9326-2E0F9B95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2" name="wire-355">
            <a:extLst xmlns:a="http://schemas.openxmlformats.org/drawingml/2006/main">
              <a:ext uri="{FF2B5EF4-FFF2-40B4-BE49-F238E27FC236}">
                <a16:creationId xmlns:a16="http://schemas.microsoft.com/office/drawing/2014/main" id="{1C9EAC8F-34CB-46CD-87AC-182685B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05225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73" name="circuit-356">
            <a:extLst xmlns:a="http://schemas.openxmlformats.org/drawingml/2006/main">
              <a:ext uri="{FF2B5EF4-FFF2-40B4-BE49-F238E27FC236}">
                <a16:creationId xmlns:a16="http://schemas.microsoft.com/office/drawing/2014/main" id="{300933B5-5820-4F71-BEDC-7405AD4B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737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74" name="wire-357">
            <a:extLst xmlns:a="http://schemas.openxmlformats.org/drawingml/2006/main">
              <a:ext uri="{FF2B5EF4-FFF2-40B4-BE49-F238E27FC236}">
                <a16:creationId xmlns:a16="http://schemas.microsoft.com/office/drawing/2014/main" id="{95543196-1D07-4182-B6C5-86FA66F4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997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75" name="wire-358">
            <a:extLst xmlns:a="http://schemas.openxmlformats.org/drawingml/2006/main">
              <a:ext uri="{FF2B5EF4-FFF2-40B4-BE49-F238E27FC236}">
                <a16:creationId xmlns:a16="http://schemas.microsoft.com/office/drawing/2014/main" id="{33DA2EA8-066D-41C9-8CC1-13F8A2CF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9565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76" name="wire-359">
            <a:extLst xmlns:a="http://schemas.openxmlformats.org/drawingml/2006/main">
              <a:ext uri="{FF2B5EF4-FFF2-40B4-BE49-F238E27FC236}">
                <a16:creationId xmlns:a16="http://schemas.microsoft.com/office/drawing/2014/main" id="{E855CDDC-CE6A-4531-AE0D-47A3D4DC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438275" cy="9525"/>
          </a:xfrm>
          <a:custGeom xmlns:a="http://schemas.openxmlformats.org/drawingml/2006/main">
            <a:pathLst>
              <a:path w="1438275" h="9525">
                <a:moveTo>
                  <a:pt x="1438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77" name="wire-360">
            <a:extLst xmlns:a="http://schemas.openxmlformats.org/drawingml/2006/main">
              <a:ext uri="{FF2B5EF4-FFF2-40B4-BE49-F238E27FC236}">
                <a16:creationId xmlns:a16="http://schemas.microsoft.com/office/drawing/2014/main" id="{8B9CBCD0-2392-4B97-8FD0-017E4FD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9525" cy="1162050"/>
          </a:xfrm>
          <a:custGeom xmlns:a="http://schemas.openxmlformats.org/drawingml/2006/main"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78" name="wire-361">
            <a:extLst xmlns:a="http://schemas.openxmlformats.org/drawingml/2006/main">
              <a:ext uri="{FF2B5EF4-FFF2-40B4-BE49-F238E27FC236}">
                <a16:creationId xmlns:a16="http://schemas.microsoft.com/office/drawing/2014/main" id="{F4F76150-1730-433F-AE27-D6BC08D0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79" name="circuit-362">
            <a:extLst xmlns:a="http://schemas.openxmlformats.org/drawingml/2006/main">
              <a:ext uri="{FF2B5EF4-FFF2-40B4-BE49-F238E27FC236}">
                <a16:creationId xmlns:a16="http://schemas.microsoft.com/office/drawing/2014/main" id="{ED44287B-E5DD-45E8-AD5B-167EFF00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0" name="text-363">
            <a:extLst xmlns:a="http://schemas.openxmlformats.org/drawingml/2006/main">
              <a:ext uri="{FF2B5EF4-FFF2-40B4-BE49-F238E27FC236}">
                <a16:creationId xmlns:a16="http://schemas.microsoft.com/office/drawing/2014/main" id="{CAB6F4AA-4C48-4590-B2CE-54CF148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PC + 4</a:t>
            </a:r>
          </a:p>
        </p:txBody>
      </p:sp>
      <p:sp>
        <p:nvSpPr>
          <p:cNvPr id="81" name="wire-364">
            <a:extLst xmlns:a="http://schemas.openxmlformats.org/drawingml/2006/main">
              <a:ext uri="{FF2B5EF4-FFF2-40B4-BE49-F238E27FC236}">
                <a16:creationId xmlns:a16="http://schemas.microsoft.com/office/drawing/2014/main" id="{AD3BF5C5-77B2-4342-976E-45D1F25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14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2" name="wire-365">
            <a:extLst xmlns:a="http://schemas.openxmlformats.org/drawingml/2006/main">
              <a:ext uri="{FF2B5EF4-FFF2-40B4-BE49-F238E27FC236}">
                <a16:creationId xmlns:a16="http://schemas.microsoft.com/office/drawing/2014/main" id="{68164E46-21C7-40A3-B514-38EE029D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1352550" cy="9525"/>
          </a:xfrm>
          <a:custGeom xmlns:a="http://schemas.openxmlformats.org/drawingml/2006/main">
            <a:pathLst>
              <a:path w="1352550" h="9525">
                <a:moveTo>
                  <a:pt x="13525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3" name="wire-366">
            <a:extLst xmlns:a="http://schemas.openxmlformats.org/drawingml/2006/main">
              <a:ext uri="{FF2B5EF4-FFF2-40B4-BE49-F238E27FC236}">
                <a16:creationId xmlns:a16="http://schemas.microsoft.com/office/drawing/2014/main" id="{0AA9F9C1-1D24-4112-8267-229B940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9525" cy="561975"/>
          </a:xfrm>
          <a:custGeom xmlns:a="http://schemas.openxmlformats.org/drawingml/2006/main"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4" name="wire-367">
            <a:extLst xmlns:a="http://schemas.openxmlformats.org/drawingml/2006/main">
              <a:ext uri="{FF2B5EF4-FFF2-40B4-BE49-F238E27FC236}">
                <a16:creationId xmlns:a16="http://schemas.microsoft.com/office/drawing/2014/main" id="{80E6468C-CD4C-4D0C-BDEA-8CB3DE11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85" name="circuit-368">
            <a:extLst xmlns:a="http://schemas.openxmlformats.org/drawingml/2006/main">
              <a:ext uri="{FF2B5EF4-FFF2-40B4-BE49-F238E27FC236}">
                <a16:creationId xmlns:a16="http://schemas.microsoft.com/office/drawing/2014/main" id="{AB03AE44-B115-49ED-B1E3-6E46648F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86" name="wire-369">
            <a:extLst xmlns:a="http://schemas.openxmlformats.org/drawingml/2006/main">
              <a:ext uri="{FF2B5EF4-FFF2-40B4-BE49-F238E27FC236}">
                <a16:creationId xmlns:a16="http://schemas.microsoft.com/office/drawing/2014/main" id="{54125CB5-3893-4BC8-8525-066A3064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147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87" name="wire-370">
            <a:extLst xmlns:a="http://schemas.openxmlformats.org/drawingml/2006/main">
              <a:ext uri="{FF2B5EF4-FFF2-40B4-BE49-F238E27FC236}">
                <a16:creationId xmlns:a16="http://schemas.microsoft.com/office/drawing/2014/main" id="{3A875470-AC72-404B-8BA9-9AE49668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1400"/>
            <a:ext cx="1724025" cy="9525"/>
          </a:xfrm>
          <a:custGeom xmlns:a="http://schemas.openxmlformats.org/drawingml/2006/main">
            <a:pathLst>
              <a:path w="1724025" h="9525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88" name="wire-371">
            <a:extLst xmlns:a="http://schemas.openxmlformats.org/drawingml/2006/main">
              <a:ext uri="{FF2B5EF4-FFF2-40B4-BE49-F238E27FC236}">
                <a16:creationId xmlns:a16="http://schemas.microsoft.com/office/drawing/2014/main" id="{FA4CDB24-11C9-43CD-A24C-28E087FD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9525" cy="1257300"/>
          </a:xfrm>
          <a:custGeom xmlns:a="http://schemas.openxmlformats.org/drawingml/2006/main">
            <a:pathLst>
              <a:path w="9525"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89" name="wire-372">
            <a:extLst xmlns:a="http://schemas.openxmlformats.org/drawingml/2006/main">
              <a:ext uri="{FF2B5EF4-FFF2-40B4-BE49-F238E27FC236}">
                <a16:creationId xmlns:a16="http://schemas.microsoft.com/office/drawing/2014/main" id="{C1312106-EB13-4E80-AE86-9F1F0D5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38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90" name="circuit-373">
            <a:extLst xmlns:a="http://schemas.openxmlformats.org/drawingml/2006/main">
              <a:ext uri="{FF2B5EF4-FFF2-40B4-BE49-F238E27FC236}">
                <a16:creationId xmlns:a16="http://schemas.microsoft.com/office/drawing/2014/main" id="{17DAB329-A5F2-4DDB-A377-FD37CA95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7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91" name="wire-374">
            <a:extLst xmlns:a="http://schemas.openxmlformats.org/drawingml/2006/main">
              <a:ext uri="{FF2B5EF4-FFF2-40B4-BE49-F238E27FC236}">
                <a16:creationId xmlns:a16="http://schemas.microsoft.com/office/drawing/2014/main" id="{18B089A0-89A2-4D02-BB3D-16EC84CC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14725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2" name="wire-375">
            <a:extLst xmlns:a="http://schemas.openxmlformats.org/drawingml/2006/main">
              <a:ext uri="{FF2B5EF4-FFF2-40B4-BE49-F238E27FC236}">
                <a16:creationId xmlns:a16="http://schemas.microsoft.com/office/drawing/2014/main" id="{A1998686-AA98-4325-B780-CBF6A95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2247900" cy="9525"/>
          </a:xfrm>
          <a:custGeom xmlns:a="http://schemas.openxmlformats.org/drawingml/2006/main">
            <a:pathLst>
              <a:path w="2247900" h="9525">
                <a:moveTo>
                  <a:pt x="2247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3" name="wire-376">
            <a:extLst xmlns:a="http://schemas.openxmlformats.org/drawingml/2006/main">
              <a:ext uri="{FF2B5EF4-FFF2-40B4-BE49-F238E27FC236}">
                <a16:creationId xmlns:a16="http://schemas.microsoft.com/office/drawing/2014/main" id="{FEE46B3B-13D1-4E72-8FF4-371645D8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9525" cy="914400"/>
          </a:xfrm>
          <a:custGeom xmlns:a="http://schemas.openxmlformats.org/drawingml/2006/main">
            <a:pathLst>
              <a:path w="9525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4" name="wire-377">
            <a:extLst xmlns:a="http://schemas.openxmlformats.org/drawingml/2006/main">
              <a:ext uri="{FF2B5EF4-FFF2-40B4-BE49-F238E27FC236}">
                <a16:creationId xmlns:a16="http://schemas.microsoft.com/office/drawing/2014/main" id="{51B1E0B9-271C-45BC-93BE-B4CCD09C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5" name="circuit-378">
            <a:extLst xmlns:a="http://schemas.openxmlformats.org/drawingml/2006/main">
              <a:ext uri="{FF2B5EF4-FFF2-40B4-BE49-F238E27FC236}">
                <a16:creationId xmlns:a16="http://schemas.microsoft.com/office/drawing/2014/main" id="{78241746-49EB-4ADC-8733-82429B35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86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96" name="wire-379">
            <a:extLst xmlns:a="http://schemas.openxmlformats.org/drawingml/2006/main">
              <a:ext uri="{FF2B5EF4-FFF2-40B4-BE49-F238E27FC236}">
                <a16:creationId xmlns:a16="http://schemas.microsoft.com/office/drawing/2014/main" id="{5D734953-5108-4092-A89A-3C84B86F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905375"/>
            <a:ext cx="161925" cy="9525"/>
          </a:xfrm>
          <a:custGeom xmlns:a="http://schemas.openxmlformats.org/drawingml/2006/main"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FA9B9"/>
            </a:solidFill>
          </a:ln>
        </p:spPr>
      </p:sp>
      <p:sp>
        <p:nvSpPr>
          <p:cNvPr id="97" name="circuit-380">
            <a:extLst xmlns:a="http://schemas.openxmlformats.org/drawingml/2006/main">
              <a:ext uri="{FF2B5EF4-FFF2-40B4-BE49-F238E27FC236}">
                <a16:creationId xmlns:a16="http://schemas.microsoft.com/office/drawing/2014/main" id="{BB76E46A-19B0-413C-A860-648920FD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3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98" name="board-stable-rf">
            <a:extLst xmlns:a="http://schemas.openxmlformats.org/drawingml/2006/main">
              <a:ext uri="{FF2B5EF4-FFF2-40B4-BE49-F238E27FC236}">
                <a16:creationId xmlns:a16="http://schemas.microsoft.com/office/drawing/2014/main" id="{385D464D-1A66-4241-8C22-720CB18E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00475"/>
            <a:ext cx="1571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99" name="circuit-382">
            <a:extLst xmlns:a="http://schemas.openxmlformats.org/drawingml/2006/main">
              <a:ext uri="{FF2B5EF4-FFF2-40B4-BE49-F238E27FC236}">
                <a16:creationId xmlns:a16="http://schemas.microsoft.com/office/drawing/2014/main" id="{35B3C77E-7EB9-439F-8636-4B793485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00475"/>
            <a:ext cx="152400" cy="85725"/>
          </a:xfrm>
          <a:custGeom xmlns:a="http://schemas.openxmlformats.org/drawingml/2006/main">
            <a:pathLst>
              <a:path w="152400" h="85725">
                <a:moveTo>
                  <a:pt x="0" y="0"/>
                </a:moveTo>
                <a:lnTo>
                  <a:pt x="76200" y="85725"/>
                </a:lnTo>
                <a:lnTo>
                  <a:pt x="1524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00" name="wire-383">
            <a:extLst xmlns:a="http://schemas.openxmlformats.org/drawingml/2006/main">
              <a:ext uri="{FF2B5EF4-FFF2-40B4-BE49-F238E27FC236}">
                <a16:creationId xmlns:a16="http://schemas.microsoft.com/office/drawing/2014/main" id="{D00B77B6-18F5-41ED-9E0E-9E81AA60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01" name="text-384">
            <a:extLst xmlns:a="http://schemas.openxmlformats.org/drawingml/2006/main">
              <a:ext uri="{FF2B5EF4-FFF2-40B4-BE49-F238E27FC236}">
                <a16:creationId xmlns:a16="http://schemas.microsoft.com/office/drawing/2014/main" id="{4E03AF39-1021-416B-B36E-A1200313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957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レジスタ</a:t>
            </a:r>
          </a:p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群</a:t>
            </a:r>
          </a:p>
        </p:txBody>
      </p:sp>
      <p:sp>
        <p:nvSpPr>
          <p:cNvPr id="102" name="text-385">
            <a:extLst xmlns:a="http://schemas.openxmlformats.org/drawingml/2006/main">
              <a:ext uri="{FF2B5EF4-FFF2-40B4-BE49-F238E27FC236}">
                <a16:creationId xmlns:a16="http://schemas.microsoft.com/office/drawing/2014/main" id="{4DC1F9A5-250F-425C-8F9F-2391D92F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03" name="text-386">
            <a:extLst xmlns:a="http://schemas.openxmlformats.org/drawingml/2006/main">
              <a:ext uri="{FF2B5EF4-FFF2-40B4-BE49-F238E27FC236}">
                <a16:creationId xmlns:a16="http://schemas.microsoft.com/office/drawing/2014/main" id="{974F285A-BB94-4AC2-8E8B-DD5DB3F8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04" name="text-387">
            <a:extLst xmlns:a="http://schemas.openxmlformats.org/drawingml/2006/main">
              <a:ext uri="{FF2B5EF4-FFF2-40B4-BE49-F238E27FC236}">
                <a16:creationId xmlns:a16="http://schemas.microsoft.com/office/drawing/2014/main" id="{FB1B321A-1D47-4BC1-AD6E-CF64EF3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05" name="text-388">
            <a:extLst xmlns:a="http://schemas.openxmlformats.org/drawingml/2006/main">
              <a:ext uri="{FF2B5EF4-FFF2-40B4-BE49-F238E27FC236}">
                <a16:creationId xmlns:a16="http://schemas.microsoft.com/office/drawing/2014/main" id="{111ADE13-55B0-4624-8D7E-6FB5350E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57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WD3</a:t>
            </a:r>
          </a:p>
        </p:txBody>
      </p:sp>
      <p:sp>
        <p:nvSpPr>
          <p:cNvPr id="106" name="text-389">
            <a:extLst xmlns:a="http://schemas.openxmlformats.org/drawingml/2006/main">
              <a:ext uri="{FF2B5EF4-FFF2-40B4-BE49-F238E27FC236}">
                <a16:creationId xmlns:a16="http://schemas.microsoft.com/office/drawing/2014/main" id="{8673819C-2FBF-4B9F-8044-02A6704C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RD1</a:t>
            </a:r>
          </a:p>
        </p:txBody>
      </p:sp>
      <p:sp>
        <p:nvSpPr>
          <p:cNvPr id="107" name="text-390">
            <a:extLst xmlns:a="http://schemas.openxmlformats.org/drawingml/2006/main">
              <a:ext uri="{FF2B5EF4-FFF2-40B4-BE49-F238E27FC236}">
                <a16:creationId xmlns:a16="http://schemas.microsoft.com/office/drawing/2014/main" id="{8C4CCBA7-EC4B-4C85-98EE-3A581A2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RD2</a:t>
            </a:r>
          </a:p>
        </p:txBody>
      </p:sp>
      <p:sp>
        <p:nvSpPr>
          <p:cNvPr id="108" name="text-391">
            <a:extLst xmlns:a="http://schemas.openxmlformats.org/drawingml/2006/main">
              <a:ext uri="{FF2B5EF4-FFF2-40B4-BE49-F238E27FC236}">
                <a16:creationId xmlns:a16="http://schemas.microsoft.com/office/drawing/2014/main" id="{D288ED4B-4576-47D1-9336-A2668E45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952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WE3</a:t>
            </a:r>
          </a:p>
        </p:txBody>
      </p:sp>
      <p:sp>
        <p:nvSpPr>
          <p:cNvPr id="109" name="wire-392">
            <a:extLst xmlns:a="http://schemas.openxmlformats.org/drawingml/2006/main">
              <a:ext uri="{FF2B5EF4-FFF2-40B4-BE49-F238E27FC236}">
                <a16:creationId xmlns:a16="http://schemas.microsoft.com/office/drawing/2014/main" id="{D91810A6-6EFB-47BA-A6E1-FB9ECB64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10050"/>
            <a:ext cx="628650" cy="9525"/>
          </a:xfrm>
          <a:custGeom xmlns:a="http://schemas.openxmlformats.org/drawingml/2006/main"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31F20"/>
            </a:solidFill>
          </a:ln>
        </p:spPr>
      </p:sp>
      <p:sp>
        <p:nvSpPr>
          <p:cNvPr id="110" name="circuit-393">
            <a:extLst xmlns:a="http://schemas.openxmlformats.org/drawingml/2006/main">
              <a:ext uri="{FF2B5EF4-FFF2-40B4-BE49-F238E27FC236}">
                <a16:creationId xmlns:a16="http://schemas.microsoft.com/office/drawing/2014/main" id="{1DE95853-A29B-440F-A65C-4819F04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11" name="text-394">
            <a:extLst xmlns:a="http://schemas.openxmlformats.org/drawingml/2006/main">
              <a:ext uri="{FF2B5EF4-FFF2-40B4-BE49-F238E27FC236}">
                <a16:creationId xmlns:a16="http://schemas.microsoft.com/office/drawing/2014/main" id="{030C3DA0-2874-487B-A090-631CB196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95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2" name="board-stable-alu">
            <a:extLst xmlns:a="http://schemas.openxmlformats.org/drawingml/2006/main">
              <a:ext uri="{FF2B5EF4-FFF2-40B4-BE49-F238E27FC236}">
                <a16:creationId xmlns:a16="http://schemas.microsoft.com/office/drawing/2014/main" id="{EF0DD1E1-6EF5-4726-BF3C-9511FA0B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67175"/>
            <a:ext cx="647700" cy="933450"/>
          </a:xfrm>
          <a:custGeom xmlns:a="http://schemas.openxmlformats.org/drawingml/2006/main">
            <a:pathLst>
              <a:path w="647700" h="933450">
                <a:moveTo>
                  <a:pt x="0" y="0"/>
                </a:moveTo>
                <a:lnTo>
                  <a:pt x="647700" y="171450"/>
                </a:lnTo>
                <a:lnTo>
                  <a:pt x="647700" y="742950"/>
                </a:lnTo>
                <a:lnTo>
                  <a:pt x="0" y="933450"/>
                </a:lnTo>
                <a:lnTo>
                  <a:pt x="0" y="571500"/>
                </a:lnTo>
                <a:lnTo>
                  <a:pt x="171450" y="4572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113" name="text-396">
            <a:extLst xmlns:a="http://schemas.openxmlformats.org/drawingml/2006/main">
              <a:ext uri="{FF2B5EF4-FFF2-40B4-BE49-F238E27FC236}">
                <a16:creationId xmlns:a16="http://schemas.microsoft.com/office/drawing/2014/main" id="{9C9E899E-22C1-4543-9BF8-5BEF9CBE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ALU</a:t>
            </a:r>
          </a:p>
        </p:txBody>
      </p:sp>
      <p:sp>
        <p:nvSpPr>
          <p:cNvPr id="114" name="text-397">
            <a:extLst xmlns:a="http://schemas.openxmlformats.org/drawingml/2006/main">
              <a:ext uri="{FF2B5EF4-FFF2-40B4-BE49-F238E27FC236}">
                <a16:creationId xmlns:a16="http://schemas.microsoft.com/office/drawing/2014/main" id="{1DA270B0-E317-4900-83AB-08A78DD1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43400"/>
            <a:ext cx="314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5" name="text-398">
            <a:extLst xmlns:a="http://schemas.openxmlformats.org/drawingml/2006/main">
              <a:ext uri="{FF2B5EF4-FFF2-40B4-BE49-F238E27FC236}">
                <a16:creationId xmlns:a16="http://schemas.microsoft.com/office/drawing/2014/main" id="{B128D270-642D-4E74-BB98-8F1E6B33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96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即値 12</a:t>
            </a:r>
          </a:p>
        </p:txBody>
      </p:sp>
      <p:sp>
        <p:nvSpPr>
          <p:cNvPr id="116" name="wire-399">
            <a:extLst xmlns:a="http://schemas.openxmlformats.org/drawingml/2006/main">
              <a:ext uri="{FF2B5EF4-FFF2-40B4-BE49-F238E27FC236}">
                <a16:creationId xmlns:a16="http://schemas.microsoft.com/office/drawing/2014/main" id="{3621B42A-8947-4544-8231-4EB82E34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19600"/>
            <a:ext cx="600075" cy="9525"/>
          </a:xfrm>
          <a:custGeom xmlns:a="http://schemas.openxmlformats.org/drawingml/2006/main">
            <a:pathLst>
              <a:path w="600075" h="9525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17" name="circuit-400">
            <a:extLst xmlns:a="http://schemas.openxmlformats.org/drawingml/2006/main">
              <a:ext uri="{FF2B5EF4-FFF2-40B4-BE49-F238E27FC236}">
                <a16:creationId xmlns:a16="http://schemas.microsoft.com/office/drawing/2014/main" id="{0DFA0761-0581-4168-9BFA-8558E272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81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18" name="text-401">
            <a:extLst xmlns:a="http://schemas.openxmlformats.org/drawingml/2006/main">
              <a:ext uri="{FF2B5EF4-FFF2-40B4-BE49-F238E27FC236}">
                <a16:creationId xmlns:a16="http://schemas.microsoft.com/office/drawing/2014/main" id="{9D5C98B3-6316-4FDD-A76C-2F99BF3C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85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9" name="wire-402">
            <a:extLst xmlns:a="http://schemas.openxmlformats.org/drawingml/2006/main">
              <a:ext uri="{FF2B5EF4-FFF2-40B4-BE49-F238E27FC236}">
                <a16:creationId xmlns:a16="http://schemas.microsoft.com/office/drawing/2014/main" id="{4AE7F672-BC2B-43A1-9D1A-7938B751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10100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20" name="wire-403">
            <a:extLst xmlns:a="http://schemas.openxmlformats.org/drawingml/2006/main">
              <a:ext uri="{FF2B5EF4-FFF2-40B4-BE49-F238E27FC236}">
                <a16:creationId xmlns:a16="http://schemas.microsoft.com/office/drawing/2014/main" id="{7E983C1B-BCFC-4A22-BBA4-81F3E32E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9525" cy="771525"/>
          </a:xfrm>
          <a:custGeom xmlns:a="http://schemas.openxmlformats.org/drawingml/2006/main">
            <a:pathLst>
              <a:path w="952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21" name="wire-404">
            <a:extLst xmlns:a="http://schemas.openxmlformats.org/drawingml/2006/main">
              <a:ext uri="{FF2B5EF4-FFF2-40B4-BE49-F238E27FC236}">
                <a16:creationId xmlns:a16="http://schemas.microsoft.com/office/drawing/2014/main" id="{A748E00B-656F-4A15-BF4F-BFB209A4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381625"/>
            <a:ext cx="1628775" cy="9525"/>
          </a:xfrm>
          <a:custGeom xmlns:a="http://schemas.openxmlformats.org/drawingml/2006/main">
            <a:pathLst>
              <a:path w="1628775" h="952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22" name="wire-405">
            <a:extLst xmlns:a="http://schemas.openxmlformats.org/drawingml/2006/main">
              <a:ext uri="{FF2B5EF4-FFF2-40B4-BE49-F238E27FC236}">
                <a16:creationId xmlns:a16="http://schemas.microsoft.com/office/drawing/2014/main" id="{F9EFAABF-7DE2-4F26-B3F3-7EBEA436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9525" cy="361950"/>
          </a:xfrm>
          <a:custGeom xmlns:a="http://schemas.openxmlformats.org/drawingml/2006/main">
            <a:pathLst>
              <a:path w="952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23" name="wire-406">
            <a:extLst xmlns:a="http://schemas.openxmlformats.org/drawingml/2006/main">
              <a:ext uri="{FF2B5EF4-FFF2-40B4-BE49-F238E27FC236}">
                <a16:creationId xmlns:a16="http://schemas.microsoft.com/office/drawing/2014/main" id="{955E2725-ED31-4C71-9275-E4DD6493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24" name="circuit-407">
            <a:extLst xmlns:a="http://schemas.openxmlformats.org/drawingml/2006/main">
              <a:ext uri="{FF2B5EF4-FFF2-40B4-BE49-F238E27FC236}">
                <a16:creationId xmlns:a16="http://schemas.microsoft.com/office/drawing/2014/main" id="{322DBDB3-9F9B-4E03-B814-5944C73D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882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25" name="text-408">
            <a:extLst xmlns:a="http://schemas.openxmlformats.org/drawingml/2006/main">
              <a:ext uri="{FF2B5EF4-FFF2-40B4-BE49-F238E27FC236}">
                <a16:creationId xmlns:a16="http://schemas.microsoft.com/office/drawing/2014/main" id="{ACBEFBC6-4835-4F63-8B31-4641F508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762500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6" name="wire-409">
            <a:extLst xmlns:a="http://schemas.openxmlformats.org/drawingml/2006/main">
              <a:ext uri="{FF2B5EF4-FFF2-40B4-BE49-F238E27FC236}">
                <a16:creationId xmlns:a16="http://schemas.microsoft.com/office/drawing/2014/main" id="{F9F4C3C6-E71C-4C3D-97F1-6FC3302B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104775" cy="9525"/>
          </a:xfrm>
          <a:custGeom xmlns:a="http://schemas.openxmlformats.org/drawingml/2006/main">
            <a:pathLst>
              <a:path w="104775" h="9525">
                <a:moveTo>
                  <a:pt x="104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27" name="wire-410">
            <a:extLst xmlns:a="http://schemas.openxmlformats.org/drawingml/2006/main">
              <a:ext uri="{FF2B5EF4-FFF2-40B4-BE49-F238E27FC236}">
                <a16:creationId xmlns:a16="http://schemas.microsoft.com/office/drawing/2014/main" id="{87141720-B262-4208-B9FC-8B84504B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28" name="wire-411">
            <a:extLst xmlns:a="http://schemas.openxmlformats.org/drawingml/2006/main">
              <a:ext uri="{FF2B5EF4-FFF2-40B4-BE49-F238E27FC236}">
                <a16:creationId xmlns:a16="http://schemas.microsoft.com/office/drawing/2014/main" id="{3DCB1791-AED7-40B4-99C9-8387F36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3514725" cy="9525"/>
          </a:xfrm>
          <a:custGeom xmlns:a="http://schemas.openxmlformats.org/drawingml/2006/main">
            <a:pathLst>
              <a:path w="3514725" h="9525">
                <a:moveTo>
                  <a:pt x="3514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29" name="wire-412">
            <a:extLst xmlns:a="http://schemas.openxmlformats.org/drawingml/2006/main">
              <a:ext uri="{FF2B5EF4-FFF2-40B4-BE49-F238E27FC236}">
                <a16:creationId xmlns:a16="http://schemas.microsoft.com/office/drawing/2014/main" id="{649A6710-DC02-4016-90AA-16E9B428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9525" cy="657225"/>
          </a:xfrm>
          <a:custGeom xmlns:a="http://schemas.openxmlformats.org/drawingml/2006/main">
            <a:pathLst>
              <a:path w="9525" h="657225">
                <a:moveTo>
                  <a:pt x="0" y="657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30" name="wire-413">
            <a:extLst xmlns:a="http://schemas.openxmlformats.org/drawingml/2006/main">
              <a:ext uri="{FF2B5EF4-FFF2-40B4-BE49-F238E27FC236}">
                <a16:creationId xmlns:a16="http://schemas.microsoft.com/office/drawing/2014/main" id="{3D3AEABC-2EF3-43BF-8C47-9606178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31" name="circuit-414">
            <a:extLst xmlns:a="http://schemas.openxmlformats.org/drawingml/2006/main">
              <a:ext uri="{FF2B5EF4-FFF2-40B4-BE49-F238E27FC236}">
                <a16:creationId xmlns:a16="http://schemas.microsoft.com/office/drawing/2014/main" id="{35222694-1DA2-4B85-84EB-4B674C0A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15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32" name="wire-415">
            <a:extLst xmlns:a="http://schemas.openxmlformats.org/drawingml/2006/main">
              <a:ext uri="{FF2B5EF4-FFF2-40B4-BE49-F238E27FC236}">
                <a16:creationId xmlns:a16="http://schemas.microsoft.com/office/drawing/2014/main" id="{9DD0684D-00D1-4809-AE96-4B1D94B3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33" name="wire-416">
            <a:extLst xmlns:a="http://schemas.openxmlformats.org/drawingml/2006/main">
              <a:ext uri="{FF2B5EF4-FFF2-40B4-BE49-F238E27FC236}">
                <a16:creationId xmlns:a16="http://schemas.microsoft.com/office/drawing/2014/main" id="{C9A654BF-86C0-4588-8B4D-FCC6E022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34" name="wire-417">
            <a:extLst xmlns:a="http://schemas.openxmlformats.org/drawingml/2006/main">
              <a:ext uri="{FF2B5EF4-FFF2-40B4-BE49-F238E27FC236}">
                <a16:creationId xmlns:a16="http://schemas.microsoft.com/office/drawing/2014/main" id="{BE896F25-75EC-48A7-9841-2DE2157D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9525" cy="1638300"/>
          </a:xfrm>
          <a:custGeom xmlns:a="http://schemas.openxmlformats.org/drawingml/2006/main">
            <a:pathLst>
              <a:path w="9525" h="1638300">
                <a:moveTo>
                  <a:pt x="0" y="1638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35" name="wire-418">
            <a:extLst xmlns:a="http://schemas.openxmlformats.org/drawingml/2006/main">
              <a:ext uri="{FF2B5EF4-FFF2-40B4-BE49-F238E27FC236}">
                <a16:creationId xmlns:a16="http://schemas.microsoft.com/office/drawing/2014/main" id="{5C28AD9C-8A23-438A-BD48-A241D66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36" name="circuit-419">
            <a:extLst xmlns:a="http://schemas.openxmlformats.org/drawingml/2006/main">
              <a:ext uri="{FF2B5EF4-FFF2-40B4-BE49-F238E27FC236}">
                <a16:creationId xmlns:a16="http://schemas.microsoft.com/office/drawing/2014/main" id="{13192373-9DC5-4A87-A4DD-50798DC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4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37" name="wire-420">
            <a:extLst xmlns:a="http://schemas.openxmlformats.org/drawingml/2006/main">
              <a:ext uri="{FF2B5EF4-FFF2-40B4-BE49-F238E27FC236}">
                <a16:creationId xmlns:a16="http://schemas.microsoft.com/office/drawing/2014/main" id="{BAA08BD2-088C-4DD1-B296-509F8695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190500" cy="9525"/>
          </a:xfrm>
          <a:custGeom xmlns:a="http://schemas.openxmlformats.org/drawingml/2006/main"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38" name="wire-421">
            <a:extLst xmlns:a="http://schemas.openxmlformats.org/drawingml/2006/main">
              <a:ext uri="{FF2B5EF4-FFF2-40B4-BE49-F238E27FC236}">
                <a16:creationId xmlns:a16="http://schemas.microsoft.com/office/drawing/2014/main" id="{AD077C97-5511-4F8E-B120-1C07C65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9525" cy="1581150"/>
          </a:xfrm>
          <a:custGeom xmlns:a="http://schemas.openxmlformats.org/drawingml/2006/main">
            <a:pathLst>
              <a:path w="9525" h="1581150">
                <a:moveTo>
                  <a:pt x="0" y="0"/>
                </a:moveTo>
                <a:lnTo>
                  <a:pt x="0" y="15811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39" name="wire-422">
            <a:extLst xmlns:a="http://schemas.openxmlformats.org/drawingml/2006/main">
              <a:ext uri="{FF2B5EF4-FFF2-40B4-BE49-F238E27FC236}">
                <a16:creationId xmlns:a16="http://schemas.microsoft.com/office/drawing/2014/main" id="{3D799FC0-326A-40BC-91C2-C77F3EA4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4191000" cy="9525"/>
          </a:xfrm>
          <a:custGeom xmlns:a="http://schemas.openxmlformats.org/drawingml/2006/main">
            <a:pathLst>
              <a:path w="4191000" h="9525">
                <a:moveTo>
                  <a:pt x="419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40" name="wire-423">
            <a:extLst xmlns:a="http://schemas.openxmlformats.org/drawingml/2006/main">
              <a:ext uri="{FF2B5EF4-FFF2-40B4-BE49-F238E27FC236}">
                <a16:creationId xmlns:a16="http://schemas.microsoft.com/office/drawing/2014/main" id="{96BAD656-7CD0-4C4D-BD23-4199E98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41" name="circuit-424">
            <a:extLst xmlns:a="http://schemas.openxmlformats.org/drawingml/2006/main">
              <a:ext uri="{FF2B5EF4-FFF2-40B4-BE49-F238E27FC236}">
                <a16:creationId xmlns:a16="http://schemas.microsoft.com/office/drawing/2014/main" id="{ABE18A3D-27AB-449E-8B51-2C24B4B6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068" y="5105400"/>
            <a:ext cx="62865" cy="76200"/>
          </a:xfrm>
          <a:custGeom xmlns:a="http://schemas.openxmlformats.org/drawingml/2006/main">
            <a:pathLst>
              <a:path w="62865" h="76200">
                <a:moveTo>
                  <a:pt x="31433" y="0"/>
                </a:moveTo>
                <a:lnTo>
                  <a:pt x="0" y="76200"/>
                </a:lnTo>
                <a:lnTo>
                  <a:pt x="62865" y="7620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42" name="text-425">
            <a:extLst xmlns:a="http://schemas.openxmlformats.org/drawingml/2006/main">
              <a:ext uri="{FF2B5EF4-FFF2-40B4-BE49-F238E27FC236}">
                <a16:creationId xmlns:a16="http://schemas.microsoft.com/office/drawing/2014/main" id="{3C5E5D88-80B5-44A1-BA1F-D0C4CF0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290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命令</a:t>
            </a:r>
          </a:p>
        </p:txBody>
      </p:sp>
      <p:sp>
        <p:nvSpPr>
          <p:cNvPr id="143" name="text-426">
            <a:extLst xmlns:a="http://schemas.openxmlformats.org/drawingml/2006/main">
              <a:ext uri="{FF2B5EF4-FFF2-40B4-BE49-F238E27FC236}">
                <a16:creationId xmlns:a16="http://schemas.microsoft.com/office/drawing/2014/main" id="{E1811FAB-DB93-4B03-883D-7B8521DF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4345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144" name="text-427">
            <a:extLst xmlns:a="http://schemas.openxmlformats.org/drawingml/2006/main">
              <a:ext uri="{FF2B5EF4-FFF2-40B4-BE49-F238E27FC236}">
                <a16:creationId xmlns:a16="http://schemas.microsoft.com/office/drawing/2014/main" id="{0ABB4BD0-73C1-41A4-9133-D86BF5ED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番地12と値3をバスへ渡し、DDRコントローラーが保存する</a:t>
            </a:r>
          </a:p>
        </p:txBody>
      </p:sp>
      <p:sp>
        <p:nvSpPr>
          <p:cNvPr id="145" name="text-428">
            <a:extLst xmlns:a="http://schemas.openxmlformats.org/drawingml/2006/main">
              <a:ext uri="{FF2B5EF4-FFF2-40B4-BE49-F238E27FC236}">
                <a16:creationId xmlns:a16="http://schemas.microsoft.com/office/drawing/2014/main" id="{B7F9707E-7847-4BD0-B586-7C79B448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5</a:t>
            </a:r>
          </a:p>
        </p:txBody>
      </p:sp>
      <p:sp>
        <p:nvSpPr>
          <p:cNvPr id="146" name="text-429">
            <a:extLst xmlns:a="http://schemas.openxmlformats.org/drawingml/2006/main">
              <a:ext uri="{FF2B5EF4-FFF2-40B4-BE49-F238E27FC236}">
                <a16:creationId xmlns:a16="http://schemas.microsoft.com/office/drawing/2014/main" id="{1F9E0A72-3B5A-4687-A94E-B2ABEFB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命令中の即値は一つの数で表示。上段は取り出す内容の図で、ビット配置は省略</a:t>
            </a:r>
          </a:p>
        </p:txBody>
      </p:sp>
    </p:spTree>
    <p:extLst>
      <p:ext uri="{BB962C8B-B14F-4D97-AF65-F5344CB8AC3E}">
        <p14:creationId xmlns:p14="http://schemas.microsoft.com/office/powerpoint/2010/main" val="1765509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text-430">
            <a:extLst xmlns:a="http://schemas.openxmlformats.org/drawingml/2006/main">
              <a:ext uri="{FF2B5EF4-FFF2-40B4-BE49-F238E27FC236}">
                <a16:creationId xmlns:a16="http://schemas.microsoft.com/office/drawing/2014/main" id="{30660514-8752-4B6F-8143-F13D5C2C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" name="text-431">
            <a:extLst xmlns:a="http://schemas.openxmlformats.org/drawingml/2006/main">
              <a:ext uri="{FF2B5EF4-FFF2-40B4-BE49-F238E27FC236}">
                <a16:creationId xmlns:a16="http://schemas.microsoft.com/office/drawing/2014/main" id="{B2DC0E37-7EF4-4E00-A737-56A2A8BF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SDカードのプログラムを、CPUがDDR3へ移す</a:t>
            </a:r>
          </a:p>
        </p:txBody>
      </p:sp>
      <p:sp>
        <p:nvSpPr>
          <p:cNvPr id="3" name="text-432">
            <a:extLst xmlns:a="http://schemas.openxmlformats.org/drawingml/2006/main">
              <a:ext uri="{FF2B5EF4-FFF2-40B4-BE49-F238E27FC236}">
                <a16:creationId xmlns:a16="http://schemas.microsoft.com/office/drawing/2014/main" id="{AAFDB375-D221-41A4-B1AB-1E1AE80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text-433">
            <a:extLst xmlns:a="http://schemas.openxmlformats.org/drawingml/2006/main">
              <a:ext uri="{FF2B5EF4-FFF2-40B4-BE49-F238E27FC236}">
                <a16:creationId xmlns:a16="http://schemas.microsoft.com/office/drawing/2014/main" id="{8BB77E38-29A0-4BED-8C36-BE79709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① 読出しを指示　② CPUが受け取る　③ DDR3へ書く</a:t>
            </a:r>
          </a:p>
        </p:txBody>
      </p:sp>
      <p:sp>
        <p:nvSpPr>
          <p:cNvPr id="5" name="board-stable-board">
            <a:extLst xmlns:a="http://schemas.openxmlformats.org/drawingml/2006/main">
              <a:ext uri="{FF2B5EF4-FFF2-40B4-BE49-F238E27FC236}">
                <a16:creationId xmlns:a16="http://schemas.microsoft.com/office/drawing/2014/main" id="{FD7E5745-4A06-4DFE-9952-F0DBF704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" name="text-435">
            <a:extLst xmlns:a="http://schemas.openxmlformats.org/drawingml/2006/main">
              <a:ext uri="{FF2B5EF4-FFF2-40B4-BE49-F238E27FC236}">
                <a16:creationId xmlns:a16="http://schemas.microsoft.com/office/drawing/2014/main" id="{35C94016-8DF9-40E3-9D90-94ADB21B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FPGAボード / Nexys Video</a:t>
            </a:r>
          </a:p>
        </p:txBody>
      </p:sp>
      <p:sp>
        <p:nvSpPr>
          <p:cNvPr id="7" name="text-436">
            <a:extLst xmlns:a="http://schemas.openxmlformats.org/drawingml/2006/main">
              <a:ext uri="{FF2B5EF4-FFF2-40B4-BE49-F238E27FC236}">
                <a16:creationId xmlns:a16="http://schemas.microsoft.com/office/drawing/2014/main" id="{25570266-6581-4F27-8ACE-5944D09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669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チップ外の部品</a:t>
            </a:r>
          </a:p>
        </p:txBody>
      </p:sp>
      <p:sp>
        <p:nvSpPr>
          <p:cNvPr id="8" name="board-stable-chip">
            <a:extLst xmlns:a="http://schemas.openxmlformats.org/drawingml/2006/main">
              <a:ext uri="{FF2B5EF4-FFF2-40B4-BE49-F238E27FC236}">
                <a16:creationId xmlns:a16="http://schemas.microsoft.com/office/drawing/2014/main" id="{175C80D8-5CBA-493F-BF94-5928BEC4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14600"/>
            <a:ext cx="914400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9" name="text-438">
            <a:extLst xmlns:a="http://schemas.openxmlformats.org/drawingml/2006/main">
              <a:ext uri="{FF2B5EF4-FFF2-40B4-BE49-F238E27FC236}">
                <a16:creationId xmlns:a16="http://schemas.microsoft.com/office/drawing/2014/main" id="{C9CCB9F2-99EC-41EF-9713-33F3DB3D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FPGAチップ</a:t>
            </a:r>
          </a:p>
        </p:txBody>
      </p:sp>
      <p:sp>
        <p:nvSpPr>
          <p:cNvPr id="10" name="board-stable-card">
            <a:extLst xmlns:a="http://schemas.openxmlformats.org/drawingml/2006/main">
              <a:ext uri="{FF2B5EF4-FFF2-40B4-BE49-F238E27FC236}">
                <a16:creationId xmlns:a16="http://schemas.microsoft.com/office/drawing/2014/main" id="{33452878-BA14-481D-9261-5C138224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1" name="text-440">
            <a:extLst xmlns:a="http://schemas.openxmlformats.org/drawingml/2006/main">
              <a:ext uri="{FF2B5EF4-FFF2-40B4-BE49-F238E27FC236}">
                <a16:creationId xmlns:a16="http://schemas.microsoft.com/office/drawing/2014/main" id="{B73E0224-5EF3-46E9-B71F-31660EC4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SDカード</a:t>
            </a:r>
          </a:p>
          <a:p xmlns:a="http://schemas.openxmlformats.org/drawingml/2006/main">
            <a:pPr algn="ctr">
              <a:def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スロット</a:t>
            </a:r>
          </a:p>
        </p:txBody>
      </p:sp>
      <p:sp>
        <p:nvSpPr>
          <p:cNvPr id="12" name="board-stable-memory">
            <a:extLst xmlns:a="http://schemas.openxmlformats.org/drawingml/2006/main">
              <a:ext uri="{FF2B5EF4-FFF2-40B4-BE49-F238E27FC236}">
                <a16:creationId xmlns:a16="http://schemas.microsoft.com/office/drawing/2014/main" id="{02093DA8-4B49-4D5E-B249-1328713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76675"/>
            <a:ext cx="1543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3" name="text-442">
            <a:extLst xmlns:a="http://schemas.openxmlformats.org/drawingml/2006/main">
              <a:ext uri="{FF2B5EF4-FFF2-40B4-BE49-F238E27FC236}">
                <a16:creationId xmlns:a16="http://schemas.microsoft.com/office/drawing/2014/main" id="{4763355A-6FC5-40FB-BB2A-C5D0C2A1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DDR3</a:t>
            </a:r>
          </a:p>
        </p:txBody>
      </p:sp>
      <p:sp>
        <p:nvSpPr>
          <p:cNvPr id="14" name="text-443">
            <a:extLst xmlns:a="http://schemas.openxmlformats.org/drawingml/2006/main">
              <a:ext uri="{FF2B5EF4-FFF2-40B4-BE49-F238E27FC236}">
                <a16:creationId xmlns:a16="http://schemas.microsoft.com/office/drawing/2014/main" id="{10DA8CEC-87E0-4A5F-9B73-BC5CF912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767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命令・データ</a:t>
            </a:r>
          </a:p>
        </p:txBody>
      </p:sp>
      <p:sp>
        <p:nvSpPr>
          <p:cNvPr id="15" name="board-stable-hdmi">
            <a:extLst xmlns:a="http://schemas.openxmlformats.org/drawingml/2006/main">
              <a:ext uri="{FF2B5EF4-FFF2-40B4-BE49-F238E27FC236}">
                <a16:creationId xmlns:a16="http://schemas.microsoft.com/office/drawing/2014/main" id="{3ABA8ABF-C909-4F80-A0B6-4BEF0835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257800"/>
            <a:ext cx="1543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6" name="text-445">
            <a:extLst xmlns:a="http://schemas.openxmlformats.org/drawingml/2006/main">
              <a:ext uri="{FF2B5EF4-FFF2-40B4-BE49-F238E27FC236}">
                <a16:creationId xmlns:a16="http://schemas.microsoft.com/office/drawing/2014/main" id="{414EFBAA-4614-4FFA-B10F-ADD24DA7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314950"/>
            <a:ext cx="1390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A9B9"/>
                </a:solidFill>
                <a:latin typeface="Arial"/>
                <a:ea typeface="Arial"/>
                <a:cs typeface="Arial"/>
              </a:rPr>
              <a:t>HDMI OUT</a:t>
            </a:r>
          </a:p>
        </p:txBody>
      </p:sp>
      <p:sp>
        <p:nvSpPr>
          <p:cNvPr id="17" name="board-stable-bus">
            <a:extLst xmlns:a="http://schemas.openxmlformats.org/drawingml/2006/main">
              <a:ext uri="{FF2B5EF4-FFF2-40B4-BE49-F238E27FC236}">
                <a16:creationId xmlns:a16="http://schemas.microsoft.com/office/drawing/2014/main" id="{59C68F39-21AC-4D99-8CC1-9CE86DD9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571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8" name="text-447">
            <a:extLst xmlns:a="http://schemas.openxmlformats.org/drawingml/2006/main">
              <a:ext uri="{FF2B5EF4-FFF2-40B4-BE49-F238E27FC236}">
                <a16:creationId xmlns:a16="http://schemas.microsoft.com/office/drawing/2014/main" id="{DA90104E-A80F-406F-AB97-E6B92C4E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バス</a:t>
            </a:r>
          </a:p>
        </p:txBody>
      </p:sp>
      <p:sp>
        <p:nvSpPr>
          <p:cNvPr id="19" name="board-stable-ddr">
            <a:extLst xmlns:a="http://schemas.openxmlformats.org/drawingml/2006/main">
              <a:ext uri="{FF2B5EF4-FFF2-40B4-BE49-F238E27FC236}">
                <a16:creationId xmlns:a16="http://schemas.microsoft.com/office/drawing/2014/main" id="{546EFAB9-45F0-4AF1-ADE7-266AC70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10025"/>
            <a:ext cx="1400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20" name="text-449">
            <a:extLst xmlns:a="http://schemas.openxmlformats.org/drawingml/2006/main">
              <a:ext uri="{FF2B5EF4-FFF2-40B4-BE49-F238E27FC236}">
                <a16:creationId xmlns:a16="http://schemas.microsoft.com/office/drawing/2014/main" id="{A71F8EEA-7224-40A6-A4C0-17AF0A92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1247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DDR</a:t>
            </a:r>
          </a:p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コントローラー</a:t>
            </a:r>
          </a:p>
        </p:txBody>
      </p:sp>
      <p:sp>
        <p:nvSpPr>
          <p:cNvPr id="21" name="text-450">
            <a:extLst xmlns:a="http://schemas.openxmlformats.org/drawingml/2006/main">
              <a:ext uri="{FF2B5EF4-FFF2-40B4-BE49-F238E27FC236}">
                <a16:creationId xmlns:a16="http://schemas.microsoft.com/office/drawing/2014/main" id="{08A53C69-9381-448F-AAC3-FDF2540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67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AMD提供（MIG）</a:t>
            </a:r>
          </a:p>
        </p:txBody>
      </p:sp>
      <p:sp>
        <p:nvSpPr>
          <p:cNvPr id="22" name="wire-451">
            <a:extLst xmlns:a="http://schemas.openxmlformats.org/drawingml/2006/main">
              <a:ext uri="{FF2B5EF4-FFF2-40B4-BE49-F238E27FC236}">
                <a16:creationId xmlns:a16="http://schemas.microsoft.com/office/drawing/2014/main" id="{58F734EA-A86F-4A70-B6A8-083A39E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3" name="circuit-452">
            <a:extLst xmlns:a="http://schemas.openxmlformats.org/drawingml/2006/main">
              <a:ext uri="{FF2B5EF4-FFF2-40B4-BE49-F238E27FC236}">
                <a16:creationId xmlns:a16="http://schemas.microsoft.com/office/drawing/2014/main" id="{DF45934D-5C13-4D4E-9DB8-400F6CBB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4" name="wire-453">
            <a:extLst xmlns:a="http://schemas.openxmlformats.org/drawingml/2006/main">
              <a:ext uri="{FF2B5EF4-FFF2-40B4-BE49-F238E27FC236}">
                <a16:creationId xmlns:a16="http://schemas.microsoft.com/office/drawing/2014/main" id="{749BFE2D-9E16-4E56-A5DF-07AD00B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5" name="circuit-454">
            <a:extLst xmlns:a="http://schemas.openxmlformats.org/drawingml/2006/main">
              <a:ext uri="{FF2B5EF4-FFF2-40B4-BE49-F238E27FC236}">
                <a16:creationId xmlns:a16="http://schemas.microsoft.com/office/drawing/2014/main" id="{FEE55D48-6F42-4011-88C3-C453BBF4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6" name="wire-455">
            <a:extLst xmlns:a="http://schemas.openxmlformats.org/drawingml/2006/main">
              <a:ext uri="{FF2B5EF4-FFF2-40B4-BE49-F238E27FC236}">
                <a16:creationId xmlns:a16="http://schemas.microsoft.com/office/drawing/2014/main" id="{2F513545-5DD3-4C65-A20E-9BDFDE11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9525" cy="1362075"/>
          </a:xfrm>
          <a:custGeom xmlns:a="http://schemas.openxmlformats.org/drawingml/2006/main">
            <a:pathLst>
              <a:path w="952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27" name="wire-456">
            <a:extLst xmlns:a="http://schemas.openxmlformats.org/drawingml/2006/main">
              <a:ext uri="{FF2B5EF4-FFF2-40B4-BE49-F238E27FC236}">
                <a16:creationId xmlns:a16="http://schemas.microsoft.com/office/drawing/2014/main" id="{6C7CD442-A5CA-47D4-BB96-C640C61B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28" name="circuit-457">
            <a:extLst xmlns:a="http://schemas.openxmlformats.org/drawingml/2006/main">
              <a:ext uri="{FF2B5EF4-FFF2-40B4-BE49-F238E27FC236}">
                <a16:creationId xmlns:a16="http://schemas.microsoft.com/office/drawing/2014/main" id="{15AF37AC-3641-4717-99A6-709A502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29" name="wire-458">
            <a:extLst xmlns:a="http://schemas.openxmlformats.org/drawingml/2006/main">
              <a:ext uri="{FF2B5EF4-FFF2-40B4-BE49-F238E27FC236}">
                <a16:creationId xmlns:a16="http://schemas.microsoft.com/office/drawing/2014/main" id="{6EC1122F-3B8D-4F27-A4FA-4F84726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114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30" name="circuit-459">
            <a:extLst xmlns:a="http://schemas.openxmlformats.org/drawingml/2006/main">
              <a:ext uri="{FF2B5EF4-FFF2-40B4-BE49-F238E27FC236}">
                <a16:creationId xmlns:a16="http://schemas.microsoft.com/office/drawing/2014/main" id="{5C9EDBA2-3370-4920-830C-60234E45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31" name="wire-460">
            <a:extLst xmlns:a="http://schemas.openxmlformats.org/drawingml/2006/main">
              <a:ext uri="{FF2B5EF4-FFF2-40B4-BE49-F238E27FC236}">
                <a16:creationId xmlns:a16="http://schemas.microsoft.com/office/drawing/2014/main" id="{E18B3842-20F7-4B8E-B8C5-6ACEAA0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2" name="circuit-461">
            <a:extLst xmlns:a="http://schemas.openxmlformats.org/drawingml/2006/main">
              <a:ext uri="{FF2B5EF4-FFF2-40B4-BE49-F238E27FC236}">
                <a16:creationId xmlns:a16="http://schemas.microsoft.com/office/drawing/2014/main" id="{1B89780F-5F61-4054-9AE8-57637B7B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3" name="wire-462">
            <a:extLst xmlns:a="http://schemas.openxmlformats.org/drawingml/2006/main">
              <a:ext uri="{FF2B5EF4-FFF2-40B4-BE49-F238E27FC236}">
                <a16:creationId xmlns:a16="http://schemas.microsoft.com/office/drawing/2014/main" id="{88F5BF34-B1B2-4D45-9DDD-226C2563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4" name="circuit-463">
            <a:extLst xmlns:a="http://schemas.openxmlformats.org/drawingml/2006/main">
              <a:ext uri="{FF2B5EF4-FFF2-40B4-BE49-F238E27FC236}">
                <a16:creationId xmlns:a16="http://schemas.microsoft.com/office/drawing/2014/main" id="{70BEC23D-B2DE-490B-9B6E-4EDDC3C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5" name="board-stable-sd">
            <a:extLst xmlns:a="http://schemas.openxmlformats.org/drawingml/2006/main">
              <a:ext uri="{FF2B5EF4-FFF2-40B4-BE49-F238E27FC236}">
                <a16:creationId xmlns:a16="http://schemas.microsoft.com/office/drawing/2014/main" id="{EB67491F-75B0-47E3-B4B7-ADE1D562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33700"/>
            <a:ext cx="1400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36" name="text-465">
            <a:extLst xmlns:a="http://schemas.openxmlformats.org/drawingml/2006/main">
              <a:ext uri="{FF2B5EF4-FFF2-40B4-BE49-F238E27FC236}">
                <a16:creationId xmlns:a16="http://schemas.microsoft.com/office/drawing/2014/main" id="{EEFBB8D5-325C-46DE-816F-3EDA8720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90850"/>
            <a:ext cx="1247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SD制御</a:t>
            </a:r>
          </a:p>
        </p:txBody>
      </p:sp>
      <p:sp>
        <p:nvSpPr>
          <p:cNvPr id="37" name="wire-466">
            <a:extLst xmlns:a="http://schemas.openxmlformats.org/drawingml/2006/main">
              <a:ext uri="{FF2B5EF4-FFF2-40B4-BE49-F238E27FC236}">
                <a16:creationId xmlns:a16="http://schemas.microsoft.com/office/drawing/2014/main" id="{0318E568-CB0E-4EDD-8238-D1986AD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8" name="circuit-467">
            <a:extLst xmlns:a="http://schemas.openxmlformats.org/drawingml/2006/main">
              <a:ext uri="{FF2B5EF4-FFF2-40B4-BE49-F238E27FC236}">
                <a16:creationId xmlns:a16="http://schemas.microsoft.com/office/drawing/2014/main" id="{C5F44952-BD72-43A5-90D9-057AA9D5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9" name="wire-468">
            <a:extLst xmlns:a="http://schemas.openxmlformats.org/drawingml/2006/main">
              <a:ext uri="{FF2B5EF4-FFF2-40B4-BE49-F238E27FC236}">
                <a16:creationId xmlns:a16="http://schemas.microsoft.com/office/drawing/2014/main" id="{87151A5B-8E36-4479-82A7-D5C3E893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40" name="circuit-469">
            <a:extLst xmlns:a="http://schemas.openxmlformats.org/drawingml/2006/main">
              <a:ext uri="{FF2B5EF4-FFF2-40B4-BE49-F238E27FC236}">
                <a16:creationId xmlns:a16="http://schemas.microsoft.com/office/drawing/2014/main" id="{2A43283A-C6F4-4D48-BF52-965EC3E9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41" name="wire-470">
            <a:extLst xmlns:a="http://schemas.openxmlformats.org/drawingml/2006/main">
              <a:ext uri="{FF2B5EF4-FFF2-40B4-BE49-F238E27FC236}">
                <a16:creationId xmlns:a16="http://schemas.microsoft.com/office/drawing/2014/main" id="{8601D45E-0CD6-405E-9B0A-7A35B4B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42" name="circuit-471">
            <a:extLst xmlns:a="http://schemas.openxmlformats.org/drawingml/2006/main">
              <a:ext uri="{FF2B5EF4-FFF2-40B4-BE49-F238E27FC236}">
                <a16:creationId xmlns:a16="http://schemas.microsoft.com/office/drawing/2014/main" id="{1E383867-9C45-4C2C-B39A-806F23C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43" name="wire-472">
            <a:extLst xmlns:a="http://schemas.openxmlformats.org/drawingml/2006/main">
              <a:ext uri="{FF2B5EF4-FFF2-40B4-BE49-F238E27FC236}">
                <a16:creationId xmlns:a16="http://schemas.microsoft.com/office/drawing/2014/main" id="{731E4967-962F-4869-A4DB-A859E0DB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44" name="circuit-473">
            <a:extLst xmlns:a="http://schemas.openxmlformats.org/drawingml/2006/main">
              <a:ext uri="{FF2B5EF4-FFF2-40B4-BE49-F238E27FC236}">
                <a16:creationId xmlns:a16="http://schemas.microsoft.com/office/drawing/2014/main" id="{2560F188-0E1D-41C0-A588-3AA7235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45" name="wire-474">
            <a:extLst xmlns:a="http://schemas.openxmlformats.org/drawingml/2006/main">
              <a:ext uri="{FF2B5EF4-FFF2-40B4-BE49-F238E27FC236}">
                <a16:creationId xmlns:a16="http://schemas.microsoft.com/office/drawing/2014/main" id="{3927DAF6-C714-456B-B76D-A5322330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72C3"/>
            </a:solidFill>
          </a:ln>
        </p:spPr>
      </p:sp>
      <p:sp>
        <p:nvSpPr>
          <p:cNvPr id="46" name="wire-475">
            <a:extLst xmlns:a="http://schemas.openxmlformats.org/drawingml/2006/main">
              <a:ext uri="{FF2B5EF4-FFF2-40B4-BE49-F238E27FC236}">
                <a16:creationId xmlns:a16="http://schemas.microsoft.com/office/drawing/2014/main" id="{6F564829-250C-437D-A49B-72820144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9525" cy="1362075"/>
          </a:xfrm>
          <a:custGeom xmlns:a="http://schemas.openxmlformats.org/drawingml/2006/main">
            <a:pathLst>
              <a:path w="9525" h="1362075">
                <a:moveTo>
                  <a:pt x="0" y="1362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72C3"/>
            </a:solidFill>
          </a:ln>
        </p:spPr>
      </p:sp>
      <p:sp>
        <p:nvSpPr>
          <p:cNvPr id="47" name="wire-476">
            <a:extLst xmlns:a="http://schemas.openxmlformats.org/drawingml/2006/main">
              <a:ext uri="{FF2B5EF4-FFF2-40B4-BE49-F238E27FC236}">
                <a16:creationId xmlns:a16="http://schemas.microsoft.com/office/drawing/2014/main" id="{9A6ECBC1-096E-4A3A-8960-C39E96E6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72C3"/>
            </a:solidFill>
          </a:ln>
        </p:spPr>
      </p:sp>
      <p:sp>
        <p:nvSpPr>
          <p:cNvPr id="48" name="circuit-477">
            <a:extLst xmlns:a="http://schemas.openxmlformats.org/drawingml/2006/main">
              <a:ext uri="{FF2B5EF4-FFF2-40B4-BE49-F238E27FC236}">
                <a16:creationId xmlns:a16="http://schemas.microsoft.com/office/drawing/2014/main" id="{30B8AFBE-66BC-4882-B01A-CB1F6689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49" name="text-478">
            <a:extLst xmlns:a="http://schemas.openxmlformats.org/drawingml/2006/main">
              <a:ext uri="{FF2B5EF4-FFF2-40B4-BE49-F238E27FC236}">
                <a16:creationId xmlns:a16="http://schemas.microsoft.com/office/drawing/2014/main" id="{A5F97D05-7C2D-46C1-A2FC-B294E0B6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命令から取り出す内容</a:t>
            </a:r>
          </a:p>
        </p:txBody>
      </p:sp>
      <p:sp>
        <p:nvSpPr>
          <p:cNvPr id="50" name="block-479">
            <a:extLst xmlns:a="http://schemas.openxmlformats.org/drawingml/2006/main">
              <a:ext uri="{FF2B5EF4-FFF2-40B4-BE49-F238E27FC236}">
                <a16:creationId xmlns:a16="http://schemas.microsoft.com/office/drawing/2014/main" id="{0C54CDF1-C16B-4589-AF5B-B9C2DC71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51" name="text-480">
            <a:extLst xmlns:a="http://schemas.openxmlformats.org/drawingml/2006/main">
              <a:ext uri="{FF2B5EF4-FFF2-40B4-BE49-F238E27FC236}">
                <a16:creationId xmlns:a16="http://schemas.microsoft.com/office/drawing/2014/main" id="{E94FDB19-28D3-421F-A832-B0340B2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1257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即値</a:t>
            </a:r>
          </a:p>
        </p:txBody>
      </p:sp>
      <p:sp>
        <p:nvSpPr>
          <p:cNvPr id="52" name="text-481">
            <a:extLst xmlns:a="http://schemas.openxmlformats.org/drawingml/2006/main">
              <a:ext uri="{FF2B5EF4-FFF2-40B4-BE49-F238E27FC236}">
                <a16:creationId xmlns:a16="http://schemas.microsoft.com/office/drawing/2014/main" id="{C13445E5-9762-4128-BCBC-C05BB8C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数値</a:t>
            </a:r>
          </a:p>
        </p:txBody>
      </p:sp>
      <p:sp>
        <p:nvSpPr>
          <p:cNvPr id="53" name="block-482">
            <a:extLst xmlns:a="http://schemas.openxmlformats.org/drawingml/2006/main">
              <a:ext uri="{FF2B5EF4-FFF2-40B4-BE49-F238E27FC236}">
                <a16:creationId xmlns:a16="http://schemas.microsoft.com/office/drawing/2014/main" id="{FA6A9DA8-BB1B-483A-8AC3-BBF18B3A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54" name="text-483">
            <a:extLst xmlns:a="http://schemas.openxmlformats.org/drawingml/2006/main">
              <a:ext uri="{FF2B5EF4-FFF2-40B4-BE49-F238E27FC236}">
                <a16:creationId xmlns:a16="http://schemas.microsoft.com/office/drawing/2014/main" id="{C7B5AF8A-94E2-41F1-8687-9CBFCCC1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55" name="text-484">
            <a:extLst xmlns:a="http://schemas.openxmlformats.org/drawingml/2006/main">
              <a:ext uri="{FF2B5EF4-FFF2-40B4-BE49-F238E27FC236}">
                <a16:creationId xmlns:a16="http://schemas.microsoft.com/office/drawing/2014/main" id="{32C6F933-EBDB-470A-914B-E75754F4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番号</a:t>
            </a:r>
          </a:p>
        </p:txBody>
      </p:sp>
      <p:sp>
        <p:nvSpPr>
          <p:cNvPr id="56" name="block-485">
            <a:extLst xmlns:a="http://schemas.openxmlformats.org/drawingml/2006/main">
              <a:ext uri="{FF2B5EF4-FFF2-40B4-BE49-F238E27FC236}">
                <a16:creationId xmlns:a16="http://schemas.microsoft.com/office/drawing/2014/main" id="{3AC452BF-BD1F-475F-AB3D-13CD9B23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57" name="text-486">
            <a:extLst xmlns:a="http://schemas.openxmlformats.org/drawingml/2006/main">
              <a:ext uri="{FF2B5EF4-FFF2-40B4-BE49-F238E27FC236}">
                <a16:creationId xmlns:a16="http://schemas.microsoft.com/office/drawing/2014/main" id="{4179C179-78DB-4D7F-BBAD-2AE7AEBD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48000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58" name="text-487">
            <a:extLst xmlns:a="http://schemas.openxmlformats.org/drawingml/2006/main">
              <a:ext uri="{FF2B5EF4-FFF2-40B4-BE49-F238E27FC236}">
                <a16:creationId xmlns:a16="http://schemas.microsoft.com/office/drawing/2014/main" id="{B559968C-E11B-4436-AA2A-5D68CED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番号</a:t>
            </a:r>
          </a:p>
        </p:txBody>
      </p:sp>
      <p:sp>
        <p:nvSpPr>
          <p:cNvPr id="59" name="block-488">
            <a:extLst xmlns:a="http://schemas.openxmlformats.org/drawingml/2006/main">
              <a:ext uri="{FF2B5EF4-FFF2-40B4-BE49-F238E27FC236}">
                <a16:creationId xmlns:a16="http://schemas.microsoft.com/office/drawing/2014/main" id="{8DFD3C73-F4E2-4AFD-9B9E-72FC3026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60" name="text-489">
            <a:extLst xmlns:a="http://schemas.openxmlformats.org/drawingml/2006/main">
              <a:ext uri="{FF2B5EF4-FFF2-40B4-BE49-F238E27FC236}">
                <a16:creationId xmlns:a16="http://schemas.microsoft.com/office/drawing/2014/main" id="{7C296182-4329-4E4C-AC47-C14D3CA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操作</a:t>
            </a:r>
          </a:p>
        </p:txBody>
      </p:sp>
      <p:sp>
        <p:nvSpPr>
          <p:cNvPr id="61" name="text-490">
            <a:extLst xmlns:a="http://schemas.openxmlformats.org/drawingml/2006/main">
              <a:ext uri="{FF2B5EF4-FFF2-40B4-BE49-F238E27FC236}">
                <a16:creationId xmlns:a16="http://schemas.microsoft.com/office/drawing/2014/main" id="{5E4DCC3B-A0E7-4FF9-B533-D2ECC08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lw/sw</a:t>
            </a:r>
          </a:p>
        </p:txBody>
      </p:sp>
      <p:sp>
        <p:nvSpPr>
          <p:cNvPr id="62" name="board-stable-pc">
            <a:extLst xmlns:a="http://schemas.openxmlformats.org/drawingml/2006/main">
              <a:ext uri="{FF2B5EF4-FFF2-40B4-BE49-F238E27FC236}">
                <a16:creationId xmlns:a16="http://schemas.microsoft.com/office/drawing/2014/main" id="{07B2676B-C202-47A1-9455-039F8CA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314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3" name="text-492">
            <a:extLst xmlns:a="http://schemas.openxmlformats.org/drawingml/2006/main">
              <a:ext uri="{FF2B5EF4-FFF2-40B4-BE49-F238E27FC236}">
                <a16:creationId xmlns:a16="http://schemas.microsoft.com/office/drawing/2014/main" id="{F50105EC-9035-4917-8E5F-EFA2A5F2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D Q</a:t>
            </a:r>
          </a:p>
        </p:txBody>
      </p:sp>
      <p:sp>
        <p:nvSpPr>
          <p:cNvPr id="64" name="circuit-493">
            <a:extLst xmlns:a="http://schemas.openxmlformats.org/drawingml/2006/main">
              <a:ext uri="{FF2B5EF4-FFF2-40B4-BE49-F238E27FC236}">
                <a16:creationId xmlns:a16="http://schemas.microsoft.com/office/drawing/2014/main" id="{E1645D46-8536-4BD2-91DF-91EBD0B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0"/>
                </a:moveTo>
                <a:lnTo>
                  <a:pt x="85725" y="95250"/>
                </a:lnTo>
                <a:lnTo>
                  <a:pt x="1714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5" name="wire-494">
            <a:extLst xmlns:a="http://schemas.openxmlformats.org/drawingml/2006/main">
              <a:ext uri="{FF2B5EF4-FFF2-40B4-BE49-F238E27FC236}">
                <a16:creationId xmlns:a16="http://schemas.microsoft.com/office/drawing/2014/main" id="{FCEBE274-B6DA-4D8C-BDFB-0E9689AE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66" name="text-495">
            <a:extLst xmlns:a="http://schemas.openxmlformats.org/drawingml/2006/main">
              <a:ext uri="{FF2B5EF4-FFF2-40B4-BE49-F238E27FC236}">
                <a16:creationId xmlns:a16="http://schemas.microsoft.com/office/drawing/2014/main" id="{749082A5-0BFF-4929-96E6-0E43EA4C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42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clk</a:t>
            </a:r>
          </a:p>
        </p:txBody>
      </p:sp>
      <p:sp>
        <p:nvSpPr>
          <p:cNvPr id="67" name="text-496">
            <a:extLst xmlns:a="http://schemas.openxmlformats.org/drawingml/2006/main">
              <a:ext uri="{FF2B5EF4-FFF2-40B4-BE49-F238E27FC236}">
                <a16:creationId xmlns:a16="http://schemas.microsoft.com/office/drawing/2014/main" id="{BE609F3E-7BAF-4A12-9071-04DE3DEE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68" name="wire-497">
            <a:extLst xmlns:a="http://schemas.openxmlformats.org/drawingml/2006/main">
              <a:ext uri="{FF2B5EF4-FFF2-40B4-BE49-F238E27FC236}">
                <a16:creationId xmlns:a16="http://schemas.microsoft.com/office/drawing/2014/main" id="{11D33D69-3C49-4D05-B0CF-351F9969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577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69" name="circuit-498">
            <a:extLst xmlns:a="http://schemas.openxmlformats.org/drawingml/2006/main">
              <a:ext uri="{FF2B5EF4-FFF2-40B4-BE49-F238E27FC236}">
                <a16:creationId xmlns:a16="http://schemas.microsoft.com/office/drawing/2014/main" id="{263F3B00-088E-4BC9-8B99-556554B1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70" name="text-499">
            <a:extLst xmlns:a="http://schemas.openxmlformats.org/drawingml/2006/main">
              <a:ext uri="{FF2B5EF4-FFF2-40B4-BE49-F238E27FC236}">
                <a16:creationId xmlns:a16="http://schemas.microsoft.com/office/drawing/2014/main" id="{57098C77-396E-47CF-98BB-3E1FA52D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番地</a:t>
            </a:r>
          </a:p>
        </p:txBody>
      </p:sp>
      <p:sp>
        <p:nvSpPr>
          <p:cNvPr id="71" name="board-stable-fetch">
            <a:extLst xmlns:a="http://schemas.openxmlformats.org/drawingml/2006/main">
              <a:ext uri="{FF2B5EF4-FFF2-40B4-BE49-F238E27FC236}">
                <a16:creationId xmlns:a16="http://schemas.microsoft.com/office/drawing/2014/main" id="{19A2F9A6-FEF7-4279-A8F3-E7F8F9C9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1381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72" name="text-501">
            <a:extLst xmlns:a="http://schemas.openxmlformats.org/drawingml/2006/main">
              <a:ext uri="{FF2B5EF4-FFF2-40B4-BE49-F238E27FC236}">
                <a16:creationId xmlns:a16="http://schemas.microsoft.com/office/drawing/2014/main" id="{2DA6DFCD-7AB2-49A5-9F53-E2A6ED1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1266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命令読出し</a:t>
            </a:r>
          </a:p>
        </p:txBody>
      </p:sp>
      <p:sp>
        <p:nvSpPr>
          <p:cNvPr id="73" name="text-502">
            <a:extLst xmlns:a="http://schemas.openxmlformats.org/drawingml/2006/main">
              <a:ext uri="{FF2B5EF4-FFF2-40B4-BE49-F238E27FC236}">
                <a16:creationId xmlns:a16="http://schemas.microsoft.com/office/drawing/2014/main" id="{2D0F519D-E276-4AAE-939A-909B9A86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4" name="text-503">
            <a:extLst xmlns:a="http://schemas.openxmlformats.org/drawingml/2006/main">
              <a:ext uri="{FF2B5EF4-FFF2-40B4-BE49-F238E27FC236}">
                <a16:creationId xmlns:a16="http://schemas.microsoft.com/office/drawing/2014/main" id="{5C03B911-3638-406C-8512-2B3626B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34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75" name="text-504">
            <a:extLst xmlns:a="http://schemas.openxmlformats.org/drawingml/2006/main">
              <a:ext uri="{FF2B5EF4-FFF2-40B4-BE49-F238E27FC236}">
                <a16:creationId xmlns:a16="http://schemas.microsoft.com/office/drawing/2014/main" id="{0F351B16-2A3A-4B9D-AE6B-2E7F6785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962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DDR3から</a:t>
            </a:r>
          </a:p>
          <a:p xmlns:a="http://schemas.openxmlformats.org/drawingml/2006/main">
            <a: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命令を読む</a:t>
            </a:r>
          </a:p>
        </p:txBody>
      </p:sp>
      <p:sp>
        <p:nvSpPr>
          <p:cNvPr id="76" name="wire-505">
            <a:extLst xmlns:a="http://schemas.openxmlformats.org/drawingml/2006/main">
              <a:ext uri="{FF2B5EF4-FFF2-40B4-BE49-F238E27FC236}">
                <a16:creationId xmlns:a16="http://schemas.microsoft.com/office/drawing/2014/main" id="{408A571A-7130-4575-B3FD-C3C5C478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57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77" name="wire-506">
            <a:extLst xmlns:a="http://schemas.openxmlformats.org/drawingml/2006/main">
              <a:ext uri="{FF2B5EF4-FFF2-40B4-BE49-F238E27FC236}">
                <a16:creationId xmlns:a16="http://schemas.microsoft.com/office/drawing/2014/main" id="{AE452D0F-1C6A-422B-A9CA-9051692B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9525" cy="1076325"/>
          </a:xfrm>
          <a:custGeom xmlns:a="http://schemas.openxmlformats.org/drawingml/2006/main">
            <a:pathLst>
              <a:path w="9525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78" name="wire-507">
            <a:extLst xmlns:a="http://schemas.openxmlformats.org/drawingml/2006/main">
              <a:ext uri="{FF2B5EF4-FFF2-40B4-BE49-F238E27FC236}">
                <a16:creationId xmlns:a16="http://schemas.microsoft.com/office/drawing/2014/main" id="{F34929C5-82EF-44DE-9BB4-AEDD2435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79" name="circuit-508">
            <a:extLst xmlns:a="http://schemas.openxmlformats.org/drawingml/2006/main">
              <a:ext uri="{FF2B5EF4-FFF2-40B4-BE49-F238E27FC236}">
                <a16:creationId xmlns:a16="http://schemas.microsoft.com/office/drawing/2014/main" id="{DDD5D4D7-8E90-4F33-9A65-643E4795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49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0" name="circuit-509">
            <a:extLst xmlns:a="http://schemas.openxmlformats.org/drawingml/2006/main">
              <a:ext uri="{FF2B5EF4-FFF2-40B4-BE49-F238E27FC236}">
                <a16:creationId xmlns:a16="http://schemas.microsoft.com/office/drawing/2014/main" id="{3330D0B3-6ABE-45B6-81AD-A40085D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419100" cy="419100"/>
          </a:xfrm>
          <a:custGeom xmlns:a="http://schemas.openxmlformats.org/drawingml/2006/main">
            <a:pathLst>
              <a:path w="419100" h="419100">
                <a:moveTo>
                  <a:pt x="0" y="0"/>
                </a:moveTo>
                <a:lnTo>
                  <a:pt x="419100" y="104775"/>
                </a:lnTo>
                <a:lnTo>
                  <a:pt x="419100" y="314325"/>
                </a:lnTo>
                <a:lnTo>
                  <a:pt x="0" y="419100"/>
                </a:lnTo>
                <a:lnTo>
                  <a:pt x="0" y="295275"/>
                </a:lnTo>
                <a:lnTo>
                  <a:pt x="95250" y="2095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81" name="text-510">
            <a:extLst xmlns:a="http://schemas.openxmlformats.org/drawingml/2006/main">
              <a:ext uri="{FF2B5EF4-FFF2-40B4-BE49-F238E27FC236}">
                <a16:creationId xmlns:a16="http://schemas.microsoft.com/office/drawing/2014/main" id="{25B1F570-3574-41D2-A49A-D179A2FD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4766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2" name="wire-511">
            <a:extLst xmlns:a="http://schemas.openxmlformats.org/drawingml/2006/main">
              <a:ext uri="{FF2B5EF4-FFF2-40B4-BE49-F238E27FC236}">
                <a16:creationId xmlns:a16="http://schemas.microsoft.com/office/drawing/2014/main" id="{7F2F7396-B787-4C1A-B508-DBC006BB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952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3" name="wire-512">
            <a:extLst xmlns:a="http://schemas.openxmlformats.org/drawingml/2006/main">
              <a:ext uri="{FF2B5EF4-FFF2-40B4-BE49-F238E27FC236}">
                <a16:creationId xmlns:a16="http://schemas.microsoft.com/office/drawing/2014/main" id="{FB02F207-9B87-4022-B5EF-5AD4362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4" name="circuit-513">
            <a:extLst xmlns:a="http://schemas.openxmlformats.org/drawingml/2006/main">
              <a:ext uri="{FF2B5EF4-FFF2-40B4-BE49-F238E27FC236}">
                <a16:creationId xmlns:a16="http://schemas.microsoft.com/office/drawing/2014/main" id="{98D2BBDB-E122-4CD1-A1B8-C9738A3F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3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5" name="text-514">
            <a:extLst xmlns:a="http://schemas.openxmlformats.org/drawingml/2006/main">
              <a:ext uri="{FF2B5EF4-FFF2-40B4-BE49-F238E27FC236}">
                <a16:creationId xmlns:a16="http://schemas.microsoft.com/office/drawing/2014/main" id="{B158D4AB-42A3-4B2F-8B30-B989E3EE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6" name="wire-515">
            <a:extLst xmlns:a="http://schemas.openxmlformats.org/drawingml/2006/main">
              <a:ext uri="{FF2B5EF4-FFF2-40B4-BE49-F238E27FC236}">
                <a16:creationId xmlns:a16="http://schemas.microsoft.com/office/drawing/2014/main" id="{ECB280D3-A4AC-4FEE-B40F-FB43079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05225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7" name="circuit-516">
            <a:extLst xmlns:a="http://schemas.openxmlformats.org/drawingml/2006/main">
              <a:ext uri="{FF2B5EF4-FFF2-40B4-BE49-F238E27FC236}">
                <a16:creationId xmlns:a16="http://schemas.microsoft.com/office/drawing/2014/main" id="{B0CF76A9-4A7E-4FB3-8AB7-DC7E36BD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737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8" name="wire-517">
            <a:extLst xmlns:a="http://schemas.openxmlformats.org/drawingml/2006/main">
              <a:ext uri="{FF2B5EF4-FFF2-40B4-BE49-F238E27FC236}">
                <a16:creationId xmlns:a16="http://schemas.microsoft.com/office/drawing/2014/main" id="{C43C4325-0C43-4A06-8B01-F52A8A0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997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9" name="wire-518">
            <a:extLst xmlns:a="http://schemas.openxmlformats.org/drawingml/2006/main">
              <a:ext uri="{FF2B5EF4-FFF2-40B4-BE49-F238E27FC236}">
                <a16:creationId xmlns:a16="http://schemas.microsoft.com/office/drawing/2014/main" id="{6A31C619-6E5E-45D4-8ABA-9B09922B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9565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0" name="wire-519">
            <a:extLst xmlns:a="http://schemas.openxmlformats.org/drawingml/2006/main">
              <a:ext uri="{FF2B5EF4-FFF2-40B4-BE49-F238E27FC236}">
                <a16:creationId xmlns:a16="http://schemas.microsoft.com/office/drawing/2014/main" id="{F7D2476A-DAE8-4611-BC48-4247601D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438275" cy="9525"/>
          </a:xfrm>
          <a:custGeom xmlns:a="http://schemas.openxmlformats.org/drawingml/2006/main">
            <a:pathLst>
              <a:path w="1438275" h="9525">
                <a:moveTo>
                  <a:pt x="1438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1" name="wire-520">
            <a:extLst xmlns:a="http://schemas.openxmlformats.org/drawingml/2006/main">
              <a:ext uri="{FF2B5EF4-FFF2-40B4-BE49-F238E27FC236}">
                <a16:creationId xmlns:a16="http://schemas.microsoft.com/office/drawing/2014/main" id="{A966E38C-85F8-411B-98E5-848F92F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9525" cy="1162050"/>
          </a:xfrm>
          <a:custGeom xmlns:a="http://schemas.openxmlformats.org/drawingml/2006/main"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2" name="wire-521">
            <a:extLst xmlns:a="http://schemas.openxmlformats.org/drawingml/2006/main">
              <a:ext uri="{FF2B5EF4-FFF2-40B4-BE49-F238E27FC236}">
                <a16:creationId xmlns:a16="http://schemas.microsoft.com/office/drawing/2014/main" id="{0A49F6E4-610D-481A-9062-5C73DAB7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3" name="circuit-522">
            <a:extLst xmlns:a="http://schemas.openxmlformats.org/drawingml/2006/main">
              <a:ext uri="{FF2B5EF4-FFF2-40B4-BE49-F238E27FC236}">
                <a16:creationId xmlns:a16="http://schemas.microsoft.com/office/drawing/2014/main" id="{A06A65B6-80C9-46CE-9831-46AD197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94" name="text-523">
            <a:extLst xmlns:a="http://schemas.openxmlformats.org/drawingml/2006/main">
              <a:ext uri="{FF2B5EF4-FFF2-40B4-BE49-F238E27FC236}">
                <a16:creationId xmlns:a16="http://schemas.microsoft.com/office/drawing/2014/main" id="{C451E604-A369-4C6F-B118-1F6A706E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 + 4</a:t>
            </a:r>
          </a:p>
        </p:txBody>
      </p:sp>
      <p:sp>
        <p:nvSpPr>
          <p:cNvPr id="95" name="wire-524">
            <a:extLst xmlns:a="http://schemas.openxmlformats.org/drawingml/2006/main">
              <a:ext uri="{FF2B5EF4-FFF2-40B4-BE49-F238E27FC236}">
                <a16:creationId xmlns:a16="http://schemas.microsoft.com/office/drawing/2014/main" id="{8CD979FF-ED08-4D2F-BCFA-9D9C55D5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14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6" name="wire-525">
            <a:extLst xmlns:a="http://schemas.openxmlformats.org/drawingml/2006/main">
              <a:ext uri="{FF2B5EF4-FFF2-40B4-BE49-F238E27FC236}">
                <a16:creationId xmlns:a16="http://schemas.microsoft.com/office/drawing/2014/main" id="{A1C4E8CE-E8CC-4DF7-ABA1-3F1F4873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1352550" cy="9525"/>
          </a:xfrm>
          <a:custGeom xmlns:a="http://schemas.openxmlformats.org/drawingml/2006/main">
            <a:pathLst>
              <a:path w="1352550" h="9525">
                <a:moveTo>
                  <a:pt x="13525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7" name="wire-526">
            <a:extLst xmlns:a="http://schemas.openxmlformats.org/drawingml/2006/main">
              <a:ext uri="{FF2B5EF4-FFF2-40B4-BE49-F238E27FC236}">
                <a16:creationId xmlns:a16="http://schemas.microsoft.com/office/drawing/2014/main" id="{6CCFE37D-1B06-409A-97C3-A1915C9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9525" cy="561975"/>
          </a:xfrm>
          <a:custGeom xmlns:a="http://schemas.openxmlformats.org/drawingml/2006/main"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8" name="wire-527">
            <a:extLst xmlns:a="http://schemas.openxmlformats.org/drawingml/2006/main">
              <a:ext uri="{FF2B5EF4-FFF2-40B4-BE49-F238E27FC236}">
                <a16:creationId xmlns:a16="http://schemas.microsoft.com/office/drawing/2014/main" id="{3574ED1E-02F9-42DB-A50C-E8E5F2CD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9" name="circuit-528">
            <a:extLst xmlns:a="http://schemas.openxmlformats.org/drawingml/2006/main">
              <a:ext uri="{FF2B5EF4-FFF2-40B4-BE49-F238E27FC236}">
                <a16:creationId xmlns:a16="http://schemas.microsoft.com/office/drawing/2014/main" id="{EF5A56AB-B098-446C-A944-0A2BCB64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00" name="wire-529">
            <a:extLst xmlns:a="http://schemas.openxmlformats.org/drawingml/2006/main">
              <a:ext uri="{FF2B5EF4-FFF2-40B4-BE49-F238E27FC236}">
                <a16:creationId xmlns:a16="http://schemas.microsoft.com/office/drawing/2014/main" id="{1BED4163-A43D-447A-A7A5-98D099B5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147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1" name="wire-530">
            <a:extLst xmlns:a="http://schemas.openxmlformats.org/drawingml/2006/main">
              <a:ext uri="{FF2B5EF4-FFF2-40B4-BE49-F238E27FC236}">
                <a16:creationId xmlns:a16="http://schemas.microsoft.com/office/drawing/2014/main" id="{D64D40AD-F714-4F7C-919C-25C5F362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1400"/>
            <a:ext cx="1724025" cy="9525"/>
          </a:xfrm>
          <a:custGeom xmlns:a="http://schemas.openxmlformats.org/drawingml/2006/main">
            <a:pathLst>
              <a:path w="1724025" h="9525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2" name="wire-531">
            <a:extLst xmlns:a="http://schemas.openxmlformats.org/drawingml/2006/main">
              <a:ext uri="{FF2B5EF4-FFF2-40B4-BE49-F238E27FC236}">
                <a16:creationId xmlns:a16="http://schemas.microsoft.com/office/drawing/2014/main" id="{92BD352C-DA8F-435C-9F63-4A26153A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9525" cy="1257300"/>
          </a:xfrm>
          <a:custGeom xmlns:a="http://schemas.openxmlformats.org/drawingml/2006/main">
            <a:pathLst>
              <a:path w="9525"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3" name="wire-532">
            <a:extLst xmlns:a="http://schemas.openxmlformats.org/drawingml/2006/main">
              <a:ext uri="{FF2B5EF4-FFF2-40B4-BE49-F238E27FC236}">
                <a16:creationId xmlns:a16="http://schemas.microsoft.com/office/drawing/2014/main" id="{56523C9D-1E45-4468-86B1-1856210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38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4" name="circuit-533">
            <a:extLst xmlns:a="http://schemas.openxmlformats.org/drawingml/2006/main">
              <a:ext uri="{FF2B5EF4-FFF2-40B4-BE49-F238E27FC236}">
                <a16:creationId xmlns:a16="http://schemas.microsoft.com/office/drawing/2014/main" id="{2F886E45-7070-4FF6-AFEB-24EE0969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7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05" name="wire-534">
            <a:extLst xmlns:a="http://schemas.openxmlformats.org/drawingml/2006/main">
              <a:ext uri="{FF2B5EF4-FFF2-40B4-BE49-F238E27FC236}">
                <a16:creationId xmlns:a16="http://schemas.microsoft.com/office/drawing/2014/main" id="{6009B437-C38C-42A6-984E-B50535E3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14725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06" name="wire-535">
            <a:extLst xmlns:a="http://schemas.openxmlformats.org/drawingml/2006/main">
              <a:ext uri="{FF2B5EF4-FFF2-40B4-BE49-F238E27FC236}">
                <a16:creationId xmlns:a16="http://schemas.microsoft.com/office/drawing/2014/main" id="{5503D819-A58A-4124-AC22-8B9E33E8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2247900" cy="9525"/>
          </a:xfrm>
          <a:custGeom xmlns:a="http://schemas.openxmlformats.org/drawingml/2006/main">
            <a:pathLst>
              <a:path w="2247900" h="9525">
                <a:moveTo>
                  <a:pt x="2247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07" name="wire-536">
            <a:extLst xmlns:a="http://schemas.openxmlformats.org/drawingml/2006/main">
              <a:ext uri="{FF2B5EF4-FFF2-40B4-BE49-F238E27FC236}">
                <a16:creationId xmlns:a16="http://schemas.microsoft.com/office/drawing/2014/main" id="{821DDFCC-B033-4B0F-9DB3-3866D369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9525" cy="914400"/>
          </a:xfrm>
          <a:custGeom xmlns:a="http://schemas.openxmlformats.org/drawingml/2006/main">
            <a:pathLst>
              <a:path w="9525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08" name="wire-537">
            <a:extLst xmlns:a="http://schemas.openxmlformats.org/drawingml/2006/main">
              <a:ext uri="{FF2B5EF4-FFF2-40B4-BE49-F238E27FC236}">
                <a16:creationId xmlns:a16="http://schemas.microsoft.com/office/drawing/2014/main" id="{A59D145E-A694-4270-9DA5-97FE389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09" name="circuit-538">
            <a:extLst xmlns:a="http://schemas.openxmlformats.org/drawingml/2006/main">
              <a:ext uri="{FF2B5EF4-FFF2-40B4-BE49-F238E27FC236}">
                <a16:creationId xmlns:a16="http://schemas.microsoft.com/office/drawing/2014/main" id="{3BC82F80-7353-4262-BC8B-08CB178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86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10" name="wire-539">
            <a:extLst xmlns:a="http://schemas.openxmlformats.org/drawingml/2006/main">
              <a:ext uri="{FF2B5EF4-FFF2-40B4-BE49-F238E27FC236}">
                <a16:creationId xmlns:a16="http://schemas.microsoft.com/office/drawing/2014/main" id="{241E28F6-D14A-4427-8146-3491D652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905375"/>
            <a:ext cx="161925" cy="9525"/>
          </a:xfrm>
          <a:custGeom xmlns:a="http://schemas.openxmlformats.org/drawingml/2006/main"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11" name="circuit-540">
            <a:extLst xmlns:a="http://schemas.openxmlformats.org/drawingml/2006/main">
              <a:ext uri="{FF2B5EF4-FFF2-40B4-BE49-F238E27FC236}">
                <a16:creationId xmlns:a16="http://schemas.microsoft.com/office/drawing/2014/main" id="{56C5174D-35ED-4954-86C5-A7ECA14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3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12" name="board-stable-rf">
            <a:extLst xmlns:a="http://schemas.openxmlformats.org/drawingml/2006/main">
              <a:ext uri="{FF2B5EF4-FFF2-40B4-BE49-F238E27FC236}">
                <a16:creationId xmlns:a16="http://schemas.microsoft.com/office/drawing/2014/main" id="{E7D1E8E0-43EB-48E1-AD9F-7D360776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00475"/>
            <a:ext cx="1571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13" name="circuit-542">
            <a:extLst xmlns:a="http://schemas.openxmlformats.org/drawingml/2006/main">
              <a:ext uri="{FF2B5EF4-FFF2-40B4-BE49-F238E27FC236}">
                <a16:creationId xmlns:a16="http://schemas.microsoft.com/office/drawing/2014/main" id="{0A7853F7-4533-40DE-A994-C0C24F9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00475"/>
            <a:ext cx="152400" cy="85725"/>
          </a:xfrm>
          <a:custGeom xmlns:a="http://schemas.openxmlformats.org/drawingml/2006/main">
            <a:pathLst>
              <a:path w="152400" h="85725">
                <a:moveTo>
                  <a:pt x="0" y="0"/>
                </a:moveTo>
                <a:lnTo>
                  <a:pt x="76200" y="85725"/>
                </a:lnTo>
                <a:lnTo>
                  <a:pt x="1524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14" name="wire-543">
            <a:extLst xmlns:a="http://schemas.openxmlformats.org/drawingml/2006/main">
              <a:ext uri="{FF2B5EF4-FFF2-40B4-BE49-F238E27FC236}">
                <a16:creationId xmlns:a16="http://schemas.microsoft.com/office/drawing/2014/main" id="{BE9EB293-C993-4BE0-885E-330A5501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15" name="text-544">
            <a:extLst xmlns:a="http://schemas.openxmlformats.org/drawingml/2006/main">
              <a:ext uri="{FF2B5EF4-FFF2-40B4-BE49-F238E27FC236}">
                <a16:creationId xmlns:a16="http://schemas.microsoft.com/office/drawing/2014/main" id="{7FB30B0B-7F9E-4B83-BE85-23D31284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957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レジスタ</a:t>
            </a:r>
          </a:p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群</a:t>
            </a:r>
          </a:p>
        </p:txBody>
      </p:sp>
      <p:sp>
        <p:nvSpPr>
          <p:cNvPr id="116" name="text-545">
            <a:extLst xmlns:a="http://schemas.openxmlformats.org/drawingml/2006/main">
              <a:ext uri="{FF2B5EF4-FFF2-40B4-BE49-F238E27FC236}">
                <a16:creationId xmlns:a16="http://schemas.microsoft.com/office/drawing/2014/main" id="{9134CB5B-E597-4CA9-A473-95F55CE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17" name="text-546">
            <a:extLst xmlns:a="http://schemas.openxmlformats.org/drawingml/2006/main">
              <a:ext uri="{FF2B5EF4-FFF2-40B4-BE49-F238E27FC236}">
                <a16:creationId xmlns:a16="http://schemas.microsoft.com/office/drawing/2014/main" id="{7703D10C-3392-4105-8144-8C323E73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18" name="text-547">
            <a:extLst xmlns:a="http://schemas.openxmlformats.org/drawingml/2006/main">
              <a:ext uri="{FF2B5EF4-FFF2-40B4-BE49-F238E27FC236}">
                <a16:creationId xmlns:a16="http://schemas.microsoft.com/office/drawing/2014/main" id="{61F1E734-C621-4CD4-87D5-5734DF5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19" name="text-548">
            <a:extLst xmlns:a="http://schemas.openxmlformats.org/drawingml/2006/main">
              <a:ext uri="{FF2B5EF4-FFF2-40B4-BE49-F238E27FC236}">
                <a16:creationId xmlns:a16="http://schemas.microsoft.com/office/drawing/2014/main" id="{D6223679-ABC6-4D09-89E8-31FC8E22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57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WD3</a:t>
            </a:r>
          </a:p>
        </p:txBody>
      </p:sp>
      <p:sp>
        <p:nvSpPr>
          <p:cNvPr id="120" name="text-549">
            <a:extLst xmlns:a="http://schemas.openxmlformats.org/drawingml/2006/main">
              <a:ext uri="{FF2B5EF4-FFF2-40B4-BE49-F238E27FC236}">
                <a16:creationId xmlns:a16="http://schemas.microsoft.com/office/drawing/2014/main" id="{C9A783FF-6392-4977-94EC-5BA89E5A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RD1</a:t>
            </a:r>
          </a:p>
        </p:txBody>
      </p:sp>
      <p:sp>
        <p:nvSpPr>
          <p:cNvPr id="121" name="text-550">
            <a:extLst xmlns:a="http://schemas.openxmlformats.org/drawingml/2006/main">
              <a:ext uri="{FF2B5EF4-FFF2-40B4-BE49-F238E27FC236}">
                <a16:creationId xmlns:a16="http://schemas.microsoft.com/office/drawing/2014/main" id="{58F63E22-C772-41C7-8AA8-20B1734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RD2</a:t>
            </a:r>
          </a:p>
        </p:txBody>
      </p:sp>
      <p:sp>
        <p:nvSpPr>
          <p:cNvPr id="122" name="text-551">
            <a:extLst xmlns:a="http://schemas.openxmlformats.org/drawingml/2006/main">
              <a:ext uri="{FF2B5EF4-FFF2-40B4-BE49-F238E27FC236}">
                <a16:creationId xmlns:a16="http://schemas.microsoft.com/office/drawing/2014/main" id="{45A337B5-F527-486F-8058-F46E1C42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952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WE3</a:t>
            </a:r>
          </a:p>
        </p:txBody>
      </p:sp>
      <p:sp>
        <p:nvSpPr>
          <p:cNvPr id="123" name="wire-552">
            <a:extLst xmlns:a="http://schemas.openxmlformats.org/drawingml/2006/main">
              <a:ext uri="{FF2B5EF4-FFF2-40B4-BE49-F238E27FC236}">
                <a16:creationId xmlns:a16="http://schemas.microsoft.com/office/drawing/2014/main" id="{4103F941-B52C-4C89-9786-650651D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10050"/>
            <a:ext cx="628650" cy="9525"/>
          </a:xfrm>
          <a:custGeom xmlns:a="http://schemas.openxmlformats.org/drawingml/2006/main"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31F20"/>
            </a:solidFill>
          </a:ln>
        </p:spPr>
      </p:sp>
      <p:sp>
        <p:nvSpPr>
          <p:cNvPr id="124" name="circuit-553">
            <a:extLst xmlns:a="http://schemas.openxmlformats.org/drawingml/2006/main">
              <a:ext uri="{FF2B5EF4-FFF2-40B4-BE49-F238E27FC236}">
                <a16:creationId xmlns:a16="http://schemas.microsoft.com/office/drawing/2014/main" id="{5E77D4C0-4160-4824-9605-3773012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25" name="text-554">
            <a:extLst xmlns:a="http://schemas.openxmlformats.org/drawingml/2006/main">
              <a:ext uri="{FF2B5EF4-FFF2-40B4-BE49-F238E27FC236}">
                <a16:creationId xmlns:a16="http://schemas.microsoft.com/office/drawing/2014/main" id="{07783472-18DB-4B59-AAA5-EF3664BE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95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126" name="board-stable-alu">
            <a:extLst xmlns:a="http://schemas.openxmlformats.org/drawingml/2006/main">
              <a:ext uri="{FF2B5EF4-FFF2-40B4-BE49-F238E27FC236}">
                <a16:creationId xmlns:a16="http://schemas.microsoft.com/office/drawing/2014/main" id="{579BDDAA-612F-4606-B39B-7D473101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67175"/>
            <a:ext cx="647700" cy="933450"/>
          </a:xfrm>
          <a:custGeom xmlns:a="http://schemas.openxmlformats.org/drawingml/2006/main">
            <a:pathLst>
              <a:path w="647700" h="933450">
                <a:moveTo>
                  <a:pt x="0" y="0"/>
                </a:moveTo>
                <a:lnTo>
                  <a:pt x="647700" y="171450"/>
                </a:lnTo>
                <a:lnTo>
                  <a:pt x="647700" y="742950"/>
                </a:lnTo>
                <a:lnTo>
                  <a:pt x="0" y="933450"/>
                </a:lnTo>
                <a:lnTo>
                  <a:pt x="0" y="571500"/>
                </a:lnTo>
                <a:lnTo>
                  <a:pt x="171450" y="4572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127" name="text-556">
            <a:extLst xmlns:a="http://schemas.openxmlformats.org/drawingml/2006/main">
              <a:ext uri="{FF2B5EF4-FFF2-40B4-BE49-F238E27FC236}">
                <a16:creationId xmlns:a16="http://schemas.microsoft.com/office/drawing/2014/main" id="{081FEE78-22BB-4111-BC16-1D237CF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ALU</a:t>
            </a:r>
          </a:p>
        </p:txBody>
      </p:sp>
      <p:sp>
        <p:nvSpPr>
          <p:cNvPr id="128" name="text-557">
            <a:extLst xmlns:a="http://schemas.openxmlformats.org/drawingml/2006/main">
              <a:ext uri="{FF2B5EF4-FFF2-40B4-BE49-F238E27FC236}">
                <a16:creationId xmlns:a16="http://schemas.microsoft.com/office/drawing/2014/main" id="{AEB940D1-A219-4CAB-B042-FC7FE499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43400"/>
            <a:ext cx="314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9" name="text-558">
            <a:extLst xmlns:a="http://schemas.openxmlformats.org/drawingml/2006/main">
              <a:ext uri="{FF2B5EF4-FFF2-40B4-BE49-F238E27FC236}">
                <a16:creationId xmlns:a16="http://schemas.microsoft.com/office/drawing/2014/main" id="{EFAFB98E-533E-4BB9-B71C-B48C94E5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96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即値</a:t>
            </a:r>
          </a:p>
        </p:txBody>
      </p:sp>
      <p:sp>
        <p:nvSpPr>
          <p:cNvPr id="130" name="wire-559">
            <a:extLst xmlns:a="http://schemas.openxmlformats.org/drawingml/2006/main">
              <a:ext uri="{FF2B5EF4-FFF2-40B4-BE49-F238E27FC236}">
                <a16:creationId xmlns:a16="http://schemas.microsoft.com/office/drawing/2014/main" id="{2B24A3D7-EA71-4F71-9CB9-A2413701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19600"/>
            <a:ext cx="600075" cy="9525"/>
          </a:xfrm>
          <a:custGeom xmlns:a="http://schemas.openxmlformats.org/drawingml/2006/main">
            <a:pathLst>
              <a:path w="600075" h="9525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31" name="circuit-560">
            <a:extLst xmlns:a="http://schemas.openxmlformats.org/drawingml/2006/main">
              <a:ext uri="{FF2B5EF4-FFF2-40B4-BE49-F238E27FC236}">
                <a16:creationId xmlns:a16="http://schemas.microsoft.com/office/drawing/2014/main" id="{D7E2643A-5EC2-4B83-9C10-DEBF0A3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81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32" name="text-561">
            <a:extLst xmlns:a="http://schemas.openxmlformats.org/drawingml/2006/main">
              <a:ext uri="{FF2B5EF4-FFF2-40B4-BE49-F238E27FC236}">
                <a16:creationId xmlns:a16="http://schemas.microsoft.com/office/drawing/2014/main" id="{0E07105A-8BD8-4206-9B12-ACC996A2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85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番地</a:t>
            </a:r>
          </a:p>
        </p:txBody>
      </p:sp>
      <p:sp>
        <p:nvSpPr>
          <p:cNvPr id="133" name="wire-562">
            <a:extLst xmlns:a="http://schemas.openxmlformats.org/drawingml/2006/main">
              <a:ext uri="{FF2B5EF4-FFF2-40B4-BE49-F238E27FC236}">
                <a16:creationId xmlns:a16="http://schemas.microsoft.com/office/drawing/2014/main" id="{8A0242C8-4DF4-4CC3-9C78-5D1A86CB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10100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4" name="wire-563">
            <a:extLst xmlns:a="http://schemas.openxmlformats.org/drawingml/2006/main">
              <a:ext uri="{FF2B5EF4-FFF2-40B4-BE49-F238E27FC236}">
                <a16:creationId xmlns:a16="http://schemas.microsoft.com/office/drawing/2014/main" id="{9BF8BECA-D201-41E1-AEC2-7A50569C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9525" cy="771525"/>
          </a:xfrm>
          <a:custGeom xmlns:a="http://schemas.openxmlformats.org/drawingml/2006/main">
            <a:pathLst>
              <a:path w="952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5" name="wire-564">
            <a:extLst xmlns:a="http://schemas.openxmlformats.org/drawingml/2006/main">
              <a:ext uri="{FF2B5EF4-FFF2-40B4-BE49-F238E27FC236}">
                <a16:creationId xmlns:a16="http://schemas.microsoft.com/office/drawing/2014/main" id="{9E993C81-4DFA-4636-A975-EC0334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381625"/>
            <a:ext cx="1628775" cy="9525"/>
          </a:xfrm>
          <a:custGeom xmlns:a="http://schemas.openxmlformats.org/drawingml/2006/main">
            <a:pathLst>
              <a:path w="1628775" h="952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6" name="wire-565">
            <a:extLst xmlns:a="http://schemas.openxmlformats.org/drawingml/2006/main">
              <a:ext uri="{FF2B5EF4-FFF2-40B4-BE49-F238E27FC236}">
                <a16:creationId xmlns:a16="http://schemas.microsoft.com/office/drawing/2014/main" id="{236D0709-3DC8-43A3-92AE-4114F42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9525" cy="361950"/>
          </a:xfrm>
          <a:custGeom xmlns:a="http://schemas.openxmlformats.org/drawingml/2006/main">
            <a:pathLst>
              <a:path w="952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7" name="wire-566">
            <a:extLst xmlns:a="http://schemas.openxmlformats.org/drawingml/2006/main">
              <a:ext uri="{FF2B5EF4-FFF2-40B4-BE49-F238E27FC236}">
                <a16:creationId xmlns:a16="http://schemas.microsoft.com/office/drawing/2014/main" id="{014D1948-A197-4718-8133-B38A0D03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8" name="circuit-567">
            <a:extLst xmlns:a="http://schemas.openxmlformats.org/drawingml/2006/main">
              <a:ext uri="{FF2B5EF4-FFF2-40B4-BE49-F238E27FC236}">
                <a16:creationId xmlns:a16="http://schemas.microsoft.com/office/drawing/2014/main" id="{A1E69EF1-E740-47F6-93E5-E9DA230D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882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39" name="text-568">
            <a:extLst xmlns:a="http://schemas.openxmlformats.org/drawingml/2006/main">
              <a:ext uri="{FF2B5EF4-FFF2-40B4-BE49-F238E27FC236}">
                <a16:creationId xmlns:a16="http://schemas.microsoft.com/office/drawing/2014/main" id="{7BC30723-6712-442E-8595-08AD94D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762500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140" name="wire-569">
            <a:extLst xmlns:a="http://schemas.openxmlformats.org/drawingml/2006/main">
              <a:ext uri="{FF2B5EF4-FFF2-40B4-BE49-F238E27FC236}">
                <a16:creationId xmlns:a16="http://schemas.microsoft.com/office/drawing/2014/main" id="{E4D8AFDC-CD56-4AA9-80D6-C4F975CE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104775" cy="9525"/>
          </a:xfrm>
          <a:custGeom xmlns:a="http://schemas.openxmlformats.org/drawingml/2006/main">
            <a:pathLst>
              <a:path w="104775" h="9525">
                <a:moveTo>
                  <a:pt x="104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1" name="wire-570">
            <a:extLst xmlns:a="http://schemas.openxmlformats.org/drawingml/2006/main">
              <a:ext uri="{FF2B5EF4-FFF2-40B4-BE49-F238E27FC236}">
                <a16:creationId xmlns:a16="http://schemas.microsoft.com/office/drawing/2014/main" id="{7C4878D8-7BF8-49EA-BAC4-B03F2CB2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2" name="wire-571">
            <a:extLst xmlns:a="http://schemas.openxmlformats.org/drawingml/2006/main">
              <a:ext uri="{FF2B5EF4-FFF2-40B4-BE49-F238E27FC236}">
                <a16:creationId xmlns:a16="http://schemas.microsoft.com/office/drawing/2014/main" id="{ED2E6238-2E10-481F-A511-A0FB86B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3514725" cy="9525"/>
          </a:xfrm>
          <a:custGeom xmlns:a="http://schemas.openxmlformats.org/drawingml/2006/main">
            <a:pathLst>
              <a:path w="3514725" h="9525">
                <a:moveTo>
                  <a:pt x="3514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3" name="wire-572">
            <a:extLst xmlns:a="http://schemas.openxmlformats.org/drawingml/2006/main">
              <a:ext uri="{FF2B5EF4-FFF2-40B4-BE49-F238E27FC236}">
                <a16:creationId xmlns:a16="http://schemas.microsoft.com/office/drawing/2014/main" id="{1A1A201B-901C-49D9-B545-B12E16A6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9525" cy="657225"/>
          </a:xfrm>
          <a:custGeom xmlns:a="http://schemas.openxmlformats.org/drawingml/2006/main">
            <a:pathLst>
              <a:path w="9525" h="657225">
                <a:moveTo>
                  <a:pt x="0" y="657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4" name="wire-573">
            <a:extLst xmlns:a="http://schemas.openxmlformats.org/drawingml/2006/main">
              <a:ext uri="{FF2B5EF4-FFF2-40B4-BE49-F238E27FC236}">
                <a16:creationId xmlns:a16="http://schemas.microsoft.com/office/drawing/2014/main" id="{21B1987D-BBD1-44B2-A03C-E03B2978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5" name="circuit-574">
            <a:extLst xmlns:a="http://schemas.openxmlformats.org/drawingml/2006/main">
              <a:ext uri="{FF2B5EF4-FFF2-40B4-BE49-F238E27FC236}">
                <a16:creationId xmlns:a16="http://schemas.microsoft.com/office/drawing/2014/main" id="{CDCF54B3-6BE7-4B05-AD7D-4B09666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15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46" name="wire-575">
            <a:extLst xmlns:a="http://schemas.openxmlformats.org/drawingml/2006/main">
              <a:ext uri="{FF2B5EF4-FFF2-40B4-BE49-F238E27FC236}">
                <a16:creationId xmlns:a16="http://schemas.microsoft.com/office/drawing/2014/main" id="{413E6E3B-3320-4C88-BB78-54EF519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47" name="wire-576">
            <a:extLst xmlns:a="http://schemas.openxmlformats.org/drawingml/2006/main">
              <a:ext uri="{FF2B5EF4-FFF2-40B4-BE49-F238E27FC236}">
                <a16:creationId xmlns:a16="http://schemas.microsoft.com/office/drawing/2014/main" id="{25F253E8-37F0-4BDE-AD18-D56A0AFE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48" name="wire-577">
            <a:extLst xmlns:a="http://schemas.openxmlformats.org/drawingml/2006/main">
              <a:ext uri="{FF2B5EF4-FFF2-40B4-BE49-F238E27FC236}">
                <a16:creationId xmlns:a16="http://schemas.microsoft.com/office/drawing/2014/main" id="{F65E2CBB-7384-464E-AF81-71A390B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9525" cy="1638300"/>
          </a:xfrm>
          <a:custGeom xmlns:a="http://schemas.openxmlformats.org/drawingml/2006/main">
            <a:pathLst>
              <a:path w="9525" h="1638300">
                <a:moveTo>
                  <a:pt x="0" y="1638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49" name="wire-578">
            <a:extLst xmlns:a="http://schemas.openxmlformats.org/drawingml/2006/main">
              <a:ext uri="{FF2B5EF4-FFF2-40B4-BE49-F238E27FC236}">
                <a16:creationId xmlns:a16="http://schemas.microsoft.com/office/drawing/2014/main" id="{F46B5E30-4572-465A-BEF3-DC39B0AD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0" name="circuit-579">
            <a:extLst xmlns:a="http://schemas.openxmlformats.org/drawingml/2006/main">
              <a:ext uri="{FF2B5EF4-FFF2-40B4-BE49-F238E27FC236}">
                <a16:creationId xmlns:a16="http://schemas.microsoft.com/office/drawing/2014/main" id="{E6A379BD-CA8E-41C3-9DFF-E0F8A85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4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51" name="wire-580">
            <a:extLst xmlns:a="http://schemas.openxmlformats.org/drawingml/2006/main">
              <a:ext uri="{FF2B5EF4-FFF2-40B4-BE49-F238E27FC236}">
                <a16:creationId xmlns:a16="http://schemas.microsoft.com/office/drawing/2014/main" id="{5F18504D-8306-487F-B5F8-62FB7002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190500" cy="9525"/>
          </a:xfrm>
          <a:custGeom xmlns:a="http://schemas.openxmlformats.org/drawingml/2006/main"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2" name="wire-581">
            <a:extLst xmlns:a="http://schemas.openxmlformats.org/drawingml/2006/main">
              <a:ext uri="{FF2B5EF4-FFF2-40B4-BE49-F238E27FC236}">
                <a16:creationId xmlns:a16="http://schemas.microsoft.com/office/drawing/2014/main" id="{2990667D-3A6C-4105-A40A-A2838B0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9525" cy="1581150"/>
          </a:xfrm>
          <a:custGeom xmlns:a="http://schemas.openxmlformats.org/drawingml/2006/main">
            <a:pathLst>
              <a:path w="9525" h="1581150">
                <a:moveTo>
                  <a:pt x="0" y="0"/>
                </a:moveTo>
                <a:lnTo>
                  <a:pt x="0" y="15811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3" name="wire-582">
            <a:extLst xmlns:a="http://schemas.openxmlformats.org/drawingml/2006/main">
              <a:ext uri="{FF2B5EF4-FFF2-40B4-BE49-F238E27FC236}">
                <a16:creationId xmlns:a16="http://schemas.microsoft.com/office/drawing/2014/main" id="{16BD0619-52E1-4A73-938E-95B42DF0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4191000" cy="9525"/>
          </a:xfrm>
          <a:custGeom xmlns:a="http://schemas.openxmlformats.org/drawingml/2006/main">
            <a:pathLst>
              <a:path w="4191000" h="9525">
                <a:moveTo>
                  <a:pt x="419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4" name="wire-583">
            <a:extLst xmlns:a="http://schemas.openxmlformats.org/drawingml/2006/main">
              <a:ext uri="{FF2B5EF4-FFF2-40B4-BE49-F238E27FC236}">
                <a16:creationId xmlns:a16="http://schemas.microsoft.com/office/drawing/2014/main" id="{02522A76-EC94-46A3-BB30-5085A8A1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5" name="circuit-584">
            <a:extLst xmlns:a="http://schemas.openxmlformats.org/drawingml/2006/main">
              <a:ext uri="{FF2B5EF4-FFF2-40B4-BE49-F238E27FC236}">
                <a16:creationId xmlns:a16="http://schemas.microsoft.com/office/drawing/2014/main" id="{DC78164F-E1E6-469A-B6BF-42A93BC4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068" y="5105400"/>
            <a:ext cx="62865" cy="76200"/>
          </a:xfrm>
          <a:custGeom xmlns:a="http://schemas.openxmlformats.org/drawingml/2006/main">
            <a:pathLst>
              <a:path w="62865" h="76200">
                <a:moveTo>
                  <a:pt x="31433" y="0"/>
                </a:moveTo>
                <a:lnTo>
                  <a:pt x="0" y="76200"/>
                </a:lnTo>
                <a:lnTo>
                  <a:pt x="62865" y="7620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56" name="text-585">
            <a:extLst xmlns:a="http://schemas.openxmlformats.org/drawingml/2006/main">
              <a:ext uri="{FF2B5EF4-FFF2-40B4-BE49-F238E27FC236}">
                <a16:creationId xmlns:a16="http://schemas.microsoft.com/office/drawing/2014/main" id="{3F46C6C1-FB6A-4509-A423-3836A148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コピーした命令を、前の図と同じ経路で読み、実行する</a:t>
            </a:r>
          </a:p>
        </p:txBody>
      </p:sp>
      <p:sp>
        <p:nvSpPr>
          <p:cNvPr id="157" name="text-586">
            <a:extLst xmlns:a="http://schemas.openxmlformats.org/drawingml/2006/main">
              <a:ext uri="{FF2B5EF4-FFF2-40B4-BE49-F238E27FC236}">
                <a16:creationId xmlns:a16="http://schemas.microsoft.com/office/drawing/2014/main" id="{70ED0139-6637-49F0-BC8A-11F9327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6</a:t>
            </a:r>
          </a:p>
        </p:txBody>
      </p:sp>
      <p:sp>
        <p:nvSpPr>
          <p:cNvPr id="158" name="text-587">
            <a:extLst xmlns:a="http://schemas.openxmlformats.org/drawingml/2006/main">
              <a:ext uri="{FF2B5EF4-FFF2-40B4-BE49-F238E27FC236}">
                <a16:creationId xmlns:a16="http://schemas.microsoft.com/office/drawing/2014/main" id="{42954B5B-62C6-430C-9211-EC6841BE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CPUが制御回路を操作して読み書きする。SDカードとDDR3を直接つなぐ線はない</a:t>
            </a:r>
          </a:p>
        </p:txBody>
      </p:sp>
    </p:spTree>
    <p:extLst>
      <p:ext uri="{BB962C8B-B14F-4D97-AF65-F5344CB8AC3E}">
        <p14:creationId xmlns:p14="http://schemas.microsoft.com/office/powerpoint/2010/main" val="17624930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text-588">
            <a:extLst xmlns:a="http://schemas.openxmlformats.org/drawingml/2006/main">
              <a:ext uri="{FF2B5EF4-FFF2-40B4-BE49-F238E27FC236}">
                <a16:creationId xmlns:a16="http://schemas.microsoft.com/office/drawing/2014/main" id="{2B6A4288-6B65-4DEF-926E-1BB42FB9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" name="text-589">
            <a:extLst xmlns:a="http://schemas.openxmlformats.org/drawingml/2006/main">
              <a:ext uri="{FF2B5EF4-FFF2-40B4-BE49-F238E27FC236}">
                <a16:creationId xmlns:a16="http://schemas.microsoft.com/office/drawing/2014/main" id="{07DF47CF-F09E-4E7F-B585-C2396584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RasterIXを追加し、swで描画命令を渡す</a:t>
            </a:r>
          </a:p>
        </p:txBody>
      </p:sp>
      <p:sp>
        <p:nvSpPr>
          <p:cNvPr id="3" name="text-590">
            <a:extLst xmlns:a="http://schemas.openxmlformats.org/drawingml/2006/main">
              <a:ext uri="{FF2B5EF4-FFF2-40B4-BE49-F238E27FC236}">
                <a16:creationId xmlns:a16="http://schemas.microsoft.com/office/drawing/2014/main" id="{F484C980-C3EF-49C4-9B14-FE50EAA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text-591">
            <a:extLst xmlns:a="http://schemas.openxmlformats.org/drawingml/2006/main">
              <a:ext uri="{FF2B5EF4-FFF2-40B4-BE49-F238E27FC236}">
                <a16:creationId xmlns:a16="http://schemas.microsoft.com/office/drawing/2014/main" id="{21BE03A4-0676-47BC-9BD7-192F0319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sw x1, 0(x2)　：　描画用の番地Bへ、数値Dを書く</a:t>
            </a:r>
          </a:p>
        </p:txBody>
      </p:sp>
      <p:sp>
        <p:nvSpPr>
          <p:cNvPr id="5" name="board-stable-board">
            <a:extLst xmlns:a="http://schemas.openxmlformats.org/drawingml/2006/main">
              <a:ext uri="{FF2B5EF4-FFF2-40B4-BE49-F238E27FC236}">
                <a16:creationId xmlns:a16="http://schemas.microsoft.com/office/drawing/2014/main" id="{B86FF1FD-5E3B-4830-BC45-11AFFC4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" name="text-593">
            <a:extLst xmlns:a="http://schemas.openxmlformats.org/drawingml/2006/main">
              <a:ext uri="{FF2B5EF4-FFF2-40B4-BE49-F238E27FC236}">
                <a16:creationId xmlns:a16="http://schemas.microsoft.com/office/drawing/2014/main" id="{5C0B7F8F-1028-4193-B23A-50822F08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FPGAボード / Nexys Video</a:t>
            </a:r>
          </a:p>
        </p:txBody>
      </p:sp>
      <p:sp>
        <p:nvSpPr>
          <p:cNvPr id="7" name="text-594">
            <a:extLst xmlns:a="http://schemas.openxmlformats.org/drawingml/2006/main">
              <a:ext uri="{FF2B5EF4-FFF2-40B4-BE49-F238E27FC236}">
                <a16:creationId xmlns:a16="http://schemas.microsoft.com/office/drawing/2014/main" id="{209FF3BD-2866-458F-B765-0E53C2F0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669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チップ外の部品</a:t>
            </a:r>
          </a:p>
        </p:txBody>
      </p:sp>
      <p:sp>
        <p:nvSpPr>
          <p:cNvPr id="8" name="board-stable-chip">
            <a:extLst xmlns:a="http://schemas.openxmlformats.org/drawingml/2006/main">
              <a:ext uri="{FF2B5EF4-FFF2-40B4-BE49-F238E27FC236}">
                <a16:creationId xmlns:a16="http://schemas.microsoft.com/office/drawing/2014/main" id="{8BD48850-E247-4E18-A214-A41E0328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14600"/>
            <a:ext cx="914400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9" name="text-596">
            <a:extLst xmlns:a="http://schemas.openxmlformats.org/drawingml/2006/main">
              <a:ext uri="{FF2B5EF4-FFF2-40B4-BE49-F238E27FC236}">
                <a16:creationId xmlns:a16="http://schemas.microsoft.com/office/drawing/2014/main" id="{99B343F4-505F-463F-8E19-D8F4B7F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FPGAチップ</a:t>
            </a:r>
          </a:p>
        </p:txBody>
      </p:sp>
      <p:sp>
        <p:nvSpPr>
          <p:cNvPr id="10" name="board-stable-card">
            <a:extLst xmlns:a="http://schemas.openxmlformats.org/drawingml/2006/main">
              <a:ext uri="{FF2B5EF4-FFF2-40B4-BE49-F238E27FC236}">
                <a16:creationId xmlns:a16="http://schemas.microsoft.com/office/drawing/2014/main" id="{264560B1-DAE3-4D0E-924A-8656703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1" name="text-598">
            <a:extLst xmlns:a="http://schemas.openxmlformats.org/drawingml/2006/main">
              <a:ext uri="{FF2B5EF4-FFF2-40B4-BE49-F238E27FC236}">
                <a16:creationId xmlns:a16="http://schemas.microsoft.com/office/drawing/2014/main" id="{3F8E2053-08FE-4063-9B0F-268C61CC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SDカード</a:t>
            </a:r>
          </a:p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スロット</a:t>
            </a:r>
          </a:p>
        </p:txBody>
      </p:sp>
      <p:sp>
        <p:nvSpPr>
          <p:cNvPr id="12" name="board-stable-memory">
            <a:extLst xmlns:a="http://schemas.openxmlformats.org/drawingml/2006/main">
              <a:ext uri="{FF2B5EF4-FFF2-40B4-BE49-F238E27FC236}">
                <a16:creationId xmlns:a16="http://schemas.microsoft.com/office/drawing/2014/main" id="{B0B25AC6-13B1-40C2-A5E9-40014965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76675"/>
            <a:ext cx="1543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3" name="text-600">
            <a:extLst xmlns:a="http://schemas.openxmlformats.org/drawingml/2006/main">
              <a:ext uri="{FF2B5EF4-FFF2-40B4-BE49-F238E27FC236}">
                <a16:creationId xmlns:a16="http://schemas.microsoft.com/office/drawing/2014/main" id="{C0D2CF60-0AF9-41FD-AFA9-E6529B0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DDR3</a:t>
            </a:r>
          </a:p>
        </p:txBody>
      </p:sp>
      <p:sp>
        <p:nvSpPr>
          <p:cNvPr id="14" name="text-601">
            <a:extLst xmlns:a="http://schemas.openxmlformats.org/drawingml/2006/main">
              <a:ext uri="{FF2B5EF4-FFF2-40B4-BE49-F238E27FC236}">
                <a16:creationId xmlns:a16="http://schemas.microsoft.com/office/drawing/2014/main" id="{E79D39A4-CB6B-4910-BD61-FF4EAAAE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767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命令・データ</a:t>
            </a:r>
          </a:p>
        </p:txBody>
      </p:sp>
      <p:sp>
        <p:nvSpPr>
          <p:cNvPr id="15" name="board-stable-hdmi">
            <a:extLst xmlns:a="http://schemas.openxmlformats.org/drawingml/2006/main">
              <a:ext uri="{FF2B5EF4-FFF2-40B4-BE49-F238E27FC236}">
                <a16:creationId xmlns:a16="http://schemas.microsoft.com/office/drawing/2014/main" id="{C02D430F-D65E-4447-84F1-CFAEF3C0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257800"/>
            <a:ext cx="1543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6" name="text-603">
            <a:extLst xmlns:a="http://schemas.openxmlformats.org/drawingml/2006/main">
              <a:ext uri="{FF2B5EF4-FFF2-40B4-BE49-F238E27FC236}">
                <a16:creationId xmlns:a16="http://schemas.microsoft.com/office/drawing/2014/main" id="{295467B7-262D-4D97-AD8B-83C3F4A6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314950"/>
            <a:ext cx="1390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A9B9"/>
                </a:solidFill>
                <a:latin typeface="Arial"/>
                <a:ea typeface="Arial"/>
                <a:cs typeface="Arial"/>
              </a:rPr>
              <a:t>HDMI OUT</a:t>
            </a:r>
          </a:p>
        </p:txBody>
      </p:sp>
      <p:sp>
        <p:nvSpPr>
          <p:cNvPr id="17" name="board-stable-bus">
            <a:extLst xmlns:a="http://schemas.openxmlformats.org/drawingml/2006/main">
              <a:ext uri="{FF2B5EF4-FFF2-40B4-BE49-F238E27FC236}">
                <a16:creationId xmlns:a16="http://schemas.microsoft.com/office/drawing/2014/main" id="{23853809-3690-4DB0-9AC4-AB746BA7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571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8" name="text-605">
            <a:extLst xmlns:a="http://schemas.openxmlformats.org/drawingml/2006/main">
              <a:ext uri="{FF2B5EF4-FFF2-40B4-BE49-F238E27FC236}">
                <a16:creationId xmlns:a16="http://schemas.microsoft.com/office/drawing/2014/main" id="{C5E1F335-56F3-4C5F-BE8F-B197BAAD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バス</a:t>
            </a:r>
          </a:p>
        </p:txBody>
      </p:sp>
      <p:sp>
        <p:nvSpPr>
          <p:cNvPr id="19" name="board-stable-ddr">
            <a:extLst xmlns:a="http://schemas.openxmlformats.org/drawingml/2006/main">
              <a:ext uri="{FF2B5EF4-FFF2-40B4-BE49-F238E27FC236}">
                <a16:creationId xmlns:a16="http://schemas.microsoft.com/office/drawing/2014/main" id="{967DE70D-5845-4F2F-A0D4-0F084D1F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10025"/>
            <a:ext cx="1400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20" name="text-607">
            <a:extLst xmlns:a="http://schemas.openxmlformats.org/drawingml/2006/main">
              <a:ext uri="{FF2B5EF4-FFF2-40B4-BE49-F238E27FC236}">
                <a16:creationId xmlns:a16="http://schemas.microsoft.com/office/drawing/2014/main" id="{E85A93D6-A461-43E4-BB3F-E9865BC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1247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DDR</a:t>
            </a:r>
          </a:p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コントローラー</a:t>
            </a:r>
          </a:p>
        </p:txBody>
      </p:sp>
      <p:sp>
        <p:nvSpPr>
          <p:cNvPr id="21" name="text-608">
            <a:extLst xmlns:a="http://schemas.openxmlformats.org/drawingml/2006/main">
              <a:ext uri="{FF2B5EF4-FFF2-40B4-BE49-F238E27FC236}">
                <a16:creationId xmlns:a16="http://schemas.microsoft.com/office/drawing/2014/main" id="{0303EB5E-9EF7-41C3-8AC7-C35B242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67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AMD提供（MIG）</a:t>
            </a:r>
          </a:p>
        </p:txBody>
      </p:sp>
      <p:sp>
        <p:nvSpPr>
          <p:cNvPr id="22" name="wire-609">
            <a:extLst xmlns:a="http://schemas.openxmlformats.org/drawingml/2006/main">
              <a:ext uri="{FF2B5EF4-FFF2-40B4-BE49-F238E27FC236}">
                <a16:creationId xmlns:a16="http://schemas.microsoft.com/office/drawing/2014/main" id="{5244FA65-1B65-4FBA-987D-1A9DD217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3" name="circuit-610">
            <a:extLst xmlns:a="http://schemas.openxmlformats.org/drawingml/2006/main">
              <a:ext uri="{FF2B5EF4-FFF2-40B4-BE49-F238E27FC236}">
                <a16:creationId xmlns:a16="http://schemas.microsoft.com/office/drawing/2014/main" id="{6AA13E3B-86D9-417E-8F86-05CF6B5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4" name="wire-611">
            <a:extLst xmlns:a="http://schemas.openxmlformats.org/drawingml/2006/main">
              <a:ext uri="{FF2B5EF4-FFF2-40B4-BE49-F238E27FC236}">
                <a16:creationId xmlns:a16="http://schemas.microsoft.com/office/drawing/2014/main" id="{703B8214-3B9C-434A-9C4F-333D942E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5" name="circuit-612">
            <a:extLst xmlns:a="http://schemas.openxmlformats.org/drawingml/2006/main">
              <a:ext uri="{FF2B5EF4-FFF2-40B4-BE49-F238E27FC236}">
                <a16:creationId xmlns:a16="http://schemas.microsoft.com/office/drawing/2014/main" id="{F8482F6D-8713-48BB-A531-7B16690A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6" name="wire-613">
            <a:extLst xmlns:a="http://schemas.openxmlformats.org/drawingml/2006/main">
              <a:ext uri="{FF2B5EF4-FFF2-40B4-BE49-F238E27FC236}">
                <a16:creationId xmlns:a16="http://schemas.microsoft.com/office/drawing/2014/main" id="{AD096F08-7BC5-47F1-A305-3E0B21E7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27" name="wire-614">
            <a:extLst xmlns:a="http://schemas.openxmlformats.org/drawingml/2006/main">
              <a:ext uri="{FF2B5EF4-FFF2-40B4-BE49-F238E27FC236}">
                <a16:creationId xmlns:a16="http://schemas.microsoft.com/office/drawing/2014/main" id="{91B7CD02-CCCA-4D4D-BD51-E9499CC5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8" name="circuit-615">
            <a:extLst xmlns:a="http://schemas.openxmlformats.org/drawingml/2006/main">
              <a:ext uri="{FF2B5EF4-FFF2-40B4-BE49-F238E27FC236}">
                <a16:creationId xmlns:a16="http://schemas.microsoft.com/office/drawing/2014/main" id="{30F5CB84-A5B0-4252-85E3-AED25780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9" name="wire-616">
            <a:extLst xmlns:a="http://schemas.openxmlformats.org/drawingml/2006/main">
              <a:ext uri="{FF2B5EF4-FFF2-40B4-BE49-F238E27FC236}">
                <a16:creationId xmlns:a16="http://schemas.microsoft.com/office/drawing/2014/main" id="{97473045-1F98-4432-BDA7-A8FE772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114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0" name="circuit-617">
            <a:extLst xmlns:a="http://schemas.openxmlformats.org/drawingml/2006/main">
              <a:ext uri="{FF2B5EF4-FFF2-40B4-BE49-F238E27FC236}">
                <a16:creationId xmlns:a16="http://schemas.microsoft.com/office/drawing/2014/main" id="{0E407C18-0F46-44DB-9ED9-5AB648E1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1" name="wire-618">
            <a:extLst xmlns:a="http://schemas.openxmlformats.org/drawingml/2006/main">
              <a:ext uri="{FF2B5EF4-FFF2-40B4-BE49-F238E27FC236}">
                <a16:creationId xmlns:a16="http://schemas.microsoft.com/office/drawing/2014/main" id="{F1C08B48-20DC-4D47-9777-A67363DA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2" name="circuit-619">
            <a:extLst xmlns:a="http://schemas.openxmlformats.org/drawingml/2006/main">
              <a:ext uri="{FF2B5EF4-FFF2-40B4-BE49-F238E27FC236}">
                <a16:creationId xmlns:a16="http://schemas.microsoft.com/office/drawing/2014/main" id="{BB57E4E5-C156-4815-A80E-7F79A94F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3" name="wire-620">
            <a:extLst xmlns:a="http://schemas.openxmlformats.org/drawingml/2006/main">
              <a:ext uri="{FF2B5EF4-FFF2-40B4-BE49-F238E27FC236}">
                <a16:creationId xmlns:a16="http://schemas.microsoft.com/office/drawing/2014/main" id="{89CB33EA-F330-474B-8BA9-71184A41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4" name="circuit-621">
            <a:extLst xmlns:a="http://schemas.openxmlformats.org/drawingml/2006/main">
              <a:ext uri="{FF2B5EF4-FFF2-40B4-BE49-F238E27FC236}">
                <a16:creationId xmlns:a16="http://schemas.microsoft.com/office/drawing/2014/main" id="{02A49F9D-6B4C-43F2-8DF7-665FB0DB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5" name="board-stable-sd">
            <a:extLst xmlns:a="http://schemas.openxmlformats.org/drawingml/2006/main">
              <a:ext uri="{FF2B5EF4-FFF2-40B4-BE49-F238E27FC236}">
                <a16:creationId xmlns:a16="http://schemas.microsoft.com/office/drawing/2014/main" id="{40989D77-92D6-4F26-B2E0-BCF7535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33700"/>
            <a:ext cx="1400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36" name="text-623">
            <a:extLst xmlns:a="http://schemas.openxmlformats.org/drawingml/2006/main">
              <a:ext uri="{FF2B5EF4-FFF2-40B4-BE49-F238E27FC236}">
                <a16:creationId xmlns:a16="http://schemas.microsoft.com/office/drawing/2014/main" id="{7E3DA86E-E234-4B61-B588-A175E493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90850"/>
            <a:ext cx="1247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SD制御</a:t>
            </a:r>
          </a:p>
        </p:txBody>
      </p:sp>
      <p:sp>
        <p:nvSpPr>
          <p:cNvPr id="37" name="wire-624">
            <a:extLst xmlns:a="http://schemas.openxmlformats.org/drawingml/2006/main">
              <a:ext uri="{FF2B5EF4-FFF2-40B4-BE49-F238E27FC236}">
                <a16:creationId xmlns:a16="http://schemas.microsoft.com/office/drawing/2014/main" id="{E7F5FA6D-16B1-4D2C-A1CE-0B2460D4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38" name="circuit-625">
            <a:extLst xmlns:a="http://schemas.openxmlformats.org/drawingml/2006/main">
              <a:ext uri="{FF2B5EF4-FFF2-40B4-BE49-F238E27FC236}">
                <a16:creationId xmlns:a16="http://schemas.microsoft.com/office/drawing/2014/main" id="{01D45704-11B8-47C2-9479-847B9AB6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39" name="wire-626">
            <a:extLst xmlns:a="http://schemas.openxmlformats.org/drawingml/2006/main">
              <a:ext uri="{FF2B5EF4-FFF2-40B4-BE49-F238E27FC236}">
                <a16:creationId xmlns:a16="http://schemas.microsoft.com/office/drawing/2014/main" id="{E2DD8446-8E03-4907-AB81-6BFAE20F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40" name="circuit-627">
            <a:extLst xmlns:a="http://schemas.openxmlformats.org/drawingml/2006/main">
              <a:ext uri="{FF2B5EF4-FFF2-40B4-BE49-F238E27FC236}">
                <a16:creationId xmlns:a16="http://schemas.microsoft.com/office/drawing/2014/main" id="{A1C58B5D-926F-40DF-8D5F-F0034C7E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41" name="wire-628">
            <a:extLst xmlns:a="http://schemas.openxmlformats.org/drawingml/2006/main">
              <a:ext uri="{FF2B5EF4-FFF2-40B4-BE49-F238E27FC236}">
                <a16:creationId xmlns:a16="http://schemas.microsoft.com/office/drawing/2014/main" id="{BE6BA77E-C862-4DD4-B633-20A20B77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42" name="circuit-629">
            <a:extLst xmlns:a="http://schemas.openxmlformats.org/drawingml/2006/main">
              <a:ext uri="{FF2B5EF4-FFF2-40B4-BE49-F238E27FC236}">
                <a16:creationId xmlns:a16="http://schemas.microsoft.com/office/drawing/2014/main" id="{9869FD67-C5E2-4CE6-B368-F510A66E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43" name="wire-630">
            <a:extLst xmlns:a="http://schemas.openxmlformats.org/drawingml/2006/main">
              <a:ext uri="{FF2B5EF4-FFF2-40B4-BE49-F238E27FC236}">
                <a16:creationId xmlns:a16="http://schemas.microsoft.com/office/drawing/2014/main" id="{298B89FE-D91F-48C3-B56D-E7D9D3CD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44" name="circuit-631">
            <a:extLst xmlns:a="http://schemas.openxmlformats.org/drawingml/2006/main">
              <a:ext uri="{FF2B5EF4-FFF2-40B4-BE49-F238E27FC236}">
                <a16:creationId xmlns:a16="http://schemas.microsoft.com/office/drawing/2014/main" id="{A8C96330-39A4-4B11-93F8-BD64CEC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45" name="board-stable-gpu">
            <a:extLst xmlns:a="http://schemas.openxmlformats.org/drawingml/2006/main">
              <a:ext uri="{FF2B5EF4-FFF2-40B4-BE49-F238E27FC236}">
                <a16:creationId xmlns:a16="http://schemas.microsoft.com/office/drawing/2014/main" id="{C439B3AF-F1E7-4E7C-9D4E-AA283165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91075"/>
            <a:ext cx="14001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46" name="text-633">
            <a:extLst xmlns:a="http://schemas.openxmlformats.org/drawingml/2006/main">
              <a:ext uri="{FF2B5EF4-FFF2-40B4-BE49-F238E27FC236}">
                <a16:creationId xmlns:a16="http://schemas.microsoft.com/office/drawing/2014/main" id="{E99392FF-1945-416E-94DC-F3C6474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48225"/>
            <a:ext cx="1247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RasterIX</a:t>
            </a:r>
          </a:p>
        </p:txBody>
      </p:sp>
      <p:sp>
        <p:nvSpPr>
          <p:cNvPr id="47" name="wire-634">
            <a:extLst xmlns:a="http://schemas.openxmlformats.org/drawingml/2006/main">
              <a:ext uri="{FF2B5EF4-FFF2-40B4-BE49-F238E27FC236}">
                <a16:creationId xmlns:a16="http://schemas.microsoft.com/office/drawing/2014/main" id="{94AA4B99-65EF-46C7-A693-956B33BD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48" name="circuit-635">
            <a:extLst xmlns:a="http://schemas.openxmlformats.org/drawingml/2006/main">
              <a:ext uri="{FF2B5EF4-FFF2-40B4-BE49-F238E27FC236}">
                <a16:creationId xmlns:a16="http://schemas.microsoft.com/office/drawing/2014/main" id="{8907B415-38C7-4952-A200-D98C5BF1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787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49" name="wire-636">
            <a:extLst xmlns:a="http://schemas.openxmlformats.org/drawingml/2006/main">
              <a:ext uri="{FF2B5EF4-FFF2-40B4-BE49-F238E27FC236}">
                <a16:creationId xmlns:a16="http://schemas.microsoft.com/office/drawing/2014/main" id="{5DA5BD8D-4C16-4FCE-82F3-FE0A40D8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72C3"/>
            </a:solidFill>
          </a:ln>
        </p:spPr>
      </p:sp>
      <p:sp>
        <p:nvSpPr>
          <p:cNvPr id="50" name="wire-637">
            <a:extLst xmlns:a="http://schemas.openxmlformats.org/drawingml/2006/main">
              <a:ext uri="{FF2B5EF4-FFF2-40B4-BE49-F238E27FC236}">
                <a16:creationId xmlns:a16="http://schemas.microsoft.com/office/drawing/2014/main" id="{8F1C557D-675E-437F-AA40-B2C99CC3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62475"/>
            <a:ext cx="9525" cy="447675"/>
          </a:xfrm>
          <a:custGeom xmlns:a="http://schemas.openxmlformats.org/drawingml/2006/main">
            <a:pathLst>
              <a:path w="9525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72C3"/>
            </a:solidFill>
          </a:ln>
        </p:spPr>
      </p:sp>
      <p:sp>
        <p:nvSpPr>
          <p:cNvPr id="51" name="wire-638">
            <a:extLst xmlns:a="http://schemas.openxmlformats.org/drawingml/2006/main">
              <a:ext uri="{FF2B5EF4-FFF2-40B4-BE49-F238E27FC236}">
                <a16:creationId xmlns:a16="http://schemas.microsoft.com/office/drawing/2014/main" id="{194BF36D-D7FF-4AA5-A29E-B2984BFF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72C3"/>
            </a:solidFill>
          </a:ln>
        </p:spPr>
      </p:sp>
      <p:sp>
        <p:nvSpPr>
          <p:cNvPr id="52" name="circuit-639">
            <a:extLst xmlns:a="http://schemas.openxmlformats.org/drawingml/2006/main">
              <a:ext uri="{FF2B5EF4-FFF2-40B4-BE49-F238E27FC236}">
                <a16:creationId xmlns:a16="http://schemas.microsoft.com/office/drawing/2014/main" id="{370A6CBB-B48D-4A8C-9C6C-A8ADBBF9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787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53" name="text-640">
            <a:extLst xmlns:a="http://schemas.openxmlformats.org/drawingml/2006/main">
              <a:ext uri="{FF2B5EF4-FFF2-40B4-BE49-F238E27FC236}">
                <a16:creationId xmlns:a16="http://schemas.microsoft.com/office/drawing/2014/main" id="{F9125C69-06BA-4712-9881-A27DB957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命令から取り出す内容</a:t>
            </a:r>
          </a:p>
        </p:txBody>
      </p:sp>
      <p:sp>
        <p:nvSpPr>
          <p:cNvPr id="54" name="block-641">
            <a:extLst xmlns:a="http://schemas.openxmlformats.org/drawingml/2006/main">
              <a:ext uri="{FF2B5EF4-FFF2-40B4-BE49-F238E27FC236}">
                <a16:creationId xmlns:a16="http://schemas.microsoft.com/office/drawing/2014/main" id="{1084728F-00F0-45DE-A33A-915EF1E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55" name="text-642">
            <a:extLst xmlns:a="http://schemas.openxmlformats.org/drawingml/2006/main">
              <a:ext uri="{FF2B5EF4-FFF2-40B4-BE49-F238E27FC236}">
                <a16:creationId xmlns:a16="http://schemas.microsoft.com/office/drawing/2014/main" id="{DFAF838D-AD19-4251-AEED-BD7D9E9B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1257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即値</a:t>
            </a:r>
          </a:p>
        </p:txBody>
      </p:sp>
      <p:sp>
        <p:nvSpPr>
          <p:cNvPr id="56" name="text-643">
            <a:extLst xmlns:a="http://schemas.openxmlformats.org/drawingml/2006/main">
              <a:ext uri="{FF2B5EF4-FFF2-40B4-BE49-F238E27FC236}">
                <a16:creationId xmlns:a16="http://schemas.microsoft.com/office/drawing/2014/main" id="{B69242AB-B0D1-4DD5-9799-33CCD7E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block-644">
            <a:extLst xmlns:a="http://schemas.openxmlformats.org/drawingml/2006/main">
              <a:ext uri="{FF2B5EF4-FFF2-40B4-BE49-F238E27FC236}">
                <a16:creationId xmlns:a16="http://schemas.microsoft.com/office/drawing/2014/main" id="{88E21A93-E207-4689-A4EA-43C8402E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58" name="text-645">
            <a:extLst xmlns:a="http://schemas.openxmlformats.org/drawingml/2006/main">
              <a:ext uri="{FF2B5EF4-FFF2-40B4-BE49-F238E27FC236}">
                <a16:creationId xmlns:a16="http://schemas.microsoft.com/office/drawing/2014/main" id="{278DE1C1-B1A3-4D56-907D-5ED929E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59" name="text-646">
            <a:extLst xmlns:a="http://schemas.openxmlformats.org/drawingml/2006/main">
              <a:ext uri="{FF2B5EF4-FFF2-40B4-BE49-F238E27FC236}">
                <a16:creationId xmlns:a16="http://schemas.microsoft.com/office/drawing/2014/main" id="{7E15B866-CBA8-4D01-80D3-AC0590AD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block-647">
            <a:extLst xmlns:a="http://schemas.openxmlformats.org/drawingml/2006/main">
              <a:ext uri="{FF2B5EF4-FFF2-40B4-BE49-F238E27FC236}">
                <a16:creationId xmlns:a16="http://schemas.microsoft.com/office/drawing/2014/main" id="{B970E5CB-5E92-4645-B7D2-C92ACA3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61" name="text-648">
            <a:extLst xmlns:a="http://schemas.openxmlformats.org/drawingml/2006/main">
              <a:ext uri="{FF2B5EF4-FFF2-40B4-BE49-F238E27FC236}">
                <a16:creationId xmlns:a16="http://schemas.microsoft.com/office/drawing/2014/main" id="{66C9B06B-6ACC-4672-94ED-62088B46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48000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62" name="text-649">
            <a:extLst xmlns:a="http://schemas.openxmlformats.org/drawingml/2006/main">
              <a:ext uri="{FF2B5EF4-FFF2-40B4-BE49-F238E27FC236}">
                <a16:creationId xmlns:a16="http://schemas.microsoft.com/office/drawing/2014/main" id="{CC2F50EF-C952-481E-BF6E-649CE902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3" name="block-650">
            <a:extLst xmlns:a="http://schemas.openxmlformats.org/drawingml/2006/main">
              <a:ext uri="{FF2B5EF4-FFF2-40B4-BE49-F238E27FC236}">
                <a16:creationId xmlns:a16="http://schemas.microsoft.com/office/drawing/2014/main" id="{6B4C565E-AF67-4354-A607-B0B574E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64" name="text-651">
            <a:extLst xmlns:a="http://schemas.openxmlformats.org/drawingml/2006/main">
              <a:ext uri="{FF2B5EF4-FFF2-40B4-BE49-F238E27FC236}">
                <a16:creationId xmlns:a16="http://schemas.microsoft.com/office/drawing/2014/main" id="{461307EE-1F52-455C-85AA-082F6DDC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操作</a:t>
            </a:r>
          </a:p>
        </p:txBody>
      </p:sp>
      <p:sp>
        <p:nvSpPr>
          <p:cNvPr id="65" name="text-652">
            <a:extLst xmlns:a="http://schemas.openxmlformats.org/drawingml/2006/main">
              <a:ext uri="{FF2B5EF4-FFF2-40B4-BE49-F238E27FC236}">
                <a16:creationId xmlns:a16="http://schemas.microsoft.com/office/drawing/2014/main" id="{8AC74789-2D2E-4813-895F-B5C0D34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sw</a:t>
            </a:r>
          </a:p>
        </p:txBody>
      </p:sp>
      <p:sp>
        <p:nvSpPr>
          <p:cNvPr id="66" name="board-stable-pc">
            <a:extLst xmlns:a="http://schemas.openxmlformats.org/drawingml/2006/main">
              <a:ext uri="{FF2B5EF4-FFF2-40B4-BE49-F238E27FC236}">
                <a16:creationId xmlns:a16="http://schemas.microsoft.com/office/drawing/2014/main" id="{10A787F3-4045-49FA-83EE-32505DC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314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7" name="text-654">
            <a:extLst xmlns:a="http://schemas.openxmlformats.org/drawingml/2006/main">
              <a:ext uri="{FF2B5EF4-FFF2-40B4-BE49-F238E27FC236}">
                <a16:creationId xmlns:a16="http://schemas.microsoft.com/office/drawing/2014/main" id="{43B19189-D05E-466D-A043-95FCD511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D Q</a:t>
            </a:r>
          </a:p>
        </p:txBody>
      </p:sp>
      <p:sp>
        <p:nvSpPr>
          <p:cNvPr id="68" name="circuit-655">
            <a:extLst xmlns:a="http://schemas.openxmlformats.org/drawingml/2006/main">
              <a:ext uri="{FF2B5EF4-FFF2-40B4-BE49-F238E27FC236}">
                <a16:creationId xmlns:a16="http://schemas.microsoft.com/office/drawing/2014/main" id="{433BF297-47BE-4F7E-AC97-B012AEC3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0"/>
                </a:moveTo>
                <a:lnTo>
                  <a:pt x="85725" y="95250"/>
                </a:lnTo>
                <a:lnTo>
                  <a:pt x="1714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9" name="wire-656">
            <a:extLst xmlns:a="http://schemas.openxmlformats.org/drawingml/2006/main">
              <a:ext uri="{FF2B5EF4-FFF2-40B4-BE49-F238E27FC236}">
                <a16:creationId xmlns:a16="http://schemas.microsoft.com/office/drawing/2014/main" id="{4AC4F33E-C70F-48B7-BE9F-61294C1A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70" name="text-657">
            <a:extLst xmlns:a="http://schemas.openxmlformats.org/drawingml/2006/main">
              <a:ext uri="{FF2B5EF4-FFF2-40B4-BE49-F238E27FC236}">
                <a16:creationId xmlns:a16="http://schemas.microsoft.com/office/drawing/2014/main" id="{CA666C68-9BEB-488C-A201-78184E0A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42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clk</a:t>
            </a:r>
          </a:p>
        </p:txBody>
      </p:sp>
      <p:sp>
        <p:nvSpPr>
          <p:cNvPr id="71" name="text-658">
            <a:extLst xmlns:a="http://schemas.openxmlformats.org/drawingml/2006/main">
              <a:ext uri="{FF2B5EF4-FFF2-40B4-BE49-F238E27FC236}">
                <a16:creationId xmlns:a16="http://schemas.microsoft.com/office/drawing/2014/main" id="{E6CBC674-A344-4C6A-BFA9-053E40B0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72" name="wire-659">
            <a:extLst xmlns:a="http://schemas.openxmlformats.org/drawingml/2006/main">
              <a:ext uri="{FF2B5EF4-FFF2-40B4-BE49-F238E27FC236}">
                <a16:creationId xmlns:a16="http://schemas.microsoft.com/office/drawing/2014/main" id="{2F222931-EB2B-4F8D-A5E5-6780DA59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577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73" name="circuit-660">
            <a:extLst xmlns:a="http://schemas.openxmlformats.org/drawingml/2006/main">
              <a:ext uri="{FF2B5EF4-FFF2-40B4-BE49-F238E27FC236}">
                <a16:creationId xmlns:a16="http://schemas.microsoft.com/office/drawing/2014/main" id="{061E2658-93D8-48D7-840C-C698156E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74" name="text-661">
            <a:extLst xmlns:a="http://schemas.openxmlformats.org/drawingml/2006/main">
              <a:ext uri="{FF2B5EF4-FFF2-40B4-BE49-F238E27FC236}">
                <a16:creationId xmlns:a16="http://schemas.microsoft.com/office/drawing/2014/main" id="{58F5C247-9F90-4A41-AA0D-A3F46049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番地</a:t>
            </a:r>
          </a:p>
        </p:txBody>
      </p:sp>
      <p:sp>
        <p:nvSpPr>
          <p:cNvPr id="75" name="board-stable-fetch">
            <a:extLst xmlns:a="http://schemas.openxmlformats.org/drawingml/2006/main">
              <a:ext uri="{FF2B5EF4-FFF2-40B4-BE49-F238E27FC236}">
                <a16:creationId xmlns:a16="http://schemas.microsoft.com/office/drawing/2014/main" id="{4B956DAA-FF6A-4C78-95E1-7EF1DAAE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1381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76" name="text-663">
            <a:extLst xmlns:a="http://schemas.openxmlformats.org/drawingml/2006/main">
              <a:ext uri="{FF2B5EF4-FFF2-40B4-BE49-F238E27FC236}">
                <a16:creationId xmlns:a16="http://schemas.microsoft.com/office/drawing/2014/main" id="{2641E93E-A5D7-4747-82CC-F936B2C5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1266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命令読出し</a:t>
            </a:r>
          </a:p>
        </p:txBody>
      </p:sp>
      <p:sp>
        <p:nvSpPr>
          <p:cNvPr id="77" name="text-664">
            <a:extLst xmlns:a="http://schemas.openxmlformats.org/drawingml/2006/main">
              <a:ext uri="{FF2B5EF4-FFF2-40B4-BE49-F238E27FC236}">
                <a16:creationId xmlns:a16="http://schemas.microsoft.com/office/drawing/2014/main" id="{91517135-5F17-4DC7-B902-C53774A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text-665">
            <a:extLst xmlns:a="http://schemas.openxmlformats.org/drawingml/2006/main">
              <a:ext uri="{FF2B5EF4-FFF2-40B4-BE49-F238E27FC236}">
                <a16:creationId xmlns:a16="http://schemas.microsoft.com/office/drawing/2014/main" id="{65A2395C-CF0F-4155-AA4F-743C2C39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34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79" name="text-666">
            <a:extLst xmlns:a="http://schemas.openxmlformats.org/drawingml/2006/main">
              <a:ext uri="{FF2B5EF4-FFF2-40B4-BE49-F238E27FC236}">
                <a16:creationId xmlns:a16="http://schemas.microsoft.com/office/drawing/2014/main" id="{F8457148-7E92-4C56-85A7-AC1872E8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962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DDR3から</a:t>
            </a:r>
          </a:p>
          <a:p xmlns:a="http://schemas.openxmlformats.org/drawingml/2006/main">
            <a: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命令を読む</a:t>
            </a:r>
          </a:p>
        </p:txBody>
      </p:sp>
      <p:sp>
        <p:nvSpPr>
          <p:cNvPr id="80" name="wire-667">
            <a:extLst xmlns:a="http://schemas.openxmlformats.org/drawingml/2006/main">
              <a:ext uri="{FF2B5EF4-FFF2-40B4-BE49-F238E27FC236}">
                <a16:creationId xmlns:a16="http://schemas.microsoft.com/office/drawing/2014/main" id="{8429D46B-A192-4F33-A1F5-CA43E2B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57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81" name="wire-668">
            <a:extLst xmlns:a="http://schemas.openxmlformats.org/drawingml/2006/main">
              <a:ext uri="{FF2B5EF4-FFF2-40B4-BE49-F238E27FC236}">
                <a16:creationId xmlns:a16="http://schemas.microsoft.com/office/drawing/2014/main" id="{97CAE67B-E036-4413-8A8C-E817209C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9525" cy="1076325"/>
          </a:xfrm>
          <a:custGeom xmlns:a="http://schemas.openxmlformats.org/drawingml/2006/main">
            <a:pathLst>
              <a:path w="9525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82" name="wire-669">
            <a:extLst xmlns:a="http://schemas.openxmlformats.org/drawingml/2006/main">
              <a:ext uri="{FF2B5EF4-FFF2-40B4-BE49-F238E27FC236}">
                <a16:creationId xmlns:a16="http://schemas.microsoft.com/office/drawing/2014/main" id="{EE361846-7758-43E0-B7AB-682AB8DB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83" name="circuit-670">
            <a:extLst xmlns:a="http://schemas.openxmlformats.org/drawingml/2006/main">
              <a:ext uri="{FF2B5EF4-FFF2-40B4-BE49-F238E27FC236}">
                <a16:creationId xmlns:a16="http://schemas.microsoft.com/office/drawing/2014/main" id="{4A108B26-B86D-4C0B-AABA-52BD6E53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49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4" name="circuit-671">
            <a:extLst xmlns:a="http://schemas.openxmlformats.org/drawingml/2006/main">
              <a:ext uri="{FF2B5EF4-FFF2-40B4-BE49-F238E27FC236}">
                <a16:creationId xmlns:a16="http://schemas.microsoft.com/office/drawing/2014/main" id="{99C2B0A6-F011-4B3E-B46D-56FE503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419100" cy="419100"/>
          </a:xfrm>
          <a:custGeom xmlns:a="http://schemas.openxmlformats.org/drawingml/2006/main">
            <a:pathLst>
              <a:path w="419100" h="419100">
                <a:moveTo>
                  <a:pt x="0" y="0"/>
                </a:moveTo>
                <a:lnTo>
                  <a:pt x="419100" y="104775"/>
                </a:lnTo>
                <a:lnTo>
                  <a:pt x="419100" y="314325"/>
                </a:lnTo>
                <a:lnTo>
                  <a:pt x="0" y="419100"/>
                </a:lnTo>
                <a:lnTo>
                  <a:pt x="0" y="295275"/>
                </a:lnTo>
                <a:lnTo>
                  <a:pt x="95250" y="2095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85" name="text-672">
            <a:extLst xmlns:a="http://schemas.openxmlformats.org/drawingml/2006/main">
              <a:ext uri="{FF2B5EF4-FFF2-40B4-BE49-F238E27FC236}">
                <a16:creationId xmlns:a16="http://schemas.microsoft.com/office/drawing/2014/main" id="{923A66A4-917B-45CF-9B6D-216C0C54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4766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6" name="wire-673">
            <a:extLst xmlns:a="http://schemas.openxmlformats.org/drawingml/2006/main">
              <a:ext uri="{FF2B5EF4-FFF2-40B4-BE49-F238E27FC236}">
                <a16:creationId xmlns:a16="http://schemas.microsoft.com/office/drawing/2014/main" id="{90829D16-D57B-49F4-B5B1-94204F10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952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7" name="wire-674">
            <a:extLst xmlns:a="http://schemas.openxmlformats.org/drawingml/2006/main">
              <a:ext uri="{FF2B5EF4-FFF2-40B4-BE49-F238E27FC236}">
                <a16:creationId xmlns:a16="http://schemas.microsoft.com/office/drawing/2014/main" id="{DC02A54D-869D-47EA-A5CC-1DE8F99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8" name="circuit-675">
            <a:extLst xmlns:a="http://schemas.openxmlformats.org/drawingml/2006/main">
              <a:ext uri="{FF2B5EF4-FFF2-40B4-BE49-F238E27FC236}">
                <a16:creationId xmlns:a16="http://schemas.microsoft.com/office/drawing/2014/main" id="{ECC073F8-2E78-4F80-9198-7B14E62E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3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9" name="text-676">
            <a:extLst xmlns:a="http://schemas.openxmlformats.org/drawingml/2006/main">
              <a:ext uri="{FF2B5EF4-FFF2-40B4-BE49-F238E27FC236}">
                <a16:creationId xmlns:a16="http://schemas.microsoft.com/office/drawing/2014/main" id="{AC48757D-AE55-422B-9B63-802DA234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0" name="wire-677">
            <a:extLst xmlns:a="http://schemas.openxmlformats.org/drawingml/2006/main">
              <a:ext uri="{FF2B5EF4-FFF2-40B4-BE49-F238E27FC236}">
                <a16:creationId xmlns:a16="http://schemas.microsoft.com/office/drawing/2014/main" id="{10D5E1D9-1490-4689-94D9-4C062B1A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05225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1" name="circuit-678">
            <a:extLst xmlns:a="http://schemas.openxmlformats.org/drawingml/2006/main">
              <a:ext uri="{FF2B5EF4-FFF2-40B4-BE49-F238E27FC236}">
                <a16:creationId xmlns:a16="http://schemas.microsoft.com/office/drawing/2014/main" id="{90E7D450-AC74-43A5-8F2D-FB576E3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737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92" name="wire-679">
            <a:extLst xmlns:a="http://schemas.openxmlformats.org/drawingml/2006/main">
              <a:ext uri="{FF2B5EF4-FFF2-40B4-BE49-F238E27FC236}">
                <a16:creationId xmlns:a16="http://schemas.microsoft.com/office/drawing/2014/main" id="{FC5DD817-7BB0-4DA1-AF61-EECEE77D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997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3" name="wire-680">
            <a:extLst xmlns:a="http://schemas.openxmlformats.org/drawingml/2006/main">
              <a:ext uri="{FF2B5EF4-FFF2-40B4-BE49-F238E27FC236}">
                <a16:creationId xmlns:a16="http://schemas.microsoft.com/office/drawing/2014/main" id="{220B4932-A146-47AA-96ED-E63E72A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9565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4" name="wire-681">
            <a:extLst xmlns:a="http://schemas.openxmlformats.org/drawingml/2006/main">
              <a:ext uri="{FF2B5EF4-FFF2-40B4-BE49-F238E27FC236}">
                <a16:creationId xmlns:a16="http://schemas.microsoft.com/office/drawing/2014/main" id="{64C29A5A-FB7E-4D16-ACB1-3B7FAFAC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438275" cy="9525"/>
          </a:xfrm>
          <a:custGeom xmlns:a="http://schemas.openxmlformats.org/drawingml/2006/main">
            <a:pathLst>
              <a:path w="1438275" h="9525">
                <a:moveTo>
                  <a:pt x="1438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5" name="wire-682">
            <a:extLst xmlns:a="http://schemas.openxmlformats.org/drawingml/2006/main">
              <a:ext uri="{FF2B5EF4-FFF2-40B4-BE49-F238E27FC236}">
                <a16:creationId xmlns:a16="http://schemas.microsoft.com/office/drawing/2014/main" id="{2E454EAB-96FD-4C84-BF6D-693CCB0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9525" cy="1162050"/>
          </a:xfrm>
          <a:custGeom xmlns:a="http://schemas.openxmlformats.org/drawingml/2006/main"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6" name="wire-683">
            <a:extLst xmlns:a="http://schemas.openxmlformats.org/drawingml/2006/main">
              <a:ext uri="{FF2B5EF4-FFF2-40B4-BE49-F238E27FC236}">
                <a16:creationId xmlns:a16="http://schemas.microsoft.com/office/drawing/2014/main" id="{F8A25920-B96D-4435-967E-5782941A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7" name="circuit-684">
            <a:extLst xmlns:a="http://schemas.openxmlformats.org/drawingml/2006/main">
              <a:ext uri="{FF2B5EF4-FFF2-40B4-BE49-F238E27FC236}">
                <a16:creationId xmlns:a16="http://schemas.microsoft.com/office/drawing/2014/main" id="{87CE3FAF-C7C0-4D57-ACEF-2B09F2B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98" name="text-685">
            <a:extLst xmlns:a="http://schemas.openxmlformats.org/drawingml/2006/main">
              <a:ext uri="{FF2B5EF4-FFF2-40B4-BE49-F238E27FC236}">
                <a16:creationId xmlns:a16="http://schemas.microsoft.com/office/drawing/2014/main" id="{BEFAB10C-237C-4A75-A403-B12FCE3D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 + 4</a:t>
            </a:r>
          </a:p>
        </p:txBody>
      </p:sp>
      <p:sp>
        <p:nvSpPr>
          <p:cNvPr id="99" name="wire-686">
            <a:extLst xmlns:a="http://schemas.openxmlformats.org/drawingml/2006/main">
              <a:ext uri="{FF2B5EF4-FFF2-40B4-BE49-F238E27FC236}">
                <a16:creationId xmlns:a16="http://schemas.microsoft.com/office/drawing/2014/main" id="{596AF3D1-3DDA-413B-8482-8A76DFB8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14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0" name="wire-687">
            <a:extLst xmlns:a="http://schemas.openxmlformats.org/drawingml/2006/main">
              <a:ext uri="{FF2B5EF4-FFF2-40B4-BE49-F238E27FC236}">
                <a16:creationId xmlns:a16="http://schemas.microsoft.com/office/drawing/2014/main" id="{50CE9028-D18A-4F39-985B-8D53D0D7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1352550" cy="9525"/>
          </a:xfrm>
          <a:custGeom xmlns:a="http://schemas.openxmlformats.org/drawingml/2006/main">
            <a:pathLst>
              <a:path w="1352550" h="9525">
                <a:moveTo>
                  <a:pt x="13525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1" name="wire-688">
            <a:extLst xmlns:a="http://schemas.openxmlformats.org/drawingml/2006/main">
              <a:ext uri="{FF2B5EF4-FFF2-40B4-BE49-F238E27FC236}">
                <a16:creationId xmlns:a16="http://schemas.microsoft.com/office/drawing/2014/main" id="{E9A55126-65F6-4FF3-92A0-1500BD47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9525" cy="561975"/>
          </a:xfrm>
          <a:custGeom xmlns:a="http://schemas.openxmlformats.org/drawingml/2006/main"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2" name="wire-689">
            <a:extLst xmlns:a="http://schemas.openxmlformats.org/drawingml/2006/main">
              <a:ext uri="{FF2B5EF4-FFF2-40B4-BE49-F238E27FC236}">
                <a16:creationId xmlns:a16="http://schemas.microsoft.com/office/drawing/2014/main" id="{75984A8C-FB7B-45D0-AD81-3634AF9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3" name="circuit-690">
            <a:extLst xmlns:a="http://schemas.openxmlformats.org/drawingml/2006/main">
              <a:ext uri="{FF2B5EF4-FFF2-40B4-BE49-F238E27FC236}">
                <a16:creationId xmlns:a16="http://schemas.microsoft.com/office/drawing/2014/main" id="{4B85C194-906E-4A2C-AFCE-BAE75C1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04" name="wire-691">
            <a:extLst xmlns:a="http://schemas.openxmlformats.org/drawingml/2006/main">
              <a:ext uri="{FF2B5EF4-FFF2-40B4-BE49-F238E27FC236}">
                <a16:creationId xmlns:a16="http://schemas.microsoft.com/office/drawing/2014/main" id="{8588B4B0-8552-4994-A1CB-AA658AEA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147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5" name="wire-692">
            <a:extLst xmlns:a="http://schemas.openxmlformats.org/drawingml/2006/main">
              <a:ext uri="{FF2B5EF4-FFF2-40B4-BE49-F238E27FC236}">
                <a16:creationId xmlns:a16="http://schemas.microsoft.com/office/drawing/2014/main" id="{6C97DC14-91FB-43E5-A8A3-51514243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1400"/>
            <a:ext cx="1724025" cy="9525"/>
          </a:xfrm>
          <a:custGeom xmlns:a="http://schemas.openxmlformats.org/drawingml/2006/main">
            <a:pathLst>
              <a:path w="1724025" h="9525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6" name="wire-693">
            <a:extLst xmlns:a="http://schemas.openxmlformats.org/drawingml/2006/main">
              <a:ext uri="{FF2B5EF4-FFF2-40B4-BE49-F238E27FC236}">
                <a16:creationId xmlns:a16="http://schemas.microsoft.com/office/drawing/2014/main" id="{399529BC-0C3F-43DE-BD8E-341B23A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9525" cy="1257300"/>
          </a:xfrm>
          <a:custGeom xmlns:a="http://schemas.openxmlformats.org/drawingml/2006/main">
            <a:pathLst>
              <a:path w="9525"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7" name="wire-694">
            <a:extLst xmlns:a="http://schemas.openxmlformats.org/drawingml/2006/main">
              <a:ext uri="{FF2B5EF4-FFF2-40B4-BE49-F238E27FC236}">
                <a16:creationId xmlns:a16="http://schemas.microsoft.com/office/drawing/2014/main" id="{3E2FA474-81E4-4157-907F-808B31C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38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8" name="circuit-695">
            <a:extLst xmlns:a="http://schemas.openxmlformats.org/drawingml/2006/main">
              <a:ext uri="{FF2B5EF4-FFF2-40B4-BE49-F238E27FC236}">
                <a16:creationId xmlns:a16="http://schemas.microsoft.com/office/drawing/2014/main" id="{BB24FAC6-7B37-4B96-A0FA-D3BC5529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7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09" name="wire-696">
            <a:extLst xmlns:a="http://schemas.openxmlformats.org/drawingml/2006/main">
              <a:ext uri="{FF2B5EF4-FFF2-40B4-BE49-F238E27FC236}">
                <a16:creationId xmlns:a16="http://schemas.microsoft.com/office/drawing/2014/main" id="{328714F4-E4C3-4A01-8465-02B3B03E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14725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10" name="wire-697">
            <a:extLst xmlns:a="http://schemas.openxmlformats.org/drawingml/2006/main">
              <a:ext uri="{FF2B5EF4-FFF2-40B4-BE49-F238E27FC236}">
                <a16:creationId xmlns:a16="http://schemas.microsoft.com/office/drawing/2014/main" id="{71D14750-370C-4EAE-BD8A-C8756E46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2247900" cy="9525"/>
          </a:xfrm>
          <a:custGeom xmlns:a="http://schemas.openxmlformats.org/drawingml/2006/main">
            <a:pathLst>
              <a:path w="2247900" h="9525">
                <a:moveTo>
                  <a:pt x="2247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11" name="wire-698">
            <a:extLst xmlns:a="http://schemas.openxmlformats.org/drawingml/2006/main">
              <a:ext uri="{FF2B5EF4-FFF2-40B4-BE49-F238E27FC236}">
                <a16:creationId xmlns:a16="http://schemas.microsoft.com/office/drawing/2014/main" id="{3BEFCB4D-ADB9-4D36-8E90-1F04AA7A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9525" cy="914400"/>
          </a:xfrm>
          <a:custGeom xmlns:a="http://schemas.openxmlformats.org/drawingml/2006/main">
            <a:pathLst>
              <a:path w="9525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12" name="wire-699">
            <a:extLst xmlns:a="http://schemas.openxmlformats.org/drawingml/2006/main">
              <a:ext uri="{FF2B5EF4-FFF2-40B4-BE49-F238E27FC236}">
                <a16:creationId xmlns:a16="http://schemas.microsoft.com/office/drawing/2014/main" id="{13EA0EA6-5314-49D5-927F-B7AF2A89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13" name="circuit-700">
            <a:extLst xmlns:a="http://schemas.openxmlformats.org/drawingml/2006/main">
              <a:ext uri="{FF2B5EF4-FFF2-40B4-BE49-F238E27FC236}">
                <a16:creationId xmlns:a16="http://schemas.microsoft.com/office/drawing/2014/main" id="{BF8B1EC5-CE2A-40AD-85FB-362F35B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86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14" name="wire-701">
            <a:extLst xmlns:a="http://schemas.openxmlformats.org/drawingml/2006/main">
              <a:ext uri="{FF2B5EF4-FFF2-40B4-BE49-F238E27FC236}">
                <a16:creationId xmlns:a16="http://schemas.microsoft.com/office/drawing/2014/main" id="{66309EB2-90EA-4722-B064-AFA6B1AD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905375"/>
            <a:ext cx="161925" cy="9525"/>
          </a:xfrm>
          <a:custGeom xmlns:a="http://schemas.openxmlformats.org/drawingml/2006/main"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FA9B9"/>
            </a:solidFill>
          </a:ln>
        </p:spPr>
      </p:sp>
      <p:sp>
        <p:nvSpPr>
          <p:cNvPr id="115" name="circuit-702">
            <a:extLst xmlns:a="http://schemas.openxmlformats.org/drawingml/2006/main">
              <a:ext uri="{FF2B5EF4-FFF2-40B4-BE49-F238E27FC236}">
                <a16:creationId xmlns:a16="http://schemas.microsoft.com/office/drawing/2014/main" id="{F369455D-4CB6-49C7-9AA9-093A7283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3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16" name="board-stable-rf">
            <a:extLst xmlns:a="http://schemas.openxmlformats.org/drawingml/2006/main">
              <a:ext uri="{FF2B5EF4-FFF2-40B4-BE49-F238E27FC236}">
                <a16:creationId xmlns:a16="http://schemas.microsoft.com/office/drawing/2014/main" id="{57F64300-7A7A-4478-A5DF-60DCFB4F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00475"/>
            <a:ext cx="1571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17" name="circuit-704">
            <a:extLst xmlns:a="http://schemas.openxmlformats.org/drawingml/2006/main">
              <a:ext uri="{FF2B5EF4-FFF2-40B4-BE49-F238E27FC236}">
                <a16:creationId xmlns:a16="http://schemas.microsoft.com/office/drawing/2014/main" id="{03E74797-FF23-4EF2-A669-3BDA7C1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00475"/>
            <a:ext cx="152400" cy="85725"/>
          </a:xfrm>
          <a:custGeom xmlns:a="http://schemas.openxmlformats.org/drawingml/2006/main">
            <a:pathLst>
              <a:path w="152400" h="85725">
                <a:moveTo>
                  <a:pt x="0" y="0"/>
                </a:moveTo>
                <a:lnTo>
                  <a:pt x="76200" y="85725"/>
                </a:lnTo>
                <a:lnTo>
                  <a:pt x="1524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18" name="wire-705">
            <a:extLst xmlns:a="http://schemas.openxmlformats.org/drawingml/2006/main">
              <a:ext uri="{FF2B5EF4-FFF2-40B4-BE49-F238E27FC236}">
                <a16:creationId xmlns:a16="http://schemas.microsoft.com/office/drawing/2014/main" id="{2AF72004-C5D2-40D0-9838-9EA9DC98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19" name="text-706">
            <a:extLst xmlns:a="http://schemas.openxmlformats.org/drawingml/2006/main">
              <a:ext uri="{FF2B5EF4-FFF2-40B4-BE49-F238E27FC236}">
                <a16:creationId xmlns:a16="http://schemas.microsoft.com/office/drawing/2014/main" id="{CA481DD5-4473-444C-8B89-8675E696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957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レジスタ</a:t>
            </a:r>
          </a:p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群</a:t>
            </a:r>
          </a:p>
        </p:txBody>
      </p:sp>
      <p:sp>
        <p:nvSpPr>
          <p:cNvPr id="120" name="text-707">
            <a:extLst xmlns:a="http://schemas.openxmlformats.org/drawingml/2006/main">
              <a:ext uri="{FF2B5EF4-FFF2-40B4-BE49-F238E27FC236}">
                <a16:creationId xmlns:a16="http://schemas.microsoft.com/office/drawing/2014/main" id="{56DD8ECB-C35B-4183-BDA4-B7F21664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21" name="text-708">
            <a:extLst xmlns:a="http://schemas.openxmlformats.org/drawingml/2006/main">
              <a:ext uri="{FF2B5EF4-FFF2-40B4-BE49-F238E27FC236}">
                <a16:creationId xmlns:a16="http://schemas.microsoft.com/office/drawing/2014/main" id="{285FA982-CCA8-4F34-8222-463A5E74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22" name="text-709">
            <a:extLst xmlns:a="http://schemas.openxmlformats.org/drawingml/2006/main">
              <a:ext uri="{FF2B5EF4-FFF2-40B4-BE49-F238E27FC236}">
                <a16:creationId xmlns:a16="http://schemas.microsoft.com/office/drawing/2014/main" id="{794186FB-3EF1-4604-B3DF-5780EAD7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23" name="text-710">
            <a:extLst xmlns:a="http://schemas.openxmlformats.org/drawingml/2006/main">
              <a:ext uri="{FF2B5EF4-FFF2-40B4-BE49-F238E27FC236}">
                <a16:creationId xmlns:a16="http://schemas.microsoft.com/office/drawing/2014/main" id="{25EBEEB5-9AC9-4BAD-BE6C-4617109C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57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WD3</a:t>
            </a:r>
          </a:p>
        </p:txBody>
      </p:sp>
      <p:sp>
        <p:nvSpPr>
          <p:cNvPr id="124" name="text-711">
            <a:extLst xmlns:a="http://schemas.openxmlformats.org/drawingml/2006/main">
              <a:ext uri="{FF2B5EF4-FFF2-40B4-BE49-F238E27FC236}">
                <a16:creationId xmlns:a16="http://schemas.microsoft.com/office/drawing/2014/main" id="{39D9313F-DCDC-4A09-9A6D-3A17AD9C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RD1</a:t>
            </a:r>
          </a:p>
        </p:txBody>
      </p:sp>
      <p:sp>
        <p:nvSpPr>
          <p:cNvPr id="125" name="text-712">
            <a:extLst xmlns:a="http://schemas.openxmlformats.org/drawingml/2006/main">
              <a:ext uri="{FF2B5EF4-FFF2-40B4-BE49-F238E27FC236}">
                <a16:creationId xmlns:a16="http://schemas.microsoft.com/office/drawing/2014/main" id="{65F926B5-1F42-4C2A-AFF4-1F53D71F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RD2</a:t>
            </a:r>
          </a:p>
        </p:txBody>
      </p:sp>
      <p:sp>
        <p:nvSpPr>
          <p:cNvPr id="126" name="text-713">
            <a:extLst xmlns:a="http://schemas.openxmlformats.org/drawingml/2006/main">
              <a:ext uri="{FF2B5EF4-FFF2-40B4-BE49-F238E27FC236}">
                <a16:creationId xmlns:a16="http://schemas.microsoft.com/office/drawing/2014/main" id="{DC51A4BC-1D63-4829-99BF-541B230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952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WE3</a:t>
            </a:r>
          </a:p>
        </p:txBody>
      </p:sp>
      <p:sp>
        <p:nvSpPr>
          <p:cNvPr id="127" name="wire-714">
            <a:extLst xmlns:a="http://schemas.openxmlformats.org/drawingml/2006/main">
              <a:ext uri="{FF2B5EF4-FFF2-40B4-BE49-F238E27FC236}">
                <a16:creationId xmlns:a16="http://schemas.microsoft.com/office/drawing/2014/main" id="{C469D293-23BD-4AFC-9ED7-35195D18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10050"/>
            <a:ext cx="628650" cy="9525"/>
          </a:xfrm>
          <a:custGeom xmlns:a="http://schemas.openxmlformats.org/drawingml/2006/main"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31F20"/>
            </a:solidFill>
          </a:ln>
        </p:spPr>
      </p:sp>
      <p:sp>
        <p:nvSpPr>
          <p:cNvPr id="128" name="circuit-715">
            <a:extLst xmlns:a="http://schemas.openxmlformats.org/drawingml/2006/main">
              <a:ext uri="{FF2B5EF4-FFF2-40B4-BE49-F238E27FC236}">
                <a16:creationId xmlns:a16="http://schemas.microsoft.com/office/drawing/2014/main" id="{B22D0210-9C09-4527-986F-F7E190A4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29" name="text-716">
            <a:extLst xmlns:a="http://schemas.openxmlformats.org/drawingml/2006/main">
              <a:ext uri="{FF2B5EF4-FFF2-40B4-BE49-F238E27FC236}">
                <a16:creationId xmlns:a16="http://schemas.microsoft.com/office/drawing/2014/main" id="{478CC93E-5584-4074-8091-D2BBF270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95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0" name="board-stable-alu">
            <a:extLst xmlns:a="http://schemas.openxmlformats.org/drawingml/2006/main">
              <a:ext uri="{FF2B5EF4-FFF2-40B4-BE49-F238E27FC236}">
                <a16:creationId xmlns:a16="http://schemas.microsoft.com/office/drawing/2014/main" id="{D999A715-9448-47C6-AB70-71660FA6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67175"/>
            <a:ext cx="647700" cy="933450"/>
          </a:xfrm>
          <a:custGeom xmlns:a="http://schemas.openxmlformats.org/drawingml/2006/main">
            <a:pathLst>
              <a:path w="647700" h="933450">
                <a:moveTo>
                  <a:pt x="0" y="0"/>
                </a:moveTo>
                <a:lnTo>
                  <a:pt x="647700" y="171450"/>
                </a:lnTo>
                <a:lnTo>
                  <a:pt x="647700" y="742950"/>
                </a:lnTo>
                <a:lnTo>
                  <a:pt x="0" y="933450"/>
                </a:lnTo>
                <a:lnTo>
                  <a:pt x="0" y="571500"/>
                </a:lnTo>
                <a:lnTo>
                  <a:pt x="171450" y="4572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131" name="text-718">
            <a:extLst xmlns:a="http://schemas.openxmlformats.org/drawingml/2006/main">
              <a:ext uri="{FF2B5EF4-FFF2-40B4-BE49-F238E27FC236}">
                <a16:creationId xmlns:a16="http://schemas.microsoft.com/office/drawing/2014/main" id="{C0789877-09CF-478F-924A-BDCCF77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ALU</a:t>
            </a:r>
          </a:p>
        </p:txBody>
      </p:sp>
      <p:sp>
        <p:nvSpPr>
          <p:cNvPr id="132" name="text-719">
            <a:extLst xmlns:a="http://schemas.openxmlformats.org/drawingml/2006/main">
              <a:ext uri="{FF2B5EF4-FFF2-40B4-BE49-F238E27FC236}">
                <a16:creationId xmlns:a16="http://schemas.microsoft.com/office/drawing/2014/main" id="{E8A31A06-4E26-4ACE-8FEF-022C6659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43400"/>
            <a:ext cx="314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3" name="text-720">
            <a:extLst xmlns:a="http://schemas.openxmlformats.org/drawingml/2006/main">
              <a:ext uri="{FF2B5EF4-FFF2-40B4-BE49-F238E27FC236}">
                <a16:creationId xmlns:a16="http://schemas.microsoft.com/office/drawing/2014/main" id="{425BBE0F-F833-4C4E-8B59-3CEBC664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96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即値 0</a:t>
            </a:r>
          </a:p>
        </p:txBody>
      </p:sp>
      <p:sp>
        <p:nvSpPr>
          <p:cNvPr id="134" name="wire-721">
            <a:extLst xmlns:a="http://schemas.openxmlformats.org/drawingml/2006/main">
              <a:ext uri="{FF2B5EF4-FFF2-40B4-BE49-F238E27FC236}">
                <a16:creationId xmlns:a16="http://schemas.microsoft.com/office/drawing/2014/main" id="{0C9FDC83-E6D4-4955-B9A4-1B1966F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19600"/>
            <a:ext cx="600075" cy="9525"/>
          </a:xfrm>
          <a:custGeom xmlns:a="http://schemas.openxmlformats.org/drawingml/2006/main">
            <a:pathLst>
              <a:path w="600075" h="9525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35" name="circuit-722">
            <a:extLst xmlns:a="http://schemas.openxmlformats.org/drawingml/2006/main">
              <a:ext uri="{FF2B5EF4-FFF2-40B4-BE49-F238E27FC236}">
                <a16:creationId xmlns:a16="http://schemas.microsoft.com/office/drawing/2014/main" id="{C9B34FB2-F67C-48AB-866A-27E06FF4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81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36" name="text-723">
            <a:extLst xmlns:a="http://schemas.openxmlformats.org/drawingml/2006/main">
              <a:ext uri="{FF2B5EF4-FFF2-40B4-BE49-F238E27FC236}">
                <a16:creationId xmlns:a16="http://schemas.microsoft.com/office/drawing/2014/main" id="{CCEA988D-B118-4F0D-B41F-BA13B7A0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85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7" name="wire-724">
            <a:extLst xmlns:a="http://schemas.openxmlformats.org/drawingml/2006/main">
              <a:ext uri="{FF2B5EF4-FFF2-40B4-BE49-F238E27FC236}">
                <a16:creationId xmlns:a16="http://schemas.microsoft.com/office/drawing/2014/main" id="{3A9B26BC-4B9C-4449-8ECA-423706E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10100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8" name="wire-725">
            <a:extLst xmlns:a="http://schemas.openxmlformats.org/drawingml/2006/main">
              <a:ext uri="{FF2B5EF4-FFF2-40B4-BE49-F238E27FC236}">
                <a16:creationId xmlns:a16="http://schemas.microsoft.com/office/drawing/2014/main" id="{520346DC-34B2-440C-81E2-8935CD31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9525" cy="771525"/>
          </a:xfrm>
          <a:custGeom xmlns:a="http://schemas.openxmlformats.org/drawingml/2006/main">
            <a:pathLst>
              <a:path w="952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9" name="wire-726">
            <a:extLst xmlns:a="http://schemas.openxmlformats.org/drawingml/2006/main">
              <a:ext uri="{FF2B5EF4-FFF2-40B4-BE49-F238E27FC236}">
                <a16:creationId xmlns:a16="http://schemas.microsoft.com/office/drawing/2014/main" id="{3FFCF90B-AAF4-46FE-8CA9-CCBDDD07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381625"/>
            <a:ext cx="1628775" cy="9525"/>
          </a:xfrm>
          <a:custGeom xmlns:a="http://schemas.openxmlformats.org/drawingml/2006/main">
            <a:pathLst>
              <a:path w="1628775" h="952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0" name="wire-727">
            <a:extLst xmlns:a="http://schemas.openxmlformats.org/drawingml/2006/main">
              <a:ext uri="{FF2B5EF4-FFF2-40B4-BE49-F238E27FC236}">
                <a16:creationId xmlns:a16="http://schemas.microsoft.com/office/drawing/2014/main" id="{438A76EE-284A-4997-8EF7-EB61435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9525" cy="361950"/>
          </a:xfrm>
          <a:custGeom xmlns:a="http://schemas.openxmlformats.org/drawingml/2006/main">
            <a:pathLst>
              <a:path w="952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1" name="wire-728">
            <a:extLst xmlns:a="http://schemas.openxmlformats.org/drawingml/2006/main">
              <a:ext uri="{FF2B5EF4-FFF2-40B4-BE49-F238E27FC236}">
                <a16:creationId xmlns:a16="http://schemas.microsoft.com/office/drawing/2014/main" id="{AAA421BC-B178-4D4D-87DA-5728CE72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2" name="circuit-729">
            <a:extLst xmlns:a="http://schemas.openxmlformats.org/drawingml/2006/main">
              <a:ext uri="{FF2B5EF4-FFF2-40B4-BE49-F238E27FC236}">
                <a16:creationId xmlns:a16="http://schemas.microsoft.com/office/drawing/2014/main" id="{E79EBEAA-3DD7-4850-A459-F7010C1C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882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43" name="text-730">
            <a:extLst xmlns:a="http://schemas.openxmlformats.org/drawingml/2006/main">
              <a:ext uri="{FF2B5EF4-FFF2-40B4-BE49-F238E27FC236}">
                <a16:creationId xmlns:a16="http://schemas.microsoft.com/office/drawing/2014/main" id="{0AE0E70F-B7F1-4FA6-98A1-99910240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762500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44" name="wire-731">
            <a:extLst xmlns:a="http://schemas.openxmlformats.org/drawingml/2006/main">
              <a:ext uri="{FF2B5EF4-FFF2-40B4-BE49-F238E27FC236}">
                <a16:creationId xmlns:a16="http://schemas.microsoft.com/office/drawing/2014/main" id="{33DB1CBD-E7CE-4BF2-8281-D695CAB1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104775" cy="9525"/>
          </a:xfrm>
          <a:custGeom xmlns:a="http://schemas.openxmlformats.org/drawingml/2006/main">
            <a:pathLst>
              <a:path w="104775" h="9525">
                <a:moveTo>
                  <a:pt x="104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45" name="wire-732">
            <a:extLst xmlns:a="http://schemas.openxmlformats.org/drawingml/2006/main">
              <a:ext uri="{FF2B5EF4-FFF2-40B4-BE49-F238E27FC236}">
                <a16:creationId xmlns:a16="http://schemas.microsoft.com/office/drawing/2014/main" id="{3FBAC487-1A87-46EE-B918-95EBA09C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46" name="wire-733">
            <a:extLst xmlns:a="http://schemas.openxmlformats.org/drawingml/2006/main">
              <a:ext uri="{FF2B5EF4-FFF2-40B4-BE49-F238E27FC236}">
                <a16:creationId xmlns:a16="http://schemas.microsoft.com/office/drawing/2014/main" id="{A2993CF7-AF4B-4407-8A63-BC1556E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3514725" cy="9525"/>
          </a:xfrm>
          <a:custGeom xmlns:a="http://schemas.openxmlformats.org/drawingml/2006/main">
            <a:pathLst>
              <a:path w="3514725" h="9525">
                <a:moveTo>
                  <a:pt x="3514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47" name="wire-734">
            <a:extLst xmlns:a="http://schemas.openxmlformats.org/drawingml/2006/main">
              <a:ext uri="{FF2B5EF4-FFF2-40B4-BE49-F238E27FC236}">
                <a16:creationId xmlns:a16="http://schemas.microsoft.com/office/drawing/2014/main" id="{98DB93C6-3D77-41D3-86E1-3857856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9525" cy="657225"/>
          </a:xfrm>
          <a:custGeom xmlns:a="http://schemas.openxmlformats.org/drawingml/2006/main">
            <a:pathLst>
              <a:path w="9525" h="657225">
                <a:moveTo>
                  <a:pt x="0" y="657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48" name="wire-735">
            <a:extLst xmlns:a="http://schemas.openxmlformats.org/drawingml/2006/main">
              <a:ext uri="{FF2B5EF4-FFF2-40B4-BE49-F238E27FC236}">
                <a16:creationId xmlns:a16="http://schemas.microsoft.com/office/drawing/2014/main" id="{A66F26B8-A2EB-41E8-A389-6CDEB1F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9FA9B9"/>
            </a:solidFill>
          </a:ln>
        </p:spPr>
      </p:sp>
      <p:sp>
        <p:nvSpPr>
          <p:cNvPr id="149" name="circuit-736">
            <a:extLst xmlns:a="http://schemas.openxmlformats.org/drawingml/2006/main">
              <a:ext uri="{FF2B5EF4-FFF2-40B4-BE49-F238E27FC236}">
                <a16:creationId xmlns:a16="http://schemas.microsoft.com/office/drawing/2014/main" id="{0715DFB2-7E79-4C18-9FAF-FDB78680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15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50" name="wire-737">
            <a:extLst xmlns:a="http://schemas.openxmlformats.org/drawingml/2006/main">
              <a:ext uri="{FF2B5EF4-FFF2-40B4-BE49-F238E27FC236}">
                <a16:creationId xmlns:a16="http://schemas.microsoft.com/office/drawing/2014/main" id="{8C385DE8-19F2-4ACA-B67A-66586371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1" name="wire-738">
            <a:extLst xmlns:a="http://schemas.openxmlformats.org/drawingml/2006/main">
              <a:ext uri="{FF2B5EF4-FFF2-40B4-BE49-F238E27FC236}">
                <a16:creationId xmlns:a16="http://schemas.microsoft.com/office/drawing/2014/main" id="{B3C803DD-3930-43B3-9284-895056B7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2" name="wire-739">
            <a:extLst xmlns:a="http://schemas.openxmlformats.org/drawingml/2006/main">
              <a:ext uri="{FF2B5EF4-FFF2-40B4-BE49-F238E27FC236}">
                <a16:creationId xmlns:a16="http://schemas.microsoft.com/office/drawing/2014/main" id="{BF76AA73-9B11-4060-AC33-E533E8C1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9525" cy="1638300"/>
          </a:xfrm>
          <a:custGeom xmlns:a="http://schemas.openxmlformats.org/drawingml/2006/main">
            <a:pathLst>
              <a:path w="9525" h="1638300">
                <a:moveTo>
                  <a:pt x="0" y="1638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3" name="wire-740">
            <a:extLst xmlns:a="http://schemas.openxmlformats.org/drawingml/2006/main">
              <a:ext uri="{FF2B5EF4-FFF2-40B4-BE49-F238E27FC236}">
                <a16:creationId xmlns:a16="http://schemas.microsoft.com/office/drawing/2014/main" id="{3DA9A972-5AF3-4D01-A14D-6C84418C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4" name="circuit-741">
            <a:extLst xmlns:a="http://schemas.openxmlformats.org/drawingml/2006/main">
              <a:ext uri="{FF2B5EF4-FFF2-40B4-BE49-F238E27FC236}">
                <a16:creationId xmlns:a16="http://schemas.microsoft.com/office/drawing/2014/main" id="{20B20E66-1C1C-4914-BE3F-5F33DE46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4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55" name="wire-742">
            <a:extLst xmlns:a="http://schemas.openxmlformats.org/drawingml/2006/main">
              <a:ext uri="{FF2B5EF4-FFF2-40B4-BE49-F238E27FC236}">
                <a16:creationId xmlns:a16="http://schemas.microsoft.com/office/drawing/2014/main" id="{B753C9C2-0CB8-4A7B-867F-170CDD63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190500" cy="9525"/>
          </a:xfrm>
          <a:custGeom xmlns:a="http://schemas.openxmlformats.org/drawingml/2006/main"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6" name="wire-743">
            <a:extLst xmlns:a="http://schemas.openxmlformats.org/drawingml/2006/main">
              <a:ext uri="{FF2B5EF4-FFF2-40B4-BE49-F238E27FC236}">
                <a16:creationId xmlns:a16="http://schemas.microsoft.com/office/drawing/2014/main" id="{67FEBA00-B128-4F83-ADE5-409F8AD9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9525" cy="1581150"/>
          </a:xfrm>
          <a:custGeom xmlns:a="http://schemas.openxmlformats.org/drawingml/2006/main">
            <a:pathLst>
              <a:path w="9525" h="1581150">
                <a:moveTo>
                  <a:pt x="0" y="0"/>
                </a:moveTo>
                <a:lnTo>
                  <a:pt x="0" y="15811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7" name="wire-744">
            <a:extLst xmlns:a="http://schemas.openxmlformats.org/drawingml/2006/main">
              <a:ext uri="{FF2B5EF4-FFF2-40B4-BE49-F238E27FC236}">
                <a16:creationId xmlns:a16="http://schemas.microsoft.com/office/drawing/2014/main" id="{EDBBD213-F866-4715-AA2A-8AA7ACAD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4191000" cy="9525"/>
          </a:xfrm>
          <a:custGeom xmlns:a="http://schemas.openxmlformats.org/drawingml/2006/main">
            <a:pathLst>
              <a:path w="4191000" h="9525">
                <a:moveTo>
                  <a:pt x="419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8" name="wire-745">
            <a:extLst xmlns:a="http://schemas.openxmlformats.org/drawingml/2006/main">
              <a:ext uri="{FF2B5EF4-FFF2-40B4-BE49-F238E27FC236}">
                <a16:creationId xmlns:a16="http://schemas.microsoft.com/office/drawing/2014/main" id="{5A8C9A6A-082E-4C9A-AFE5-535D3359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9" name="circuit-746">
            <a:extLst xmlns:a="http://schemas.openxmlformats.org/drawingml/2006/main">
              <a:ext uri="{FF2B5EF4-FFF2-40B4-BE49-F238E27FC236}">
                <a16:creationId xmlns:a16="http://schemas.microsoft.com/office/drawing/2014/main" id="{BF909269-FBA5-4C2D-9A41-F3C75FF1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068" y="5105400"/>
            <a:ext cx="62865" cy="76200"/>
          </a:xfrm>
          <a:custGeom xmlns:a="http://schemas.openxmlformats.org/drawingml/2006/main">
            <a:pathLst>
              <a:path w="62865" h="76200">
                <a:moveTo>
                  <a:pt x="31433" y="0"/>
                </a:moveTo>
                <a:lnTo>
                  <a:pt x="0" y="76200"/>
                </a:lnTo>
                <a:lnTo>
                  <a:pt x="62865" y="7620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60" name="text-747">
            <a:extLst xmlns:a="http://schemas.openxmlformats.org/drawingml/2006/main">
              <a:ext uri="{FF2B5EF4-FFF2-40B4-BE49-F238E27FC236}">
                <a16:creationId xmlns:a16="http://schemas.microsoft.com/office/drawing/2014/main" id="{09BA8574-EFCD-460C-920C-6CD79DF2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x2のB ＋ 即値0 ＝ 番地B　／　x1から送る値はD</a:t>
            </a:r>
          </a:p>
        </p:txBody>
      </p:sp>
      <p:sp>
        <p:nvSpPr>
          <p:cNvPr id="161" name="text-748">
            <a:extLst xmlns:a="http://schemas.openxmlformats.org/drawingml/2006/main">
              <a:ext uri="{FF2B5EF4-FFF2-40B4-BE49-F238E27FC236}">
                <a16:creationId xmlns:a16="http://schemas.microsoft.com/office/drawing/2014/main" id="{4E21F7FF-71FF-4B8F-80DC-653C50E3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7</a:t>
            </a:r>
          </a:p>
        </p:txBody>
      </p:sp>
      <p:sp>
        <p:nvSpPr>
          <p:cNvPr id="162" name="text-749">
            <a:extLst xmlns:a="http://schemas.openxmlformats.org/drawingml/2006/main">
              <a:ext uri="{FF2B5EF4-FFF2-40B4-BE49-F238E27FC236}">
                <a16:creationId xmlns:a16="http://schemas.microsoft.com/office/drawing/2014/main" id="{A6416ECF-1CB4-41A6-8985-ACF1FD56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CPUのsw命令と送る描画データDは別のもの。送信用の接続回路はRasterIXの箱に含む</a:t>
            </a:r>
          </a:p>
        </p:txBody>
      </p:sp>
    </p:spTree>
    <p:extLst>
      <p:ext uri="{BB962C8B-B14F-4D97-AF65-F5344CB8AC3E}">
        <p14:creationId xmlns:p14="http://schemas.microsoft.com/office/powerpoint/2010/main" val="995797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text-750">
            <a:extLst xmlns:a="http://schemas.openxmlformats.org/drawingml/2006/main">
              <a:ext uri="{FF2B5EF4-FFF2-40B4-BE49-F238E27FC236}">
                <a16:creationId xmlns:a16="http://schemas.microsoft.com/office/drawing/2014/main" id="{16FE92BC-69B8-4B83-A3B9-C698D7BB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" name="text-751">
            <a:extLst xmlns:a="http://schemas.openxmlformats.org/drawingml/2006/main">
              <a:ext uri="{FF2B5EF4-FFF2-40B4-BE49-F238E27FC236}">
                <a16:creationId xmlns:a16="http://schemas.microsoft.com/office/drawing/2014/main" id="{0B6559E6-B067-4EC9-8233-BB49F783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画像をDDR3へ保存し、HDMI端子へ出力する</a:t>
            </a:r>
          </a:p>
        </p:txBody>
      </p:sp>
      <p:sp>
        <p:nvSpPr>
          <p:cNvPr id="3" name="text-752">
            <a:extLst xmlns:a="http://schemas.openxmlformats.org/drawingml/2006/main">
              <a:ext uri="{FF2B5EF4-FFF2-40B4-BE49-F238E27FC236}">
                <a16:creationId xmlns:a16="http://schemas.microsoft.com/office/drawing/2014/main" id="{70BA1A46-2B98-47C3-8C67-F300BDDC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text-753">
            <a:extLst xmlns:a="http://schemas.openxmlformats.org/drawingml/2006/main">
              <a:ext uri="{FF2B5EF4-FFF2-40B4-BE49-F238E27FC236}">
                <a16:creationId xmlns:a16="http://schemas.microsoft.com/office/drawing/2014/main" id="{CC428A9E-7B66-41D3-A5D9-2D743C89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RasterIXが画像を作り、表示回路がその画像を出す</a:t>
            </a:r>
          </a:p>
        </p:txBody>
      </p:sp>
      <p:sp>
        <p:nvSpPr>
          <p:cNvPr id="5" name="board-stable-board">
            <a:extLst xmlns:a="http://schemas.openxmlformats.org/drawingml/2006/main">
              <a:ext uri="{FF2B5EF4-FFF2-40B4-BE49-F238E27FC236}">
                <a16:creationId xmlns:a16="http://schemas.microsoft.com/office/drawing/2014/main" id="{0C342D00-21EE-4815-B0CB-1F600BAB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" name="text-755">
            <a:extLst xmlns:a="http://schemas.openxmlformats.org/drawingml/2006/main">
              <a:ext uri="{FF2B5EF4-FFF2-40B4-BE49-F238E27FC236}">
                <a16:creationId xmlns:a16="http://schemas.microsoft.com/office/drawing/2014/main" id="{A9318FE6-7DF3-40BC-AC7B-E979F33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FPGAボード / Nexys Video</a:t>
            </a:r>
          </a:p>
        </p:txBody>
      </p:sp>
      <p:sp>
        <p:nvSpPr>
          <p:cNvPr id="7" name="text-756">
            <a:extLst xmlns:a="http://schemas.openxmlformats.org/drawingml/2006/main">
              <a:ext uri="{FF2B5EF4-FFF2-40B4-BE49-F238E27FC236}">
                <a16:creationId xmlns:a16="http://schemas.microsoft.com/office/drawing/2014/main" id="{E01CAFEC-7CF1-4E61-8C3E-1E9E15CB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669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チップ外の部品</a:t>
            </a:r>
          </a:p>
        </p:txBody>
      </p:sp>
      <p:sp>
        <p:nvSpPr>
          <p:cNvPr id="8" name="board-stable-chip">
            <a:extLst xmlns:a="http://schemas.openxmlformats.org/drawingml/2006/main">
              <a:ext uri="{FF2B5EF4-FFF2-40B4-BE49-F238E27FC236}">
                <a16:creationId xmlns:a16="http://schemas.microsoft.com/office/drawing/2014/main" id="{44EA7A97-6EC4-4428-8F15-79BB10C4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14600"/>
            <a:ext cx="914400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9" name="text-758">
            <a:extLst xmlns:a="http://schemas.openxmlformats.org/drawingml/2006/main">
              <a:ext uri="{FF2B5EF4-FFF2-40B4-BE49-F238E27FC236}">
                <a16:creationId xmlns:a16="http://schemas.microsoft.com/office/drawing/2014/main" id="{26280C54-789D-4E30-B70E-24CCCDA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FPGAチップ</a:t>
            </a:r>
          </a:p>
        </p:txBody>
      </p:sp>
      <p:sp>
        <p:nvSpPr>
          <p:cNvPr id="10" name="board-stable-card">
            <a:extLst xmlns:a="http://schemas.openxmlformats.org/drawingml/2006/main">
              <a:ext uri="{FF2B5EF4-FFF2-40B4-BE49-F238E27FC236}">
                <a16:creationId xmlns:a16="http://schemas.microsoft.com/office/drawing/2014/main" id="{8C6B04F3-5BE7-4910-B880-4B2852C8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1" name="text-760">
            <a:extLst xmlns:a="http://schemas.openxmlformats.org/drawingml/2006/main">
              <a:ext uri="{FF2B5EF4-FFF2-40B4-BE49-F238E27FC236}">
                <a16:creationId xmlns:a16="http://schemas.microsoft.com/office/drawing/2014/main" id="{A8E3737F-71AE-4670-9F98-F604681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SDカード</a:t>
            </a:r>
          </a:p>
          <a:p xmlns:a="http://schemas.openxmlformats.org/drawingml/2006/main">
            <a:pPr algn="ctr">
              <a:def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スロット</a:t>
            </a:r>
          </a:p>
        </p:txBody>
      </p:sp>
      <p:sp>
        <p:nvSpPr>
          <p:cNvPr id="12" name="board-stable-memory">
            <a:extLst xmlns:a="http://schemas.openxmlformats.org/drawingml/2006/main">
              <a:ext uri="{FF2B5EF4-FFF2-40B4-BE49-F238E27FC236}">
                <a16:creationId xmlns:a16="http://schemas.microsoft.com/office/drawing/2014/main" id="{92C1F1EA-D82A-40D7-ADDB-0213B6C5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76675"/>
            <a:ext cx="1543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3" name="text-762">
            <a:extLst xmlns:a="http://schemas.openxmlformats.org/drawingml/2006/main">
              <a:ext uri="{FF2B5EF4-FFF2-40B4-BE49-F238E27FC236}">
                <a16:creationId xmlns:a16="http://schemas.microsoft.com/office/drawing/2014/main" id="{311FFC2D-9C01-49C0-AE2B-DA188731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DDR3</a:t>
            </a:r>
          </a:p>
        </p:txBody>
      </p:sp>
      <p:sp>
        <p:nvSpPr>
          <p:cNvPr id="14" name="text-763">
            <a:extLst xmlns:a="http://schemas.openxmlformats.org/drawingml/2006/main">
              <a:ext uri="{FF2B5EF4-FFF2-40B4-BE49-F238E27FC236}">
                <a16:creationId xmlns:a16="http://schemas.microsoft.com/office/drawing/2014/main" id="{516EC32C-BF3D-478B-9EE6-149DB00E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767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命令・画像</a:t>
            </a:r>
          </a:p>
        </p:txBody>
      </p:sp>
      <p:sp>
        <p:nvSpPr>
          <p:cNvPr id="15" name="board-stable-hdmi">
            <a:extLst xmlns:a="http://schemas.openxmlformats.org/drawingml/2006/main">
              <a:ext uri="{FF2B5EF4-FFF2-40B4-BE49-F238E27FC236}">
                <a16:creationId xmlns:a16="http://schemas.microsoft.com/office/drawing/2014/main" id="{1B784A85-6D7B-4BED-BC10-EA6FDA71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257800"/>
            <a:ext cx="1543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16" name="text-765">
            <a:extLst xmlns:a="http://schemas.openxmlformats.org/drawingml/2006/main">
              <a:ext uri="{FF2B5EF4-FFF2-40B4-BE49-F238E27FC236}">
                <a16:creationId xmlns:a16="http://schemas.microsoft.com/office/drawing/2014/main" id="{02A699D0-E83C-4078-89F2-A7A4C77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314950"/>
            <a:ext cx="1390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HDMI OUT</a:t>
            </a:r>
          </a:p>
        </p:txBody>
      </p:sp>
      <p:sp>
        <p:nvSpPr>
          <p:cNvPr id="17" name="board-stable-bus">
            <a:extLst xmlns:a="http://schemas.openxmlformats.org/drawingml/2006/main">
              <a:ext uri="{FF2B5EF4-FFF2-40B4-BE49-F238E27FC236}">
                <a16:creationId xmlns:a16="http://schemas.microsoft.com/office/drawing/2014/main" id="{6F3E03CB-658A-4EAE-9D7A-1233D030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571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18" name="text-767">
            <a:extLst xmlns:a="http://schemas.openxmlformats.org/drawingml/2006/main">
              <a:ext uri="{FF2B5EF4-FFF2-40B4-BE49-F238E27FC236}">
                <a16:creationId xmlns:a16="http://schemas.microsoft.com/office/drawing/2014/main" id="{47BB2476-0416-4045-87DD-0B0A4EA9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バス</a:t>
            </a:r>
          </a:p>
        </p:txBody>
      </p:sp>
      <p:sp>
        <p:nvSpPr>
          <p:cNvPr id="19" name="board-stable-ddr">
            <a:extLst xmlns:a="http://schemas.openxmlformats.org/drawingml/2006/main">
              <a:ext uri="{FF2B5EF4-FFF2-40B4-BE49-F238E27FC236}">
                <a16:creationId xmlns:a16="http://schemas.microsoft.com/office/drawing/2014/main" id="{8DD9E12A-2372-4AA7-ACB7-A42ABBA8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10025"/>
            <a:ext cx="1400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20" name="text-769">
            <a:extLst xmlns:a="http://schemas.openxmlformats.org/drawingml/2006/main">
              <a:ext uri="{FF2B5EF4-FFF2-40B4-BE49-F238E27FC236}">
                <a16:creationId xmlns:a16="http://schemas.microsoft.com/office/drawing/2014/main" id="{A53F7DF7-B999-4B92-BD0D-16C944EF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1247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DDR</a:t>
            </a:r>
          </a:p>
          <a:p xmlns:a="http://schemas.openxmlformats.org/drawingml/2006/main">
            <a:pPr algn="ctr">
              <a:def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388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コントローラー</a:t>
            </a:r>
          </a:p>
        </p:txBody>
      </p:sp>
      <p:sp>
        <p:nvSpPr>
          <p:cNvPr id="21" name="text-770">
            <a:extLst xmlns:a="http://schemas.openxmlformats.org/drawingml/2006/main">
              <a:ext uri="{FF2B5EF4-FFF2-40B4-BE49-F238E27FC236}">
                <a16:creationId xmlns:a16="http://schemas.microsoft.com/office/drawing/2014/main" id="{3534F069-AE45-49E9-912A-C22F4FEA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67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AMD提供（MIG）</a:t>
            </a:r>
          </a:p>
        </p:txBody>
      </p:sp>
      <p:sp>
        <p:nvSpPr>
          <p:cNvPr id="22" name="wire-771">
            <a:extLst xmlns:a="http://schemas.openxmlformats.org/drawingml/2006/main">
              <a:ext uri="{FF2B5EF4-FFF2-40B4-BE49-F238E27FC236}">
                <a16:creationId xmlns:a16="http://schemas.microsoft.com/office/drawing/2014/main" id="{36A18637-C3A6-4849-BB3B-358F556B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3" name="circuit-772">
            <a:extLst xmlns:a="http://schemas.openxmlformats.org/drawingml/2006/main">
              <a:ext uri="{FF2B5EF4-FFF2-40B4-BE49-F238E27FC236}">
                <a16:creationId xmlns:a16="http://schemas.microsoft.com/office/drawing/2014/main" id="{4B66C2AE-1F01-4C68-B47A-222CEFE9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4" name="wire-773">
            <a:extLst xmlns:a="http://schemas.openxmlformats.org/drawingml/2006/main">
              <a:ext uri="{FF2B5EF4-FFF2-40B4-BE49-F238E27FC236}">
                <a16:creationId xmlns:a16="http://schemas.microsoft.com/office/drawing/2014/main" id="{73EE8B38-09CB-48EB-A402-15908939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25" name="circuit-774">
            <a:extLst xmlns:a="http://schemas.openxmlformats.org/drawingml/2006/main">
              <a:ext uri="{FF2B5EF4-FFF2-40B4-BE49-F238E27FC236}">
                <a16:creationId xmlns:a16="http://schemas.microsoft.com/office/drawing/2014/main" id="{D4A7EF68-5E46-46E5-907B-A5D83EA7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24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6" name="wire-775">
            <a:extLst xmlns:a="http://schemas.openxmlformats.org/drawingml/2006/main">
              <a:ext uri="{FF2B5EF4-FFF2-40B4-BE49-F238E27FC236}">
                <a16:creationId xmlns:a16="http://schemas.microsoft.com/office/drawing/2014/main" id="{8DC9B5D2-6C5F-415D-BF09-206BBC1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27" name="wire-776">
            <a:extLst xmlns:a="http://schemas.openxmlformats.org/drawingml/2006/main">
              <a:ext uri="{FF2B5EF4-FFF2-40B4-BE49-F238E27FC236}">
                <a16:creationId xmlns:a16="http://schemas.microsoft.com/office/drawing/2014/main" id="{80F0A383-8237-4F46-B0CD-3E00846D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28" name="circuit-777">
            <a:extLst xmlns:a="http://schemas.openxmlformats.org/drawingml/2006/main">
              <a:ext uri="{FF2B5EF4-FFF2-40B4-BE49-F238E27FC236}">
                <a16:creationId xmlns:a16="http://schemas.microsoft.com/office/drawing/2014/main" id="{AF86745C-086E-4DA1-BDEB-8F57E1C8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29" name="wire-778">
            <a:extLst xmlns:a="http://schemas.openxmlformats.org/drawingml/2006/main">
              <a:ext uri="{FF2B5EF4-FFF2-40B4-BE49-F238E27FC236}">
                <a16:creationId xmlns:a16="http://schemas.microsoft.com/office/drawing/2014/main" id="{AF18B476-26E3-4229-8F87-C1220F4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9525"/>
          </a:xfrm>
          <a:custGeom xmlns:a="http://schemas.openxmlformats.org/drawingml/2006/main">
            <a:pathLst>
              <a:path w="114300" h="9525">
                <a:moveTo>
                  <a:pt x="114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30" name="circuit-779">
            <a:extLst xmlns:a="http://schemas.openxmlformats.org/drawingml/2006/main">
              <a:ext uri="{FF2B5EF4-FFF2-40B4-BE49-F238E27FC236}">
                <a16:creationId xmlns:a16="http://schemas.microsoft.com/office/drawing/2014/main" id="{96B13992-D398-40FB-84EA-3EDE6E64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104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31" name="wire-780">
            <a:extLst xmlns:a="http://schemas.openxmlformats.org/drawingml/2006/main">
              <a:ext uri="{FF2B5EF4-FFF2-40B4-BE49-F238E27FC236}">
                <a16:creationId xmlns:a16="http://schemas.microsoft.com/office/drawing/2014/main" id="{50000721-4A33-4DC7-87E6-A2D186C1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2" name="circuit-781">
            <a:extLst xmlns:a="http://schemas.openxmlformats.org/drawingml/2006/main">
              <a:ext uri="{FF2B5EF4-FFF2-40B4-BE49-F238E27FC236}">
                <a16:creationId xmlns:a16="http://schemas.microsoft.com/office/drawing/2014/main" id="{83D6DE54-B673-42CB-A256-EEF613AC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3" name="wire-782">
            <a:extLst xmlns:a="http://schemas.openxmlformats.org/drawingml/2006/main">
              <a:ext uri="{FF2B5EF4-FFF2-40B4-BE49-F238E27FC236}">
                <a16:creationId xmlns:a16="http://schemas.microsoft.com/office/drawing/2014/main" id="{431651C8-F8E9-4516-9B62-55FE9891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14825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34" name="circuit-783">
            <a:extLst xmlns:a="http://schemas.openxmlformats.org/drawingml/2006/main">
              <a:ext uri="{FF2B5EF4-FFF2-40B4-BE49-F238E27FC236}">
                <a16:creationId xmlns:a16="http://schemas.microsoft.com/office/drawing/2014/main" id="{6BE95424-3CB8-48C1-B4DA-F0F694D6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3393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35" name="board-stable-sd">
            <a:extLst xmlns:a="http://schemas.openxmlformats.org/drawingml/2006/main">
              <a:ext uri="{FF2B5EF4-FFF2-40B4-BE49-F238E27FC236}">
                <a16:creationId xmlns:a16="http://schemas.microsoft.com/office/drawing/2014/main" id="{3A380E76-B5C3-466F-ADCC-DD4AA82E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33700"/>
            <a:ext cx="1400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FA9B9"/>
            </a:solidFill>
          </a:ln>
        </p:spPr>
      </p:sp>
      <p:sp>
        <p:nvSpPr>
          <p:cNvPr id="36" name="text-785">
            <a:extLst xmlns:a="http://schemas.openxmlformats.org/drawingml/2006/main">
              <a:ext uri="{FF2B5EF4-FFF2-40B4-BE49-F238E27FC236}">
                <a16:creationId xmlns:a16="http://schemas.microsoft.com/office/drawing/2014/main" id="{31FF410E-1FAD-4FB1-B7E5-19FFF1C6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90850"/>
            <a:ext cx="1247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SD制御</a:t>
            </a:r>
          </a:p>
        </p:txBody>
      </p:sp>
      <p:sp>
        <p:nvSpPr>
          <p:cNvPr id="37" name="wire-786">
            <a:extLst xmlns:a="http://schemas.openxmlformats.org/drawingml/2006/main">
              <a:ext uri="{FF2B5EF4-FFF2-40B4-BE49-F238E27FC236}">
                <a16:creationId xmlns:a16="http://schemas.microsoft.com/office/drawing/2014/main" id="{E4C41A3D-6E14-4CF9-BBCD-A0B7FA29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38" name="circuit-787">
            <a:extLst xmlns:a="http://schemas.openxmlformats.org/drawingml/2006/main">
              <a:ext uri="{FF2B5EF4-FFF2-40B4-BE49-F238E27FC236}">
                <a16:creationId xmlns:a16="http://schemas.microsoft.com/office/drawing/2014/main" id="{8ACA3BC7-47C8-47C2-90C1-D80C9DC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39" name="wire-788">
            <a:extLst xmlns:a="http://schemas.openxmlformats.org/drawingml/2006/main">
              <a:ext uri="{FF2B5EF4-FFF2-40B4-BE49-F238E27FC236}">
                <a16:creationId xmlns:a16="http://schemas.microsoft.com/office/drawing/2014/main" id="{05981178-36EB-4364-B99F-10F1675C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447675" cy="9525"/>
          </a:xfrm>
          <a:custGeom xmlns:a="http://schemas.openxmlformats.org/drawingml/2006/main">
            <a:pathLst>
              <a:path w="447675" h="9525">
                <a:moveTo>
                  <a:pt x="447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40" name="circuit-789">
            <a:extLst xmlns:a="http://schemas.openxmlformats.org/drawingml/2006/main">
              <a:ext uri="{FF2B5EF4-FFF2-40B4-BE49-F238E27FC236}">
                <a16:creationId xmlns:a16="http://schemas.microsoft.com/office/drawing/2014/main" id="{9CB2C505-962A-4A05-B320-B9DD3A6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41" name="wire-790">
            <a:extLst xmlns:a="http://schemas.openxmlformats.org/drawingml/2006/main">
              <a:ext uri="{FF2B5EF4-FFF2-40B4-BE49-F238E27FC236}">
                <a16:creationId xmlns:a16="http://schemas.microsoft.com/office/drawing/2014/main" id="{C64D4F65-C8FD-4E2A-9EF9-F469145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42" name="circuit-791">
            <a:extLst xmlns:a="http://schemas.openxmlformats.org/drawingml/2006/main">
              <a:ext uri="{FF2B5EF4-FFF2-40B4-BE49-F238E27FC236}">
                <a16:creationId xmlns:a16="http://schemas.microsoft.com/office/drawing/2014/main" id="{85B24E9A-ADAC-4D7F-8039-CC3A4968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43" name="wire-792">
            <a:extLst xmlns:a="http://schemas.openxmlformats.org/drawingml/2006/main">
              <a:ext uri="{FF2B5EF4-FFF2-40B4-BE49-F238E27FC236}">
                <a16:creationId xmlns:a16="http://schemas.microsoft.com/office/drawing/2014/main" id="{E0F6EA25-998B-41F7-A0F8-08AE8804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FA9B9"/>
            </a:solidFill>
          </a:ln>
        </p:spPr>
      </p:sp>
      <p:sp>
        <p:nvSpPr>
          <p:cNvPr id="44" name="circuit-793">
            <a:extLst xmlns:a="http://schemas.openxmlformats.org/drawingml/2006/main">
              <a:ext uri="{FF2B5EF4-FFF2-40B4-BE49-F238E27FC236}">
                <a16:creationId xmlns:a16="http://schemas.microsoft.com/office/drawing/2014/main" id="{CB36BA01-D170-439B-9B28-B4B26CE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896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45" name="board-stable-gpu">
            <a:extLst xmlns:a="http://schemas.openxmlformats.org/drawingml/2006/main">
              <a:ext uri="{FF2B5EF4-FFF2-40B4-BE49-F238E27FC236}">
                <a16:creationId xmlns:a16="http://schemas.microsoft.com/office/drawing/2014/main" id="{DBA78D8A-D390-40B4-AE92-EEDEA74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91075"/>
            <a:ext cx="14001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46" name="text-795">
            <a:extLst xmlns:a="http://schemas.openxmlformats.org/drawingml/2006/main">
              <a:ext uri="{FF2B5EF4-FFF2-40B4-BE49-F238E27FC236}">
                <a16:creationId xmlns:a16="http://schemas.microsoft.com/office/drawing/2014/main" id="{6061BECD-99FF-4DDA-9A29-39DEA7C5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48225"/>
            <a:ext cx="1247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RasterIX</a:t>
            </a:r>
          </a:p>
        </p:txBody>
      </p:sp>
      <p:sp>
        <p:nvSpPr>
          <p:cNvPr id="47" name="wire-796">
            <a:extLst xmlns:a="http://schemas.openxmlformats.org/drawingml/2006/main">
              <a:ext uri="{FF2B5EF4-FFF2-40B4-BE49-F238E27FC236}">
                <a16:creationId xmlns:a16="http://schemas.microsoft.com/office/drawing/2014/main" id="{119395F1-C9C3-4424-B9D2-A34B87BC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48" name="circuit-797">
            <a:extLst xmlns:a="http://schemas.openxmlformats.org/drawingml/2006/main">
              <a:ext uri="{FF2B5EF4-FFF2-40B4-BE49-F238E27FC236}">
                <a16:creationId xmlns:a16="http://schemas.microsoft.com/office/drawing/2014/main" id="{E8D87DC9-2713-4973-84C8-138352D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787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49" name="board-stable-display">
            <a:extLst xmlns:a="http://schemas.openxmlformats.org/drawingml/2006/main">
              <a:ext uri="{FF2B5EF4-FFF2-40B4-BE49-F238E27FC236}">
                <a16:creationId xmlns:a16="http://schemas.microsoft.com/office/drawing/2014/main" id="{42E55948-E8D5-4A10-95AB-704E750B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391150"/>
            <a:ext cx="14001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50" name="text-799">
            <a:extLst xmlns:a="http://schemas.openxmlformats.org/drawingml/2006/main">
              <a:ext uri="{FF2B5EF4-FFF2-40B4-BE49-F238E27FC236}">
                <a16:creationId xmlns:a16="http://schemas.microsoft.com/office/drawing/2014/main" id="{1EB73BC1-AF94-470D-8048-65C98E11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48300"/>
            <a:ext cx="1247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表示回路</a:t>
            </a:r>
          </a:p>
        </p:txBody>
      </p:sp>
      <p:sp>
        <p:nvSpPr>
          <p:cNvPr id="51" name="wire-800">
            <a:extLst xmlns:a="http://schemas.openxmlformats.org/drawingml/2006/main">
              <a:ext uri="{FF2B5EF4-FFF2-40B4-BE49-F238E27FC236}">
                <a16:creationId xmlns:a16="http://schemas.microsoft.com/office/drawing/2014/main" id="{643C455A-196F-482B-94EC-27045D74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05450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52" name="circuit-801">
            <a:extLst xmlns:a="http://schemas.openxmlformats.org/drawingml/2006/main">
              <a:ext uri="{FF2B5EF4-FFF2-40B4-BE49-F238E27FC236}">
                <a16:creationId xmlns:a16="http://schemas.microsoft.com/office/drawing/2014/main" id="{7E082049-82BA-49FE-BC33-23BD6DB5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4740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53" name="text-802">
            <a:extLst xmlns:a="http://schemas.openxmlformats.org/drawingml/2006/main">
              <a:ext uri="{FF2B5EF4-FFF2-40B4-BE49-F238E27FC236}">
                <a16:creationId xmlns:a16="http://schemas.microsoft.com/office/drawing/2014/main" id="{F08C5146-E605-4632-BDAE-03CE82EF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命令から取り出す内容</a:t>
            </a:r>
          </a:p>
        </p:txBody>
      </p:sp>
      <p:sp>
        <p:nvSpPr>
          <p:cNvPr id="54" name="block-803">
            <a:extLst xmlns:a="http://schemas.openxmlformats.org/drawingml/2006/main">
              <a:ext uri="{FF2B5EF4-FFF2-40B4-BE49-F238E27FC236}">
                <a16:creationId xmlns:a16="http://schemas.microsoft.com/office/drawing/2014/main" id="{976661EE-C49F-43BB-93F9-E690F1B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55" name="text-804">
            <a:extLst xmlns:a="http://schemas.openxmlformats.org/drawingml/2006/main">
              <a:ext uri="{FF2B5EF4-FFF2-40B4-BE49-F238E27FC236}">
                <a16:creationId xmlns:a16="http://schemas.microsoft.com/office/drawing/2014/main" id="{3211D4A4-84DD-49C8-A9E1-FDD57CC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1257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即値</a:t>
            </a:r>
          </a:p>
        </p:txBody>
      </p:sp>
      <p:sp>
        <p:nvSpPr>
          <p:cNvPr id="56" name="text-805">
            <a:extLst xmlns:a="http://schemas.openxmlformats.org/drawingml/2006/main">
              <a:ext uri="{FF2B5EF4-FFF2-40B4-BE49-F238E27FC236}">
                <a16:creationId xmlns:a16="http://schemas.microsoft.com/office/drawing/2014/main" id="{2934745B-CEE9-4380-BF2C-BAB34E2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48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数値</a:t>
            </a:r>
          </a:p>
        </p:txBody>
      </p:sp>
      <p:sp>
        <p:nvSpPr>
          <p:cNvPr id="57" name="block-806">
            <a:extLst xmlns:a="http://schemas.openxmlformats.org/drawingml/2006/main">
              <a:ext uri="{FF2B5EF4-FFF2-40B4-BE49-F238E27FC236}">
                <a16:creationId xmlns:a16="http://schemas.microsoft.com/office/drawing/2014/main" id="{E08A8078-371D-4AC9-88E3-345C76C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58" name="text-807">
            <a:extLst xmlns:a="http://schemas.openxmlformats.org/drawingml/2006/main">
              <a:ext uri="{FF2B5EF4-FFF2-40B4-BE49-F238E27FC236}">
                <a16:creationId xmlns:a16="http://schemas.microsoft.com/office/drawing/2014/main" id="{6BAF0051-719F-4078-A4DB-91B8C239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59" name="text-808">
            <a:extLst xmlns:a="http://schemas.openxmlformats.org/drawingml/2006/main">
              <a:ext uri="{FF2B5EF4-FFF2-40B4-BE49-F238E27FC236}">
                <a16:creationId xmlns:a16="http://schemas.microsoft.com/office/drawing/2014/main" id="{92977C41-0A8F-4093-88B5-CD8EA56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番号</a:t>
            </a:r>
          </a:p>
        </p:txBody>
      </p:sp>
      <p:sp>
        <p:nvSpPr>
          <p:cNvPr id="60" name="block-809">
            <a:extLst xmlns:a="http://schemas.openxmlformats.org/drawingml/2006/main">
              <a:ext uri="{FF2B5EF4-FFF2-40B4-BE49-F238E27FC236}">
                <a16:creationId xmlns:a16="http://schemas.microsoft.com/office/drawing/2014/main" id="{3CD806C7-C595-4974-B9D2-E6BAADFA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61" name="text-810">
            <a:extLst xmlns:a="http://schemas.openxmlformats.org/drawingml/2006/main">
              <a:ext uri="{FF2B5EF4-FFF2-40B4-BE49-F238E27FC236}">
                <a16:creationId xmlns:a16="http://schemas.microsoft.com/office/drawing/2014/main" id="{638C6356-15DE-41D6-B74F-CF5C2AB5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48000"/>
            <a:ext cx="1028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A9B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62" name="text-811">
            <a:extLst xmlns:a="http://schemas.openxmlformats.org/drawingml/2006/main">
              <a:ext uri="{FF2B5EF4-FFF2-40B4-BE49-F238E27FC236}">
                <a16:creationId xmlns:a16="http://schemas.microsoft.com/office/drawing/2014/main" id="{FC9009F9-EAB5-4A38-9B5A-6ECD3284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48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番号</a:t>
            </a:r>
          </a:p>
        </p:txBody>
      </p:sp>
      <p:sp>
        <p:nvSpPr>
          <p:cNvPr id="63" name="block-812">
            <a:extLst xmlns:a="http://schemas.openxmlformats.org/drawingml/2006/main">
              <a:ext uri="{FF2B5EF4-FFF2-40B4-BE49-F238E27FC236}">
                <a16:creationId xmlns:a16="http://schemas.microsoft.com/office/drawing/2014/main" id="{E9FEF7B9-F093-435D-9E70-461E915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64" name="text-813">
            <a:extLst xmlns:a="http://schemas.openxmlformats.org/drawingml/2006/main">
              <a:ext uri="{FF2B5EF4-FFF2-40B4-BE49-F238E27FC236}">
                <a16:creationId xmlns:a16="http://schemas.microsoft.com/office/drawing/2014/main" id="{F4E4F788-958E-40D7-8CAE-790CF1B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48000"/>
            <a:ext cx="59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9FA9B9"/>
                </a:solidFill>
                <a:latin typeface="Yu Gothic"/>
                <a:ea typeface="Yu Gothic"/>
                <a:cs typeface="Yu Gothic"/>
              </a:rPr>
              <a:t>操作</a:t>
            </a:r>
          </a:p>
        </p:txBody>
      </p:sp>
      <p:sp>
        <p:nvSpPr>
          <p:cNvPr id="65" name="text-814">
            <a:extLst xmlns:a="http://schemas.openxmlformats.org/drawingml/2006/main">
              <a:ext uri="{FF2B5EF4-FFF2-40B4-BE49-F238E27FC236}">
                <a16:creationId xmlns:a16="http://schemas.microsoft.com/office/drawing/2014/main" id="{9ED358C6-F44E-4FF7-8BD7-8101331C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lw/sw</a:t>
            </a:r>
          </a:p>
        </p:txBody>
      </p:sp>
      <p:sp>
        <p:nvSpPr>
          <p:cNvPr id="66" name="board-stable-pc">
            <a:extLst xmlns:a="http://schemas.openxmlformats.org/drawingml/2006/main">
              <a:ext uri="{FF2B5EF4-FFF2-40B4-BE49-F238E27FC236}">
                <a16:creationId xmlns:a16="http://schemas.microsoft.com/office/drawing/2014/main" id="{546E9214-AC0D-4503-BBB8-56D5D050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314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7" name="text-816">
            <a:extLst xmlns:a="http://schemas.openxmlformats.org/drawingml/2006/main">
              <a:ext uri="{FF2B5EF4-FFF2-40B4-BE49-F238E27FC236}">
                <a16:creationId xmlns:a16="http://schemas.microsoft.com/office/drawing/2014/main" id="{73E36ABB-052F-4486-B857-EDE17F6B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D Q</a:t>
            </a:r>
          </a:p>
        </p:txBody>
      </p:sp>
      <p:sp>
        <p:nvSpPr>
          <p:cNvPr id="68" name="circuit-817">
            <a:extLst xmlns:a="http://schemas.openxmlformats.org/drawingml/2006/main">
              <a:ext uri="{FF2B5EF4-FFF2-40B4-BE49-F238E27FC236}">
                <a16:creationId xmlns:a16="http://schemas.microsoft.com/office/drawing/2014/main" id="{BAFBAC8F-0700-4DEE-8075-64F8C6E8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0"/>
                </a:moveTo>
                <a:lnTo>
                  <a:pt x="85725" y="95250"/>
                </a:lnTo>
                <a:lnTo>
                  <a:pt x="1714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69" name="wire-818">
            <a:extLst xmlns:a="http://schemas.openxmlformats.org/drawingml/2006/main">
              <a:ext uri="{FF2B5EF4-FFF2-40B4-BE49-F238E27FC236}">
                <a16:creationId xmlns:a16="http://schemas.microsoft.com/office/drawing/2014/main" id="{543D49E4-AE59-4760-A3AF-C8F7B99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70" name="text-819">
            <a:extLst xmlns:a="http://schemas.openxmlformats.org/drawingml/2006/main">
              <a:ext uri="{FF2B5EF4-FFF2-40B4-BE49-F238E27FC236}">
                <a16:creationId xmlns:a16="http://schemas.microsoft.com/office/drawing/2014/main" id="{35003A13-95EE-43DB-89D6-FE6D8B82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42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clk</a:t>
            </a:r>
          </a:p>
        </p:txBody>
      </p:sp>
      <p:sp>
        <p:nvSpPr>
          <p:cNvPr id="71" name="text-820">
            <a:extLst xmlns:a="http://schemas.openxmlformats.org/drawingml/2006/main">
              <a:ext uri="{FF2B5EF4-FFF2-40B4-BE49-F238E27FC236}">
                <a16:creationId xmlns:a16="http://schemas.microsoft.com/office/drawing/2014/main" id="{A7020BA6-DC5F-45BB-BC1D-6EB58F17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72" name="wire-821">
            <a:extLst xmlns:a="http://schemas.openxmlformats.org/drawingml/2006/main">
              <a:ext uri="{FF2B5EF4-FFF2-40B4-BE49-F238E27FC236}">
                <a16:creationId xmlns:a16="http://schemas.microsoft.com/office/drawing/2014/main" id="{08FB3CF8-ACB8-4D7C-B070-9499F13F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577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572C3"/>
            </a:solidFill>
          </a:ln>
        </p:spPr>
      </p:sp>
      <p:sp>
        <p:nvSpPr>
          <p:cNvPr id="73" name="circuit-822">
            <a:extLst xmlns:a="http://schemas.openxmlformats.org/drawingml/2006/main">
              <a:ext uri="{FF2B5EF4-FFF2-40B4-BE49-F238E27FC236}">
                <a16:creationId xmlns:a16="http://schemas.microsoft.com/office/drawing/2014/main" id="{6248AEF3-15B6-4657-89CC-362F1C2A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74" name="text-823">
            <a:extLst xmlns:a="http://schemas.openxmlformats.org/drawingml/2006/main">
              <a:ext uri="{FF2B5EF4-FFF2-40B4-BE49-F238E27FC236}">
                <a16:creationId xmlns:a16="http://schemas.microsoft.com/office/drawing/2014/main" id="{C38B7ED6-F74F-4840-9027-A8CE2E85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番地</a:t>
            </a:r>
          </a:p>
        </p:txBody>
      </p:sp>
      <p:sp>
        <p:nvSpPr>
          <p:cNvPr id="75" name="board-stable-fetch">
            <a:extLst xmlns:a="http://schemas.openxmlformats.org/drawingml/2006/main">
              <a:ext uri="{FF2B5EF4-FFF2-40B4-BE49-F238E27FC236}">
                <a16:creationId xmlns:a16="http://schemas.microsoft.com/office/drawing/2014/main" id="{32EF61BB-D321-4ED6-94DA-058731E7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1381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76" name="text-825">
            <a:extLst xmlns:a="http://schemas.openxmlformats.org/drawingml/2006/main">
              <a:ext uri="{FF2B5EF4-FFF2-40B4-BE49-F238E27FC236}">
                <a16:creationId xmlns:a16="http://schemas.microsoft.com/office/drawing/2014/main" id="{4E5F22B9-D9C6-4BBE-B526-4417401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1266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命令読出し</a:t>
            </a:r>
          </a:p>
        </p:txBody>
      </p:sp>
      <p:sp>
        <p:nvSpPr>
          <p:cNvPr id="77" name="text-826">
            <a:extLst xmlns:a="http://schemas.openxmlformats.org/drawingml/2006/main">
              <a:ext uri="{FF2B5EF4-FFF2-40B4-BE49-F238E27FC236}">
                <a16:creationId xmlns:a16="http://schemas.microsoft.com/office/drawing/2014/main" id="{8F107269-1DF5-4FD4-AD5C-AEDE5F17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text-827">
            <a:extLst xmlns:a="http://schemas.openxmlformats.org/drawingml/2006/main">
              <a:ext uri="{FF2B5EF4-FFF2-40B4-BE49-F238E27FC236}">
                <a16:creationId xmlns:a16="http://schemas.microsoft.com/office/drawing/2014/main" id="{D0718A16-FE2F-4F2C-829E-9FDC5E3F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34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</a:t>
            </a:r>
          </a:p>
        </p:txBody>
      </p:sp>
      <p:sp>
        <p:nvSpPr>
          <p:cNvPr id="79" name="text-828">
            <a:extLst xmlns:a="http://schemas.openxmlformats.org/drawingml/2006/main">
              <a:ext uri="{FF2B5EF4-FFF2-40B4-BE49-F238E27FC236}">
                <a16:creationId xmlns:a16="http://schemas.microsoft.com/office/drawing/2014/main" id="{A3179B19-8EE2-4064-A293-B2411634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962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DDR3から</a:t>
            </a:r>
          </a:p>
          <a:p xmlns:a="http://schemas.openxmlformats.org/drawingml/2006/main">
            <a:pPr algn="ctr">
              <a:def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命令を読む</a:t>
            </a:r>
          </a:p>
        </p:txBody>
      </p:sp>
      <p:sp>
        <p:nvSpPr>
          <p:cNvPr id="80" name="wire-829">
            <a:extLst xmlns:a="http://schemas.openxmlformats.org/drawingml/2006/main">
              <a:ext uri="{FF2B5EF4-FFF2-40B4-BE49-F238E27FC236}">
                <a16:creationId xmlns:a16="http://schemas.microsoft.com/office/drawing/2014/main" id="{71E2C990-642A-49A1-BFC7-F1339B16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57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81" name="wire-830">
            <a:extLst xmlns:a="http://schemas.openxmlformats.org/drawingml/2006/main">
              <a:ext uri="{FF2B5EF4-FFF2-40B4-BE49-F238E27FC236}">
                <a16:creationId xmlns:a16="http://schemas.microsoft.com/office/drawing/2014/main" id="{5F878245-9480-4F9F-9B77-484BB4E4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9525" cy="1076325"/>
          </a:xfrm>
          <a:custGeom xmlns:a="http://schemas.openxmlformats.org/drawingml/2006/main">
            <a:pathLst>
              <a:path w="9525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82" name="wire-831">
            <a:extLst xmlns:a="http://schemas.openxmlformats.org/drawingml/2006/main">
              <a:ext uri="{FF2B5EF4-FFF2-40B4-BE49-F238E27FC236}">
                <a16:creationId xmlns:a16="http://schemas.microsoft.com/office/drawing/2014/main" id="{CEAE1475-1BCE-4E0A-AB8A-C60D109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83" name="circuit-832">
            <a:extLst xmlns:a="http://schemas.openxmlformats.org/drawingml/2006/main">
              <a:ext uri="{FF2B5EF4-FFF2-40B4-BE49-F238E27FC236}">
                <a16:creationId xmlns:a16="http://schemas.microsoft.com/office/drawing/2014/main" id="{9506605D-5501-4BEE-908B-A168558F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49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4" name="circuit-833">
            <a:extLst xmlns:a="http://schemas.openxmlformats.org/drawingml/2006/main">
              <a:ext uri="{FF2B5EF4-FFF2-40B4-BE49-F238E27FC236}">
                <a16:creationId xmlns:a16="http://schemas.microsoft.com/office/drawing/2014/main" id="{0064DE31-0E29-4CEB-98DF-AC6ACA5B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419100" cy="419100"/>
          </a:xfrm>
          <a:custGeom xmlns:a="http://schemas.openxmlformats.org/drawingml/2006/main">
            <a:pathLst>
              <a:path w="419100" h="419100">
                <a:moveTo>
                  <a:pt x="0" y="0"/>
                </a:moveTo>
                <a:lnTo>
                  <a:pt x="419100" y="104775"/>
                </a:lnTo>
                <a:lnTo>
                  <a:pt x="419100" y="314325"/>
                </a:lnTo>
                <a:lnTo>
                  <a:pt x="0" y="419100"/>
                </a:lnTo>
                <a:lnTo>
                  <a:pt x="0" y="295275"/>
                </a:lnTo>
                <a:lnTo>
                  <a:pt x="95250" y="2095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85" name="text-834">
            <a:extLst xmlns:a="http://schemas.openxmlformats.org/drawingml/2006/main">
              <a:ext uri="{FF2B5EF4-FFF2-40B4-BE49-F238E27FC236}">
                <a16:creationId xmlns:a16="http://schemas.microsoft.com/office/drawing/2014/main" id="{9C9BE2E4-8A4D-413A-B10E-EB42B0D8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4766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6" name="wire-835">
            <a:extLst xmlns:a="http://schemas.openxmlformats.org/drawingml/2006/main">
              <a:ext uri="{FF2B5EF4-FFF2-40B4-BE49-F238E27FC236}">
                <a16:creationId xmlns:a16="http://schemas.microsoft.com/office/drawing/2014/main" id="{B848683E-974E-4ACA-A956-015676C8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952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7" name="wire-836">
            <a:extLst xmlns:a="http://schemas.openxmlformats.org/drawingml/2006/main">
              <a:ext uri="{FF2B5EF4-FFF2-40B4-BE49-F238E27FC236}">
                <a16:creationId xmlns:a16="http://schemas.microsoft.com/office/drawing/2014/main" id="{B8FE9345-28CE-4814-A802-623D1083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052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88" name="circuit-837">
            <a:extLst xmlns:a="http://schemas.openxmlformats.org/drawingml/2006/main">
              <a:ext uri="{FF2B5EF4-FFF2-40B4-BE49-F238E27FC236}">
                <a16:creationId xmlns:a16="http://schemas.microsoft.com/office/drawing/2014/main" id="{54489EF9-36A5-40D2-8F8A-49C4C61E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3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89" name="text-838">
            <a:extLst xmlns:a="http://schemas.openxmlformats.org/drawingml/2006/main">
              <a:ext uri="{FF2B5EF4-FFF2-40B4-BE49-F238E27FC236}">
                <a16:creationId xmlns:a16="http://schemas.microsoft.com/office/drawing/2014/main" id="{0896A1AD-A000-4213-B608-C5BA7156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0" name="wire-839">
            <a:extLst xmlns:a="http://schemas.openxmlformats.org/drawingml/2006/main">
              <a:ext uri="{FF2B5EF4-FFF2-40B4-BE49-F238E27FC236}">
                <a16:creationId xmlns:a16="http://schemas.microsoft.com/office/drawing/2014/main" id="{685A6767-9700-4F6B-9B0B-021DA80D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05225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1" name="circuit-840">
            <a:extLst xmlns:a="http://schemas.openxmlformats.org/drawingml/2006/main">
              <a:ext uri="{FF2B5EF4-FFF2-40B4-BE49-F238E27FC236}">
                <a16:creationId xmlns:a16="http://schemas.microsoft.com/office/drawing/2014/main" id="{BCAAD08B-FF36-45A3-9150-AAF47C6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737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92" name="wire-841">
            <a:extLst xmlns:a="http://schemas.openxmlformats.org/drawingml/2006/main">
              <a:ext uri="{FF2B5EF4-FFF2-40B4-BE49-F238E27FC236}">
                <a16:creationId xmlns:a16="http://schemas.microsoft.com/office/drawing/2014/main" id="{A936799A-2AB3-4939-8244-3F031009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997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3" name="wire-842">
            <a:extLst xmlns:a="http://schemas.openxmlformats.org/drawingml/2006/main">
              <a:ext uri="{FF2B5EF4-FFF2-40B4-BE49-F238E27FC236}">
                <a16:creationId xmlns:a16="http://schemas.microsoft.com/office/drawing/2014/main" id="{BD6F3EBC-30F7-4C68-A137-815E79C7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9565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4" name="wire-843">
            <a:extLst xmlns:a="http://schemas.openxmlformats.org/drawingml/2006/main">
              <a:ext uri="{FF2B5EF4-FFF2-40B4-BE49-F238E27FC236}">
                <a16:creationId xmlns:a16="http://schemas.microsoft.com/office/drawing/2014/main" id="{969237A5-B0C8-4619-B114-AA5A9BB4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438275" cy="9525"/>
          </a:xfrm>
          <a:custGeom xmlns:a="http://schemas.openxmlformats.org/drawingml/2006/main">
            <a:pathLst>
              <a:path w="1438275" h="9525">
                <a:moveTo>
                  <a:pt x="1438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5" name="wire-844">
            <a:extLst xmlns:a="http://schemas.openxmlformats.org/drawingml/2006/main">
              <a:ext uri="{FF2B5EF4-FFF2-40B4-BE49-F238E27FC236}">
                <a16:creationId xmlns:a16="http://schemas.microsoft.com/office/drawing/2014/main" id="{E903605A-C63A-4576-8BB4-5B384ED6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9525" cy="1162050"/>
          </a:xfrm>
          <a:custGeom xmlns:a="http://schemas.openxmlformats.org/drawingml/2006/main"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6" name="wire-845">
            <a:extLst xmlns:a="http://schemas.openxmlformats.org/drawingml/2006/main">
              <a:ext uri="{FF2B5EF4-FFF2-40B4-BE49-F238E27FC236}">
                <a16:creationId xmlns:a16="http://schemas.microsoft.com/office/drawing/2014/main" id="{921DAD16-B922-480B-BCAE-43C1050E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1F20"/>
            </a:solidFill>
          </a:ln>
        </p:spPr>
      </p:sp>
      <p:sp>
        <p:nvSpPr>
          <p:cNvPr id="97" name="circuit-846">
            <a:extLst xmlns:a="http://schemas.openxmlformats.org/drawingml/2006/main">
              <a:ext uri="{FF2B5EF4-FFF2-40B4-BE49-F238E27FC236}">
                <a16:creationId xmlns:a16="http://schemas.microsoft.com/office/drawing/2014/main" id="{7F8638E3-EDB0-43FC-8580-9D30F97C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6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98" name="text-847">
            <a:extLst xmlns:a="http://schemas.openxmlformats.org/drawingml/2006/main">
              <a:ext uri="{FF2B5EF4-FFF2-40B4-BE49-F238E27FC236}">
                <a16:creationId xmlns:a16="http://schemas.microsoft.com/office/drawing/2014/main" id="{32ADB65C-E0CC-4B7D-B424-0DDDECE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 + 4</a:t>
            </a:r>
          </a:p>
        </p:txBody>
      </p:sp>
      <p:sp>
        <p:nvSpPr>
          <p:cNvPr id="99" name="wire-848">
            <a:extLst xmlns:a="http://schemas.openxmlformats.org/drawingml/2006/main">
              <a:ext uri="{FF2B5EF4-FFF2-40B4-BE49-F238E27FC236}">
                <a16:creationId xmlns:a16="http://schemas.microsoft.com/office/drawing/2014/main" id="{0B44CC00-A88F-4B00-97D6-4A142D3C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14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0" name="wire-849">
            <a:extLst xmlns:a="http://schemas.openxmlformats.org/drawingml/2006/main">
              <a:ext uri="{FF2B5EF4-FFF2-40B4-BE49-F238E27FC236}">
                <a16:creationId xmlns:a16="http://schemas.microsoft.com/office/drawing/2014/main" id="{C9DB3F16-CBD4-4202-B034-A68EABC7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1352550" cy="9525"/>
          </a:xfrm>
          <a:custGeom xmlns:a="http://schemas.openxmlformats.org/drawingml/2006/main">
            <a:pathLst>
              <a:path w="1352550" h="9525">
                <a:moveTo>
                  <a:pt x="13525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1" name="wire-850">
            <a:extLst xmlns:a="http://schemas.openxmlformats.org/drawingml/2006/main">
              <a:ext uri="{FF2B5EF4-FFF2-40B4-BE49-F238E27FC236}">
                <a16:creationId xmlns:a16="http://schemas.microsoft.com/office/drawing/2014/main" id="{A52F7663-AA74-40EA-B6DA-28D7139B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9525" cy="561975"/>
          </a:xfrm>
          <a:custGeom xmlns:a="http://schemas.openxmlformats.org/drawingml/2006/main"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2" name="wire-851">
            <a:extLst xmlns:a="http://schemas.openxmlformats.org/drawingml/2006/main">
              <a:ext uri="{FF2B5EF4-FFF2-40B4-BE49-F238E27FC236}">
                <a16:creationId xmlns:a16="http://schemas.microsoft.com/office/drawing/2014/main" id="{8557A1C0-FF32-4E61-BF49-E3EA18D7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103" name="circuit-852">
            <a:extLst xmlns:a="http://schemas.openxmlformats.org/drawingml/2006/main">
              <a:ext uri="{FF2B5EF4-FFF2-40B4-BE49-F238E27FC236}">
                <a16:creationId xmlns:a16="http://schemas.microsoft.com/office/drawing/2014/main" id="{A93C46CD-53F8-46B9-B846-7B7BC47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04" name="wire-853">
            <a:extLst xmlns:a="http://schemas.openxmlformats.org/drawingml/2006/main">
              <a:ext uri="{FF2B5EF4-FFF2-40B4-BE49-F238E27FC236}">
                <a16:creationId xmlns:a16="http://schemas.microsoft.com/office/drawing/2014/main" id="{B5C1E2AB-5E61-4FEC-8DE8-A244954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14725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5" name="wire-854">
            <a:extLst xmlns:a="http://schemas.openxmlformats.org/drawingml/2006/main">
              <a:ext uri="{FF2B5EF4-FFF2-40B4-BE49-F238E27FC236}">
                <a16:creationId xmlns:a16="http://schemas.microsoft.com/office/drawing/2014/main" id="{CE9D0879-67CC-47F2-83EC-7AA6534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1400"/>
            <a:ext cx="1724025" cy="9525"/>
          </a:xfrm>
          <a:custGeom xmlns:a="http://schemas.openxmlformats.org/drawingml/2006/main">
            <a:pathLst>
              <a:path w="1724025" h="9525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6" name="wire-855">
            <a:extLst xmlns:a="http://schemas.openxmlformats.org/drawingml/2006/main">
              <a:ext uri="{FF2B5EF4-FFF2-40B4-BE49-F238E27FC236}">
                <a16:creationId xmlns:a16="http://schemas.microsoft.com/office/drawing/2014/main" id="{FCC5FC17-314D-4130-8611-F0F09DF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9525" cy="1257300"/>
          </a:xfrm>
          <a:custGeom xmlns:a="http://schemas.openxmlformats.org/drawingml/2006/main">
            <a:pathLst>
              <a:path w="9525"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7" name="wire-856">
            <a:extLst xmlns:a="http://schemas.openxmlformats.org/drawingml/2006/main">
              <a:ext uri="{FF2B5EF4-FFF2-40B4-BE49-F238E27FC236}">
                <a16:creationId xmlns:a16="http://schemas.microsoft.com/office/drawing/2014/main" id="{71571C29-6BCD-497F-8346-E6BB469D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38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572C3"/>
            </a:solidFill>
          </a:ln>
        </p:spPr>
      </p:sp>
      <p:sp>
        <p:nvSpPr>
          <p:cNvPr id="108" name="circuit-857">
            <a:extLst xmlns:a="http://schemas.openxmlformats.org/drawingml/2006/main">
              <a:ext uri="{FF2B5EF4-FFF2-40B4-BE49-F238E27FC236}">
                <a16:creationId xmlns:a16="http://schemas.microsoft.com/office/drawing/2014/main" id="{CC774229-71FB-48C7-8FB6-967F807F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72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09" name="wire-858">
            <a:extLst xmlns:a="http://schemas.openxmlformats.org/drawingml/2006/main">
              <a:ext uri="{FF2B5EF4-FFF2-40B4-BE49-F238E27FC236}">
                <a16:creationId xmlns:a16="http://schemas.microsoft.com/office/drawing/2014/main" id="{E2D41C53-13CC-4487-837F-09D74CEE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14725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10" name="wire-859">
            <a:extLst xmlns:a="http://schemas.openxmlformats.org/drawingml/2006/main">
              <a:ext uri="{FF2B5EF4-FFF2-40B4-BE49-F238E27FC236}">
                <a16:creationId xmlns:a16="http://schemas.microsoft.com/office/drawing/2014/main" id="{75223008-FB60-4934-B750-E44ECAE4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2247900" cy="9525"/>
          </a:xfrm>
          <a:custGeom xmlns:a="http://schemas.openxmlformats.org/drawingml/2006/main">
            <a:pathLst>
              <a:path w="2247900" h="9525">
                <a:moveTo>
                  <a:pt x="2247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11" name="wire-860">
            <a:extLst xmlns:a="http://schemas.openxmlformats.org/drawingml/2006/main">
              <a:ext uri="{FF2B5EF4-FFF2-40B4-BE49-F238E27FC236}">
                <a16:creationId xmlns:a16="http://schemas.microsoft.com/office/drawing/2014/main" id="{1B6ED337-8613-40C6-B232-C585FCA2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9525" cy="914400"/>
          </a:xfrm>
          <a:custGeom xmlns:a="http://schemas.openxmlformats.org/drawingml/2006/main">
            <a:pathLst>
              <a:path w="9525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12" name="wire-861">
            <a:extLst xmlns:a="http://schemas.openxmlformats.org/drawingml/2006/main">
              <a:ext uri="{FF2B5EF4-FFF2-40B4-BE49-F238E27FC236}">
                <a16:creationId xmlns:a16="http://schemas.microsoft.com/office/drawing/2014/main" id="{30195F2A-6150-45AA-AAF8-0CEBED12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13" name="circuit-862">
            <a:extLst xmlns:a="http://schemas.openxmlformats.org/drawingml/2006/main">
              <a:ext uri="{FF2B5EF4-FFF2-40B4-BE49-F238E27FC236}">
                <a16:creationId xmlns:a16="http://schemas.microsoft.com/office/drawing/2014/main" id="{0D2EE5A9-5F62-4125-B91B-E506018E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86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14" name="wire-863">
            <a:extLst xmlns:a="http://schemas.openxmlformats.org/drawingml/2006/main">
              <a:ext uri="{FF2B5EF4-FFF2-40B4-BE49-F238E27FC236}">
                <a16:creationId xmlns:a16="http://schemas.microsoft.com/office/drawing/2014/main" id="{9322A8C9-9FAD-4790-AFB6-209F2D78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905375"/>
            <a:ext cx="161925" cy="9525"/>
          </a:xfrm>
          <a:custGeom xmlns:a="http://schemas.openxmlformats.org/drawingml/2006/main"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15" name="circuit-864">
            <a:extLst xmlns:a="http://schemas.openxmlformats.org/drawingml/2006/main">
              <a:ext uri="{FF2B5EF4-FFF2-40B4-BE49-F238E27FC236}">
                <a16:creationId xmlns:a16="http://schemas.microsoft.com/office/drawing/2014/main" id="{8C837D54-CF76-4D8E-A2C4-C065D13A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39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16" name="board-stable-rf">
            <a:extLst xmlns:a="http://schemas.openxmlformats.org/drawingml/2006/main">
              <a:ext uri="{FF2B5EF4-FFF2-40B4-BE49-F238E27FC236}">
                <a16:creationId xmlns:a16="http://schemas.microsoft.com/office/drawing/2014/main" id="{9325283F-6945-4E15-9BC9-3FE6368D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00475"/>
            <a:ext cx="1571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17" name="circuit-866">
            <a:extLst xmlns:a="http://schemas.openxmlformats.org/drawingml/2006/main">
              <a:ext uri="{FF2B5EF4-FFF2-40B4-BE49-F238E27FC236}">
                <a16:creationId xmlns:a16="http://schemas.microsoft.com/office/drawing/2014/main" id="{D262C6AE-38D9-48EB-98CF-90FDDB9C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00475"/>
            <a:ext cx="152400" cy="85725"/>
          </a:xfrm>
          <a:custGeom xmlns:a="http://schemas.openxmlformats.org/drawingml/2006/main">
            <a:pathLst>
              <a:path w="152400" h="85725">
                <a:moveTo>
                  <a:pt x="0" y="0"/>
                </a:moveTo>
                <a:lnTo>
                  <a:pt x="76200" y="85725"/>
                </a:lnTo>
                <a:lnTo>
                  <a:pt x="1524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118" name="wire-867">
            <a:extLst xmlns:a="http://schemas.openxmlformats.org/drawingml/2006/main">
              <a:ext uri="{FF2B5EF4-FFF2-40B4-BE49-F238E27FC236}">
                <a16:creationId xmlns:a16="http://schemas.microsoft.com/office/drawing/2014/main" id="{09955598-A902-423E-94DA-9CC528CC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19" name="text-868">
            <a:extLst xmlns:a="http://schemas.openxmlformats.org/drawingml/2006/main">
              <a:ext uri="{FF2B5EF4-FFF2-40B4-BE49-F238E27FC236}">
                <a16:creationId xmlns:a16="http://schemas.microsoft.com/office/drawing/2014/main" id="{AC364217-D0B1-4050-848F-6311707C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957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レジスタ</a:t>
            </a:r>
          </a:p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群</a:t>
            </a:r>
          </a:p>
        </p:txBody>
      </p:sp>
      <p:sp>
        <p:nvSpPr>
          <p:cNvPr id="120" name="text-869">
            <a:extLst xmlns:a="http://schemas.openxmlformats.org/drawingml/2006/main">
              <a:ext uri="{FF2B5EF4-FFF2-40B4-BE49-F238E27FC236}">
                <a16:creationId xmlns:a16="http://schemas.microsoft.com/office/drawing/2014/main" id="{F5BEC409-8289-4AFA-91DF-EF62DC2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21" name="text-870">
            <a:extLst xmlns:a="http://schemas.openxmlformats.org/drawingml/2006/main">
              <a:ext uri="{FF2B5EF4-FFF2-40B4-BE49-F238E27FC236}">
                <a16:creationId xmlns:a16="http://schemas.microsoft.com/office/drawing/2014/main" id="{154BBB78-75A5-437F-999B-31D7CF1B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22" name="text-871">
            <a:extLst xmlns:a="http://schemas.openxmlformats.org/drawingml/2006/main">
              <a:ext uri="{FF2B5EF4-FFF2-40B4-BE49-F238E27FC236}">
                <a16:creationId xmlns:a16="http://schemas.microsoft.com/office/drawing/2014/main" id="{32BF4FA4-7A77-4636-BE59-E3C4131F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23" name="text-872">
            <a:extLst xmlns:a="http://schemas.openxmlformats.org/drawingml/2006/main">
              <a:ext uri="{FF2B5EF4-FFF2-40B4-BE49-F238E27FC236}">
                <a16:creationId xmlns:a16="http://schemas.microsoft.com/office/drawing/2014/main" id="{28519A74-3136-4A69-AB37-FF16849E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57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WD3</a:t>
            </a:r>
          </a:p>
        </p:txBody>
      </p:sp>
      <p:sp>
        <p:nvSpPr>
          <p:cNvPr id="124" name="text-873">
            <a:extLst xmlns:a="http://schemas.openxmlformats.org/drawingml/2006/main">
              <a:ext uri="{FF2B5EF4-FFF2-40B4-BE49-F238E27FC236}">
                <a16:creationId xmlns:a16="http://schemas.microsoft.com/office/drawing/2014/main" id="{597958CF-C5E6-4276-8007-67B7D0B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671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RD1</a:t>
            </a:r>
          </a:p>
        </p:txBody>
      </p:sp>
      <p:sp>
        <p:nvSpPr>
          <p:cNvPr id="125" name="text-874">
            <a:extLst xmlns:a="http://schemas.openxmlformats.org/drawingml/2006/main">
              <a:ext uri="{FF2B5EF4-FFF2-40B4-BE49-F238E27FC236}">
                <a16:creationId xmlns:a16="http://schemas.microsoft.com/office/drawing/2014/main" id="{37E661C3-852E-418B-B518-5FB0683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862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RD2</a:t>
            </a:r>
          </a:p>
        </p:txBody>
      </p:sp>
      <p:sp>
        <p:nvSpPr>
          <p:cNvPr id="126" name="text-875">
            <a:extLst xmlns:a="http://schemas.openxmlformats.org/drawingml/2006/main">
              <a:ext uri="{FF2B5EF4-FFF2-40B4-BE49-F238E27FC236}">
                <a16:creationId xmlns:a16="http://schemas.microsoft.com/office/drawing/2014/main" id="{D252B1A0-A714-488E-8023-AC64D9BF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952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WE3</a:t>
            </a:r>
          </a:p>
        </p:txBody>
      </p:sp>
      <p:sp>
        <p:nvSpPr>
          <p:cNvPr id="127" name="wire-876">
            <a:extLst xmlns:a="http://schemas.openxmlformats.org/drawingml/2006/main">
              <a:ext uri="{FF2B5EF4-FFF2-40B4-BE49-F238E27FC236}">
                <a16:creationId xmlns:a16="http://schemas.microsoft.com/office/drawing/2014/main" id="{F7DE93A4-9625-4D5B-B556-A84D0E7C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10050"/>
            <a:ext cx="628650" cy="9525"/>
          </a:xfrm>
          <a:custGeom xmlns:a="http://schemas.openxmlformats.org/drawingml/2006/main"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31F20"/>
            </a:solidFill>
          </a:ln>
        </p:spPr>
      </p:sp>
      <p:sp>
        <p:nvSpPr>
          <p:cNvPr id="128" name="circuit-877">
            <a:extLst xmlns:a="http://schemas.openxmlformats.org/drawingml/2006/main">
              <a:ext uri="{FF2B5EF4-FFF2-40B4-BE49-F238E27FC236}">
                <a16:creationId xmlns:a16="http://schemas.microsoft.com/office/drawing/2014/main" id="{CE8AE404-D1D6-49C8-AB2D-24DB987C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7861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29" name="text-878">
            <a:extLst xmlns:a="http://schemas.openxmlformats.org/drawingml/2006/main">
              <a:ext uri="{FF2B5EF4-FFF2-40B4-BE49-F238E27FC236}">
                <a16:creationId xmlns:a16="http://schemas.microsoft.com/office/drawing/2014/main" id="{B69E6486-1EFE-4C45-BE7A-A822ACD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95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130" name="board-stable-alu">
            <a:extLst xmlns:a="http://schemas.openxmlformats.org/drawingml/2006/main">
              <a:ext uri="{FF2B5EF4-FFF2-40B4-BE49-F238E27FC236}">
                <a16:creationId xmlns:a16="http://schemas.microsoft.com/office/drawing/2014/main" id="{5DEA6388-CD1E-45A0-900D-87EC96F3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67175"/>
            <a:ext cx="647700" cy="933450"/>
          </a:xfrm>
          <a:custGeom xmlns:a="http://schemas.openxmlformats.org/drawingml/2006/main">
            <a:pathLst>
              <a:path w="647700" h="933450">
                <a:moveTo>
                  <a:pt x="0" y="0"/>
                </a:moveTo>
                <a:lnTo>
                  <a:pt x="647700" y="171450"/>
                </a:lnTo>
                <a:lnTo>
                  <a:pt x="647700" y="742950"/>
                </a:lnTo>
                <a:lnTo>
                  <a:pt x="0" y="933450"/>
                </a:lnTo>
                <a:lnTo>
                  <a:pt x="0" y="571500"/>
                </a:lnTo>
                <a:lnTo>
                  <a:pt x="171450" y="4572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231F20"/>
            </a:solidFill>
          </a:ln>
        </p:spPr>
      </p:sp>
      <p:sp>
        <p:nvSpPr>
          <p:cNvPr id="131" name="text-880">
            <a:extLst xmlns:a="http://schemas.openxmlformats.org/drawingml/2006/main">
              <a:ext uri="{FF2B5EF4-FFF2-40B4-BE49-F238E27FC236}">
                <a16:creationId xmlns:a16="http://schemas.microsoft.com/office/drawing/2014/main" id="{5943A187-F985-4BDD-94BA-439DA21E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ALU</a:t>
            </a:r>
          </a:p>
        </p:txBody>
      </p:sp>
      <p:sp>
        <p:nvSpPr>
          <p:cNvPr id="132" name="text-881">
            <a:extLst xmlns:a="http://schemas.openxmlformats.org/drawingml/2006/main">
              <a:ext uri="{FF2B5EF4-FFF2-40B4-BE49-F238E27FC236}">
                <a16:creationId xmlns:a16="http://schemas.microsoft.com/office/drawing/2014/main" id="{853F8ED2-6AF3-445B-BB8E-F3255FF7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43400"/>
            <a:ext cx="314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3" name="text-882">
            <a:extLst xmlns:a="http://schemas.openxmlformats.org/drawingml/2006/main">
              <a:ext uri="{FF2B5EF4-FFF2-40B4-BE49-F238E27FC236}">
                <a16:creationId xmlns:a16="http://schemas.microsoft.com/office/drawing/2014/main" id="{9A65A2DB-DD42-4308-9FF6-A2DC634C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96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即値</a:t>
            </a:r>
          </a:p>
        </p:txBody>
      </p:sp>
      <p:sp>
        <p:nvSpPr>
          <p:cNvPr id="134" name="wire-883">
            <a:extLst xmlns:a="http://schemas.openxmlformats.org/drawingml/2006/main">
              <a:ext uri="{FF2B5EF4-FFF2-40B4-BE49-F238E27FC236}">
                <a16:creationId xmlns:a16="http://schemas.microsoft.com/office/drawing/2014/main" id="{7FA2ABB5-051C-47EE-9C8D-43B5FF9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19600"/>
            <a:ext cx="600075" cy="9525"/>
          </a:xfrm>
          <a:custGeom xmlns:a="http://schemas.openxmlformats.org/drawingml/2006/main">
            <a:pathLst>
              <a:path w="600075" h="9525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31F20"/>
            </a:solidFill>
          </a:ln>
        </p:spPr>
      </p:sp>
      <p:sp>
        <p:nvSpPr>
          <p:cNvPr id="135" name="circuit-884">
            <a:extLst xmlns:a="http://schemas.openxmlformats.org/drawingml/2006/main">
              <a:ext uri="{FF2B5EF4-FFF2-40B4-BE49-F238E27FC236}">
                <a16:creationId xmlns:a16="http://schemas.microsoft.com/office/drawing/2014/main" id="{19AD2DD1-8307-4E01-B91F-DBC7519B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81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36" name="text-885">
            <a:extLst xmlns:a="http://schemas.openxmlformats.org/drawingml/2006/main">
              <a:ext uri="{FF2B5EF4-FFF2-40B4-BE49-F238E27FC236}">
                <a16:creationId xmlns:a16="http://schemas.microsoft.com/office/drawing/2014/main" id="{24CB822C-98F6-4380-B128-13C1688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85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番地</a:t>
            </a:r>
          </a:p>
        </p:txBody>
      </p:sp>
      <p:sp>
        <p:nvSpPr>
          <p:cNvPr id="137" name="wire-886">
            <a:extLst xmlns:a="http://schemas.openxmlformats.org/drawingml/2006/main">
              <a:ext uri="{FF2B5EF4-FFF2-40B4-BE49-F238E27FC236}">
                <a16:creationId xmlns:a16="http://schemas.microsoft.com/office/drawing/2014/main" id="{1DDF6EF0-391B-49D3-9ED3-0F140FDB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10100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8" name="wire-887">
            <a:extLst xmlns:a="http://schemas.openxmlformats.org/drawingml/2006/main">
              <a:ext uri="{FF2B5EF4-FFF2-40B4-BE49-F238E27FC236}">
                <a16:creationId xmlns:a16="http://schemas.microsoft.com/office/drawing/2014/main" id="{6F926099-72D3-4158-9DB0-9138BEE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9525" cy="771525"/>
          </a:xfrm>
          <a:custGeom xmlns:a="http://schemas.openxmlformats.org/drawingml/2006/main">
            <a:pathLst>
              <a:path w="952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39" name="wire-888">
            <a:extLst xmlns:a="http://schemas.openxmlformats.org/drawingml/2006/main">
              <a:ext uri="{FF2B5EF4-FFF2-40B4-BE49-F238E27FC236}">
                <a16:creationId xmlns:a16="http://schemas.microsoft.com/office/drawing/2014/main" id="{04CF5F16-D0D5-463E-B0EC-D977ECA9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381625"/>
            <a:ext cx="1628775" cy="9525"/>
          </a:xfrm>
          <a:custGeom xmlns:a="http://schemas.openxmlformats.org/drawingml/2006/main">
            <a:pathLst>
              <a:path w="1628775" h="952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0" name="wire-889">
            <a:extLst xmlns:a="http://schemas.openxmlformats.org/drawingml/2006/main">
              <a:ext uri="{FF2B5EF4-FFF2-40B4-BE49-F238E27FC236}">
                <a16:creationId xmlns:a16="http://schemas.microsoft.com/office/drawing/2014/main" id="{E2E4D3EA-B736-41FE-8E68-767F1A6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9525" cy="361950"/>
          </a:xfrm>
          <a:custGeom xmlns:a="http://schemas.openxmlformats.org/drawingml/2006/main">
            <a:pathLst>
              <a:path w="9525" h="361950">
                <a:moveTo>
                  <a:pt x="0" y="361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1" name="wire-890">
            <a:extLst xmlns:a="http://schemas.openxmlformats.org/drawingml/2006/main">
              <a:ext uri="{FF2B5EF4-FFF2-40B4-BE49-F238E27FC236}">
                <a16:creationId xmlns:a16="http://schemas.microsoft.com/office/drawing/2014/main" id="{40FBA0E0-772D-4B7A-95FF-2E144722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2" name="circuit-891">
            <a:extLst xmlns:a="http://schemas.openxmlformats.org/drawingml/2006/main">
              <a:ext uri="{FF2B5EF4-FFF2-40B4-BE49-F238E27FC236}">
                <a16:creationId xmlns:a16="http://schemas.microsoft.com/office/drawing/2014/main" id="{27504DC1-258F-4409-ABD0-D0AFF60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8824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43" name="text-892">
            <a:extLst xmlns:a="http://schemas.openxmlformats.org/drawingml/2006/main">
              <a:ext uri="{FF2B5EF4-FFF2-40B4-BE49-F238E27FC236}">
                <a16:creationId xmlns:a16="http://schemas.microsoft.com/office/drawing/2014/main" id="{BFB1B435-B009-423C-B889-269C1913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762500"/>
            <a:ext cx="22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144" name="wire-893">
            <a:extLst xmlns:a="http://schemas.openxmlformats.org/drawingml/2006/main">
              <a:ext uri="{FF2B5EF4-FFF2-40B4-BE49-F238E27FC236}">
                <a16:creationId xmlns:a16="http://schemas.microsoft.com/office/drawing/2014/main" id="{243E7778-ED7B-4B9E-9CC2-6A769209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104775" cy="9525"/>
          </a:xfrm>
          <a:custGeom xmlns:a="http://schemas.openxmlformats.org/drawingml/2006/main">
            <a:pathLst>
              <a:path w="104775" h="9525">
                <a:moveTo>
                  <a:pt x="104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5" name="wire-894">
            <a:extLst xmlns:a="http://schemas.openxmlformats.org/drawingml/2006/main">
              <a:ext uri="{FF2B5EF4-FFF2-40B4-BE49-F238E27FC236}">
                <a16:creationId xmlns:a16="http://schemas.microsoft.com/office/drawing/2014/main" id="{522E4037-3CB4-43D4-89D2-5FA7AC98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6" name="wire-895">
            <a:extLst xmlns:a="http://schemas.openxmlformats.org/drawingml/2006/main">
              <a:ext uri="{FF2B5EF4-FFF2-40B4-BE49-F238E27FC236}">
                <a16:creationId xmlns:a16="http://schemas.microsoft.com/office/drawing/2014/main" id="{7187EBE5-5F4F-4671-9F2D-F6C6CE7E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3514725" cy="9525"/>
          </a:xfrm>
          <a:custGeom xmlns:a="http://schemas.openxmlformats.org/drawingml/2006/main">
            <a:pathLst>
              <a:path w="3514725" h="9525">
                <a:moveTo>
                  <a:pt x="3514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7" name="wire-896">
            <a:extLst xmlns:a="http://schemas.openxmlformats.org/drawingml/2006/main">
              <a:ext uri="{FF2B5EF4-FFF2-40B4-BE49-F238E27FC236}">
                <a16:creationId xmlns:a16="http://schemas.microsoft.com/office/drawing/2014/main" id="{9C85DE0F-A4AE-42EE-80B2-AD1BC0BC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9525" cy="657225"/>
          </a:xfrm>
          <a:custGeom xmlns:a="http://schemas.openxmlformats.org/drawingml/2006/main">
            <a:pathLst>
              <a:path w="9525" h="657225">
                <a:moveTo>
                  <a:pt x="0" y="657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8" name="wire-897">
            <a:extLst xmlns:a="http://schemas.openxmlformats.org/drawingml/2006/main">
              <a:ext uri="{FF2B5EF4-FFF2-40B4-BE49-F238E27FC236}">
                <a16:creationId xmlns:a16="http://schemas.microsoft.com/office/drawing/2014/main" id="{A8F98667-4DFF-4931-B4B7-4207E840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530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572C3"/>
            </a:solidFill>
          </a:ln>
        </p:spPr>
      </p:sp>
      <p:sp>
        <p:nvSpPr>
          <p:cNvPr id="149" name="circuit-898">
            <a:extLst xmlns:a="http://schemas.openxmlformats.org/drawingml/2006/main">
              <a:ext uri="{FF2B5EF4-FFF2-40B4-BE49-F238E27FC236}">
                <a16:creationId xmlns:a16="http://schemas.microsoft.com/office/drawing/2014/main" id="{EE3FDA0D-4F83-4F94-809E-A064F044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1593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2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50" name="wire-899">
            <a:extLst xmlns:a="http://schemas.openxmlformats.org/drawingml/2006/main">
              <a:ext uri="{FF2B5EF4-FFF2-40B4-BE49-F238E27FC236}">
                <a16:creationId xmlns:a16="http://schemas.microsoft.com/office/drawing/2014/main" id="{4F6D43F6-8D05-4B33-950D-0EB11948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1" name="wire-900">
            <a:extLst xmlns:a="http://schemas.openxmlformats.org/drawingml/2006/main">
              <a:ext uri="{FF2B5EF4-FFF2-40B4-BE49-F238E27FC236}">
                <a16:creationId xmlns:a16="http://schemas.microsoft.com/office/drawing/2014/main" id="{84F359CD-512A-456E-9D6D-DEBD043F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5133975" cy="9525"/>
          </a:xfrm>
          <a:custGeom xmlns:a="http://schemas.openxmlformats.org/drawingml/2006/main">
            <a:pathLst>
              <a:path w="5133975" h="9525">
                <a:moveTo>
                  <a:pt x="0" y="0"/>
                </a:moveTo>
                <a:lnTo>
                  <a:pt x="513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2" name="wire-901">
            <a:extLst xmlns:a="http://schemas.openxmlformats.org/drawingml/2006/main">
              <a:ext uri="{FF2B5EF4-FFF2-40B4-BE49-F238E27FC236}">
                <a16:creationId xmlns:a16="http://schemas.microsoft.com/office/drawing/2014/main" id="{A2F0B416-6366-4859-9855-1BDA16B9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9525" cy="1638300"/>
          </a:xfrm>
          <a:custGeom xmlns:a="http://schemas.openxmlformats.org/drawingml/2006/main">
            <a:pathLst>
              <a:path w="9525" h="1638300">
                <a:moveTo>
                  <a:pt x="0" y="1638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3" name="wire-902">
            <a:extLst xmlns:a="http://schemas.openxmlformats.org/drawingml/2006/main">
              <a:ext uri="{FF2B5EF4-FFF2-40B4-BE49-F238E27FC236}">
                <a16:creationId xmlns:a16="http://schemas.microsoft.com/office/drawing/2014/main" id="{73CC9A67-28A2-4AC3-8E35-0E886B03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4" name="circuit-903">
            <a:extLst xmlns:a="http://schemas.openxmlformats.org/drawingml/2006/main">
              <a:ext uri="{FF2B5EF4-FFF2-40B4-BE49-F238E27FC236}">
                <a16:creationId xmlns:a16="http://schemas.microsoft.com/office/drawing/2014/main" id="{C0604EB1-C23A-497E-BC00-443C0C7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4768"/>
            <a:ext cx="76200" cy="62865"/>
          </a:xfrm>
          <a:custGeom xmlns:a="http://schemas.openxmlformats.org/drawingml/2006/main">
            <a:pathLst>
              <a:path w="76200" h="62865">
                <a:moveTo>
                  <a:pt x="76200" y="31433"/>
                </a:moveTo>
                <a:lnTo>
                  <a:pt x="0" y="0"/>
                </a:lnTo>
                <a:lnTo>
                  <a:pt x="0" y="62865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55" name="wire-904">
            <a:extLst xmlns:a="http://schemas.openxmlformats.org/drawingml/2006/main">
              <a:ext uri="{FF2B5EF4-FFF2-40B4-BE49-F238E27FC236}">
                <a16:creationId xmlns:a16="http://schemas.microsoft.com/office/drawing/2014/main" id="{5A9EB033-B97D-4DFB-9B69-3D120B93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190500" cy="9525"/>
          </a:xfrm>
          <a:custGeom xmlns:a="http://schemas.openxmlformats.org/drawingml/2006/main">
            <a:pathLst>
              <a:path w="190500" h="9525">
                <a:moveTo>
                  <a:pt x="19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6" name="wire-905">
            <a:extLst xmlns:a="http://schemas.openxmlformats.org/drawingml/2006/main">
              <a:ext uri="{FF2B5EF4-FFF2-40B4-BE49-F238E27FC236}">
                <a16:creationId xmlns:a16="http://schemas.microsoft.com/office/drawing/2014/main" id="{DCB11049-E251-4C37-8B53-60B0BC54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9525" cy="1581150"/>
          </a:xfrm>
          <a:custGeom xmlns:a="http://schemas.openxmlformats.org/drawingml/2006/main">
            <a:pathLst>
              <a:path w="9525" h="1581150">
                <a:moveTo>
                  <a:pt x="0" y="0"/>
                </a:moveTo>
                <a:lnTo>
                  <a:pt x="0" y="15811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7" name="wire-906">
            <a:extLst xmlns:a="http://schemas.openxmlformats.org/drawingml/2006/main">
              <a:ext uri="{FF2B5EF4-FFF2-40B4-BE49-F238E27FC236}">
                <a16:creationId xmlns:a16="http://schemas.microsoft.com/office/drawing/2014/main" id="{873EBC89-CF76-40CF-9003-45B0F5F6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4191000" cy="9525"/>
          </a:xfrm>
          <a:custGeom xmlns:a="http://schemas.openxmlformats.org/drawingml/2006/main">
            <a:pathLst>
              <a:path w="4191000" h="9525">
                <a:moveTo>
                  <a:pt x="419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8" name="wire-907">
            <a:extLst xmlns:a="http://schemas.openxmlformats.org/drawingml/2006/main">
              <a:ext uri="{FF2B5EF4-FFF2-40B4-BE49-F238E27FC236}">
                <a16:creationId xmlns:a16="http://schemas.microsoft.com/office/drawing/2014/main" id="{8DF3021D-6289-4845-BB2D-C5F7E10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FA9B9"/>
            </a:solidFill>
          </a:ln>
        </p:spPr>
      </p:sp>
      <p:sp>
        <p:nvSpPr>
          <p:cNvPr id="159" name="circuit-908">
            <a:extLst xmlns:a="http://schemas.openxmlformats.org/drawingml/2006/main">
              <a:ext uri="{FF2B5EF4-FFF2-40B4-BE49-F238E27FC236}">
                <a16:creationId xmlns:a16="http://schemas.microsoft.com/office/drawing/2014/main" id="{E2EBAE18-463D-40AA-9002-1D346B6B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068" y="5105400"/>
            <a:ext cx="62865" cy="76200"/>
          </a:xfrm>
          <a:custGeom xmlns:a="http://schemas.openxmlformats.org/drawingml/2006/main">
            <a:pathLst>
              <a:path w="62865" h="76200">
                <a:moveTo>
                  <a:pt x="31433" y="0"/>
                </a:moveTo>
                <a:lnTo>
                  <a:pt x="0" y="76200"/>
                </a:lnTo>
                <a:lnTo>
                  <a:pt x="62865" y="76200"/>
                </a:lnTo>
                <a:close/>
              </a:path>
            </a:pathLst>
          </a:custGeom>
          <a:solidFill xmlns:a="http://schemas.openxmlformats.org/drawingml/2006/main">
            <a:srgbClr val="9FA9B9"/>
          </a:solidFill>
          <a:ln xmlns:a="http://schemas.openxmlformats.org/drawingml/2006/main" w="9525">
            <a:solidFill>
              <a:srgbClr val="9FA9B9"/>
            </a:solidFill>
          </a:ln>
        </p:spPr>
      </p:sp>
      <p:sp>
        <p:nvSpPr>
          <p:cNvPr id="160" name="wire-909">
            <a:extLst xmlns:a="http://schemas.openxmlformats.org/drawingml/2006/main">
              <a:ext uri="{FF2B5EF4-FFF2-40B4-BE49-F238E27FC236}">
                <a16:creationId xmlns:a16="http://schemas.microsoft.com/office/drawing/2014/main" id="{1787EB86-A299-4872-A6D6-28ABD044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625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61" name="wire-910">
            <a:extLst xmlns:a="http://schemas.openxmlformats.org/drawingml/2006/main">
              <a:ext uri="{FF2B5EF4-FFF2-40B4-BE49-F238E27FC236}">
                <a16:creationId xmlns:a16="http://schemas.microsoft.com/office/drawing/2014/main" id="{34187075-237D-4ED5-8589-6987A2E2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552950"/>
            <a:ext cx="9525" cy="409575"/>
          </a:xfrm>
          <a:custGeom xmlns:a="http://schemas.openxmlformats.org/drawingml/2006/main">
            <a:pathLst>
              <a:path w="952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62" name="wire-911">
            <a:extLst xmlns:a="http://schemas.openxmlformats.org/drawingml/2006/main">
              <a:ext uri="{FF2B5EF4-FFF2-40B4-BE49-F238E27FC236}">
                <a16:creationId xmlns:a16="http://schemas.microsoft.com/office/drawing/2014/main" id="{BF4C68DE-F9F2-4824-9453-4444B4D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66675" cy="9525"/>
          </a:xfrm>
          <a:custGeom xmlns:a="http://schemas.openxmlformats.org/drawingml/2006/main">
            <a:pathLst>
              <a:path w="66675" h="9525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63" name="circuit-912">
            <a:extLst xmlns:a="http://schemas.openxmlformats.org/drawingml/2006/main">
              <a:ext uri="{FF2B5EF4-FFF2-40B4-BE49-F238E27FC236}">
                <a16:creationId xmlns:a16="http://schemas.microsoft.com/office/drawing/2014/main" id="{4968F8B2-55CF-4445-8B13-F872BCE1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2151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3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64" name="wire-913">
            <a:extLst xmlns:a="http://schemas.openxmlformats.org/drawingml/2006/main">
              <a:ext uri="{FF2B5EF4-FFF2-40B4-BE49-F238E27FC236}">
                <a16:creationId xmlns:a16="http://schemas.microsoft.com/office/drawing/2014/main" id="{9FB5C39E-7017-4E8A-8C29-FBB0E5C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19625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65" name="wire-914">
            <a:extLst xmlns:a="http://schemas.openxmlformats.org/drawingml/2006/main">
              <a:ext uri="{FF2B5EF4-FFF2-40B4-BE49-F238E27FC236}">
                <a16:creationId xmlns:a16="http://schemas.microsoft.com/office/drawing/2014/main" id="{44DEE3DE-766A-4D5E-9421-DE1780B3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19625"/>
            <a:ext cx="9525" cy="942975"/>
          </a:xfrm>
          <a:custGeom xmlns:a="http://schemas.openxmlformats.org/drawingml/2006/main">
            <a:pathLst>
              <a:path w="9525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66" name="wire-915">
            <a:extLst xmlns:a="http://schemas.openxmlformats.org/drawingml/2006/main">
              <a:ext uri="{FF2B5EF4-FFF2-40B4-BE49-F238E27FC236}">
                <a16:creationId xmlns:a16="http://schemas.microsoft.com/office/drawing/2014/main" id="{182A2AA1-1F41-4191-9835-903280D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62600"/>
            <a:ext cx="152400" cy="9525"/>
          </a:xfrm>
          <a:custGeom xmlns:a="http://schemas.openxmlformats.org/drawingml/2006/main">
            <a:pathLst>
              <a:path w="152400" h="9525">
                <a:moveTo>
                  <a:pt x="1524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572C3"/>
            </a:solidFill>
          </a:ln>
        </p:spPr>
      </p:sp>
      <p:sp>
        <p:nvSpPr>
          <p:cNvPr id="167" name="circuit-916">
            <a:extLst xmlns:a="http://schemas.openxmlformats.org/drawingml/2006/main">
              <a:ext uri="{FF2B5EF4-FFF2-40B4-BE49-F238E27FC236}">
                <a16:creationId xmlns:a16="http://schemas.microsoft.com/office/drawing/2014/main" id="{58DBF9D9-0069-4301-AA02-13F32A0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31168"/>
            <a:ext cx="76200" cy="62865"/>
          </a:xfrm>
          <a:custGeom xmlns:a="http://schemas.openxmlformats.org/drawingml/2006/main">
            <a:pathLst>
              <a:path w="76200" h="62865">
                <a:moveTo>
                  <a:pt x="0" y="31432"/>
                </a:moveTo>
                <a:lnTo>
                  <a:pt x="76200" y="62865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168" name="text-917">
            <a:extLst xmlns:a="http://schemas.openxmlformats.org/drawingml/2006/main">
              <a:ext uri="{FF2B5EF4-FFF2-40B4-BE49-F238E27FC236}">
                <a16:creationId xmlns:a16="http://schemas.microsoft.com/office/drawing/2014/main" id="{0FAA58EE-A11C-4AD1-ADE2-F5D60779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38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画素を保存</a:t>
            </a:r>
          </a:p>
        </p:txBody>
      </p:sp>
      <p:sp>
        <p:nvSpPr>
          <p:cNvPr id="169" name="text-918">
            <a:extLst xmlns:a="http://schemas.openxmlformats.org/drawingml/2006/main">
              <a:ext uri="{FF2B5EF4-FFF2-40B4-BE49-F238E27FC236}">
                <a16:creationId xmlns:a16="http://schemas.microsoft.com/office/drawing/2014/main" id="{91093E3C-5537-433D-A5D1-B1E350A1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197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画素を読む</a:t>
            </a:r>
          </a:p>
        </p:txBody>
      </p:sp>
      <p:sp>
        <p:nvSpPr>
          <p:cNvPr id="170" name="text-919">
            <a:extLst xmlns:a="http://schemas.openxmlformats.org/drawingml/2006/main">
              <a:ext uri="{FF2B5EF4-FFF2-40B4-BE49-F238E27FC236}">
                <a16:creationId xmlns:a16="http://schemas.microsoft.com/office/drawing/2014/main" id="{B5F451DD-F74B-43C6-A134-CE5A74B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CPU：ゲームの処理　RasterIX：描画　表示回路：映像出力</a:t>
            </a:r>
          </a:p>
        </p:txBody>
      </p:sp>
      <p:sp>
        <p:nvSpPr>
          <p:cNvPr id="171" name="text-920">
            <a:extLst xmlns:a="http://schemas.openxmlformats.org/drawingml/2006/main">
              <a:ext uri="{FF2B5EF4-FFF2-40B4-BE49-F238E27FC236}">
                <a16:creationId xmlns:a16="http://schemas.microsoft.com/office/drawing/2014/main" id="{4D2F9940-700C-4A50-8DDB-31FCA42E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8</a:t>
            </a:r>
          </a:p>
        </p:txBody>
      </p:sp>
      <p:sp>
        <p:nvSpPr>
          <p:cNvPr id="172" name="text-921">
            <a:extLst xmlns:a="http://schemas.openxmlformats.org/drawingml/2006/main">
              <a:ext uri="{FF2B5EF4-FFF2-40B4-BE49-F238E27FC236}">
                <a16:creationId xmlns:a16="http://schemas.microsoft.com/office/drawing/2014/main" id="{E55CC5E4-AE89-4353-AEE4-D4FDBF19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描画と表示のメモリアクセスもDDRコントローラーを通る。画素は画面を作る点</a:t>
            </a:r>
          </a:p>
        </p:txBody>
      </p:sp>
    </p:spTree>
    <p:extLst>
      <p:ext uri="{BB962C8B-B14F-4D97-AF65-F5344CB8AC3E}">
        <p14:creationId xmlns:p14="http://schemas.microsoft.com/office/powerpoint/2010/main" val="1910463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922">
            <a:extLst xmlns:a="http://schemas.openxmlformats.org/drawingml/2006/main">
              <a:ext uri="{FF2B5EF4-FFF2-40B4-BE49-F238E27FC236}">
                <a16:creationId xmlns:a16="http://schemas.microsoft.com/office/drawing/2014/main" id="{FF5B8ACC-62AA-4845-8281-B929DDEC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" name="text-923">
            <a:extLst xmlns:a="http://schemas.openxmlformats.org/drawingml/2006/main">
              <a:ext uri="{FF2B5EF4-FFF2-40B4-BE49-F238E27FC236}">
                <a16:creationId xmlns:a16="http://schemas.microsoft.com/office/drawing/2014/main" id="{A5A0C620-B4D0-482B-80F8-BD1F795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接続した構成で、ブロック崩しを動かした</a:t>
            </a:r>
          </a:p>
        </p:txBody>
      </p:sp>
      <p:sp>
        <p:nvSpPr>
          <p:cNvPr id="3" name="text-924">
            <a:extLst xmlns:a="http://schemas.openxmlformats.org/drawingml/2006/main">
              <a:ext uri="{FF2B5EF4-FFF2-40B4-BE49-F238E27FC236}">
                <a16:creationId xmlns:a16="http://schemas.microsoft.com/office/drawing/2014/main" id="{A05F0EA5-DFC8-4206-841A-DDC018A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4" name="Breakout demonstration video">
            <ns0:hlinkClick xmlns:ns0="http://schemas.openxmlformats.org/drawingml/2006/main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F7CD0F6D-6DCF-4664-9216-0BB0C6BCDC6B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BreakoutVideo"/>
            <p:extLst>
              <p:ext uri="{DAA4B4D4-6D71-4841-9C94-3DE7FCFB9230}">
                <ns2:media xmlns:ns2="http://schemas.microsoft.com/office/powerpoint/2010/main" xmlns:ns3="http://schemas.openxmlformats.org/officeDocument/2006/relationships" ns3:embed="rIdBreakout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7a660b63c9de4ebf"/>
          <a:stretch xmlns:a="http://schemas.openxmlformats.org/drawingml/2006/main"/>
        </p:blipFill>
        <p:spPr>
          <a:xfrm xmlns:a="http://schemas.openxmlformats.org/drawingml/2006/main">
            <a:off x="609600" y="1438275"/>
            <a:ext cx="6438900" cy="3621881"/>
          </a:xfrm>
          <a:prstGeom xmlns:a="http://schemas.openxmlformats.org/drawingml/2006/main" prst="rect">
            <a:avLst/>
          </a:prstGeom>
        </p:spPr>
      </p:pic>
      <p:sp>
        <p:nvSpPr>
          <p:cNvPr id="5" name="text-925">
            <a:extLst xmlns:a="http://schemas.openxmlformats.org/drawingml/2006/main">
              <a:ext uri="{FF2B5EF4-FFF2-40B4-BE49-F238E27FC236}">
                <a16:creationId xmlns:a16="http://schemas.microsoft.com/office/drawing/2014/main" id="{0B324DA9-3695-4AB2-ACBE-2605C3D3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643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30秒の実機動画（クリックで再生）</a:t>
            </a:r>
          </a:p>
        </p:txBody>
      </p:sp>
      <p:sp>
        <p:nvSpPr>
          <p:cNvPr id="6" name="text-926">
            <a:extLst xmlns:a="http://schemas.openxmlformats.org/drawingml/2006/main">
              <a:ext uri="{FF2B5EF4-FFF2-40B4-BE49-F238E27FC236}">
                <a16:creationId xmlns:a16="http://schemas.microsoft.com/office/drawing/2014/main" id="{3FBB769C-8F33-431B-85A2-80515418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33525"/>
            <a:ext cx="4048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640 × 480 画素</a:t>
            </a:r>
          </a:p>
          <a:p xmlns:a="http://schemas.openxmlformats.org/drawingml/2006/main">
            <a: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4条件で期待画像と一致</a:t>
            </a:r>
          </a:p>
        </p:txBody>
      </p:sp>
      <p:sp>
        <p:nvSpPr>
          <p:cNvPr id="7" name="text-927">
            <a:extLst xmlns:a="http://schemas.openxmlformats.org/drawingml/2006/main">
              <a:ext uri="{FF2B5EF4-FFF2-40B4-BE49-F238E27FC236}">
                <a16:creationId xmlns:a16="http://schemas.microsoft.com/office/drawing/2014/main" id="{AF7D5B28-6267-4713-B466-4C05E223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14650"/>
            <a:ext cx="404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5分間の自動プレイ</a:t>
            </a:r>
          </a:p>
          <a:p xmlns:a="http://schemas.openxmlformats.org/drawingml/2006/main">
            <a:pPr algn="l">
              <a:def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別に30秒の映像を確認</a:t>
            </a:r>
          </a:p>
        </p:txBody>
      </p:sp>
      <p:sp>
        <p:nvSpPr>
          <p:cNvPr id="8" name="text-928">
            <a:extLst xmlns:a="http://schemas.openxmlformats.org/drawingml/2006/main">
              <a:ext uri="{FF2B5EF4-FFF2-40B4-BE49-F238E27FC236}">
                <a16:creationId xmlns:a16="http://schemas.microsoft.com/office/drawing/2014/main" id="{4905245D-760C-45C9-8C9D-26FF7D6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305300"/>
            <a:ext cx="404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現在は自動操作</a:t>
            </a:r>
          </a:p>
          <a:p xmlns:a="http://schemas.openxmlformats.org/drawingml/2006/main">
            <a: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画像・継続実行・映像を確認</a:t>
            </a:r>
          </a:p>
        </p:txBody>
      </p:sp>
      <p:sp>
        <p:nvSpPr>
          <p:cNvPr id="9" name="text-929">
            <a:extLst xmlns:a="http://schemas.openxmlformats.org/drawingml/2006/main">
              <a:ext uri="{FF2B5EF4-FFF2-40B4-BE49-F238E27FC236}">
                <a16:creationId xmlns:a16="http://schemas.microsoft.com/office/drawing/2014/main" id="{89038CA2-BD74-4C82-996E-5FDD3B8E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CPU・描画・メモリ・表示をつなぎ、ゲーム画面を生成</a:t>
            </a:r>
          </a:p>
        </p:txBody>
      </p:sp>
      <p:sp>
        <p:nvSpPr>
          <p:cNvPr id="10" name="text-930">
            <a:extLst xmlns:a="http://schemas.openxmlformats.org/drawingml/2006/main">
              <a:ext uri="{FF2B5EF4-FFF2-40B4-BE49-F238E27FC236}">
                <a16:creationId xmlns:a16="http://schemas.microsoft.com/office/drawing/2014/main" id="{FCE1D9A8-5623-4A80-B3CB-F2C71FA2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残る課題：映像を受信できない場合の条件の特定</a:t>
            </a:r>
          </a:p>
        </p:txBody>
      </p:sp>
      <p:sp>
        <p:nvSpPr>
          <p:cNvPr id="11" name="text-931">
            <a:extLst xmlns:a="http://schemas.openxmlformats.org/drawingml/2006/main">
              <a:ext uri="{FF2B5EF4-FFF2-40B4-BE49-F238E27FC236}">
                <a16:creationId xmlns:a16="http://schemas.microsoft.com/office/drawing/2014/main" id="{A1BA1E32-09DD-4DA4-8CCF-8B34360F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図 9</a:t>
            </a:r>
          </a:p>
        </p:txBody>
      </p:sp>
      <p:sp>
        <p:nvSpPr>
          <p:cNvPr id="12" name="text-932">
            <a:extLst xmlns:a="http://schemas.openxmlformats.org/drawingml/2006/main">
              <a:ext uri="{FF2B5EF4-FFF2-40B4-BE49-F238E27FC236}">
                <a16:creationId xmlns:a16="http://schemas.microsoft.com/office/drawing/2014/main" id="{618A53D1-1112-4B7B-B35A-BD3F078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15100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実験記録 E6。継続実行・画像比較・映像取得は別々の記録。現在は自動操作</a:t>
            </a:r>
          </a:p>
        </p:txBody>
      </p:sp>
    </p:spTree>
    <p:extLst>
      <p:ext uri="{BB962C8B-B14F-4D97-AF65-F5344CB8AC3E}">
        <p14:creationId xmlns:p14="http://schemas.microsoft.com/office/powerpoint/2010/main" val="2080800108"/>
      </p:ext>
    </p:extLst>
  </p:cSld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933">
            <a:extLst xmlns:a="http://schemas.openxmlformats.org/drawingml/2006/main">
              <a:ext uri="{FF2B5EF4-FFF2-40B4-BE49-F238E27FC236}">
                <a16:creationId xmlns:a16="http://schemas.microsoft.com/office/drawing/2014/main" id="{71E0CA72-1D03-4D88-84C6-BC8CEC4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text-934">
            <a:extLst xmlns:a="http://schemas.openxmlformats.org/drawingml/2006/main">
              <a:ext uri="{FF2B5EF4-FFF2-40B4-BE49-F238E27FC236}">
                <a16:creationId xmlns:a16="http://schemas.microsoft.com/office/drawing/2014/main" id="{A95B20AF-6F6D-491E-A764-42F694FB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Wallyをゲーム機へ拡張する設計例を示した</a:t>
            </a:r>
          </a:p>
        </p:txBody>
      </p:sp>
      <p:sp>
        <p:nvSpPr>
          <p:cNvPr id="3" name="text-935">
            <a:extLst xmlns:a="http://schemas.openxmlformats.org/drawingml/2006/main">
              <a:ext uri="{FF2B5EF4-FFF2-40B4-BE49-F238E27FC236}">
                <a16:creationId xmlns:a16="http://schemas.microsoft.com/office/drawing/2014/main" id="{29DFAB2F-C922-4D52-9621-C2C6048B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936">
            <a:extLst xmlns:a="http://schemas.openxmlformats.org/drawingml/2006/main">
              <a:ext uri="{FF2B5EF4-FFF2-40B4-BE49-F238E27FC236}">
                <a16:creationId xmlns:a16="http://schemas.microsoft.com/office/drawing/2014/main" id="{A7361405-FD8A-42B9-AADE-3075236E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本研究で設計・確認した接続</a:t>
            </a:r>
          </a:p>
        </p:txBody>
      </p:sp>
      <p:sp>
        <p:nvSpPr>
          <p:cNvPr id="5" name="text-937">
            <a:extLst xmlns:a="http://schemas.openxmlformats.org/drawingml/2006/main">
              <a:ext uri="{FF2B5EF4-FFF2-40B4-BE49-F238E27FC236}">
                <a16:creationId xmlns:a16="http://schemas.microsoft.com/office/drawing/2014/main" id="{1EE3FB8C-1B11-45AB-BBF4-9989ED1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▸</a:t>
            </a:r>
          </a:p>
        </p:txBody>
      </p:sp>
      <p:sp>
        <p:nvSpPr>
          <p:cNvPr id="6" name="text-938">
            <a:extLst xmlns:a="http://schemas.openxmlformats.org/drawingml/2006/main">
              <a:ext uri="{FF2B5EF4-FFF2-40B4-BE49-F238E27FC236}">
                <a16:creationId xmlns:a16="http://schemas.microsoft.com/office/drawing/2014/main" id="{40B769B8-03D2-4D89-BE0B-4FF755FA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番地の割当て</a:t>
            </a:r>
          </a:p>
        </p:txBody>
      </p:sp>
      <p:sp>
        <p:nvSpPr>
          <p:cNvPr id="7" name="text-939">
            <a:extLst xmlns:a="http://schemas.openxmlformats.org/drawingml/2006/main">
              <a:ext uri="{FF2B5EF4-FFF2-40B4-BE49-F238E27FC236}">
                <a16:creationId xmlns:a16="http://schemas.microsoft.com/office/drawing/2014/main" id="{80801DEA-D965-4E39-8BDB-773D0D16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757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番地の比較で描画用の窓口を選ぶ</a:t>
            </a:r>
          </a:p>
        </p:txBody>
      </p:sp>
      <p:sp>
        <p:nvSpPr>
          <p:cNvPr id="8" name="text-940">
            <a:extLst xmlns:a="http://schemas.openxmlformats.org/drawingml/2006/main">
              <a:ext uri="{FF2B5EF4-FFF2-40B4-BE49-F238E27FC236}">
                <a16:creationId xmlns:a16="http://schemas.microsoft.com/office/drawing/2014/main" id="{EDCA2C35-B242-4B72-BC7C-F86D0C8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▸</a:t>
            </a:r>
          </a:p>
        </p:txBody>
      </p:sp>
      <p:sp>
        <p:nvSpPr>
          <p:cNvPr id="9" name="text-941">
            <a:extLst xmlns:a="http://schemas.openxmlformats.org/drawingml/2006/main">
              <a:ext uri="{FF2B5EF4-FFF2-40B4-BE49-F238E27FC236}">
                <a16:creationId xmlns:a16="http://schemas.microsoft.com/office/drawing/2014/main" id="{BB4766DF-BFB1-460A-8CBC-A1EACA08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描画への接続</a:t>
            </a:r>
          </a:p>
        </p:txBody>
      </p:sp>
      <p:sp>
        <p:nvSpPr>
          <p:cNvPr id="10" name="text-942">
            <a:extLst xmlns:a="http://schemas.openxmlformats.org/drawingml/2006/main">
              <a:ext uri="{FF2B5EF4-FFF2-40B4-BE49-F238E27FC236}">
                <a16:creationId xmlns:a16="http://schemas.microsoft.com/office/drawing/2014/main" id="{45DD2773-C767-4086-809D-BEAB86E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57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CPUの書込みで描画命令を渡す</a:t>
            </a:r>
          </a:p>
        </p:txBody>
      </p:sp>
      <p:sp>
        <p:nvSpPr>
          <p:cNvPr id="11" name="text-943">
            <a:extLst xmlns:a="http://schemas.openxmlformats.org/drawingml/2006/main">
              <a:ext uri="{FF2B5EF4-FFF2-40B4-BE49-F238E27FC236}">
                <a16:creationId xmlns:a16="http://schemas.microsoft.com/office/drawing/2014/main" id="{8808502F-4A24-437B-B670-1EE0E5B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▸</a:t>
            </a:r>
          </a:p>
        </p:txBody>
      </p:sp>
      <p:sp>
        <p:nvSpPr>
          <p:cNvPr id="12" name="text-944">
            <a:extLst xmlns:a="http://schemas.openxmlformats.org/drawingml/2006/main">
              <a:ext uri="{FF2B5EF4-FFF2-40B4-BE49-F238E27FC236}">
                <a16:creationId xmlns:a16="http://schemas.microsoft.com/office/drawing/2014/main" id="{70D638A8-06B5-41DB-BC47-CC5CF24B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実機での確認</a:t>
            </a:r>
          </a:p>
        </p:txBody>
      </p:sp>
      <p:sp>
        <p:nvSpPr>
          <p:cNvPr id="13" name="text-945">
            <a:extLst xmlns:a="http://schemas.openxmlformats.org/drawingml/2006/main">
              <a:ext uri="{FF2B5EF4-FFF2-40B4-BE49-F238E27FC236}">
                <a16:creationId xmlns:a16="http://schemas.microsoft.com/office/drawing/2014/main" id="{ADDA8D63-7D7F-47F1-954C-58547E0C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757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ゲーム画面の生成と継続動作を確認</a:t>
            </a:r>
          </a:p>
        </p:txBody>
      </p:sp>
      <p:sp>
        <p:nvSpPr>
          <p:cNvPr id="14" name="text-946">
            <a:extLst xmlns:a="http://schemas.openxmlformats.org/drawingml/2006/main">
              <a:ext uri="{FF2B5EF4-FFF2-40B4-BE49-F238E27FC236}">
                <a16:creationId xmlns:a16="http://schemas.microsoft.com/office/drawing/2014/main" id="{62D2464F-59A2-4B28-B71B-1513E6F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Wallyの拡張を学ぶ人が参照できる、</a:t>
            </a:r>
          </a:p>
          <a:p xmlns:a="http://schemas.openxmlformats.org/drawingml/2006/main">
            <a:pPr algn="l">
              <a:def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接続設計と実機での動作確認の例</a:t>
            </a:r>
          </a:p>
        </p:txBody>
      </p:sp>
      <p:sp>
        <p:nvSpPr>
          <p:cNvPr id="15" name="text-947">
            <a:extLst xmlns:a="http://schemas.openxmlformats.org/drawingml/2006/main">
              <a:ext uri="{FF2B5EF4-FFF2-40B4-BE49-F238E27FC236}">
                <a16:creationId xmlns:a16="http://schemas.microsoft.com/office/drawing/2014/main" id="{583497F6-4C90-45A6-B3BA-E06DFA4B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次の段階：コントローラーを加え、手で操作する</a:t>
            </a:r>
          </a:p>
        </p:txBody>
      </p:sp>
      <p:sp>
        <p:nvSpPr>
          <p:cNvPr id="16" name="text-948">
            <a:extLst xmlns:a="http://schemas.openxmlformats.org/drawingml/2006/main">
              <a:ext uri="{FF2B5EF4-FFF2-40B4-BE49-F238E27FC236}">
                <a16:creationId xmlns:a16="http://schemas.microsoft.com/office/drawing/2014/main" id="{93082D39-F2E7-47CE-9CCC-5E80FF04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CPU・RasterIXは既存回路を利用。学習効果そのものを実験したという主張ではない</a:t>
            </a:r>
          </a:p>
        </p:txBody>
      </p:sp>
    </p:spTree>
    <p:extLst>
      <p:ext uri="{BB962C8B-B14F-4D97-AF65-F5344CB8AC3E}">
        <p14:creationId xmlns:p14="http://schemas.microsoft.com/office/powerpoint/2010/main" val="1494101416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1" name="text-949">
            <a:extLst xmlns:a="http://schemas.openxmlformats.org/drawingml/2006/main">
              <a:ext uri="{FF2B5EF4-FFF2-40B4-BE49-F238E27FC236}">
                <a16:creationId xmlns:a16="http://schemas.microsoft.com/office/drawing/2014/main" id="{C12B796C-387B-4E92-BD06-B58BD42F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561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text-950">
            <a:extLst xmlns:a="http://schemas.openxmlformats.org/drawingml/2006/main">
              <a:ext uri="{FF2B5EF4-FFF2-40B4-BE49-F238E27FC236}">
                <a16:creationId xmlns:a16="http://schemas.microsoft.com/office/drawing/2014/main" id="{49E4A197-B3D2-4D5D-B1FC-0169C5CD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"/>
            <a:ext cx="1032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0078BA"/>
                </a:solidFill>
                <a:latin typeface="Yu Gothic"/>
                <a:ea typeface="Yu Gothic"/>
                <a:cs typeface="Yu Gothic"/>
              </a:rPr>
              <a:t>質問用：詳細な全体のブロック図</a:t>
            </a:r>
          </a:p>
        </p:txBody>
      </p:sp>
      <p:sp>
        <p:nvSpPr>
          <p:cNvPr id="3" name="text-951">
            <a:extLst xmlns:a="http://schemas.openxmlformats.org/drawingml/2006/main">
              <a:ext uri="{FF2B5EF4-FFF2-40B4-BE49-F238E27FC236}">
                <a16:creationId xmlns:a16="http://schemas.microsoft.com/office/drawing/2014/main" id="{F4456E2F-FC0F-4C03-B0DE-C657BBDB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block-952">
            <a:extLst xmlns:a="http://schemas.openxmlformats.org/drawingml/2006/main">
              <a:ext uri="{FF2B5EF4-FFF2-40B4-BE49-F238E27FC236}">
                <a16:creationId xmlns:a16="http://schemas.microsoft.com/office/drawing/2014/main" id="{4DD725C0-585A-4DCA-B239-A5D9C0E9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71575"/>
            <a:ext cx="1412748" cy="322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5" name="text-953">
            <a:extLst xmlns:a="http://schemas.openxmlformats.org/drawingml/2006/main">
              <a:ext uri="{FF2B5EF4-FFF2-40B4-BE49-F238E27FC236}">
                <a16:creationId xmlns:a16="http://schemas.microsoft.com/office/drawing/2014/main" id="{AEB6C2E6-383A-4C39-8A6A-AE93A78E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632" y="1180529"/>
            <a:ext cx="1353884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DDR3</a:t>
            </a:r>
          </a:p>
        </p:txBody>
      </p:sp>
      <p:sp>
        <p:nvSpPr>
          <p:cNvPr id="6" name="block-954">
            <a:extLst xmlns:a="http://schemas.openxmlformats.org/drawingml/2006/main">
              <a:ext uri="{FF2B5EF4-FFF2-40B4-BE49-F238E27FC236}">
                <a16:creationId xmlns:a16="http://schemas.microsoft.com/office/drawing/2014/main" id="{18B98E2E-9E48-47D3-971A-E283F55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028" y="1171575"/>
            <a:ext cx="1324451" cy="322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7" name="text-955">
            <a:extLst xmlns:a="http://schemas.openxmlformats.org/drawingml/2006/main">
              <a:ext uri="{FF2B5EF4-FFF2-40B4-BE49-F238E27FC236}">
                <a16:creationId xmlns:a16="http://schemas.microsoft.com/office/drawing/2014/main" id="{EE16A6F1-C10F-4F0D-80D0-7D41E67A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460" y="1180529"/>
            <a:ext cx="1265587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SD card</a:t>
            </a:r>
          </a:p>
        </p:txBody>
      </p:sp>
      <p:sp>
        <p:nvSpPr>
          <p:cNvPr id="8" name="block-956">
            <a:extLst xmlns:a="http://schemas.openxmlformats.org/drawingml/2006/main">
              <a:ext uri="{FF2B5EF4-FFF2-40B4-BE49-F238E27FC236}">
                <a16:creationId xmlns:a16="http://schemas.microsoft.com/office/drawing/2014/main" id="{FFCFAAE1-26A4-4193-953C-8C7F351F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204"/>
            <a:ext cx="10988040" cy="48259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F1"/>
          </a:solidFill>
          <a:ln xmlns:a="http://schemas.openxmlformats.org/drawingml/2006/main" w="20955">
            <a:solidFill>
              <a:srgbClr val="231F20"/>
            </a:solidFill>
          </a:ln>
        </p:spPr>
      </p:sp>
      <p:sp>
        <p:nvSpPr>
          <p:cNvPr id="9" name="text-957">
            <a:extLst xmlns:a="http://schemas.openxmlformats.org/drawingml/2006/main">
              <a:ext uri="{FF2B5EF4-FFF2-40B4-BE49-F238E27FC236}">
                <a16:creationId xmlns:a16="http://schemas.microsoft.com/office/drawing/2014/main" id="{82678822-C4D6-4F12-9AFF-FCA92971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" y="1664018"/>
            <a:ext cx="3482816" cy="25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FPGA / fpgaTop</a:t>
            </a:r>
          </a:p>
        </p:txBody>
      </p:sp>
      <p:sp>
        <p:nvSpPr>
          <p:cNvPr id="10" name="text-958">
            <a:extLst xmlns:a="http://schemas.openxmlformats.org/drawingml/2006/main">
              <a:ext uri="{FF2B5EF4-FFF2-40B4-BE49-F238E27FC236}">
                <a16:creationId xmlns:a16="http://schemas.microsoft.com/office/drawing/2014/main" id="{C67CBF25-7AE5-4DD2-8D0F-318F451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744" y="1664018"/>
            <a:ext cx="1324451" cy="241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Artix-7</a:t>
            </a:r>
          </a:p>
        </p:txBody>
      </p:sp>
      <p:sp>
        <p:nvSpPr>
          <p:cNvPr id="11" name="block-959">
            <a:extLst xmlns:a="http://schemas.openxmlformats.org/drawingml/2006/main">
              <a:ext uri="{FF2B5EF4-FFF2-40B4-BE49-F238E27FC236}">
                <a16:creationId xmlns:a16="http://schemas.microsoft.com/office/drawing/2014/main" id="{AEF42A93-96FE-40EF-AED7-F7821A8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" y="1986344"/>
            <a:ext cx="8584406" cy="4315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1F20"/>
            </a:solidFill>
          </a:ln>
        </p:spPr>
      </p:sp>
      <p:sp>
        <p:nvSpPr>
          <p:cNvPr id="12" name="text-960">
            <a:extLst xmlns:a="http://schemas.openxmlformats.org/drawingml/2006/main">
              <a:ext uri="{FF2B5EF4-FFF2-40B4-BE49-F238E27FC236}">
                <a16:creationId xmlns:a16="http://schemas.microsoft.com/office/drawing/2014/main" id="{18DEEF9E-743F-41F6-9E21-BF861276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3" y="2013204"/>
            <a:ext cx="3237548" cy="22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wallypipelinedsoc</a:t>
            </a:r>
          </a:p>
        </p:txBody>
      </p:sp>
      <p:sp>
        <p:nvSpPr>
          <p:cNvPr id="13" name="block-961">
            <a:extLst xmlns:a="http://schemas.openxmlformats.org/drawingml/2006/main">
              <a:ext uri="{FF2B5EF4-FFF2-40B4-BE49-F238E27FC236}">
                <a16:creationId xmlns:a16="http://schemas.microsoft.com/office/drawing/2014/main" id="{35FB2926-3206-49DB-BD3F-D0A804D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01" y="2281809"/>
            <a:ext cx="8309705" cy="931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15240">
            <a:solidFill>
              <a:srgbClr val="231F20"/>
            </a:solidFill>
          </a:ln>
        </p:spPr>
      </p:sp>
      <p:sp>
        <p:nvSpPr>
          <p:cNvPr id="14" name="text-962">
            <a:extLst xmlns:a="http://schemas.openxmlformats.org/drawingml/2006/main">
              <a:ext uri="{FF2B5EF4-FFF2-40B4-BE49-F238E27FC236}">
                <a16:creationId xmlns:a16="http://schemas.microsoft.com/office/drawing/2014/main" id="{37736F94-697D-49F4-AC3D-D5BDAD88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9" y="2317623"/>
            <a:ext cx="932021" cy="20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uncore</a:t>
            </a:r>
          </a:p>
        </p:txBody>
      </p:sp>
      <p:sp>
        <p:nvSpPr>
          <p:cNvPr id="15" name="block-963">
            <a:extLst xmlns:a="http://schemas.openxmlformats.org/drawingml/2006/main">
              <a:ext uri="{FF2B5EF4-FFF2-40B4-BE49-F238E27FC236}">
                <a16:creationId xmlns:a16="http://schemas.microsoft.com/office/drawing/2014/main" id="{828B4DAA-A422-4FE7-BDDC-A9A3AB8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" y="2380298"/>
            <a:ext cx="882968" cy="277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6" name="text-964">
            <a:extLst xmlns:a="http://schemas.openxmlformats.org/drawingml/2006/main">
              <a:ext uri="{FF2B5EF4-FFF2-40B4-BE49-F238E27FC236}">
                <a16:creationId xmlns:a16="http://schemas.microsoft.com/office/drawing/2014/main" id="{EEFE2AA7-308F-4DFC-A06C-2A360694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537" y="2389251"/>
            <a:ext cx="824103" cy="25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adrdecs</a:t>
            </a:r>
          </a:p>
        </p:txBody>
      </p:sp>
      <p:sp>
        <p:nvSpPr>
          <p:cNvPr id="17" name="block-965">
            <a:extLst xmlns:a="http://schemas.openxmlformats.org/drawingml/2006/main">
              <a:ext uri="{FF2B5EF4-FFF2-40B4-BE49-F238E27FC236}">
                <a16:creationId xmlns:a16="http://schemas.microsoft.com/office/drawing/2014/main" id="{7B45F975-C197-4C2D-958F-E4B1383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774" y="2380298"/>
            <a:ext cx="961454" cy="277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8" name="text-966">
            <a:extLst xmlns:a="http://schemas.openxmlformats.org/drawingml/2006/main">
              <a:ext uri="{FF2B5EF4-FFF2-40B4-BE49-F238E27FC236}">
                <a16:creationId xmlns:a16="http://schemas.microsoft.com/office/drawing/2014/main" id="{CBEBF67E-B7F5-4A60-BBC0-87E1B09B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206" y="2389251"/>
            <a:ext cx="902589" cy="259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Boot ROM</a:t>
            </a:r>
          </a:p>
        </p:txBody>
      </p:sp>
      <p:sp>
        <p:nvSpPr>
          <p:cNvPr id="19" name="block-967">
            <a:extLst xmlns:a="http://schemas.openxmlformats.org/drawingml/2006/main">
              <a:ext uri="{FF2B5EF4-FFF2-40B4-BE49-F238E27FC236}">
                <a16:creationId xmlns:a16="http://schemas.microsoft.com/office/drawing/2014/main" id="{98D295F9-9849-4CD9-B6F4-54D84110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80" y="2523554"/>
            <a:ext cx="1461802" cy="402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0" name="text-968">
            <a:extLst xmlns:a="http://schemas.openxmlformats.org/drawingml/2006/main">
              <a:ext uri="{FF2B5EF4-FFF2-40B4-BE49-F238E27FC236}">
                <a16:creationId xmlns:a16="http://schemas.microsoft.com/office/drawing/2014/main" id="{7281BC93-7637-4BDF-B09B-BAE570F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12" y="2532507"/>
            <a:ext cx="1402937" cy="3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ahbapbbridge</a:t>
            </a:r>
          </a:p>
        </p:txBody>
      </p:sp>
      <p:sp>
        <p:nvSpPr>
          <p:cNvPr id="21" name="text-969">
            <a:extLst xmlns:a="http://schemas.openxmlformats.org/drawingml/2006/main">
              <a:ext uri="{FF2B5EF4-FFF2-40B4-BE49-F238E27FC236}">
                <a16:creationId xmlns:a16="http://schemas.microsoft.com/office/drawing/2014/main" id="{012B6442-7217-43C3-BF39-7F7C243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00" y="2917507"/>
            <a:ext cx="667131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AHB</a:t>
            </a:r>
          </a:p>
        </p:txBody>
      </p:sp>
      <p:sp>
        <p:nvSpPr>
          <p:cNvPr id="22" name="text-970">
            <a:extLst xmlns:a="http://schemas.openxmlformats.org/drawingml/2006/main">
              <a:ext uri="{FF2B5EF4-FFF2-40B4-BE49-F238E27FC236}">
                <a16:creationId xmlns:a16="http://schemas.microsoft.com/office/drawing/2014/main" id="{0AF9C020-04C5-4720-976D-145E6DF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86" y="2917507"/>
            <a:ext cx="686753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APB</a:t>
            </a:r>
          </a:p>
        </p:txBody>
      </p:sp>
      <p:sp>
        <p:nvSpPr>
          <p:cNvPr id="23" name="wire-971">
            <a:extLst xmlns:a="http://schemas.openxmlformats.org/drawingml/2006/main">
              <a:ext uri="{FF2B5EF4-FFF2-40B4-BE49-F238E27FC236}">
                <a16:creationId xmlns:a16="http://schemas.microsoft.com/office/drawing/2014/main" id="{E522379E-708A-47A8-8612-CF3B9D22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918" y="2819019"/>
            <a:ext cx="3159062" cy="9525"/>
          </a:xfrm>
          <a:custGeom xmlns:a="http://schemas.openxmlformats.org/drawingml/2006/main">
            <a:pathLst>
              <a:path w="3159062" h="9525">
                <a:moveTo>
                  <a:pt x="0" y="0"/>
                </a:moveTo>
                <a:lnTo>
                  <a:pt x="3159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572C3"/>
            </a:solidFill>
          </a:ln>
        </p:spPr>
      </p:sp>
      <p:sp>
        <p:nvSpPr>
          <p:cNvPr id="24" name="wire-972">
            <a:extLst xmlns:a="http://schemas.openxmlformats.org/drawingml/2006/main">
              <a:ext uri="{FF2B5EF4-FFF2-40B4-BE49-F238E27FC236}">
                <a16:creationId xmlns:a16="http://schemas.microsoft.com/office/drawing/2014/main" id="{0B9026EA-761C-431A-BE8F-D06AEB4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589" y="2657856"/>
            <a:ext cx="9525" cy="161163"/>
          </a:xfrm>
          <a:custGeom xmlns:a="http://schemas.openxmlformats.org/drawingml/2006/main">
            <a:pathLst>
              <a:path w="9525" h="161163">
                <a:moveTo>
                  <a:pt x="0" y="0"/>
                </a:moveTo>
                <a:lnTo>
                  <a:pt x="0" y="16116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572C3"/>
            </a:solidFill>
          </a:ln>
        </p:spPr>
      </p:sp>
      <p:sp>
        <p:nvSpPr>
          <p:cNvPr id="25" name="wire-973">
            <a:extLst xmlns:a="http://schemas.openxmlformats.org/drawingml/2006/main">
              <a:ext uri="{FF2B5EF4-FFF2-40B4-BE49-F238E27FC236}">
                <a16:creationId xmlns:a16="http://schemas.microsoft.com/office/drawing/2014/main" id="{99F88603-EEDF-4D95-AAD9-73804DD4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90" y="2657856"/>
            <a:ext cx="9525" cy="161163"/>
          </a:xfrm>
          <a:custGeom xmlns:a="http://schemas.openxmlformats.org/drawingml/2006/main">
            <a:pathLst>
              <a:path w="9525" h="161163">
                <a:moveTo>
                  <a:pt x="0" y="0"/>
                </a:moveTo>
                <a:lnTo>
                  <a:pt x="0" y="161163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31F20"/>
            </a:solidFill>
          </a:ln>
        </p:spPr>
      </p:sp>
      <p:sp>
        <p:nvSpPr>
          <p:cNvPr id="26" name="wire-974">
            <a:extLst xmlns:a="http://schemas.openxmlformats.org/drawingml/2006/main">
              <a:ext uri="{FF2B5EF4-FFF2-40B4-BE49-F238E27FC236}">
                <a16:creationId xmlns:a16="http://schemas.microsoft.com/office/drawing/2014/main" id="{50956396-B65F-4CDD-8FAF-39D379B7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781" y="2738438"/>
            <a:ext cx="2903982" cy="9525"/>
          </a:xfrm>
          <a:custGeom xmlns:a="http://schemas.openxmlformats.org/drawingml/2006/main">
            <a:pathLst>
              <a:path w="2903982" h="9525">
                <a:moveTo>
                  <a:pt x="0" y="0"/>
                </a:moveTo>
                <a:lnTo>
                  <a:pt x="29039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572C3"/>
            </a:solidFill>
          </a:ln>
        </p:spPr>
      </p:sp>
      <p:sp>
        <p:nvSpPr>
          <p:cNvPr id="27" name="wire-975">
            <a:extLst xmlns:a="http://schemas.openxmlformats.org/drawingml/2006/main">
              <a:ext uri="{FF2B5EF4-FFF2-40B4-BE49-F238E27FC236}">
                <a16:creationId xmlns:a16="http://schemas.microsoft.com/office/drawing/2014/main" id="{F4D15A0D-3BB4-4AAC-ADC9-E03DCDAA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763" y="2738438"/>
            <a:ext cx="402241" cy="9525"/>
          </a:xfrm>
          <a:custGeom xmlns:a="http://schemas.openxmlformats.org/drawingml/2006/main">
            <a:pathLst>
              <a:path w="402241" h="9525">
                <a:moveTo>
                  <a:pt x="0" y="0"/>
                </a:moveTo>
                <a:lnTo>
                  <a:pt x="4022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572C3"/>
            </a:solidFill>
          </a:ln>
        </p:spPr>
      </p:sp>
      <p:sp>
        <p:nvSpPr>
          <p:cNvPr id="28" name="wire-976">
            <a:extLst xmlns:a="http://schemas.openxmlformats.org/drawingml/2006/main">
              <a:ext uri="{FF2B5EF4-FFF2-40B4-BE49-F238E27FC236}">
                <a16:creationId xmlns:a16="http://schemas.microsoft.com/office/drawing/2014/main" id="{C2ECD802-7C44-4B3D-8D90-7181FF84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004" y="2738438"/>
            <a:ext cx="9525" cy="1253490"/>
          </a:xfrm>
          <a:custGeom xmlns:a="http://schemas.openxmlformats.org/drawingml/2006/main">
            <a:pathLst>
              <a:path w="9525" h="1253490">
                <a:moveTo>
                  <a:pt x="0" y="0"/>
                </a:moveTo>
                <a:lnTo>
                  <a:pt x="0" y="125349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572C3"/>
            </a:solidFill>
          </a:ln>
        </p:spPr>
      </p:sp>
      <p:sp>
        <p:nvSpPr>
          <p:cNvPr id="29" name="wire-977">
            <a:extLst xmlns:a="http://schemas.openxmlformats.org/drawingml/2006/main">
              <a:ext uri="{FF2B5EF4-FFF2-40B4-BE49-F238E27FC236}">
                <a16:creationId xmlns:a16="http://schemas.microsoft.com/office/drawing/2014/main" id="{24F36587-E8AC-4759-BBD6-2582A6A3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004" y="3991927"/>
            <a:ext cx="382619" cy="9525"/>
          </a:xfrm>
          <a:custGeom xmlns:a="http://schemas.openxmlformats.org/drawingml/2006/main">
            <a:pathLst>
              <a:path w="382619" h="9525">
                <a:moveTo>
                  <a:pt x="0" y="0"/>
                </a:moveTo>
                <a:lnTo>
                  <a:pt x="3826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572C3"/>
            </a:solidFill>
          </a:ln>
        </p:spPr>
      </p:sp>
      <p:sp>
        <p:nvSpPr>
          <p:cNvPr id="30" name="circuit-978">
            <a:extLst xmlns:a="http://schemas.openxmlformats.org/drawingml/2006/main">
              <a:ext uri="{FF2B5EF4-FFF2-40B4-BE49-F238E27FC236}">
                <a16:creationId xmlns:a16="http://schemas.microsoft.com/office/drawing/2014/main" id="{DCFB2564-8CD1-4BD0-8C26-661DEA18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570" y="3973125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1" name="block-979">
            <a:extLst xmlns:a="http://schemas.openxmlformats.org/drawingml/2006/main">
              <a:ext uri="{FF2B5EF4-FFF2-40B4-BE49-F238E27FC236}">
                <a16:creationId xmlns:a16="http://schemas.microsoft.com/office/drawing/2014/main" id="{93EF8CBA-CB4C-4932-9F42-0F9A7FDA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75" y="2389251"/>
            <a:ext cx="912400" cy="25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2" name="text-980">
            <a:extLst xmlns:a="http://schemas.openxmlformats.org/drawingml/2006/main">
              <a:ext uri="{FF2B5EF4-FFF2-40B4-BE49-F238E27FC236}">
                <a16:creationId xmlns:a16="http://schemas.microsoft.com/office/drawing/2014/main" id="{9F23A6CF-8147-4C0F-90F6-0A9A58F8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807" y="2398205"/>
            <a:ext cx="853535" cy="241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uart_apb</a:t>
            </a:r>
          </a:p>
        </p:txBody>
      </p:sp>
      <p:sp>
        <p:nvSpPr>
          <p:cNvPr id="33" name="block-981">
            <a:extLst xmlns:a="http://schemas.openxmlformats.org/drawingml/2006/main">
              <a:ext uri="{FF2B5EF4-FFF2-40B4-BE49-F238E27FC236}">
                <a16:creationId xmlns:a16="http://schemas.microsoft.com/office/drawing/2014/main" id="{CB1DBC77-240C-4148-80EE-885EE2F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504" y="2389251"/>
            <a:ext cx="863346" cy="25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4" name="text-982">
            <a:extLst xmlns:a="http://schemas.openxmlformats.org/drawingml/2006/main">
              <a:ext uri="{FF2B5EF4-FFF2-40B4-BE49-F238E27FC236}">
                <a16:creationId xmlns:a16="http://schemas.microsoft.com/office/drawing/2014/main" id="{7F28EFA5-E2E8-4B79-B265-FE902DEA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936" y="2398205"/>
            <a:ext cx="804482" cy="241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gpio_apb</a:t>
            </a:r>
          </a:p>
        </p:txBody>
      </p:sp>
      <p:sp>
        <p:nvSpPr>
          <p:cNvPr id="35" name="block-983">
            <a:extLst xmlns:a="http://schemas.openxmlformats.org/drawingml/2006/main">
              <a:ext uri="{FF2B5EF4-FFF2-40B4-BE49-F238E27FC236}">
                <a16:creationId xmlns:a16="http://schemas.microsoft.com/office/drawing/2014/main" id="{0E0700EC-4032-4922-A43C-07A6D98A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957" y="2389251"/>
            <a:ext cx="676942" cy="25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6" name="text-984">
            <a:extLst xmlns:a="http://schemas.openxmlformats.org/drawingml/2006/main">
              <a:ext uri="{FF2B5EF4-FFF2-40B4-BE49-F238E27FC236}">
                <a16:creationId xmlns:a16="http://schemas.microsoft.com/office/drawing/2014/main" id="{A42F7C5C-E4C8-4968-9153-042D6345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389" y="2398205"/>
            <a:ext cx="618077" cy="241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spi_apb</a:t>
            </a:r>
          </a:p>
        </p:txBody>
      </p:sp>
      <p:sp>
        <p:nvSpPr>
          <p:cNvPr id="37" name="wire-985">
            <a:extLst xmlns:a="http://schemas.openxmlformats.org/drawingml/2006/main">
              <a:ext uri="{FF2B5EF4-FFF2-40B4-BE49-F238E27FC236}">
                <a16:creationId xmlns:a16="http://schemas.microsoft.com/office/drawing/2014/main" id="{A6C464E4-20C2-49E3-90EA-3E0652AF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859" y="2648903"/>
            <a:ext cx="9525" cy="89535"/>
          </a:xfrm>
          <a:custGeom xmlns:a="http://schemas.openxmlformats.org/drawingml/2006/main">
            <a:pathLst>
              <a:path w="9525" h="89535">
                <a:moveTo>
                  <a:pt x="0" y="0"/>
                </a:moveTo>
                <a:lnTo>
                  <a:pt x="0" y="8953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38" name="wire-986">
            <a:extLst xmlns:a="http://schemas.openxmlformats.org/drawingml/2006/main">
              <a:ext uri="{FF2B5EF4-FFF2-40B4-BE49-F238E27FC236}">
                <a16:creationId xmlns:a16="http://schemas.microsoft.com/office/drawing/2014/main" id="{BC422D00-D8A0-4410-B442-84B077A8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366" y="2648903"/>
            <a:ext cx="9525" cy="89535"/>
          </a:xfrm>
          <a:custGeom xmlns:a="http://schemas.openxmlformats.org/drawingml/2006/main">
            <a:pathLst>
              <a:path w="9525" h="89535">
                <a:moveTo>
                  <a:pt x="0" y="0"/>
                </a:moveTo>
                <a:lnTo>
                  <a:pt x="0" y="8953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39" name="wire-987">
            <a:extLst xmlns:a="http://schemas.openxmlformats.org/drawingml/2006/main">
              <a:ext uri="{FF2B5EF4-FFF2-40B4-BE49-F238E27FC236}">
                <a16:creationId xmlns:a16="http://schemas.microsoft.com/office/drawing/2014/main" id="{0C6EC8A4-514C-4886-8DB8-0702CF9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523" y="2648903"/>
            <a:ext cx="9525" cy="89535"/>
          </a:xfrm>
          <a:custGeom xmlns:a="http://schemas.openxmlformats.org/drawingml/2006/main">
            <a:pathLst>
              <a:path w="9525" h="89535">
                <a:moveTo>
                  <a:pt x="0" y="0"/>
                </a:moveTo>
                <a:lnTo>
                  <a:pt x="0" y="8953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40" name="wire-988">
            <a:extLst xmlns:a="http://schemas.openxmlformats.org/drawingml/2006/main">
              <a:ext uri="{FF2B5EF4-FFF2-40B4-BE49-F238E27FC236}">
                <a16:creationId xmlns:a16="http://schemas.microsoft.com/office/drawing/2014/main" id="{7325C552-72C7-48E5-8AC4-A5AD062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684" y="2237042"/>
            <a:ext cx="9525" cy="152209"/>
          </a:xfrm>
          <a:custGeom xmlns:a="http://schemas.openxmlformats.org/drawingml/2006/main">
            <a:pathLst>
              <a:path w="9525" h="152209">
                <a:moveTo>
                  <a:pt x="0" y="1522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1" name="wire-989">
            <a:extLst xmlns:a="http://schemas.openxmlformats.org/drawingml/2006/main">
              <a:ext uri="{FF2B5EF4-FFF2-40B4-BE49-F238E27FC236}">
                <a16:creationId xmlns:a16="http://schemas.microsoft.com/office/drawing/2014/main" id="{1BC7D40B-A698-4651-8E0B-CAFB44B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684" y="2237042"/>
            <a:ext cx="569024" cy="9525"/>
          </a:xfrm>
          <a:custGeom xmlns:a="http://schemas.openxmlformats.org/drawingml/2006/main">
            <a:pathLst>
              <a:path w="569024" h="9525">
                <a:moveTo>
                  <a:pt x="0" y="0"/>
                </a:moveTo>
                <a:lnTo>
                  <a:pt x="5690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2" name="wire-990">
            <a:extLst xmlns:a="http://schemas.openxmlformats.org/drawingml/2006/main">
              <a:ext uri="{FF2B5EF4-FFF2-40B4-BE49-F238E27FC236}">
                <a16:creationId xmlns:a16="http://schemas.microsoft.com/office/drawing/2014/main" id="{1EE1DEC9-384E-442B-8EB8-C6B85FA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707" y="1887855"/>
            <a:ext cx="9525" cy="349187"/>
          </a:xfrm>
          <a:custGeom xmlns:a="http://schemas.openxmlformats.org/drawingml/2006/main">
            <a:pathLst>
              <a:path w="9525" h="349187">
                <a:moveTo>
                  <a:pt x="0" y="3491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3" name="wire-991">
            <a:extLst xmlns:a="http://schemas.openxmlformats.org/drawingml/2006/main">
              <a:ext uri="{FF2B5EF4-FFF2-40B4-BE49-F238E27FC236}">
                <a16:creationId xmlns:a16="http://schemas.microsoft.com/office/drawing/2014/main" id="{2CD89771-0DE4-4BB6-91E4-9C2AC113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707" y="1887855"/>
            <a:ext cx="1324451" cy="9525"/>
          </a:xfrm>
          <a:custGeom xmlns:a="http://schemas.openxmlformats.org/drawingml/2006/main">
            <a:pathLst>
              <a:path w="1324451" h="9525">
                <a:moveTo>
                  <a:pt x="0" y="0"/>
                </a:moveTo>
                <a:lnTo>
                  <a:pt x="13244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4" name="wire-992">
            <a:extLst xmlns:a="http://schemas.openxmlformats.org/drawingml/2006/main">
              <a:ext uri="{FF2B5EF4-FFF2-40B4-BE49-F238E27FC236}">
                <a16:creationId xmlns:a16="http://schemas.microsoft.com/office/drawing/2014/main" id="{00BBFB0A-FB57-4EF7-B31B-0968F72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159" y="1493901"/>
            <a:ext cx="9525" cy="393954"/>
          </a:xfrm>
          <a:custGeom xmlns:a="http://schemas.openxmlformats.org/drawingml/2006/main">
            <a:pathLst>
              <a:path w="9525" h="393954">
                <a:moveTo>
                  <a:pt x="0" y="3939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5" name="circuit-993">
            <a:extLst xmlns:a="http://schemas.openxmlformats.org/drawingml/2006/main">
              <a:ext uri="{FF2B5EF4-FFF2-40B4-BE49-F238E27FC236}">
                <a16:creationId xmlns:a16="http://schemas.microsoft.com/office/drawing/2014/main" id="{5734EF28-B3E3-4ACB-8851-E17B70EC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56" y="1493901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6" name="wire-994">
            <a:extLst xmlns:a="http://schemas.openxmlformats.org/drawingml/2006/main">
              <a:ext uri="{FF2B5EF4-FFF2-40B4-BE49-F238E27FC236}">
                <a16:creationId xmlns:a16="http://schemas.microsoft.com/office/drawing/2014/main" id="{DCB40108-34BB-412E-B211-E48CF97B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684" y="2237042"/>
            <a:ext cx="9525" cy="152209"/>
          </a:xfrm>
          <a:custGeom xmlns:a="http://schemas.openxmlformats.org/drawingml/2006/main">
            <a:pathLst>
              <a:path w="9525" h="152209">
                <a:moveTo>
                  <a:pt x="0" y="0"/>
                </a:moveTo>
                <a:lnTo>
                  <a:pt x="0" y="15220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7" name="circuit-995">
            <a:extLst xmlns:a="http://schemas.openxmlformats.org/drawingml/2006/main">
              <a:ext uri="{FF2B5EF4-FFF2-40B4-BE49-F238E27FC236}">
                <a16:creationId xmlns:a16="http://schemas.microsoft.com/office/drawing/2014/main" id="{1EFDB790-E75E-4E64-9B48-7CA95CD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081" y="2344484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44767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8" name="text-996">
            <a:extLst xmlns:a="http://schemas.openxmlformats.org/drawingml/2006/main">
              <a:ext uri="{FF2B5EF4-FFF2-40B4-BE49-F238E27FC236}">
                <a16:creationId xmlns:a16="http://schemas.microsoft.com/office/drawing/2014/main" id="{17339F37-A171-4D86-9378-8AC38747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277" y="1896808"/>
            <a:ext cx="372809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SPI</a:t>
            </a:r>
          </a:p>
        </p:txBody>
      </p:sp>
      <p:sp>
        <p:nvSpPr>
          <p:cNvPr id="49" name="text-997">
            <a:extLst xmlns:a="http://schemas.openxmlformats.org/drawingml/2006/main">
              <a:ext uri="{FF2B5EF4-FFF2-40B4-BE49-F238E27FC236}">
                <a16:creationId xmlns:a16="http://schemas.microsoft.com/office/drawing/2014/main" id="{70F25067-A2FB-4317-8E71-162CAE2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127" y="2962275"/>
            <a:ext cx="1952339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CLINT / PLIC 等</a:t>
            </a:r>
          </a:p>
        </p:txBody>
      </p:sp>
      <p:sp>
        <p:nvSpPr>
          <p:cNvPr id="50" name="wire-998">
            <a:extLst xmlns:a="http://schemas.openxmlformats.org/drawingml/2006/main">
              <a:ext uri="{FF2B5EF4-FFF2-40B4-BE49-F238E27FC236}">
                <a16:creationId xmlns:a16="http://schemas.microsoft.com/office/drawing/2014/main" id="{E60BEC56-0DE3-46E2-8EC3-6E7B09BA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659" y="2819019"/>
            <a:ext cx="343376" cy="9525"/>
          </a:xfrm>
          <a:custGeom xmlns:a="http://schemas.openxmlformats.org/drawingml/2006/main">
            <a:pathLst>
              <a:path w="343376" h="9525">
                <a:moveTo>
                  <a:pt x="0" y="0"/>
                </a:moveTo>
                <a:lnTo>
                  <a:pt x="343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51" name="wire-999">
            <a:extLst xmlns:a="http://schemas.openxmlformats.org/drawingml/2006/main">
              <a:ext uri="{FF2B5EF4-FFF2-40B4-BE49-F238E27FC236}">
                <a16:creationId xmlns:a16="http://schemas.microsoft.com/office/drawing/2014/main" id="{EE5AE036-4505-4243-8272-75EC6DC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036" y="2120646"/>
            <a:ext cx="9525" cy="698373"/>
          </a:xfrm>
          <a:custGeom xmlns:a="http://schemas.openxmlformats.org/drawingml/2006/main">
            <a:pathLst>
              <a:path w="9525" h="698373">
                <a:moveTo>
                  <a:pt x="0" y="6983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52" name="wire-1000">
            <a:extLst xmlns:a="http://schemas.openxmlformats.org/drawingml/2006/main">
              <a:ext uri="{FF2B5EF4-FFF2-40B4-BE49-F238E27FC236}">
                <a16:creationId xmlns:a16="http://schemas.microsoft.com/office/drawing/2014/main" id="{D97E7E75-6987-40B0-B684-FFB44310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036" y="2120646"/>
            <a:ext cx="5023104" cy="9525"/>
          </a:xfrm>
          <a:custGeom xmlns:a="http://schemas.openxmlformats.org/drawingml/2006/main">
            <a:pathLst>
              <a:path w="5023104" h="9525">
                <a:moveTo>
                  <a:pt x="0" y="0"/>
                </a:moveTo>
                <a:lnTo>
                  <a:pt x="50231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53" name="wire-1001">
            <a:extLst xmlns:a="http://schemas.openxmlformats.org/drawingml/2006/main">
              <a:ext uri="{FF2B5EF4-FFF2-40B4-BE49-F238E27FC236}">
                <a16:creationId xmlns:a16="http://schemas.microsoft.com/office/drawing/2014/main" id="{F513D4D1-C8A0-4B7C-97F1-3D72150D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140" y="2120646"/>
            <a:ext cx="156972" cy="9525"/>
          </a:xfrm>
          <a:custGeom xmlns:a="http://schemas.openxmlformats.org/drawingml/2006/main">
            <a:pathLst>
              <a:path w="156972" h="9525">
                <a:moveTo>
                  <a:pt x="0" y="0"/>
                </a:moveTo>
                <a:lnTo>
                  <a:pt x="156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54" name="circuit-1002">
            <a:extLst xmlns:a="http://schemas.openxmlformats.org/drawingml/2006/main">
              <a:ext uri="{FF2B5EF4-FFF2-40B4-BE49-F238E27FC236}">
                <a16:creationId xmlns:a16="http://schemas.microsoft.com/office/drawing/2014/main" id="{102A8E74-38D2-4501-ACC6-B53F50F6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058" y="210184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55" name="wire-1003">
            <a:extLst xmlns:a="http://schemas.openxmlformats.org/drawingml/2006/main">
              <a:ext uri="{FF2B5EF4-FFF2-40B4-BE49-F238E27FC236}">
                <a16:creationId xmlns:a16="http://schemas.microsoft.com/office/drawing/2014/main" id="{09E85FE2-A75B-4B42-9B90-BA36D68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659" y="2819019"/>
            <a:ext cx="343376" cy="9525"/>
          </a:xfrm>
          <a:custGeom xmlns:a="http://schemas.openxmlformats.org/drawingml/2006/main">
            <a:pathLst>
              <a:path w="343376" h="9525">
                <a:moveTo>
                  <a:pt x="34337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572C3"/>
            </a:solidFill>
          </a:ln>
        </p:spPr>
      </p:sp>
      <p:sp>
        <p:nvSpPr>
          <p:cNvPr id="56" name="circuit-1004">
            <a:extLst xmlns:a="http://schemas.openxmlformats.org/drawingml/2006/main">
              <a:ext uri="{FF2B5EF4-FFF2-40B4-BE49-F238E27FC236}">
                <a16:creationId xmlns:a16="http://schemas.microsoft.com/office/drawing/2014/main" id="{E48A126C-05FA-4B3B-BC9A-3CB5D4AC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659" y="2800217"/>
            <a:ext cx="49054" cy="37605"/>
          </a:xfrm>
          <a:custGeom xmlns:a="http://schemas.openxmlformats.org/drawingml/2006/main">
            <a:pathLst>
              <a:path w="49054" h="37605">
                <a:moveTo>
                  <a:pt x="0" y="18802"/>
                </a:moveTo>
                <a:lnTo>
                  <a:pt x="49054" y="37605"/>
                </a:lnTo>
                <a:lnTo>
                  <a:pt x="49054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57" name="block-1005">
            <a:extLst xmlns:a="http://schemas.openxmlformats.org/drawingml/2006/main">
              <a:ext uri="{FF2B5EF4-FFF2-40B4-BE49-F238E27FC236}">
                <a16:creationId xmlns:a16="http://schemas.microsoft.com/office/drawing/2014/main" id="{B36A1F32-ABF4-4FF1-91C3-CF850E8B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12" y="1968437"/>
            <a:ext cx="1775746" cy="3044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58" name="text-1006">
            <a:extLst xmlns:a="http://schemas.openxmlformats.org/drawingml/2006/main">
              <a:ext uri="{FF2B5EF4-FFF2-40B4-BE49-F238E27FC236}">
                <a16:creationId xmlns:a16="http://schemas.microsoft.com/office/drawing/2014/main" id="{992DF4E1-F6FE-4766-9690-90EE734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544" y="1977390"/>
            <a:ext cx="1716881" cy="2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ahbaxibridge</a:t>
            </a:r>
          </a:p>
        </p:txBody>
      </p:sp>
      <p:sp>
        <p:nvSpPr>
          <p:cNvPr id="59" name="block-1007">
            <a:extLst xmlns:a="http://schemas.openxmlformats.org/drawingml/2006/main">
              <a:ext uri="{FF2B5EF4-FFF2-40B4-BE49-F238E27FC236}">
                <a16:creationId xmlns:a16="http://schemas.microsoft.com/office/drawing/2014/main" id="{D6741BEB-8180-4F70-8158-8C6D6A22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12" y="2407158"/>
            <a:ext cx="1775746" cy="3044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60" name="text-1008">
            <a:extLst xmlns:a="http://schemas.openxmlformats.org/drawingml/2006/main">
              <a:ext uri="{FF2B5EF4-FFF2-40B4-BE49-F238E27FC236}">
                <a16:creationId xmlns:a16="http://schemas.microsoft.com/office/drawing/2014/main" id="{7D222D2C-B9E4-4159-B619-55C818F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544" y="2416112"/>
            <a:ext cx="1716881" cy="2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clkconverter</a:t>
            </a:r>
          </a:p>
        </p:txBody>
      </p:sp>
      <p:sp>
        <p:nvSpPr>
          <p:cNvPr id="61" name="block-1009">
            <a:extLst xmlns:a="http://schemas.openxmlformats.org/drawingml/2006/main">
              <a:ext uri="{FF2B5EF4-FFF2-40B4-BE49-F238E27FC236}">
                <a16:creationId xmlns:a16="http://schemas.microsoft.com/office/drawing/2014/main" id="{79CDCD4A-9555-4D87-902A-6FC1188F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12" y="2854833"/>
            <a:ext cx="1775746" cy="3044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62" name="text-1010">
            <a:extLst xmlns:a="http://schemas.openxmlformats.org/drawingml/2006/main">
              <a:ext uri="{FF2B5EF4-FFF2-40B4-BE49-F238E27FC236}">
                <a16:creationId xmlns:a16="http://schemas.microsoft.com/office/drawing/2014/main" id="{6B76A464-9F4E-4CD4-B56F-EB96C80E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544" y="2863786"/>
            <a:ext cx="1716881" cy="2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AXI shared fabric</a:t>
            </a:r>
          </a:p>
        </p:txBody>
      </p:sp>
      <p:sp>
        <p:nvSpPr>
          <p:cNvPr id="63" name="block-1011">
            <a:extLst xmlns:a="http://schemas.openxmlformats.org/drawingml/2006/main">
              <a:ext uri="{FF2B5EF4-FFF2-40B4-BE49-F238E27FC236}">
                <a16:creationId xmlns:a16="http://schemas.microsoft.com/office/drawing/2014/main" id="{0CB3F6F1-9600-4299-9DA7-B8FF228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12" y="3302508"/>
            <a:ext cx="1775746" cy="3044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64" name="text-1012">
            <a:extLst xmlns:a="http://schemas.openxmlformats.org/drawingml/2006/main">
              <a:ext uri="{FF2B5EF4-FFF2-40B4-BE49-F238E27FC236}">
                <a16:creationId xmlns:a16="http://schemas.microsoft.com/office/drawing/2014/main" id="{EDBDD247-FC7F-4791-8DFC-F636C2F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544" y="3311461"/>
            <a:ext cx="1716881" cy="2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DDR controller / MIG</a:t>
            </a:r>
          </a:p>
        </p:txBody>
      </p:sp>
      <p:sp>
        <p:nvSpPr>
          <p:cNvPr id="65" name="wire-1013">
            <a:extLst xmlns:a="http://schemas.openxmlformats.org/drawingml/2006/main">
              <a:ext uri="{FF2B5EF4-FFF2-40B4-BE49-F238E27FC236}">
                <a16:creationId xmlns:a16="http://schemas.microsoft.com/office/drawing/2014/main" id="{FAC86F2D-8E84-4C8C-9AC5-CBCAC2F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079" y="2272856"/>
            <a:ext cx="9525" cy="134302"/>
          </a:xfrm>
          <a:custGeom xmlns:a="http://schemas.openxmlformats.org/drawingml/2006/main">
            <a:pathLst>
              <a:path w="9525" h="134302">
                <a:moveTo>
                  <a:pt x="0" y="0"/>
                </a:moveTo>
                <a:lnTo>
                  <a:pt x="0" y="13430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66" name="circuit-1014">
            <a:extLst xmlns:a="http://schemas.openxmlformats.org/drawingml/2006/main">
              <a:ext uri="{FF2B5EF4-FFF2-40B4-BE49-F238E27FC236}">
                <a16:creationId xmlns:a16="http://schemas.microsoft.com/office/drawing/2014/main" id="{1F8F16DB-39D9-4A3D-9A41-0859A241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476" y="2362391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67" name="wire-1015">
            <a:extLst xmlns:a="http://schemas.openxmlformats.org/drawingml/2006/main">
              <a:ext uri="{FF2B5EF4-FFF2-40B4-BE49-F238E27FC236}">
                <a16:creationId xmlns:a16="http://schemas.microsoft.com/office/drawing/2014/main" id="{6B8D46D1-2319-4760-A532-21DE7118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079" y="2272856"/>
            <a:ext cx="9525" cy="134302"/>
          </a:xfrm>
          <a:custGeom xmlns:a="http://schemas.openxmlformats.org/drawingml/2006/main">
            <a:pathLst>
              <a:path w="9525" h="134302">
                <a:moveTo>
                  <a:pt x="0" y="1343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68" name="circuit-1016">
            <a:extLst xmlns:a="http://schemas.openxmlformats.org/drawingml/2006/main">
              <a:ext uri="{FF2B5EF4-FFF2-40B4-BE49-F238E27FC236}">
                <a16:creationId xmlns:a16="http://schemas.microsoft.com/office/drawing/2014/main" id="{B95A488C-CB8E-4FE0-B09A-EAC892FF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476" y="2272856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69" name="wire-1017">
            <a:extLst xmlns:a="http://schemas.openxmlformats.org/drawingml/2006/main">
              <a:ext uri="{FF2B5EF4-FFF2-40B4-BE49-F238E27FC236}">
                <a16:creationId xmlns:a16="http://schemas.microsoft.com/office/drawing/2014/main" id="{769691B6-75BC-4ED5-B1B1-18C8B818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079" y="2711577"/>
            <a:ext cx="9525" cy="143256"/>
          </a:xfrm>
          <a:custGeom xmlns:a="http://schemas.openxmlformats.org/drawingml/2006/main">
            <a:pathLst>
              <a:path w="9525" h="143256">
                <a:moveTo>
                  <a:pt x="0" y="0"/>
                </a:moveTo>
                <a:lnTo>
                  <a:pt x="0" y="1432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70" name="circuit-1018">
            <a:extLst xmlns:a="http://schemas.openxmlformats.org/drawingml/2006/main">
              <a:ext uri="{FF2B5EF4-FFF2-40B4-BE49-F238E27FC236}">
                <a16:creationId xmlns:a16="http://schemas.microsoft.com/office/drawing/2014/main" id="{9CC3D7D2-60B3-470B-9EFA-39463A5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476" y="2810066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71" name="wire-1019">
            <a:extLst xmlns:a="http://schemas.openxmlformats.org/drawingml/2006/main">
              <a:ext uri="{FF2B5EF4-FFF2-40B4-BE49-F238E27FC236}">
                <a16:creationId xmlns:a16="http://schemas.microsoft.com/office/drawing/2014/main" id="{9370D710-101A-4DF8-B2A9-8B1789C9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079" y="2711577"/>
            <a:ext cx="9525" cy="143256"/>
          </a:xfrm>
          <a:custGeom xmlns:a="http://schemas.openxmlformats.org/drawingml/2006/main">
            <a:pathLst>
              <a:path w="9525" h="143256">
                <a:moveTo>
                  <a:pt x="0" y="143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72" name="circuit-1020">
            <a:extLst xmlns:a="http://schemas.openxmlformats.org/drawingml/2006/main">
              <a:ext uri="{FF2B5EF4-FFF2-40B4-BE49-F238E27FC236}">
                <a16:creationId xmlns:a16="http://schemas.microsoft.com/office/drawing/2014/main" id="{A3A14849-713C-48F6-8B61-49CDF27F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476" y="2711577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0"/>
                </a:moveTo>
                <a:lnTo>
                  <a:pt x="0" y="44768"/>
                </a:lnTo>
                <a:lnTo>
                  <a:pt x="41205" y="44768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73" name="wire-1021">
            <a:extLst xmlns:a="http://schemas.openxmlformats.org/drawingml/2006/main">
              <a:ext uri="{FF2B5EF4-FFF2-40B4-BE49-F238E27FC236}">
                <a16:creationId xmlns:a16="http://schemas.microsoft.com/office/drawing/2014/main" id="{9ACBC5E9-7926-4967-86EE-5940FC3C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079" y="3159252"/>
            <a:ext cx="9525" cy="143256"/>
          </a:xfrm>
          <a:custGeom xmlns:a="http://schemas.openxmlformats.org/drawingml/2006/main">
            <a:pathLst>
              <a:path w="9525" h="143256">
                <a:moveTo>
                  <a:pt x="0" y="0"/>
                </a:moveTo>
                <a:lnTo>
                  <a:pt x="0" y="1432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74" name="circuit-1022">
            <a:extLst xmlns:a="http://schemas.openxmlformats.org/drawingml/2006/main">
              <a:ext uri="{FF2B5EF4-FFF2-40B4-BE49-F238E27FC236}">
                <a16:creationId xmlns:a16="http://schemas.microsoft.com/office/drawing/2014/main" id="{23BEEA7E-BB10-4A84-9633-05963F4B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476" y="3257741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75" name="wire-1023">
            <a:extLst xmlns:a="http://schemas.openxmlformats.org/drawingml/2006/main">
              <a:ext uri="{FF2B5EF4-FFF2-40B4-BE49-F238E27FC236}">
                <a16:creationId xmlns:a16="http://schemas.microsoft.com/office/drawing/2014/main" id="{B0F2F3C9-BA9C-4283-A475-7B831B0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079" y="3159252"/>
            <a:ext cx="9525" cy="143256"/>
          </a:xfrm>
          <a:custGeom xmlns:a="http://schemas.openxmlformats.org/drawingml/2006/main">
            <a:pathLst>
              <a:path w="9525" h="143256">
                <a:moveTo>
                  <a:pt x="0" y="143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76" name="circuit-1024">
            <a:extLst xmlns:a="http://schemas.openxmlformats.org/drawingml/2006/main">
              <a:ext uri="{FF2B5EF4-FFF2-40B4-BE49-F238E27FC236}">
                <a16:creationId xmlns:a16="http://schemas.microsoft.com/office/drawing/2014/main" id="{1CF05F08-F8D5-404E-BB49-897B4536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476" y="3159252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0"/>
                </a:moveTo>
                <a:lnTo>
                  <a:pt x="0" y="44768"/>
                </a:lnTo>
                <a:lnTo>
                  <a:pt x="41205" y="44768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77" name="wire-1025">
            <a:extLst xmlns:a="http://schemas.openxmlformats.org/drawingml/2006/main">
              <a:ext uri="{FF2B5EF4-FFF2-40B4-BE49-F238E27FC236}">
                <a16:creationId xmlns:a16="http://schemas.microsoft.com/office/drawing/2014/main" id="{C65F9494-118A-4E3D-A96B-AA6BB20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857" y="3454718"/>
            <a:ext cx="78486" cy="9525"/>
          </a:xfrm>
          <a:custGeom xmlns:a="http://schemas.openxmlformats.org/drawingml/2006/main">
            <a:pathLst>
              <a:path w="78486" h="9525">
                <a:moveTo>
                  <a:pt x="0" y="0"/>
                </a:moveTo>
                <a:lnTo>
                  <a:pt x="784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78" name="wire-1026">
            <a:extLst xmlns:a="http://schemas.openxmlformats.org/drawingml/2006/main">
              <a:ext uri="{FF2B5EF4-FFF2-40B4-BE49-F238E27FC236}">
                <a16:creationId xmlns:a16="http://schemas.microsoft.com/office/drawing/2014/main" id="{328A394C-28BF-47DB-8974-A9565F09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343" y="1556575"/>
            <a:ext cx="9525" cy="1898142"/>
          </a:xfrm>
          <a:custGeom xmlns:a="http://schemas.openxmlformats.org/drawingml/2006/main">
            <a:pathLst>
              <a:path w="9525" h="1898142">
                <a:moveTo>
                  <a:pt x="0" y="18981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79" name="wire-1027">
            <a:extLst xmlns:a="http://schemas.openxmlformats.org/drawingml/2006/main">
              <a:ext uri="{FF2B5EF4-FFF2-40B4-BE49-F238E27FC236}">
                <a16:creationId xmlns:a16="http://schemas.microsoft.com/office/drawing/2014/main" id="{C017FE22-5C83-4CD2-94FF-D26E9B89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574" y="1556575"/>
            <a:ext cx="2344769" cy="9525"/>
          </a:xfrm>
          <a:custGeom xmlns:a="http://schemas.openxmlformats.org/drawingml/2006/main">
            <a:pathLst>
              <a:path w="2344769" h="9525">
                <a:moveTo>
                  <a:pt x="234476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80" name="wire-1028">
            <a:extLst xmlns:a="http://schemas.openxmlformats.org/drawingml/2006/main">
              <a:ext uri="{FF2B5EF4-FFF2-40B4-BE49-F238E27FC236}">
                <a16:creationId xmlns:a16="http://schemas.microsoft.com/office/drawing/2014/main" id="{A437794F-7F9D-43BF-9E6C-84479B2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574" y="1493901"/>
            <a:ext cx="9525" cy="62674"/>
          </a:xfrm>
          <a:custGeom xmlns:a="http://schemas.openxmlformats.org/drawingml/2006/main">
            <a:pathLst>
              <a:path w="9525" h="62674">
                <a:moveTo>
                  <a:pt x="0" y="626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81" name="circuit-1029">
            <a:extLst xmlns:a="http://schemas.openxmlformats.org/drawingml/2006/main">
              <a:ext uri="{FF2B5EF4-FFF2-40B4-BE49-F238E27FC236}">
                <a16:creationId xmlns:a16="http://schemas.microsoft.com/office/drawing/2014/main" id="{A3D068E7-5180-49EB-BD2E-64D9877F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71" y="1493901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82" name="wire-1030">
            <a:extLst xmlns:a="http://schemas.openxmlformats.org/drawingml/2006/main">
              <a:ext uri="{FF2B5EF4-FFF2-40B4-BE49-F238E27FC236}">
                <a16:creationId xmlns:a16="http://schemas.microsoft.com/office/drawing/2014/main" id="{2EF12327-F28F-4CCB-8B4C-497E4201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857" y="3454718"/>
            <a:ext cx="78486" cy="9525"/>
          </a:xfrm>
          <a:custGeom xmlns:a="http://schemas.openxmlformats.org/drawingml/2006/main">
            <a:pathLst>
              <a:path w="78486" h="9525">
                <a:moveTo>
                  <a:pt x="7848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83" name="circuit-1031">
            <a:extLst xmlns:a="http://schemas.openxmlformats.org/drawingml/2006/main">
              <a:ext uri="{FF2B5EF4-FFF2-40B4-BE49-F238E27FC236}">
                <a16:creationId xmlns:a16="http://schemas.microsoft.com/office/drawing/2014/main" id="{94F2813B-47E2-4086-9019-BBBA9AC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857" y="3435915"/>
            <a:ext cx="49054" cy="37605"/>
          </a:xfrm>
          <a:custGeom xmlns:a="http://schemas.openxmlformats.org/drawingml/2006/main">
            <a:pathLst>
              <a:path w="49054" h="37605">
                <a:moveTo>
                  <a:pt x="0" y="18802"/>
                </a:moveTo>
                <a:lnTo>
                  <a:pt x="49054" y="37605"/>
                </a:lnTo>
                <a:lnTo>
                  <a:pt x="49054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84" name="block-1032">
            <a:extLst xmlns:a="http://schemas.openxmlformats.org/drawingml/2006/main">
              <a:ext uri="{FF2B5EF4-FFF2-40B4-BE49-F238E27FC236}">
                <a16:creationId xmlns:a16="http://schemas.microsoft.com/office/drawing/2014/main" id="{2444282D-ED8F-4219-83FC-3D0C71AF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01" y="3320415"/>
            <a:ext cx="8309705" cy="28740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1F20"/>
            </a:solidFill>
          </a:ln>
        </p:spPr>
      </p:sp>
      <p:sp>
        <p:nvSpPr>
          <p:cNvPr id="85" name="text-1033">
            <a:extLst xmlns:a="http://schemas.openxmlformats.org/drawingml/2006/main">
              <a:ext uri="{FF2B5EF4-FFF2-40B4-BE49-F238E27FC236}">
                <a16:creationId xmlns:a16="http://schemas.microsoft.com/office/drawing/2014/main" id="{58307B37-C7C4-4A94-BE0D-3BEE2BC4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9" y="3329368"/>
            <a:ext cx="3041333" cy="214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wallypipelinedcore</a:t>
            </a:r>
          </a:p>
        </p:txBody>
      </p:sp>
      <p:sp>
        <p:nvSpPr>
          <p:cNvPr id="86" name="text-1034">
            <a:extLst xmlns:a="http://schemas.openxmlformats.org/drawingml/2006/main">
              <a:ext uri="{FF2B5EF4-FFF2-40B4-BE49-F238E27FC236}">
                <a16:creationId xmlns:a16="http://schemas.microsoft.com/office/drawing/2014/main" id="{99AC9677-7AEB-4853-900F-28EF95E0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78" y="3347275"/>
            <a:ext cx="1079183" cy="196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20 MHz</a:t>
            </a:r>
          </a:p>
        </p:txBody>
      </p:sp>
      <p:sp>
        <p:nvSpPr>
          <p:cNvPr id="87" name="block-1035">
            <a:extLst xmlns:a="http://schemas.openxmlformats.org/drawingml/2006/main">
              <a:ext uri="{FF2B5EF4-FFF2-40B4-BE49-F238E27FC236}">
                <a16:creationId xmlns:a16="http://schemas.microsoft.com/office/drawing/2014/main" id="{2840A088-3ED2-4652-9D79-5F86EC4F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716" y="3392043"/>
            <a:ext cx="1020318" cy="25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88" name="text-1036">
            <a:extLst xmlns:a="http://schemas.openxmlformats.org/drawingml/2006/main">
              <a:ext uri="{FF2B5EF4-FFF2-40B4-BE49-F238E27FC236}">
                <a16:creationId xmlns:a16="http://schemas.microsoft.com/office/drawing/2014/main" id="{DE65E20F-FF18-47CA-B14A-D7B2194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149" y="3400996"/>
            <a:ext cx="961454" cy="241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ebu</a:t>
            </a:r>
          </a:p>
        </p:txBody>
      </p:sp>
      <p:sp>
        <p:nvSpPr>
          <p:cNvPr id="89" name="wire-1037">
            <a:extLst xmlns:a="http://schemas.openxmlformats.org/drawingml/2006/main">
              <a:ext uri="{FF2B5EF4-FFF2-40B4-BE49-F238E27FC236}">
                <a16:creationId xmlns:a16="http://schemas.microsoft.com/office/drawing/2014/main" id="{76582018-F9BF-44A5-A9C0-D11524CF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065" y="3293554"/>
            <a:ext cx="9525" cy="98489"/>
          </a:xfrm>
          <a:custGeom xmlns:a="http://schemas.openxmlformats.org/drawingml/2006/main">
            <a:pathLst>
              <a:path w="9525" h="98489">
                <a:moveTo>
                  <a:pt x="0" y="984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0" name="wire-1038">
            <a:extLst xmlns:a="http://schemas.openxmlformats.org/drawingml/2006/main">
              <a:ext uri="{FF2B5EF4-FFF2-40B4-BE49-F238E27FC236}">
                <a16:creationId xmlns:a16="http://schemas.microsoft.com/office/drawing/2014/main" id="{D3A0D9FD-94E9-4B6F-BDBD-9270268B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729" y="3293554"/>
            <a:ext cx="6877336" cy="9525"/>
          </a:xfrm>
          <a:custGeom xmlns:a="http://schemas.openxmlformats.org/drawingml/2006/main">
            <a:pathLst>
              <a:path w="6877336" h="9525">
                <a:moveTo>
                  <a:pt x="68773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1" name="wire-1039">
            <a:extLst xmlns:a="http://schemas.openxmlformats.org/drawingml/2006/main">
              <a:ext uri="{FF2B5EF4-FFF2-40B4-BE49-F238E27FC236}">
                <a16:creationId xmlns:a16="http://schemas.microsoft.com/office/drawing/2014/main" id="{02EC160C-4663-4E22-89B8-B02C6F6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729" y="2819019"/>
            <a:ext cx="9525" cy="474535"/>
          </a:xfrm>
          <a:custGeom xmlns:a="http://schemas.openxmlformats.org/drawingml/2006/main">
            <a:pathLst>
              <a:path w="9525" h="474535">
                <a:moveTo>
                  <a:pt x="0" y="4745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2" name="circuit-1040">
            <a:extLst xmlns:a="http://schemas.openxmlformats.org/drawingml/2006/main">
              <a:ext uri="{FF2B5EF4-FFF2-40B4-BE49-F238E27FC236}">
                <a16:creationId xmlns:a16="http://schemas.microsoft.com/office/drawing/2014/main" id="{F8F99209-186F-4572-A201-CAB5511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126" y="2819019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93" name="wire-1041">
            <a:extLst xmlns:a="http://schemas.openxmlformats.org/drawingml/2006/main">
              <a:ext uri="{FF2B5EF4-FFF2-40B4-BE49-F238E27FC236}">
                <a16:creationId xmlns:a16="http://schemas.microsoft.com/office/drawing/2014/main" id="{AB1387D5-C602-432A-817F-A7EE98E8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065" y="3293554"/>
            <a:ext cx="9525" cy="98489"/>
          </a:xfrm>
          <a:custGeom xmlns:a="http://schemas.openxmlformats.org/drawingml/2006/main">
            <a:pathLst>
              <a:path w="9525" h="98489">
                <a:moveTo>
                  <a:pt x="0" y="0"/>
                </a:moveTo>
                <a:lnTo>
                  <a:pt x="0" y="98489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94" name="circuit-1042">
            <a:extLst xmlns:a="http://schemas.openxmlformats.org/drawingml/2006/main">
              <a:ext uri="{FF2B5EF4-FFF2-40B4-BE49-F238E27FC236}">
                <a16:creationId xmlns:a16="http://schemas.microsoft.com/office/drawing/2014/main" id="{BB8E7E17-2722-4D12-9B2C-F536AAC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462" y="3347275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95" name="text-1043">
            <a:extLst xmlns:a="http://schemas.openxmlformats.org/drawingml/2006/main">
              <a:ext uri="{FF2B5EF4-FFF2-40B4-BE49-F238E27FC236}">
                <a16:creationId xmlns:a16="http://schemas.microsoft.com/office/drawing/2014/main" id="{E27ACDAC-982D-4C25-BD53-BBB06B7C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611" y="3427857"/>
            <a:ext cx="470916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AHB</a:t>
            </a:r>
          </a:p>
        </p:txBody>
      </p:sp>
      <p:sp>
        <p:nvSpPr>
          <p:cNvPr id="96" name="block-1044">
            <a:extLst xmlns:a="http://schemas.openxmlformats.org/drawingml/2006/main">
              <a:ext uri="{FF2B5EF4-FFF2-40B4-BE49-F238E27FC236}">
                <a16:creationId xmlns:a16="http://schemas.microsoft.com/office/drawing/2014/main" id="{C59EF88F-2C0E-4E08-A197-56B4227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19" y="3651695"/>
            <a:ext cx="1334262" cy="2202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0">
            <a:noFill/>
          </a:ln>
        </p:spPr>
      </p:sp>
      <p:sp>
        <p:nvSpPr>
          <p:cNvPr id="97" name="block-1045">
            <a:extLst xmlns:a="http://schemas.openxmlformats.org/drawingml/2006/main">
              <a:ext uri="{FF2B5EF4-FFF2-40B4-BE49-F238E27FC236}">
                <a16:creationId xmlns:a16="http://schemas.microsoft.com/office/drawing/2014/main" id="{7BDC9A21-4CFC-4A5B-85C8-C528A991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778" y="3651695"/>
            <a:ext cx="3433763" cy="2202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0">
            <a:noFill/>
          </a:ln>
        </p:spPr>
      </p:sp>
      <p:sp>
        <p:nvSpPr>
          <p:cNvPr id="98" name="block-1046">
            <a:extLst xmlns:a="http://schemas.openxmlformats.org/drawingml/2006/main">
              <a:ext uri="{FF2B5EF4-FFF2-40B4-BE49-F238E27FC236}">
                <a16:creationId xmlns:a16="http://schemas.microsoft.com/office/drawing/2014/main" id="{1ECE6761-BFAE-4E44-8677-1AAEA333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323" y="3651695"/>
            <a:ext cx="2334959" cy="2202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0">
            <a:noFill/>
          </a:ln>
        </p:spPr>
      </p:sp>
      <p:sp>
        <p:nvSpPr>
          <p:cNvPr id="99" name="block-1047">
            <a:extLst xmlns:a="http://schemas.openxmlformats.org/drawingml/2006/main">
              <a:ext uri="{FF2B5EF4-FFF2-40B4-BE49-F238E27FC236}">
                <a16:creationId xmlns:a16="http://schemas.microsoft.com/office/drawing/2014/main" id="{7DE3AE9A-48E2-4E33-BC5C-804094A6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51695"/>
            <a:ext cx="627888" cy="2202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0">
            <a:noFill/>
          </a:ln>
        </p:spPr>
      </p:sp>
      <p:sp>
        <p:nvSpPr>
          <p:cNvPr id="100" name="text-1048">
            <a:extLst xmlns:a="http://schemas.openxmlformats.org/drawingml/2006/main">
              <a:ext uri="{FF2B5EF4-FFF2-40B4-BE49-F238E27FC236}">
                <a16:creationId xmlns:a16="http://schemas.microsoft.com/office/drawing/2014/main" id="{E7609E1D-966A-4E79-8E59-EEC7FD6B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73" y="3678555"/>
            <a:ext cx="882968" cy="214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ifu</a:t>
            </a:r>
          </a:p>
        </p:txBody>
      </p:sp>
      <p:sp>
        <p:nvSpPr>
          <p:cNvPr id="101" name="text-1049">
            <a:extLst xmlns:a="http://schemas.openxmlformats.org/drawingml/2006/main">
              <a:ext uri="{FF2B5EF4-FFF2-40B4-BE49-F238E27FC236}">
                <a16:creationId xmlns:a16="http://schemas.microsoft.com/office/drawing/2014/main" id="{1B2BF3AD-380C-48EA-B6D1-CBE41E24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3678555"/>
            <a:ext cx="932021" cy="214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ieu</a:t>
            </a:r>
          </a:p>
        </p:txBody>
      </p:sp>
      <p:sp>
        <p:nvSpPr>
          <p:cNvPr id="102" name="text-1050">
            <a:extLst xmlns:a="http://schemas.openxmlformats.org/drawingml/2006/main">
              <a:ext uri="{FF2B5EF4-FFF2-40B4-BE49-F238E27FC236}">
                <a16:creationId xmlns:a16="http://schemas.microsoft.com/office/drawing/2014/main" id="{C476D735-16F3-4C5E-B2DA-CCFBF04F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672" y="3678555"/>
            <a:ext cx="882968" cy="214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lsu</a:t>
            </a:r>
          </a:p>
        </p:txBody>
      </p:sp>
      <p:sp>
        <p:nvSpPr>
          <p:cNvPr id="103" name="block-1051">
            <a:extLst xmlns:a="http://schemas.openxmlformats.org/drawingml/2006/main">
              <a:ext uri="{FF2B5EF4-FFF2-40B4-BE49-F238E27FC236}">
                <a16:creationId xmlns:a16="http://schemas.microsoft.com/office/drawing/2014/main" id="{B9FCB205-1E5A-46FC-A923-7343E35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028" y="4439603"/>
            <a:ext cx="117729" cy="38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04" name="circuit-1052">
            <a:extLst xmlns:a="http://schemas.openxmlformats.org/drawingml/2006/main">
              <a:ext uri="{FF2B5EF4-FFF2-40B4-BE49-F238E27FC236}">
                <a16:creationId xmlns:a16="http://schemas.microsoft.com/office/drawing/2014/main" id="{ABFBE384-FD96-442E-931C-7877BC0B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649" y="4439603"/>
            <a:ext cx="78486" cy="44767"/>
          </a:xfrm>
          <a:custGeom xmlns:a="http://schemas.openxmlformats.org/drawingml/2006/main">
            <a:pathLst>
              <a:path w="78486" h="44767">
                <a:moveTo>
                  <a:pt x="0" y="0"/>
                </a:moveTo>
                <a:lnTo>
                  <a:pt x="39243" y="44767"/>
                </a:lnTo>
                <a:lnTo>
                  <a:pt x="7848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05" name="wire-1053">
            <a:extLst xmlns:a="http://schemas.openxmlformats.org/drawingml/2006/main">
              <a:ext uri="{FF2B5EF4-FFF2-40B4-BE49-F238E27FC236}">
                <a16:creationId xmlns:a16="http://schemas.microsoft.com/office/drawing/2014/main" id="{85D40AA3-CEAA-4285-B06C-F8D6EFB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92" y="4385882"/>
            <a:ext cx="9525" cy="53721"/>
          </a:xfrm>
          <a:custGeom xmlns:a="http://schemas.openxmlformats.org/drawingml/2006/main">
            <a:pathLst>
              <a:path w="9525" h="53721">
                <a:moveTo>
                  <a:pt x="0" y="0"/>
                </a:moveTo>
                <a:lnTo>
                  <a:pt x="0" y="5372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31F20"/>
            </a:solidFill>
          </a:ln>
        </p:spPr>
      </p:sp>
      <p:sp>
        <p:nvSpPr>
          <p:cNvPr id="106" name="text-1054">
            <a:extLst xmlns:a="http://schemas.openxmlformats.org/drawingml/2006/main">
              <a:ext uri="{FF2B5EF4-FFF2-40B4-BE49-F238E27FC236}">
                <a16:creationId xmlns:a16="http://schemas.microsoft.com/office/drawing/2014/main" id="{A6A16FA3-1EAD-44E3-8DBC-8D930283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77" y="4242626"/>
            <a:ext cx="461105" cy="196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107" name="block-1055">
            <a:extLst xmlns:a="http://schemas.openxmlformats.org/drawingml/2006/main">
              <a:ext uri="{FF2B5EF4-FFF2-40B4-BE49-F238E27FC236}">
                <a16:creationId xmlns:a16="http://schemas.microsoft.com/office/drawing/2014/main" id="{DE242FFE-56FB-4819-8406-9DF7876F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404" y="4108323"/>
            <a:ext cx="539591" cy="25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08" name="text-1056">
            <a:extLst xmlns:a="http://schemas.openxmlformats.org/drawingml/2006/main">
              <a:ext uri="{FF2B5EF4-FFF2-40B4-BE49-F238E27FC236}">
                <a16:creationId xmlns:a16="http://schemas.microsoft.com/office/drawing/2014/main" id="{A1DC04BB-A8CF-4E91-85D4-4471B195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36" y="4117277"/>
            <a:ext cx="480727" cy="241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MMU</a:t>
            </a:r>
          </a:p>
        </p:txBody>
      </p:sp>
      <p:sp>
        <p:nvSpPr>
          <p:cNvPr id="109" name="block-1057">
            <a:extLst xmlns:a="http://schemas.openxmlformats.org/drawingml/2006/main">
              <a:ext uri="{FF2B5EF4-FFF2-40B4-BE49-F238E27FC236}">
                <a16:creationId xmlns:a16="http://schemas.microsoft.com/office/drawing/2014/main" id="{8C8394F4-B148-4439-95A5-FC6E970C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93" y="4529138"/>
            <a:ext cx="559213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10" name="text-1058">
            <a:extLst xmlns:a="http://schemas.openxmlformats.org/drawingml/2006/main">
              <a:ext uri="{FF2B5EF4-FFF2-40B4-BE49-F238E27FC236}">
                <a16:creationId xmlns:a16="http://schemas.microsoft.com/office/drawing/2014/main" id="{BAEE052E-2D50-4544-900A-D293E0EE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26" y="4538091"/>
            <a:ext cx="500348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I-cache</a:t>
            </a:r>
          </a:p>
        </p:txBody>
      </p:sp>
      <p:sp>
        <p:nvSpPr>
          <p:cNvPr id="111" name="block-1059">
            <a:extLst xmlns:a="http://schemas.openxmlformats.org/drawingml/2006/main">
              <a:ext uri="{FF2B5EF4-FFF2-40B4-BE49-F238E27FC236}">
                <a16:creationId xmlns:a16="http://schemas.microsoft.com/office/drawing/2014/main" id="{256811C9-DA42-440B-AF80-810AA93D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404" y="5155883"/>
            <a:ext cx="529781" cy="241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12" name="text-1060">
            <a:extLst xmlns:a="http://schemas.openxmlformats.org/drawingml/2006/main">
              <a:ext uri="{FF2B5EF4-FFF2-40B4-BE49-F238E27FC236}">
                <a16:creationId xmlns:a16="http://schemas.microsoft.com/office/drawing/2014/main" id="{40354B83-CE4C-4059-9DDD-18ECF371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36" y="5164836"/>
            <a:ext cx="470916" cy="22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bus I/F</a:t>
            </a:r>
          </a:p>
        </p:txBody>
      </p:sp>
      <p:sp>
        <p:nvSpPr>
          <p:cNvPr id="113" name="wire-1061">
            <a:extLst xmlns:a="http://schemas.openxmlformats.org/drawingml/2006/main">
              <a:ext uri="{FF2B5EF4-FFF2-40B4-BE49-F238E27FC236}">
                <a16:creationId xmlns:a16="http://schemas.microsoft.com/office/drawing/2014/main" id="{85B763E2-D19A-471F-8808-9B14665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57" y="4627626"/>
            <a:ext cx="107918" cy="9525"/>
          </a:xfrm>
          <a:custGeom xmlns:a="http://schemas.openxmlformats.org/drawingml/2006/main">
            <a:pathLst>
              <a:path w="107918" h="9525">
                <a:moveTo>
                  <a:pt x="0" y="0"/>
                </a:moveTo>
                <a:lnTo>
                  <a:pt x="10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31F20"/>
            </a:solidFill>
          </a:ln>
        </p:spPr>
      </p:sp>
      <p:sp>
        <p:nvSpPr>
          <p:cNvPr id="114" name="wire-1062">
            <a:extLst xmlns:a="http://schemas.openxmlformats.org/drawingml/2006/main">
              <a:ext uri="{FF2B5EF4-FFF2-40B4-BE49-F238E27FC236}">
                <a16:creationId xmlns:a16="http://schemas.microsoft.com/office/drawing/2014/main" id="{4DBA081F-B445-4D19-AB42-664FF446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42626"/>
            <a:ext cx="9525" cy="385001"/>
          </a:xfrm>
          <a:custGeom xmlns:a="http://schemas.openxmlformats.org/drawingml/2006/main">
            <a:pathLst>
              <a:path w="9525" h="385001">
                <a:moveTo>
                  <a:pt x="0" y="385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31F20"/>
            </a:solidFill>
          </a:ln>
        </p:spPr>
      </p:sp>
      <p:sp>
        <p:nvSpPr>
          <p:cNvPr id="115" name="wire-1063">
            <a:extLst xmlns:a="http://schemas.openxmlformats.org/drawingml/2006/main">
              <a:ext uri="{FF2B5EF4-FFF2-40B4-BE49-F238E27FC236}">
                <a16:creationId xmlns:a16="http://schemas.microsoft.com/office/drawing/2014/main" id="{77704EB7-2911-4F89-A694-7C38F3C5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42626"/>
            <a:ext cx="117729" cy="9525"/>
          </a:xfrm>
          <a:custGeom xmlns:a="http://schemas.openxmlformats.org/drawingml/2006/main">
            <a:pathLst>
              <a:path w="117729" h="9525">
                <a:moveTo>
                  <a:pt x="0" y="0"/>
                </a:moveTo>
                <a:lnTo>
                  <a:pt x="1177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31F20"/>
            </a:solidFill>
          </a:ln>
        </p:spPr>
      </p:sp>
      <p:sp>
        <p:nvSpPr>
          <p:cNvPr id="116" name="circuit-1064">
            <a:extLst xmlns:a="http://schemas.openxmlformats.org/drawingml/2006/main">
              <a:ext uri="{FF2B5EF4-FFF2-40B4-BE49-F238E27FC236}">
                <a16:creationId xmlns:a16="http://schemas.microsoft.com/office/drawing/2014/main" id="{13522C85-793C-4825-9552-ACFC194F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350" y="4223823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17" name="wire-1065">
            <a:extLst xmlns:a="http://schemas.openxmlformats.org/drawingml/2006/main">
              <a:ext uri="{FF2B5EF4-FFF2-40B4-BE49-F238E27FC236}">
                <a16:creationId xmlns:a16="http://schemas.microsoft.com/office/drawing/2014/main" id="{2C40584D-AB29-4CFC-929B-84B2D5B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294" y="4367975"/>
            <a:ext cx="9525" cy="161163"/>
          </a:xfrm>
          <a:custGeom xmlns:a="http://schemas.openxmlformats.org/drawingml/2006/main">
            <a:pathLst>
              <a:path w="9525" h="161163">
                <a:moveTo>
                  <a:pt x="0" y="0"/>
                </a:moveTo>
                <a:lnTo>
                  <a:pt x="0" y="16116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31F20"/>
            </a:solidFill>
          </a:ln>
        </p:spPr>
      </p:sp>
      <p:sp>
        <p:nvSpPr>
          <p:cNvPr id="118" name="circuit-1066">
            <a:extLst xmlns:a="http://schemas.openxmlformats.org/drawingml/2006/main">
              <a:ext uri="{FF2B5EF4-FFF2-40B4-BE49-F238E27FC236}">
                <a16:creationId xmlns:a16="http://schemas.microsoft.com/office/drawing/2014/main" id="{87F5777B-7C74-42C2-9A6A-4F461C2D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92" y="4484370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19" name="wire-1067">
            <a:extLst xmlns:a="http://schemas.openxmlformats.org/drawingml/2006/main">
              <a:ext uri="{FF2B5EF4-FFF2-40B4-BE49-F238E27FC236}">
                <a16:creationId xmlns:a16="http://schemas.microsoft.com/office/drawing/2014/main" id="{2FBB7F12-F68B-4A1B-B027-86ACBD5B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294" y="4887277"/>
            <a:ext cx="9525" cy="268605"/>
          </a:xfrm>
          <a:custGeom xmlns:a="http://schemas.openxmlformats.org/drawingml/2006/main">
            <a:pathLst>
              <a:path w="9525" h="268605">
                <a:moveTo>
                  <a:pt x="0" y="0"/>
                </a:moveTo>
                <a:lnTo>
                  <a:pt x="0" y="26860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31F20"/>
            </a:solidFill>
          </a:ln>
        </p:spPr>
      </p:sp>
      <p:sp>
        <p:nvSpPr>
          <p:cNvPr id="120" name="circuit-1068">
            <a:extLst xmlns:a="http://schemas.openxmlformats.org/drawingml/2006/main">
              <a:ext uri="{FF2B5EF4-FFF2-40B4-BE49-F238E27FC236}">
                <a16:creationId xmlns:a16="http://schemas.microsoft.com/office/drawing/2014/main" id="{39AD752B-1861-4789-B292-7C93F293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92" y="5111115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21" name="wire-1069">
            <a:extLst xmlns:a="http://schemas.openxmlformats.org/drawingml/2006/main">
              <a:ext uri="{FF2B5EF4-FFF2-40B4-BE49-F238E27FC236}">
                <a16:creationId xmlns:a16="http://schemas.microsoft.com/office/drawing/2014/main" id="{EB943D19-593D-4EA7-A289-761A28F9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294" y="4887277"/>
            <a:ext cx="9525" cy="268605"/>
          </a:xfrm>
          <a:custGeom xmlns:a="http://schemas.openxmlformats.org/drawingml/2006/main">
            <a:pathLst>
              <a:path w="9525" h="268605">
                <a:moveTo>
                  <a:pt x="0" y="2686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31F20"/>
            </a:solidFill>
          </a:ln>
        </p:spPr>
      </p:sp>
      <p:sp>
        <p:nvSpPr>
          <p:cNvPr id="122" name="circuit-1070">
            <a:extLst xmlns:a="http://schemas.openxmlformats.org/drawingml/2006/main">
              <a:ext uri="{FF2B5EF4-FFF2-40B4-BE49-F238E27FC236}">
                <a16:creationId xmlns:a16="http://schemas.microsoft.com/office/drawing/2014/main" id="{A8BC52CC-A4D1-4446-A254-DC03104D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92" y="4887277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0"/>
                </a:moveTo>
                <a:lnTo>
                  <a:pt x="0" y="44768"/>
                </a:lnTo>
                <a:lnTo>
                  <a:pt x="41205" y="4476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23" name="wire-1071">
            <a:extLst xmlns:a="http://schemas.openxmlformats.org/drawingml/2006/main">
              <a:ext uri="{FF2B5EF4-FFF2-40B4-BE49-F238E27FC236}">
                <a16:creationId xmlns:a16="http://schemas.microsoft.com/office/drawing/2014/main" id="{7094E2C9-6BD4-4D92-8077-A25D2A67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185" y="5272278"/>
            <a:ext cx="49054" cy="9525"/>
          </a:xfrm>
          <a:custGeom xmlns:a="http://schemas.openxmlformats.org/drawingml/2006/main">
            <a:pathLst>
              <a:path w="49054" h="9525">
                <a:moveTo>
                  <a:pt x="0" y="0"/>
                </a:moveTo>
                <a:lnTo>
                  <a:pt x="490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24" name="wire-1072">
            <a:extLst xmlns:a="http://schemas.openxmlformats.org/drawingml/2006/main">
              <a:ext uri="{FF2B5EF4-FFF2-40B4-BE49-F238E27FC236}">
                <a16:creationId xmlns:a16="http://schemas.microsoft.com/office/drawing/2014/main" id="{4E90DEE5-B5C0-45CB-8ADA-9A556C5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238" y="3580067"/>
            <a:ext cx="9525" cy="1692211"/>
          </a:xfrm>
          <a:custGeom xmlns:a="http://schemas.openxmlformats.org/drawingml/2006/main">
            <a:pathLst>
              <a:path w="9525" h="1692211">
                <a:moveTo>
                  <a:pt x="0" y="16922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25" name="wire-1073">
            <a:extLst xmlns:a="http://schemas.openxmlformats.org/drawingml/2006/main">
              <a:ext uri="{FF2B5EF4-FFF2-40B4-BE49-F238E27FC236}">
                <a16:creationId xmlns:a16="http://schemas.microsoft.com/office/drawing/2014/main" id="{91169B4D-7336-47DD-9F8C-00FCB9A7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238" y="3580067"/>
            <a:ext cx="5847207" cy="9525"/>
          </a:xfrm>
          <a:custGeom xmlns:a="http://schemas.openxmlformats.org/drawingml/2006/main">
            <a:pathLst>
              <a:path w="5847207" h="9525">
                <a:moveTo>
                  <a:pt x="0" y="0"/>
                </a:moveTo>
                <a:lnTo>
                  <a:pt x="5847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26" name="circuit-1074">
            <a:extLst xmlns:a="http://schemas.openxmlformats.org/drawingml/2006/main">
              <a:ext uri="{FF2B5EF4-FFF2-40B4-BE49-F238E27FC236}">
                <a16:creationId xmlns:a16="http://schemas.microsoft.com/office/drawing/2014/main" id="{90E0028F-DCB3-488F-AA15-CEC0262A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392" y="356126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27" name="wire-1075">
            <a:extLst xmlns:a="http://schemas.openxmlformats.org/drawingml/2006/main">
              <a:ext uri="{FF2B5EF4-FFF2-40B4-BE49-F238E27FC236}">
                <a16:creationId xmlns:a16="http://schemas.microsoft.com/office/drawing/2014/main" id="{701EFE9D-7C24-4D98-A7C1-0FB1A0A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185" y="5272278"/>
            <a:ext cx="49054" cy="9525"/>
          </a:xfrm>
          <a:custGeom xmlns:a="http://schemas.openxmlformats.org/drawingml/2006/main">
            <a:pathLst>
              <a:path w="49054" h="9525">
                <a:moveTo>
                  <a:pt x="490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28" name="circuit-1076">
            <a:extLst xmlns:a="http://schemas.openxmlformats.org/drawingml/2006/main">
              <a:ext uri="{FF2B5EF4-FFF2-40B4-BE49-F238E27FC236}">
                <a16:creationId xmlns:a16="http://schemas.microsoft.com/office/drawing/2014/main" id="{565E039B-C39F-463B-A42F-954C393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185" y="5253476"/>
            <a:ext cx="49054" cy="37605"/>
          </a:xfrm>
          <a:custGeom xmlns:a="http://schemas.openxmlformats.org/drawingml/2006/main">
            <a:pathLst>
              <a:path w="49054" h="37605">
                <a:moveTo>
                  <a:pt x="0" y="18802"/>
                </a:moveTo>
                <a:lnTo>
                  <a:pt x="49054" y="37605"/>
                </a:lnTo>
                <a:lnTo>
                  <a:pt x="49054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29" name="block-1077">
            <a:extLst xmlns:a="http://schemas.openxmlformats.org/drawingml/2006/main">
              <a:ext uri="{FF2B5EF4-FFF2-40B4-BE49-F238E27FC236}">
                <a16:creationId xmlns:a16="http://schemas.microsoft.com/office/drawing/2014/main" id="{DB71497C-7CB4-44EE-AF14-10EBA3A9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16" y="3929253"/>
            <a:ext cx="529781" cy="241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30" name="text-1078">
            <a:extLst xmlns:a="http://schemas.openxmlformats.org/drawingml/2006/main">
              <a:ext uri="{FF2B5EF4-FFF2-40B4-BE49-F238E27FC236}">
                <a16:creationId xmlns:a16="http://schemas.microsoft.com/office/drawing/2014/main" id="{8BD12A94-5880-4864-94DF-DAECC08F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48" y="3938207"/>
            <a:ext cx="470916" cy="22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+2 / +4</a:t>
            </a:r>
          </a:p>
        </p:txBody>
      </p:sp>
      <p:sp>
        <p:nvSpPr>
          <p:cNvPr id="131" name="wire-1079">
            <a:extLst xmlns:a="http://schemas.openxmlformats.org/drawingml/2006/main">
              <a:ext uri="{FF2B5EF4-FFF2-40B4-BE49-F238E27FC236}">
                <a16:creationId xmlns:a16="http://schemas.microsoft.com/office/drawing/2014/main" id="{3348C638-F967-40B9-B8EE-AB8E02EE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57" y="4627626"/>
            <a:ext cx="68675" cy="9525"/>
          </a:xfrm>
          <a:custGeom xmlns:a="http://schemas.openxmlformats.org/drawingml/2006/main">
            <a:pathLst>
              <a:path w="68675" h="9525">
                <a:moveTo>
                  <a:pt x="0" y="0"/>
                </a:moveTo>
                <a:lnTo>
                  <a:pt x="6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32" name="wire-1080">
            <a:extLst xmlns:a="http://schemas.openxmlformats.org/drawingml/2006/main">
              <a:ext uri="{FF2B5EF4-FFF2-40B4-BE49-F238E27FC236}">
                <a16:creationId xmlns:a16="http://schemas.microsoft.com/office/drawing/2014/main" id="{1A1E8CF4-C30F-42FD-AFB8-CDB59C0B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4215765"/>
            <a:ext cx="9525" cy="411861"/>
          </a:xfrm>
          <a:custGeom xmlns:a="http://schemas.openxmlformats.org/drawingml/2006/main">
            <a:pathLst>
              <a:path w="9525" h="411861">
                <a:moveTo>
                  <a:pt x="0" y="4118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33" name="wire-1081">
            <a:extLst xmlns:a="http://schemas.openxmlformats.org/drawingml/2006/main">
              <a:ext uri="{FF2B5EF4-FFF2-40B4-BE49-F238E27FC236}">
                <a16:creationId xmlns:a16="http://schemas.microsoft.com/office/drawing/2014/main" id="{393C911B-71E6-4CFB-87A0-B894A962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215765"/>
            <a:ext cx="206026" cy="9525"/>
          </a:xfrm>
          <a:custGeom xmlns:a="http://schemas.openxmlformats.org/drawingml/2006/main">
            <a:pathLst>
              <a:path w="206026" h="9525">
                <a:moveTo>
                  <a:pt x="20602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34" name="wire-1082">
            <a:extLst xmlns:a="http://schemas.openxmlformats.org/drawingml/2006/main">
              <a:ext uri="{FF2B5EF4-FFF2-40B4-BE49-F238E27FC236}">
                <a16:creationId xmlns:a16="http://schemas.microsoft.com/office/drawing/2014/main" id="{1B46B808-6171-4050-B5EE-A1683E43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170998"/>
            <a:ext cx="9525" cy="44767"/>
          </a:xfrm>
          <a:custGeom xmlns:a="http://schemas.openxmlformats.org/drawingml/2006/main">
            <a:pathLst>
              <a:path w="9525" h="44767">
                <a:moveTo>
                  <a:pt x="0" y="44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135" name="circuit-1083">
            <a:extLst xmlns:a="http://schemas.openxmlformats.org/drawingml/2006/main">
              <a:ext uri="{FF2B5EF4-FFF2-40B4-BE49-F238E27FC236}">
                <a16:creationId xmlns:a16="http://schemas.microsoft.com/office/drawing/2014/main" id="{EE6F7C9F-22B9-4075-A1AE-FD9B15DE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04" y="4170998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36" name="circuit-1084">
            <a:extLst xmlns:a="http://schemas.openxmlformats.org/drawingml/2006/main">
              <a:ext uri="{FF2B5EF4-FFF2-40B4-BE49-F238E27FC236}">
                <a16:creationId xmlns:a16="http://schemas.microsoft.com/office/drawing/2014/main" id="{6B61459B-A6F2-426A-8843-C83749D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84" y="4439603"/>
            <a:ext cx="166783" cy="385001"/>
          </a:xfrm>
          <a:custGeom xmlns:a="http://schemas.openxmlformats.org/drawingml/2006/main">
            <a:pathLst>
              <a:path w="166783" h="385001">
                <a:moveTo>
                  <a:pt x="0" y="0"/>
                </a:moveTo>
                <a:lnTo>
                  <a:pt x="166783" y="53721"/>
                </a:lnTo>
                <a:lnTo>
                  <a:pt x="166783" y="331280"/>
                </a:lnTo>
                <a:lnTo>
                  <a:pt x="0" y="3850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37" name="text-1085">
            <a:extLst xmlns:a="http://schemas.openxmlformats.org/drawingml/2006/main">
              <a:ext uri="{FF2B5EF4-FFF2-40B4-BE49-F238E27FC236}">
                <a16:creationId xmlns:a16="http://schemas.microsoft.com/office/drawing/2014/main" id="{CE0AD798-6812-4716-8BF8-41B3A69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5" y="4466463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8" name="text-1086">
            <a:extLst xmlns:a="http://schemas.openxmlformats.org/drawingml/2006/main">
              <a:ext uri="{FF2B5EF4-FFF2-40B4-BE49-F238E27FC236}">
                <a16:creationId xmlns:a16="http://schemas.microsoft.com/office/drawing/2014/main" id="{27BB569B-B414-4857-9126-0F9E60F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5" y="4663440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9" name="wire-1087">
            <a:extLst xmlns:a="http://schemas.openxmlformats.org/drawingml/2006/main">
              <a:ext uri="{FF2B5EF4-FFF2-40B4-BE49-F238E27FC236}">
                <a16:creationId xmlns:a16="http://schemas.microsoft.com/office/drawing/2014/main" id="{CD20C7F9-E6DA-42FC-BC19-24844115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054602"/>
            <a:ext cx="117729" cy="9525"/>
          </a:xfrm>
          <a:custGeom xmlns:a="http://schemas.openxmlformats.org/drawingml/2006/main">
            <a:pathLst>
              <a:path w="117729" h="9525">
                <a:moveTo>
                  <a:pt x="11772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40" name="wire-1088">
            <a:extLst xmlns:a="http://schemas.openxmlformats.org/drawingml/2006/main">
              <a:ext uri="{FF2B5EF4-FFF2-40B4-BE49-F238E27FC236}">
                <a16:creationId xmlns:a16="http://schemas.microsoft.com/office/drawing/2014/main" id="{5BBD3156-D532-4715-9616-D7CA911C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054602"/>
            <a:ext cx="9525" cy="483489"/>
          </a:xfrm>
          <a:custGeom xmlns:a="http://schemas.openxmlformats.org/drawingml/2006/main">
            <a:pathLst>
              <a:path w="9525" h="483489">
                <a:moveTo>
                  <a:pt x="0" y="0"/>
                </a:moveTo>
                <a:lnTo>
                  <a:pt x="0" y="4834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41" name="wire-1089">
            <a:extLst xmlns:a="http://schemas.openxmlformats.org/drawingml/2006/main">
              <a:ext uri="{FF2B5EF4-FFF2-40B4-BE49-F238E27FC236}">
                <a16:creationId xmlns:a16="http://schemas.microsoft.com/office/drawing/2014/main" id="{79AF2301-EAA7-4E37-AEC6-11A2A2DF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538091"/>
            <a:ext cx="88297" cy="9525"/>
          </a:xfrm>
          <a:custGeom xmlns:a="http://schemas.openxmlformats.org/drawingml/2006/main">
            <a:pathLst>
              <a:path w="88297" h="9525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42" name="circuit-1090">
            <a:extLst xmlns:a="http://schemas.openxmlformats.org/drawingml/2006/main">
              <a:ext uri="{FF2B5EF4-FFF2-40B4-BE49-F238E27FC236}">
                <a16:creationId xmlns:a16="http://schemas.microsoft.com/office/drawing/2014/main" id="{D93840A7-975C-45C2-B02F-12826EE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" y="4519289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43" name="wire-1091">
            <a:extLst xmlns:a="http://schemas.openxmlformats.org/drawingml/2006/main">
              <a:ext uri="{FF2B5EF4-FFF2-40B4-BE49-F238E27FC236}">
                <a16:creationId xmlns:a16="http://schemas.microsoft.com/office/drawing/2014/main" id="{38EEC46B-5B81-4E0E-B88F-C8771069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67" y="4627626"/>
            <a:ext cx="147161" cy="9525"/>
          </a:xfrm>
          <a:custGeom xmlns:a="http://schemas.openxmlformats.org/drawingml/2006/main">
            <a:pathLst>
              <a:path w="147161" h="9525">
                <a:moveTo>
                  <a:pt x="0" y="0"/>
                </a:moveTo>
                <a:lnTo>
                  <a:pt x="147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144" name="circuit-1092">
            <a:extLst xmlns:a="http://schemas.openxmlformats.org/drawingml/2006/main">
              <a:ext uri="{FF2B5EF4-FFF2-40B4-BE49-F238E27FC236}">
                <a16:creationId xmlns:a16="http://schemas.microsoft.com/office/drawing/2014/main" id="{53EDA6E6-9107-407F-99CE-AD052EAD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974" y="460882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45" name="text-1093">
            <a:extLst xmlns:a="http://schemas.openxmlformats.org/drawingml/2006/main">
              <a:ext uri="{FF2B5EF4-FFF2-40B4-BE49-F238E27FC236}">
                <a16:creationId xmlns:a16="http://schemas.microsoft.com/office/drawing/2014/main" id="{35C31E9B-ADCA-40DE-92D9-3BD71A5E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" y="4887277"/>
            <a:ext cx="676942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Next PC</a:t>
            </a:r>
          </a:p>
        </p:txBody>
      </p:sp>
      <p:sp>
        <p:nvSpPr>
          <p:cNvPr id="146" name="wire-1094">
            <a:extLst xmlns:a="http://schemas.openxmlformats.org/drawingml/2006/main">
              <a:ext uri="{FF2B5EF4-FFF2-40B4-BE49-F238E27FC236}">
                <a16:creationId xmlns:a16="http://schemas.microsoft.com/office/drawing/2014/main" id="{287C0AE5-63DD-4DD6-98EF-AFA37CB7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3866579"/>
            <a:ext cx="9525" cy="429768"/>
          </a:xfrm>
          <a:custGeom xmlns:a="http://schemas.openxmlformats.org/drawingml/2006/main">
            <a:pathLst>
              <a:path w="9525" h="429768">
                <a:moveTo>
                  <a:pt x="0" y="4297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47" name="wire-1095">
            <a:extLst xmlns:a="http://schemas.openxmlformats.org/drawingml/2006/main">
              <a:ext uri="{FF2B5EF4-FFF2-40B4-BE49-F238E27FC236}">
                <a16:creationId xmlns:a16="http://schemas.microsoft.com/office/drawing/2014/main" id="{DE8A7B9E-EA11-4F3F-BB5B-E9F00E50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3" y="3866579"/>
            <a:ext cx="4905375" cy="9525"/>
          </a:xfrm>
          <a:custGeom xmlns:a="http://schemas.openxmlformats.org/drawingml/2006/main">
            <a:pathLst>
              <a:path w="4905375" h="9525">
                <a:moveTo>
                  <a:pt x="4905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48" name="wire-1096">
            <a:extLst xmlns:a="http://schemas.openxmlformats.org/drawingml/2006/main">
              <a:ext uri="{FF2B5EF4-FFF2-40B4-BE49-F238E27FC236}">
                <a16:creationId xmlns:a16="http://schemas.microsoft.com/office/drawing/2014/main" id="{FFDA7121-35E2-46AF-9621-04184C7B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3" y="3866579"/>
            <a:ext cx="9525" cy="877443"/>
          </a:xfrm>
          <a:custGeom xmlns:a="http://schemas.openxmlformats.org/drawingml/2006/main">
            <a:pathLst>
              <a:path w="9525" h="877443">
                <a:moveTo>
                  <a:pt x="0" y="0"/>
                </a:moveTo>
                <a:lnTo>
                  <a:pt x="0" y="87744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49" name="wire-1097">
            <a:extLst xmlns:a="http://schemas.openxmlformats.org/drawingml/2006/main">
              <a:ext uri="{FF2B5EF4-FFF2-40B4-BE49-F238E27FC236}">
                <a16:creationId xmlns:a16="http://schemas.microsoft.com/office/drawing/2014/main" id="{2196B042-0EB6-44F3-AD70-8752ABBA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3" y="4744022"/>
            <a:ext cx="147161" cy="9525"/>
          </a:xfrm>
          <a:custGeom xmlns:a="http://schemas.openxmlformats.org/drawingml/2006/main">
            <a:pathLst>
              <a:path w="147161" h="9525">
                <a:moveTo>
                  <a:pt x="0" y="0"/>
                </a:moveTo>
                <a:lnTo>
                  <a:pt x="147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50" name="circuit-1098">
            <a:extLst xmlns:a="http://schemas.openxmlformats.org/drawingml/2006/main">
              <a:ext uri="{FF2B5EF4-FFF2-40B4-BE49-F238E27FC236}">
                <a16:creationId xmlns:a16="http://schemas.microsoft.com/office/drawing/2014/main" id="{D38A22A4-8D19-4368-9E10-F9B188F6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" y="4725219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51" name="block-1099">
            <a:extLst xmlns:a="http://schemas.openxmlformats.org/drawingml/2006/main">
              <a:ext uri="{FF2B5EF4-FFF2-40B4-BE49-F238E27FC236}">
                <a16:creationId xmlns:a16="http://schemas.microsoft.com/office/drawing/2014/main" id="{AAB9E56B-F5B6-4159-A169-B05E2D4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103" y="4430649"/>
            <a:ext cx="117729" cy="14146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52" name="circuit-1100">
            <a:extLst xmlns:a="http://schemas.openxmlformats.org/drawingml/2006/main">
              <a:ext uri="{FF2B5EF4-FFF2-40B4-BE49-F238E27FC236}">
                <a16:creationId xmlns:a16="http://schemas.microsoft.com/office/drawing/2014/main" id="{12F1CD76-B5F8-4E77-910B-DE0C4032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724" y="4430649"/>
            <a:ext cx="78486" cy="44767"/>
          </a:xfrm>
          <a:custGeom xmlns:a="http://schemas.openxmlformats.org/drawingml/2006/main">
            <a:pathLst>
              <a:path w="78486" h="44767">
                <a:moveTo>
                  <a:pt x="0" y="0"/>
                </a:moveTo>
                <a:lnTo>
                  <a:pt x="39243" y="44767"/>
                </a:lnTo>
                <a:lnTo>
                  <a:pt x="7848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53" name="wire-1101">
            <a:extLst xmlns:a="http://schemas.openxmlformats.org/drawingml/2006/main">
              <a:ext uri="{FF2B5EF4-FFF2-40B4-BE49-F238E27FC236}">
                <a16:creationId xmlns:a16="http://schemas.microsoft.com/office/drawing/2014/main" id="{EB26E3EC-AD83-4E18-AE3A-D6DB93FB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967" y="4376928"/>
            <a:ext cx="9525" cy="53721"/>
          </a:xfrm>
          <a:custGeom xmlns:a="http://schemas.openxmlformats.org/drawingml/2006/main">
            <a:pathLst>
              <a:path w="9525" h="53721">
                <a:moveTo>
                  <a:pt x="0" y="0"/>
                </a:moveTo>
                <a:lnTo>
                  <a:pt x="0" y="5372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31F20"/>
            </a:solidFill>
          </a:ln>
        </p:spPr>
      </p:sp>
      <p:sp>
        <p:nvSpPr>
          <p:cNvPr id="154" name="text-1102">
            <a:extLst xmlns:a="http://schemas.openxmlformats.org/drawingml/2006/main">
              <a:ext uri="{FF2B5EF4-FFF2-40B4-BE49-F238E27FC236}">
                <a16:creationId xmlns:a16="http://schemas.microsoft.com/office/drawing/2014/main" id="{1B8B0876-C926-4A4C-8A30-880284A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27" y="6257163"/>
            <a:ext cx="1108615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Fetch</a:t>
            </a:r>
          </a:p>
        </p:txBody>
      </p:sp>
      <p:sp>
        <p:nvSpPr>
          <p:cNvPr id="155" name="text-1103">
            <a:extLst xmlns:a="http://schemas.openxmlformats.org/drawingml/2006/main">
              <a:ext uri="{FF2B5EF4-FFF2-40B4-BE49-F238E27FC236}">
                <a16:creationId xmlns:a16="http://schemas.microsoft.com/office/drawing/2014/main" id="{33404B68-5307-4E0C-8A88-9BB0919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993" y="6257163"/>
            <a:ext cx="1000697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6" name="text-1104">
            <a:extLst xmlns:a="http://schemas.openxmlformats.org/drawingml/2006/main">
              <a:ext uri="{FF2B5EF4-FFF2-40B4-BE49-F238E27FC236}">
                <a16:creationId xmlns:a16="http://schemas.microsoft.com/office/drawing/2014/main" id="{3FF926C1-01AF-464F-97F8-86607DE4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309" y="6257163"/>
            <a:ext cx="1814989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57" name="text-1105">
            <a:extLst xmlns:a="http://schemas.openxmlformats.org/drawingml/2006/main">
              <a:ext uri="{FF2B5EF4-FFF2-40B4-BE49-F238E27FC236}">
                <a16:creationId xmlns:a16="http://schemas.microsoft.com/office/drawing/2014/main" id="{C8FADA5B-E631-4CB6-9205-D98466F4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592" y="6257163"/>
            <a:ext cx="1707071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8" name="text-1106">
            <a:extLst xmlns:a="http://schemas.openxmlformats.org/drawingml/2006/main">
              <a:ext uri="{FF2B5EF4-FFF2-40B4-BE49-F238E27FC236}">
                <a16:creationId xmlns:a16="http://schemas.microsoft.com/office/drawing/2014/main" id="{53789AE9-CCE2-4DDF-B3B8-049DF7E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553" y="6257163"/>
            <a:ext cx="863346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Writeback</a:t>
            </a:r>
          </a:p>
        </p:txBody>
      </p:sp>
      <p:sp>
        <p:nvSpPr>
          <p:cNvPr id="159" name="wire-1107">
            <a:extLst xmlns:a="http://schemas.openxmlformats.org/drawingml/2006/main">
              <a:ext uri="{FF2B5EF4-FFF2-40B4-BE49-F238E27FC236}">
                <a16:creationId xmlns:a16="http://schemas.microsoft.com/office/drawing/2014/main" id="{9830255B-4438-4C54-89D1-631C8CFB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806" y="4708208"/>
            <a:ext cx="88297" cy="9525"/>
          </a:xfrm>
          <a:custGeom xmlns:a="http://schemas.openxmlformats.org/drawingml/2006/main">
            <a:pathLst>
              <a:path w="88297" h="9525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31F20"/>
            </a:solidFill>
          </a:ln>
        </p:spPr>
      </p:sp>
      <p:sp>
        <p:nvSpPr>
          <p:cNvPr id="160" name="wire-1108">
            <a:extLst xmlns:a="http://schemas.openxmlformats.org/drawingml/2006/main">
              <a:ext uri="{FF2B5EF4-FFF2-40B4-BE49-F238E27FC236}">
                <a16:creationId xmlns:a16="http://schemas.microsoft.com/office/drawing/2014/main" id="{12FBD061-6028-4187-B8B8-0FD0BF5E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4708208"/>
            <a:ext cx="49054" cy="9525"/>
          </a:xfrm>
          <a:custGeom xmlns:a="http://schemas.openxmlformats.org/drawingml/2006/main">
            <a:pathLst>
              <a:path w="49054" h="9525">
                <a:moveTo>
                  <a:pt x="0" y="0"/>
                </a:moveTo>
                <a:lnTo>
                  <a:pt x="490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161" name="wire-1109">
            <a:extLst xmlns:a="http://schemas.openxmlformats.org/drawingml/2006/main">
              <a:ext uri="{FF2B5EF4-FFF2-40B4-BE49-F238E27FC236}">
                <a16:creationId xmlns:a16="http://schemas.microsoft.com/office/drawing/2014/main" id="{EB5DBECE-5AF5-4200-99DB-5ABB71EA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4627626"/>
            <a:ext cx="9525" cy="80581"/>
          </a:xfrm>
          <a:custGeom xmlns:a="http://schemas.openxmlformats.org/drawingml/2006/main">
            <a:pathLst>
              <a:path w="9525" h="80581">
                <a:moveTo>
                  <a:pt x="0" y="805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162" name="wire-1110">
            <a:extLst xmlns:a="http://schemas.openxmlformats.org/drawingml/2006/main">
              <a:ext uri="{FF2B5EF4-FFF2-40B4-BE49-F238E27FC236}">
                <a16:creationId xmlns:a16="http://schemas.microsoft.com/office/drawing/2014/main" id="{6CD59E09-C3CE-441D-95C5-F93C4FB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4627626"/>
            <a:ext cx="98108" cy="9525"/>
          </a:xfrm>
          <a:custGeom xmlns:a="http://schemas.openxmlformats.org/drawingml/2006/main">
            <a:pathLst>
              <a:path w="98108" h="9525">
                <a:moveTo>
                  <a:pt x="0" y="0"/>
                </a:moveTo>
                <a:lnTo>
                  <a:pt x="98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163" name="circuit-1111">
            <a:extLst xmlns:a="http://schemas.openxmlformats.org/drawingml/2006/main">
              <a:ext uri="{FF2B5EF4-FFF2-40B4-BE49-F238E27FC236}">
                <a16:creationId xmlns:a16="http://schemas.microsoft.com/office/drawing/2014/main" id="{83993972-652B-43CF-A53E-CC06060F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939" y="460882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64" name="wire-1112">
            <a:extLst xmlns:a="http://schemas.openxmlformats.org/drawingml/2006/main">
              <a:ext uri="{FF2B5EF4-FFF2-40B4-BE49-F238E27FC236}">
                <a16:creationId xmlns:a16="http://schemas.microsoft.com/office/drawing/2014/main" id="{28A136FD-916B-439F-A429-99C08ECB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4708208"/>
            <a:ext cx="9525" cy="98489"/>
          </a:xfrm>
          <a:custGeom xmlns:a="http://schemas.openxmlformats.org/drawingml/2006/main">
            <a:pathLst>
              <a:path w="9525" h="98489">
                <a:moveTo>
                  <a:pt x="0" y="0"/>
                </a:moveTo>
                <a:lnTo>
                  <a:pt x="0" y="9848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165" name="wire-1113">
            <a:extLst xmlns:a="http://schemas.openxmlformats.org/drawingml/2006/main">
              <a:ext uri="{FF2B5EF4-FFF2-40B4-BE49-F238E27FC236}">
                <a16:creationId xmlns:a16="http://schemas.microsoft.com/office/drawing/2014/main" id="{A3D20121-69BA-4813-9A3B-18FA7326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4806696"/>
            <a:ext cx="98108" cy="9525"/>
          </a:xfrm>
          <a:custGeom xmlns:a="http://schemas.openxmlformats.org/drawingml/2006/main">
            <a:pathLst>
              <a:path w="98108" h="9525">
                <a:moveTo>
                  <a:pt x="0" y="0"/>
                </a:moveTo>
                <a:lnTo>
                  <a:pt x="98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166" name="circuit-1114">
            <a:extLst xmlns:a="http://schemas.openxmlformats.org/drawingml/2006/main">
              <a:ext uri="{FF2B5EF4-FFF2-40B4-BE49-F238E27FC236}">
                <a16:creationId xmlns:a16="http://schemas.microsoft.com/office/drawing/2014/main" id="{8E5B291D-0FEC-4BC1-BA1A-4B8CA419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939" y="478789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432B9E1-35FE-4E32-BB8E-A9617120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598" y="46939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1F20"/>
          </a:solidFill>
          <a:ln xmlns:a="http://schemas.openxmlformats.org/drawingml/2006/main" w="0">
            <a:solidFill>
              <a:srgbClr val="231F20"/>
            </a:solidFill>
          </a:ln>
        </p:spPr>
      </p:sp>
      <p:sp>
        <p:nvSpPr>
          <p:cNvPr id="168" name="wire-1115">
            <a:extLst xmlns:a="http://schemas.openxmlformats.org/drawingml/2006/main">
              <a:ext uri="{FF2B5EF4-FFF2-40B4-BE49-F238E27FC236}">
                <a16:creationId xmlns:a16="http://schemas.microsoft.com/office/drawing/2014/main" id="{549E7DDB-71F7-4031-B308-0BA96AA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4806696"/>
            <a:ext cx="9525" cy="752094"/>
          </a:xfrm>
          <a:custGeom xmlns:a="http://schemas.openxmlformats.org/drawingml/2006/main">
            <a:pathLst>
              <a:path w="9525" h="752094">
                <a:moveTo>
                  <a:pt x="0" y="0"/>
                </a:moveTo>
                <a:lnTo>
                  <a:pt x="0" y="752094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169" name="wire-1116">
            <a:extLst xmlns:a="http://schemas.openxmlformats.org/drawingml/2006/main">
              <a:ext uri="{FF2B5EF4-FFF2-40B4-BE49-F238E27FC236}">
                <a16:creationId xmlns:a16="http://schemas.microsoft.com/office/drawing/2014/main" id="{F06DBEE2-E6F9-444B-AA24-145A9CCE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5558790"/>
            <a:ext cx="98108" cy="9525"/>
          </a:xfrm>
          <a:custGeom xmlns:a="http://schemas.openxmlformats.org/drawingml/2006/main">
            <a:pathLst>
              <a:path w="98108" h="9525">
                <a:moveTo>
                  <a:pt x="0" y="0"/>
                </a:moveTo>
                <a:lnTo>
                  <a:pt x="98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170" name="circuit-1117">
            <a:extLst xmlns:a="http://schemas.openxmlformats.org/drawingml/2006/main">
              <a:ext uri="{FF2B5EF4-FFF2-40B4-BE49-F238E27FC236}">
                <a16:creationId xmlns:a16="http://schemas.microsoft.com/office/drawing/2014/main" id="{0882B15F-32CD-4894-888B-D1B4D61D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939" y="5539988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FE943F6-E2B4-416B-A3BA-9B8CDFEC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598" y="47924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1F20"/>
          </a:solidFill>
          <a:ln xmlns:a="http://schemas.openxmlformats.org/drawingml/2006/main" w="0">
            <a:solidFill>
              <a:srgbClr val="231F20"/>
            </a:solidFill>
          </a:ln>
        </p:spPr>
      </p:sp>
      <p:sp>
        <p:nvSpPr>
          <p:cNvPr id="172" name="wire-1118">
            <a:extLst xmlns:a="http://schemas.openxmlformats.org/drawingml/2006/main">
              <a:ext uri="{FF2B5EF4-FFF2-40B4-BE49-F238E27FC236}">
                <a16:creationId xmlns:a16="http://schemas.microsoft.com/office/drawing/2014/main" id="{07A7631D-AA9C-4238-BB55-075B6AE8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4081463"/>
            <a:ext cx="9525" cy="546163"/>
          </a:xfrm>
          <a:custGeom xmlns:a="http://schemas.openxmlformats.org/drawingml/2006/main">
            <a:pathLst>
              <a:path w="9525" h="546163">
                <a:moveTo>
                  <a:pt x="0" y="5461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173" name="wire-1119">
            <a:extLst xmlns:a="http://schemas.openxmlformats.org/drawingml/2006/main">
              <a:ext uri="{FF2B5EF4-FFF2-40B4-BE49-F238E27FC236}">
                <a16:creationId xmlns:a16="http://schemas.microsoft.com/office/drawing/2014/main" id="{CF8DCEF6-033F-4ADF-91FD-8DE8FE55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86" y="4081463"/>
            <a:ext cx="107918" cy="9525"/>
          </a:xfrm>
          <a:custGeom xmlns:a="http://schemas.openxmlformats.org/drawingml/2006/main">
            <a:pathLst>
              <a:path w="107918" h="9525">
                <a:moveTo>
                  <a:pt x="0" y="0"/>
                </a:moveTo>
                <a:lnTo>
                  <a:pt x="10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31F20"/>
            </a:solidFill>
          </a:ln>
        </p:spPr>
      </p:sp>
      <p:sp>
        <p:nvSpPr>
          <p:cNvPr id="174" name="circuit-1120">
            <a:extLst xmlns:a="http://schemas.openxmlformats.org/drawingml/2006/main">
              <a:ext uri="{FF2B5EF4-FFF2-40B4-BE49-F238E27FC236}">
                <a16:creationId xmlns:a16="http://schemas.microsoft.com/office/drawing/2014/main" id="{692AE3F0-CEF5-4CC3-AA79-19E8F52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62660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C525100-DA53-420D-9238-AC87E2D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598" y="461333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1F20"/>
          </a:solidFill>
          <a:ln xmlns:a="http://schemas.openxmlformats.org/drawingml/2006/main" w="0">
            <a:solidFill>
              <a:srgbClr val="231F20"/>
            </a:solidFill>
          </a:ln>
        </p:spPr>
      </p:sp>
      <p:sp>
        <p:nvSpPr>
          <p:cNvPr id="176" name="block-1121">
            <a:extLst xmlns:a="http://schemas.openxmlformats.org/drawingml/2006/main">
              <a:ext uri="{FF2B5EF4-FFF2-40B4-BE49-F238E27FC236}">
                <a16:creationId xmlns:a16="http://schemas.microsoft.com/office/drawing/2014/main" id="{4264D745-4D5F-4F1D-A435-5B1BAD14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04" y="3947160"/>
            <a:ext cx="990886" cy="3044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77" name="text-1122">
            <a:extLst xmlns:a="http://schemas.openxmlformats.org/drawingml/2006/main">
              <a:ext uri="{FF2B5EF4-FFF2-40B4-BE49-F238E27FC236}">
                <a16:creationId xmlns:a16="http://schemas.microsoft.com/office/drawing/2014/main" id="{7BB24CAB-1036-432B-BE8B-B0CA88C0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236" y="3956113"/>
            <a:ext cx="932021" cy="2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178" name="text-1123">
            <a:extLst xmlns:a="http://schemas.openxmlformats.org/drawingml/2006/main">
              <a:ext uri="{FF2B5EF4-FFF2-40B4-BE49-F238E27FC236}">
                <a16:creationId xmlns:a16="http://schemas.microsoft.com/office/drawing/2014/main" id="{060FCDF8-72E5-4940-B279-C5327441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317" y="3714369"/>
            <a:ext cx="1059561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ResultSrcW</a:t>
            </a:r>
          </a:p>
        </p:txBody>
      </p:sp>
      <p:sp>
        <p:nvSpPr>
          <p:cNvPr id="179" name="wire-1124">
            <a:extLst xmlns:a="http://schemas.openxmlformats.org/drawingml/2006/main">
              <a:ext uri="{FF2B5EF4-FFF2-40B4-BE49-F238E27FC236}">
                <a16:creationId xmlns:a16="http://schemas.microsoft.com/office/drawing/2014/main" id="{D15F06D5-96C2-4FE0-ABCE-6F4B45E3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90" y="4018788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0" name="wire-1125">
            <a:extLst xmlns:a="http://schemas.openxmlformats.org/drawingml/2006/main">
              <a:ext uri="{FF2B5EF4-FFF2-40B4-BE49-F238E27FC236}">
                <a16:creationId xmlns:a16="http://schemas.microsoft.com/office/drawing/2014/main" id="{4125DEEE-9C62-43C4-AEA9-23180654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23" y="4018788"/>
            <a:ext cx="2070068" cy="9525"/>
          </a:xfrm>
          <a:custGeom xmlns:a="http://schemas.openxmlformats.org/drawingml/2006/main">
            <a:pathLst>
              <a:path w="2070068" h="9525">
                <a:moveTo>
                  <a:pt x="0" y="0"/>
                </a:moveTo>
                <a:lnTo>
                  <a:pt x="20700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1" name="wire-1126">
            <a:extLst xmlns:a="http://schemas.openxmlformats.org/drawingml/2006/main">
              <a:ext uri="{FF2B5EF4-FFF2-40B4-BE49-F238E27FC236}">
                <a16:creationId xmlns:a16="http://schemas.microsoft.com/office/drawing/2014/main" id="{6C887D14-2315-4DD2-88BF-FD3DAA6F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4018788"/>
            <a:ext cx="2266283" cy="9525"/>
          </a:xfrm>
          <a:custGeom xmlns:a="http://schemas.openxmlformats.org/drawingml/2006/main">
            <a:pathLst>
              <a:path w="2266283" h="9525">
                <a:moveTo>
                  <a:pt x="0" y="0"/>
                </a:moveTo>
                <a:lnTo>
                  <a:pt x="22662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2" name="wire-1127">
            <a:extLst xmlns:a="http://schemas.openxmlformats.org/drawingml/2006/main">
              <a:ext uri="{FF2B5EF4-FFF2-40B4-BE49-F238E27FC236}">
                <a16:creationId xmlns:a16="http://schemas.microsoft.com/office/drawing/2014/main" id="{EBDD5ECE-1985-4395-B465-C39B7667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632" y="4018788"/>
            <a:ext cx="245269" cy="9525"/>
          </a:xfrm>
          <a:custGeom xmlns:a="http://schemas.openxmlformats.org/drawingml/2006/main">
            <a:pathLst>
              <a:path w="245269" h="9525">
                <a:moveTo>
                  <a:pt x="0" y="0"/>
                </a:moveTo>
                <a:lnTo>
                  <a:pt x="245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3" name="wire-1128">
            <a:extLst xmlns:a="http://schemas.openxmlformats.org/drawingml/2006/main">
              <a:ext uri="{FF2B5EF4-FFF2-40B4-BE49-F238E27FC236}">
                <a16:creationId xmlns:a16="http://schemas.microsoft.com/office/drawing/2014/main" id="{11382B9E-932B-43E2-89FC-C79BB068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901" y="4018788"/>
            <a:ext cx="9525" cy="277559"/>
          </a:xfrm>
          <a:custGeom xmlns:a="http://schemas.openxmlformats.org/drawingml/2006/main">
            <a:pathLst>
              <a:path w="9525" h="277559">
                <a:moveTo>
                  <a:pt x="0" y="0"/>
                </a:moveTo>
                <a:lnTo>
                  <a:pt x="0" y="27755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4" name="circuit-1129">
            <a:extLst xmlns:a="http://schemas.openxmlformats.org/drawingml/2006/main">
              <a:ext uri="{FF2B5EF4-FFF2-40B4-BE49-F238E27FC236}">
                <a16:creationId xmlns:a16="http://schemas.microsoft.com/office/drawing/2014/main" id="{C407306B-8D0E-4482-95BE-C0795630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98" y="4251579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85" name="wire-1130">
            <a:extLst xmlns:a="http://schemas.openxmlformats.org/drawingml/2006/main">
              <a:ext uri="{FF2B5EF4-FFF2-40B4-BE49-F238E27FC236}">
                <a16:creationId xmlns:a16="http://schemas.microsoft.com/office/drawing/2014/main" id="{AE51D459-F79B-4EB2-A101-8899E52C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90" y="4117277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6" name="wire-1131">
            <a:extLst xmlns:a="http://schemas.openxmlformats.org/drawingml/2006/main">
              <a:ext uri="{FF2B5EF4-FFF2-40B4-BE49-F238E27FC236}">
                <a16:creationId xmlns:a16="http://schemas.microsoft.com/office/drawing/2014/main" id="{E2710548-A132-408C-95BC-7C4DDAA7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23" y="4117277"/>
            <a:ext cx="539591" cy="9525"/>
          </a:xfrm>
          <a:custGeom xmlns:a="http://schemas.openxmlformats.org/drawingml/2006/main">
            <a:pathLst>
              <a:path w="539591" h="9525">
                <a:moveTo>
                  <a:pt x="0" y="0"/>
                </a:moveTo>
                <a:lnTo>
                  <a:pt x="5395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7" name="wire-1132">
            <a:extLst xmlns:a="http://schemas.openxmlformats.org/drawingml/2006/main">
              <a:ext uri="{FF2B5EF4-FFF2-40B4-BE49-F238E27FC236}">
                <a16:creationId xmlns:a16="http://schemas.microsoft.com/office/drawing/2014/main" id="{4A7CA481-DA82-4A4D-B53C-9E98989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14" y="4117277"/>
            <a:ext cx="9525" cy="196977"/>
          </a:xfrm>
          <a:custGeom xmlns:a="http://schemas.openxmlformats.org/drawingml/2006/main">
            <a:pathLst>
              <a:path w="9525" h="196977">
                <a:moveTo>
                  <a:pt x="0" y="0"/>
                </a:moveTo>
                <a:lnTo>
                  <a:pt x="0" y="196977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8" name="wire-1133">
            <a:extLst xmlns:a="http://schemas.openxmlformats.org/drawingml/2006/main">
              <a:ext uri="{FF2B5EF4-FFF2-40B4-BE49-F238E27FC236}">
                <a16:creationId xmlns:a16="http://schemas.microsoft.com/office/drawing/2014/main" id="{10D135A5-E893-493C-8674-3B80F1AF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14" y="4314254"/>
            <a:ext cx="215837" cy="9525"/>
          </a:xfrm>
          <a:custGeom xmlns:a="http://schemas.openxmlformats.org/drawingml/2006/main">
            <a:pathLst>
              <a:path w="215837" h="9525">
                <a:moveTo>
                  <a:pt x="0" y="0"/>
                </a:moveTo>
                <a:lnTo>
                  <a:pt x="215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89" name="wire-1134">
            <a:extLst xmlns:a="http://schemas.openxmlformats.org/drawingml/2006/main">
              <a:ext uri="{FF2B5EF4-FFF2-40B4-BE49-F238E27FC236}">
                <a16:creationId xmlns:a16="http://schemas.microsoft.com/office/drawing/2014/main" id="{3E8DEC48-7BF8-4212-982B-25DCA4F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251" y="4314254"/>
            <a:ext cx="9525" cy="71628"/>
          </a:xfrm>
          <a:custGeom xmlns:a="http://schemas.openxmlformats.org/drawingml/2006/main">
            <a:pathLst>
              <a:path w="9525" h="71628">
                <a:moveTo>
                  <a:pt x="0" y="0"/>
                </a:moveTo>
                <a:lnTo>
                  <a:pt x="0" y="71628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90" name="circuit-1135">
            <a:extLst xmlns:a="http://schemas.openxmlformats.org/drawingml/2006/main">
              <a:ext uri="{FF2B5EF4-FFF2-40B4-BE49-F238E27FC236}">
                <a16:creationId xmlns:a16="http://schemas.microsoft.com/office/drawing/2014/main" id="{2DE2FEC9-D5CF-4B15-85F7-8B786CF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648" y="4341114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44767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91" name="wire-1136">
            <a:extLst xmlns:a="http://schemas.openxmlformats.org/drawingml/2006/main">
              <a:ext uri="{FF2B5EF4-FFF2-40B4-BE49-F238E27FC236}">
                <a16:creationId xmlns:a16="http://schemas.microsoft.com/office/drawing/2014/main" id="{F469F2DD-7962-4875-AE0D-FD1777DD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90" y="4206812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92" name="wire-1137">
            <a:extLst xmlns:a="http://schemas.openxmlformats.org/drawingml/2006/main">
              <a:ext uri="{FF2B5EF4-FFF2-40B4-BE49-F238E27FC236}">
                <a16:creationId xmlns:a16="http://schemas.microsoft.com/office/drawing/2014/main" id="{F7B63314-A961-40F7-8CBC-BB6A51C1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23" y="4206812"/>
            <a:ext cx="49054" cy="9525"/>
          </a:xfrm>
          <a:custGeom xmlns:a="http://schemas.openxmlformats.org/drawingml/2006/main">
            <a:pathLst>
              <a:path w="49054" h="9525">
                <a:moveTo>
                  <a:pt x="0" y="0"/>
                </a:moveTo>
                <a:lnTo>
                  <a:pt x="490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93" name="wire-1138">
            <a:extLst xmlns:a="http://schemas.openxmlformats.org/drawingml/2006/main">
              <a:ext uri="{FF2B5EF4-FFF2-40B4-BE49-F238E27FC236}">
                <a16:creationId xmlns:a16="http://schemas.microsoft.com/office/drawing/2014/main" id="{59799C47-243C-4D19-AA70-9C2F833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877" y="4206812"/>
            <a:ext cx="9525" cy="1208722"/>
          </a:xfrm>
          <a:custGeom xmlns:a="http://schemas.openxmlformats.org/drawingml/2006/main">
            <a:pathLst>
              <a:path w="9525" h="1208722">
                <a:moveTo>
                  <a:pt x="0" y="0"/>
                </a:moveTo>
                <a:lnTo>
                  <a:pt x="0" y="1208722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94" name="wire-1139">
            <a:extLst xmlns:a="http://schemas.openxmlformats.org/drawingml/2006/main">
              <a:ext uri="{FF2B5EF4-FFF2-40B4-BE49-F238E27FC236}">
                <a16:creationId xmlns:a16="http://schemas.microsoft.com/office/drawing/2014/main" id="{5736B9DB-1585-460A-9EF4-BF06BCCD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877" y="5415534"/>
            <a:ext cx="706374" cy="9525"/>
          </a:xfrm>
          <a:custGeom xmlns:a="http://schemas.openxmlformats.org/drawingml/2006/main">
            <a:pathLst>
              <a:path w="706374" h="9525">
                <a:moveTo>
                  <a:pt x="0" y="0"/>
                </a:moveTo>
                <a:lnTo>
                  <a:pt x="7063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95" name="wire-1140">
            <a:extLst xmlns:a="http://schemas.openxmlformats.org/drawingml/2006/main">
              <a:ext uri="{FF2B5EF4-FFF2-40B4-BE49-F238E27FC236}">
                <a16:creationId xmlns:a16="http://schemas.microsoft.com/office/drawing/2014/main" id="{11FF9323-1B22-4FAD-9404-16472DDC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251" y="5361813"/>
            <a:ext cx="9525" cy="53721"/>
          </a:xfrm>
          <a:custGeom xmlns:a="http://schemas.openxmlformats.org/drawingml/2006/main">
            <a:pathLst>
              <a:path w="9525" h="53721">
                <a:moveTo>
                  <a:pt x="0" y="537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196" name="circuit-1141">
            <a:extLst xmlns:a="http://schemas.openxmlformats.org/drawingml/2006/main">
              <a:ext uri="{FF2B5EF4-FFF2-40B4-BE49-F238E27FC236}">
                <a16:creationId xmlns:a16="http://schemas.microsoft.com/office/drawing/2014/main" id="{B5DF39A0-7518-40D6-92D5-B67B1077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648" y="5361813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197" name="block-1142">
            <a:extLst xmlns:a="http://schemas.openxmlformats.org/drawingml/2006/main">
              <a:ext uri="{FF2B5EF4-FFF2-40B4-BE49-F238E27FC236}">
                <a16:creationId xmlns:a16="http://schemas.microsoft.com/office/drawing/2014/main" id="{56EB2F14-4317-49EC-8555-B664ACDC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993" y="4439603"/>
            <a:ext cx="1000697" cy="913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198" name="text-1143">
            <a:extLst xmlns:a="http://schemas.openxmlformats.org/drawingml/2006/main">
              <a:ext uri="{FF2B5EF4-FFF2-40B4-BE49-F238E27FC236}">
                <a16:creationId xmlns:a16="http://schemas.microsoft.com/office/drawing/2014/main" id="{582DF609-922B-45FD-9172-85188288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722" y="4681347"/>
            <a:ext cx="765239" cy="16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regfile</a:t>
            </a:r>
          </a:p>
        </p:txBody>
      </p:sp>
      <p:sp>
        <p:nvSpPr>
          <p:cNvPr id="199" name="text-1144">
            <a:extLst xmlns:a="http://schemas.openxmlformats.org/drawingml/2006/main">
              <a:ext uri="{FF2B5EF4-FFF2-40B4-BE49-F238E27FC236}">
                <a16:creationId xmlns:a16="http://schemas.microsoft.com/office/drawing/2014/main" id="{EEF94CEB-8487-4B60-BF68-6C23038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425" y="4520184"/>
            <a:ext cx="264890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200" name="text-1145">
            <a:extLst xmlns:a="http://schemas.openxmlformats.org/drawingml/2006/main">
              <a:ext uri="{FF2B5EF4-FFF2-40B4-BE49-F238E27FC236}">
                <a16:creationId xmlns:a16="http://schemas.microsoft.com/office/drawing/2014/main" id="{1A3AE6A7-34F9-4A88-A600-A3C2CFF4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425" y="4851464"/>
            <a:ext cx="264890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201" name="text-1146">
            <a:extLst xmlns:a="http://schemas.openxmlformats.org/drawingml/2006/main">
              <a:ext uri="{FF2B5EF4-FFF2-40B4-BE49-F238E27FC236}">
                <a16:creationId xmlns:a16="http://schemas.microsoft.com/office/drawing/2014/main" id="{C7BA7E9A-3E49-42A1-974C-2684D26B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425" y="5021580"/>
            <a:ext cx="264890" cy="143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202" name="text-1147">
            <a:extLst xmlns:a="http://schemas.openxmlformats.org/drawingml/2006/main">
              <a:ext uri="{FF2B5EF4-FFF2-40B4-BE49-F238E27FC236}">
                <a16:creationId xmlns:a16="http://schemas.microsoft.com/office/drawing/2014/main" id="{F15B6378-2547-4951-90D8-915FC03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425" y="5182743"/>
            <a:ext cx="402241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WD3</a:t>
            </a:r>
          </a:p>
        </p:txBody>
      </p:sp>
      <p:sp>
        <p:nvSpPr>
          <p:cNvPr id="203" name="text-1148">
            <a:extLst xmlns:a="http://schemas.openxmlformats.org/drawingml/2006/main">
              <a:ext uri="{FF2B5EF4-FFF2-40B4-BE49-F238E27FC236}">
                <a16:creationId xmlns:a16="http://schemas.microsoft.com/office/drawing/2014/main" id="{8895DDA0-00F8-45D3-AA6C-77F7CFD3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313" y="4520184"/>
            <a:ext cx="333566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RD1</a:t>
            </a:r>
          </a:p>
        </p:txBody>
      </p:sp>
      <p:sp>
        <p:nvSpPr>
          <p:cNvPr id="204" name="text-1149">
            <a:extLst xmlns:a="http://schemas.openxmlformats.org/drawingml/2006/main">
              <a:ext uri="{FF2B5EF4-FFF2-40B4-BE49-F238E27FC236}">
                <a16:creationId xmlns:a16="http://schemas.microsoft.com/office/drawing/2014/main" id="{15B3F9FD-4827-480D-BFD0-D7CFAF49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313" y="4851464"/>
            <a:ext cx="333566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RD2</a:t>
            </a:r>
          </a:p>
        </p:txBody>
      </p:sp>
      <p:sp>
        <p:nvSpPr>
          <p:cNvPr id="205" name="text-1150">
            <a:extLst xmlns:a="http://schemas.openxmlformats.org/drawingml/2006/main">
              <a:ext uri="{FF2B5EF4-FFF2-40B4-BE49-F238E27FC236}">
                <a16:creationId xmlns:a16="http://schemas.microsoft.com/office/drawing/2014/main" id="{324993C7-8CAE-4A6D-B0E1-F0177C7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16" y="4448556"/>
            <a:ext cx="362998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WE3</a:t>
            </a:r>
          </a:p>
        </p:txBody>
      </p:sp>
      <p:sp>
        <p:nvSpPr>
          <p:cNvPr id="206" name="circuit-1151">
            <a:extLst xmlns:a="http://schemas.openxmlformats.org/drawingml/2006/main">
              <a:ext uri="{FF2B5EF4-FFF2-40B4-BE49-F238E27FC236}">
                <a16:creationId xmlns:a16="http://schemas.microsoft.com/office/drawing/2014/main" id="{7FE09468-8D91-4570-A069-A490A8D6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206" y="4439603"/>
            <a:ext cx="78486" cy="44767"/>
          </a:xfrm>
          <a:custGeom xmlns:a="http://schemas.openxmlformats.org/drawingml/2006/main">
            <a:pathLst>
              <a:path w="78486" h="44767">
                <a:moveTo>
                  <a:pt x="0" y="0"/>
                </a:moveTo>
                <a:lnTo>
                  <a:pt x="39243" y="44767"/>
                </a:lnTo>
                <a:lnTo>
                  <a:pt x="7848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07" name="circuit-1152">
            <a:extLst xmlns:a="http://schemas.openxmlformats.org/drawingml/2006/main">
              <a:ext uri="{FF2B5EF4-FFF2-40B4-BE49-F238E27FC236}">
                <a16:creationId xmlns:a16="http://schemas.microsoft.com/office/drawing/2014/main" id="{2EE4D6D6-7445-48F9-ACE3-40E0408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993" y="5442395"/>
            <a:ext cx="1000697" cy="259651"/>
          </a:xfrm>
          <a:custGeom xmlns:a="http://schemas.openxmlformats.org/drawingml/2006/main">
            <a:pathLst>
              <a:path w="1000697" h="259651">
                <a:moveTo>
                  <a:pt x="0" y="98489"/>
                </a:moveTo>
                <a:lnTo>
                  <a:pt x="1000697" y="0"/>
                </a:lnTo>
                <a:lnTo>
                  <a:pt x="1000697" y="259651"/>
                </a:lnTo>
                <a:lnTo>
                  <a:pt x="0" y="259651"/>
                </a:lnTo>
                <a:close/>
              </a:path>
            </a:pathLst>
          </a:cu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08" name="text-1153">
            <a:extLst xmlns:a="http://schemas.openxmlformats.org/drawingml/2006/main">
              <a:ext uri="{FF2B5EF4-FFF2-40B4-BE49-F238E27FC236}">
                <a16:creationId xmlns:a16="http://schemas.microsoft.com/office/drawing/2014/main" id="{A98FF4B9-778C-4A89-8652-D126446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694" y="5505069"/>
            <a:ext cx="706374" cy="170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extend</a:t>
            </a:r>
          </a:p>
        </p:txBody>
      </p:sp>
      <p:sp>
        <p:nvSpPr>
          <p:cNvPr id="209" name="block-1154">
            <a:extLst xmlns:a="http://schemas.openxmlformats.org/drawingml/2006/main">
              <a:ext uri="{FF2B5EF4-FFF2-40B4-BE49-F238E27FC236}">
                <a16:creationId xmlns:a16="http://schemas.microsoft.com/office/drawing/2014/main" id="{5E5A317B-19E3-49F5-B1D1-D62758E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094" y="3947160"/>
            <a:ext cx="117729" cy="18533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10" name="circuit-1155">
            <a:extLst xmlns:a="http://schemas.openxmlformats.org/drawingml/2006/main">
              <a:ext uri="{FF2B5EF4-FFF2-40B4-BE49-F238E27FC236}">
                <a16:creationId xmlns:a16="http://schemas.microsoft.com/office/drawing/2014/main" id="{D53DD908-203F-44D7-ABCD-5C59939D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715" y="3947160"/>
            <a:ext cx="78486" cy="44767"/>
          </a:xfrm>
          <a:custGeom xmlns:a="http://schemas.openxmlformats.org/drawingml/2006/main">
            <a:pathLst>
              <a:path w="78486" h="44767">
                <a:moveTo>
                  <a:pt x="0" y="0"/>
                </a:moveTo>
                <a:lnTo>
                  <a:pt x="39243" y="44767"/>
                </a:lnTo>
                <a:lnTo>
                  <a:pt x="7848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11" name="wire-1156">
            <a:extLst xmlns:a="http://schemas.openxmlformats.org/drawingml/2006/main">
              <a:ext uri="{FF2B5EF4-FFF2-40B4-BE49-F238E27FC236}">
                <a16:creationId xmlns:a16="http://schemas.microsoft.com/office/drawing/2014/main" id="{56751E4A-304C-477A-BA2B-31D88FA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958" y="3893439"/>
            <a:ext cx="9525" cy="53721"/>
          </a:xfrm>
          <a:custGeom xmlns:a="http://schemas.openxmlformats.org/drawingml/2006/main">
            <a:pathLst>
              <a:path w="9525" h="53721">
                <a:moveTo>
                  <a:pt x="0" y="0"/>
                </a:moveTo>
                <a:lnTo>
                  <a:pt x="0" y="5372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31F20"/>
            </a:solidFill>
          </a:ln>
        </p:spPr>
      </p:sp>
      <p:sp>
        <p:nvSpPr>
          <p:cNvPr id="212" name="text-1157">
            <a:extLst xmlns:a="http://schemas.openxmlformats.org/drawingml/2006/main">
              <a:ext uri="{FF2B5EF4-FFF2-40B4-BE49-F238E27FC236}">
                <a16:creationId xmlns:a16="http://schemas.microsoft.com/office/drawing/2014/main" id="{7DE267D6-F4DE-40E0-9FC5-18C38603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879" y="3687509"/>
            <a:ext cx="559213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D / E</a:t>
            </a:r>
          </a:p>
        </p:txBody>
      </p:sp>
      <p:sp>
        <p:nvSpPr>
          <p:cNvPr id="213" name="wire-1158">
            <a:extLst xmlns:a="http://schemas.openxmlformats.org/drawingml/2006/main">
              <a:ext uri="{FF2B5EF4-FFF2-40B4-BE49-F238E27FC236}">
                <a16:creationId xmlns:a16="http://schemas.microsoft.com/office/drawing/2014/main" id="{022182BF-9585-464B-BD47-E8F3D695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90" y="4609719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14" name="wire-1159">
            <a:extLst xmlns:a="http://schemas.openxmlformats.org/drawingml/2006/main">
              <a:ext uri="{FF2B5EF4-FFF2-40B4-BE49-F238E27FC236}">
                <a16:creationId xmlns:a16="http://schemas.microsoft.com/office/drawing/2014/main" id="{B2E45752-5DB2-4909-A02C-B60CA46B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90" y="4923091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15" name="wire-1160">
            <a:extLst xmlns:a="http://schemas.openxmlformats.org/drawingml/2006/main">
              <a:ext uri="{FF2B5EF4-FFF2-40B4-BE49-F238E27FC236}">
                <a16:creationId xmlns:a16="http://schemas.microsoft.com/office/drawing/2014/main" id="{53F3D8B9-722D-4A54-A807-EE05AE24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90" y="5603558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16" name="circuit-1161">
            <a:extLst xmlns:a="http://schemas.openxmlformats.org/drawingml/2006/main">
              <a:ext uri="{FF2B5EF4-FFF2-40B4-BE49-F238E27FC236}">
                <a16:creationId xmlns:a16="http://schemas.microsoft.com/office/drawing/2014/main" id="{0FC8F367-D3DB-4797-91F1-4E624F96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70" y="4448556"/>
            <a:ext cx="166783" cy="340233"/>
          </a:xfrm>
          <a:custGeom xmlns:a="http://schemas.openxmlformats.org/drawingml/2006/main">
            <a:pathLst>
              <a:path w="166783" h="340233">
                <a:moveTo>
                  <a:pt x="0" y="0"/>
                </a:moveTo>
                <a:lnTo>
                  <a:pt x="166783" y="53721"/>
                </a:lnTo>
                <a:lnTo>
                  <a:pt x="166783" y="286512"/>
                </a:lnTo>
                <a:lnTo>
                  <a:pt x="0" y="3402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17" name="text-1162">
            <a:extLst xmlns:a="http://schemas.openxmlformats.org/drawingml/2006/main">
              <a:ext uri="{FF2B5EF4-FFF2-40B4-BE49-F238E27FC236}">
                <a16:creationId xmlns:a16="http://schemas.microsoft.com/office/drawing/2014/main" id="{20B69401-7A5C-413A-9BA2-7C00AC97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81" y="4475417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text-1163">
            <a:extLst xmlns:a="http://schemas.openxmlformats.org/drawingml/2006/main">
              <a:ext uri="{FF2B5EF4-FFF2-40B4-BE49-F238E27FC236}">
                <a16:creationId xmlns:a16="http://schemas.microsoft.com/office/drawing/2014/main" id="{61195D9B-A39D-4216-AAAD-B4C17FD3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81" y="4627626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9" name="circuit-1164">
            <a:extLst xmlns:a="http://schemas.openxmlformats.org/drawingml/2006/main">
              <a:ext uri="{FF2B5EF4-FFF2-40B4-BE49-F238E27FC236}">
                <a16:creationId xmlns:a16="http://schemas.microsoft.com/office/drawing/2014/main" id="{C35E28F1-F053-4764-98E2-251680D9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70" y="4815650"/>
            <a:ext cx="166783" cy="402908"/>
          </a:xfrm>
          <a:custGeom xmlns:a="http://schemas.openxmlformats.org/drawingml/2006/main">
            <a:pathLst>
              <a:path w="166783" h="402908">
                <a:moveTo>
                  <a:pt x="0" y="0"/>
                </a:moveTo>
                <a:lnTo>
                  <a:pt x="166783" y="53721"/>
                </a:lnTo>
                <a:lnTo>
                  <a:pt x="166783" y="349187"/>
                </a:lnTo>
                <a:lnTo>
                  <a:pt x="0" y="4029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20" name="text-1165">
            <a:extLst xmlns:a="http://schemas.openxmlformats.org/drawingml/2006/main">
              <a:ext uri="{FF2B5EF4-FFF2-40B4-BE49-F238E27FC236}">
                <a16:creationId xmlns:a16="http://schemas.microsoft.com/office/drawing/2014/main" id="{9CC1C723-F502-4802-8B9A-D760CD2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81" y="4842510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1" name="text-1166">
            <a:extLst xmlns:a="http://schemas.openxmlformats.org/drawingml/2006/main">
              <a:ext uri="{FF2B5EF4-FFF2-40B4-BE49-F238E27FC236}">
                <a16:creationId xmlns:a16="http://schemas.microsoft.com/office/drawing/2014/main" id="{8E8467BD-0004-406C-85A5-826CEA6B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81" y="5057394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2" name="circuit-1167">
            <a:extLst xmlns:a="http://schemas.openxmlformats.org/drawingml/2006/main">
              <a:ext uri="{FF2B5EF4-FFF2-40B4-BE49-F238E27FC236}">
                <a16:creationId xmlns:a16="http://schemas.microsoft.com/office/drawing/2014/main" id="{19FCA591-1FB6-406C-8191-47554CE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954" y="4385882"/>
            <a:ext cx="166783" cy="429768"/>
          </a:xfrm>
          <a:custGeom xmlns:a="http://schemas.openxmlformats.org/drawingml/2006/main">
            <a:pathLst>
              <a:path w="166783" h="429768">
                <a:moveTo>
                  <a:pt x="0" y="0"/>
                </a:moveTo>
                <a:lnTo>
                  <a:pt x="166783" y="53721"/>
                </a:lnTo>
                <a:lnTo>
                  <a:pt x="166783" y="376047"/>
                </a:lnTo>
                <a:lnTo>
                  <a:pt x="0" y="4297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23" name="text-1168">
            <a:extLst xmlns:a="http://schemas.openxmlformats.org/drawingml/2006/main">
              <a:ext uri="{FF2B5EF4-FFF2-40B4-BE49-F238E27FC236}">
                <a16:creationId xmlns:a16="http://schemas.microsoft.com/office/drawing/2014/main" id="{D21EAA7A-5D0E-47D6-A4FB-CF321FC9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765" y="4412742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4" name="text-1169">
            <a:extLst xmlns:a="http://schemas.openxmlformats.org/drawingml/2006/main">
              <a:ext uri="{FF2B5EF4-FFF2-40B4-BE49-F238E27FC236}">
                <a16:creationId xmlns:a16="http://schemas.microsoft.com/office/drawing/2014/main" id="{9E0B6661-14FF-4671-8FF7-0BE9D95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765" y="4654487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5" name="circuit-1170">
            <a:extLst xmlns:a="http://schemas.openxmlformats.org/drawingml/2006/main">
              <a:ext uri="{FF2B5EF4-FFF2-40B4-BE49-F238E27FC236}">
                <a16:creationId xmlns:a16="http://schemas.microsoft.com/office/drawing/2014/main" id="{1E2872F2-E45A-4B55-B26A-9A4AE84E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954" y="4940999"/>
            <a:ext cx="166783" cy="420814"/>
          </a:xfrm>
          <a:custGeom xmlns:a="http://schemas.openxmlformats.org/drawingml/2006/main">
            <a:pathLst>
              <a:path w="166783" h="420814">
                <a:moveTo>
                  <a:pt x="0" y="0"/>
                </a:moveTo>
                <a:lnTo>
                  <a:pt x="166783" y="53721"/>
                </a:lnTo>
                <a:lnTo>
                  <a:pt x="166783" y="367093"/>
                </a:lnTo>
                <a:lnTo>
                  <a:pt x="0" y="4208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26" name="text-1171">
            <a:extLst xmlns:a="http://schemas.openxmlformats.org/drawingml/2006/main">
              <a:ext uri="{FF2B5EF4-FFF2-40B4-BE49-F238E27FC236}">
                <a16:creationId xmlns:a16="http://schemas.microsoft.com/office/drawing/2014/main" id="{14BF1AB5-8A93-4CC9-81F9-23D44753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765" y="4967859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7" name="text-1172">
            <a:extLst xmlns:a="http://schemas.openxmlformats.org/drawingml/2006/main">
              <a:ext uri="{FF2B5EF4-FFF2-40B4-BE49-F238E27FC236}">
                <a16:creationId xmlns:a16="http://schemas.microsoft.com/office/drawing/2014/main" id="{C8F10C6C-D5D8-4405-928C-ACA128E1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765" y="5200650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8" name="wire-1173">
            <a:extLst xmlns:a="http://schemas.openxmlformats.org/drawingml/2006/main">
              <a:ext uri="{FF2B5EF4-FFF2-40B4-BE49-F238E27FC236}">
                <a16:creationId xmlns:a16="http://schemas.microsoft.com/office/drawing/2014/main" id="{90DCB98B-67B4-4D86-8001-25EEADD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23" y="4609719"/>
            <a:ext cx="127540" cy="9525"/>
          </a:xfrm>
          <a:custGeom xmlns:a="http://schemas.openxmlformats.org/drawingml/2006/main">
            <a:pathLst>
              <a:path w="127540" h="9525">
                <a:moveTo>
                  <a:pt x="0" y="0"/>
                </a:moveTo>
                <a:lnTo>
                  <a:pt x="127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29" name="wire-1174">
            <a:extLst xmlns:a="http://schemas.openxmlformats.org/drawingml/2006/main">
              <a:ext uri="{FF2B5EF4-FFF2-40B4-BE49-F238E27FC236}">
                <a16:creationId xmlns:a16="http://schemas.microsoft.com/office/drawing/2014/main" id="{6E413C09-B356-4C61-9052-6A4F9EAA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63" y="4555998"/>
            <a:ext cx="9525" cy="53721"/>
          </a:xfrm>
          <a:custGeom xmlns:a="http://schemas.openxmlformats.org/drawingml/2006/main">
            <a:pathLst>
              <a:path w="9525" h="53721">
                <a:moveTo>
                  <a:pt x="0" y="537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30" name="wire-1175">
            <a:extLst xmlns:a="http://schemas.openxmlformats.org/drawingml/2006/main">
              <a:ext uri="{FF2B5EF4-FFF2-40B4-BE49-F238E27FC236}">
                <a16:creationId xmlns:a16="http://schemas.microsoft.com/office/drawing/2014/main" id="{EF88593A-7583-447F-88B4-F66F000F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63" y="4555998"/>
            <a:ext cx="98108" cy="9525"/>
          </a:xfrm>
          <a:custGeom xmlns:a="http://schemas.openxmlformats.org/drawingml/2006/main">
            <a:pathLst>
              <a:path w="98108" h="9525">
                <a:moveTo>
                  <a:pt x="0" y="0"/>
                </a:moveTo>
                <a:lnTo>
                  <a:pt x="98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31" name="circuit-1176">
            <a:extLst xmlns:a="http://schemas.openxmlformats.org/drawingml/2006/main">
              <a:ext uri="{FF2B5EF4-FFF2-40B4-BE49-F238E27FC236}">
                <a16:creationId xmlns:a16="http://schemas.microsoft.com/office/drawing/2014/main" id="{80C38572-3436-4D78-A418-45909D8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416" y="4537196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32" name="wire-1177">
            <a:extLst xmlns:a="http://schemas.openxmlformats.org/drawingml/2006/main">
              <a:ext uri="{FF2B5EF4-FFF2-40B4-BE49-F238E27FC236}">
                <a16:creationId xmlns:a16="http://schemas.microsoft.com/office/drawing/2014/main" id="{6D0D8205-B78F-431A-B0F4-7A0A0EA5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23" y="4923091"/>
            <a:ext cx="225647" cy="9525"/>
          </a:xfrm>
          <a:custGeom xmlns:a="http://schemas.openxmlformats.org/drawingml/2006/main">
            <a:pathLst>
              <a:path w="225647" h="9525">
                <a:moveTo>
                  <a:pt x="0" y="0"/>
                </a:moveTo>
                <a:lnTo>
                  <a:pt x="2256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33" name="circuit-1178">
            <a:extLst xmlns:a="http://schemas.openxmlformats.org/drawingml/2006/main">
              <a:ext uri="{FF2B5EF4-FFF2-40B4-BE49-F238E27FC236}">
                <a16:creationId xmlns:a16="http://schemas.microsoft.com/office/drawing/2014/main" id="{E4ADCE5E-9B3F-4911-85C6-D7BC2BF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416" y="4904289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34" name="wire-1179">
            <a:extLst xmlns:a="http://schemas.openxmlformats.org/drawingml/2006/main">
              <a:ext uri="{FF2B5EF4-FFF2-40B4-BE49-F238E27FC236}">
                <a16:creationId xmlns:a16="http://schemas.microsoft.com/office/drawing/2014/main" id="{13F3ECD1-8095-4C45-A729-629CE661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253" y="4618673"/>
            <a:ext cx="156972" cy="9525"/>
          </a:xfrm>
          <a:custGeom xmlns:a="http://schemas.openxmlformats.org/drawingml/2006/main">
            <a:pathLst>
              <a:path w="156972" h="9525">
                <a:moveTo>
                  <a:pt x="0" y="0"/>
                </a:moveTo>
                <a:lnTo>
                  <a:pt x="156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35" name="wire-1180">
            <a:extLst xmlns:a="http://schemas.openxmlformats.org/drawingml/2006/main">
              <a:ext uri="{FF2B5EF4-FFF2-40B4-BE49-F238E27FC236}">
                <a16:creationId xmlns:a16="http://schemas.microsoft.com/office/drawing/2014/main" id="{C2BDCB56-3306-408F-8C0C-5F474DEC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25" y="4502277"/>
            <a:ext cx="9525" cy="116395"/>
          </a:xfrm>
          <a:custGeom xmlns:a="http://schemas.openxmlformats.org/drawingml/2006/main">
            <a:pathLst>
              <a:path w="9525" h="116395">
                <a:moveTo>
                  <a:pt x="0" y="1163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36" name="wire-1181">
            <a:extLst xmlns:a="http://schemas.openxmlformats.org/drawingml/2006/main">
              <a:ext uri="{FF2B5EF4-FFF2-40B4-BE49-F238E27FC236}">
                <a16:creationId xmlns:a16="http://schemas.microsoft.com/office/drawing/2014/main" id="{FDACF4EC-546E-4BAB-BF3C-5E79DB19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25" y="4502277"/>
            <a:ext cx="117729" cy="9525"/>
          </a:xfrm>
          <a:custGeom xmlns:a="http://schemas.openxmlformats.org/drawingml/2006/main">
            <a:pathLst>
              <a:path w="117729" h="9525">
                <a:moveTo>
                  <a:pt x="0" y="0"/>
                </a:moveTo>
                <a:lnTo>
                  <a:pt x="1177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37" name="circuit-1182">
            <a:extLst xmlns:a="http://schemas.openxmlformats.org/drawingml/2006/main">
              <a:ext uri="{FF2B5EF4-FFF2-40B4-BE49-F238E27FC236}">
                <a16:creationId xmlns:a16="http://schemas.microsoft.com/office/drawing/2014/main" id="{A96BF5B4-48CF-48FD-AD67-ACB0EA6D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83475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38" name="wire-1183">
            <a:extLst xmlns:a="http://schemas.openxmlformats.org/drawingml/2006/main">
              <a:ext uri="{FF2B5EF4-FFF2-40B4-BE49-F238E27FC236}">
                <a16:creationId xmlns:a16="http://schemas.microsoft.com/office/drawing/2014/main" id="{C4F9AF09-DFCA-4113-940D-326DFCEA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253" y="5021580"/>
            <a:ext cx="274701" cy="9525"/>
          </a:xfrm>
          <a:custGeom xmlns:a="http://schemas.openxmlformats.org/drawingml/2006/main">
            <a:pathLst>
              <a:path w="274701" h="9525">
                <a:moveTo>
                  <a:pt x="0" y="0"/>
                </a:moveTo>
                <a:lnTo>
                  <a:pt x="2747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39" name="circuit-1184">
            <a:extLst xmlns:a="http://schemas.openxmlformats.org/drawingml/2006/main">
              <a:ext uri="{FF2B5EF4-FFF2-40B4-BE49-F238E27FC236}">
                <a16:creationId xmlns:a16="http://schemas.microsoft.com/office/drawing/2014/main" id="{7CF1FF5F-DF96-407A-B06F-F8A17BA2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02778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40" name="wire-1185">
            <a:extLst xmlns:a="http://schemas.openxmlformats.org/drawingml/2006/main">
              <a:ext uri="{FF2B5EF4-FFF2-40B4-BE49-F238E27FC236}">
                <a16:creationId xmlns:a16="http://schemas.microsoft.com/office/drawing/2014/main" id="{C2832DC1-0667-4563-8955-3F341020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23" y="5603558"/>
            <a:ext cx="529781" cy="9525"/>
          </a:xfrm>
          <a:custGeom xmlns:a="http://schemas.openxmlformats.org/drawingml/2006/main">
            <a:pathLst>
              <a:path w="529781" h="9525">
                <a:moveTo>
                  <a:pt x="0" y="0"/>
                </a:moveTo>
                <a:lnTo>
                  <a:pt x="5297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41" name="wire-1186">
            <a:extLst xmlns:a="http://schemas.openxmlformats.org/drawingml/2006/main">
              <a:ext uri="{FF2B5EF4-FFF2-40B4-BE49-F238E27FC236}">
                <a16:creationId xmlns:a16="http://schemas.microsoft.com/office/drawing/2014/main" id="{D5CC6F48-22A7-47A5-84AC-60E16F6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603" y="5236464"/>
            <a:ext cx="9525" cy="367093"/>
          </a:xfrm>
          <a:custGeom xmlns:a="http://schemas.openxmlformats.org/drawingml/2006/main">
            <a:pathLst>
              <a:path w="9525" h="367093">
                <a:moveTo>
                  <a:pt x="0" y="3670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42" name="wire-1187">
            <a:extLst xmlns:a="http://schemas.openxmlformats.org/drawingml/2006/main">
              <a:ext uri="{FF2B5EF4-FFF2-40B4-BE49-F238E27FC236}">
                <a16:creationId xmlns:a16="http://schemas.microsoft.com/office/drawing/2014/main" id="{5927A462-C822-48A5-95FB-8105CF9A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603" y="5236464"/>
            <a:ext cx="137351" cy="9525"/>
          </a:xfrm>
          <a:custGeom xmlns:a="http://schemas.openxmlformats.org/drawingml/2006/main">
            <a:pathLst>
              <a:path w="137351" h="9525">
                <a:moveTo>
                  <a:pt x="0" y="0"/>
                </a:moveTo>
                <a:lnTo>
                  <a:pt x="1373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43" name="circuit-1188">
            <a:extLst xmlns:a="http://schemas.openxmlformats.org/drawingml/2006/main">
              <a:ext uri="{FF2B5EF4-FFF2-40B4-BE49-F238E27FC236}">
                <a16:creationId xmlns:a16="http://schemas.microsoft.com/office/drawing/2014/main" id="{87C05F87-70B6-487F-A85C-9B9E78ED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7662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44" name="wire-1189">
            <a:extLst xmlns:a="http://schemas.openxmlformats.org/drawingml/2006/main">
              <a:ext uri="{FF2B5EF4-FFF2-40B4-BE49-F238E27FC236}">
                <a16:creationId xmlns:a16="http://schemas.microsoft.com/office/drawing/2014/main" id="{69780F54-F74C-44AD-9D79-84A42456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928" y="4708208"/>
            <a:ext cx="206026" cy="9525"/>
          </a:xfrm>
          <a:custGeom xmlns:a="http://schemas.openxmlformats.org/drawingml/2006/main">
            <a:pathLst>
              <a:path w="206026" h="9525">
                <a:moveTo>
                  <a:pt x="0" y="0"/>
                </a:moveTo>
                <a:lnTo>
                  <a:pt x="2060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245" name="circuit-1190">
            <a:extLst xmlns:a="http://schemas.openxmlformats.org/drawingml/2006/main">
              <a:ext uri="{FF2B5EF4-FFF2-40B4-BE49-F238E27FC236}">
                <a16:creationId xmlns:a16="http://schemas.microsoft.com/office/drawing/2014/main" id="{EE7F230C-FF30-4FA2-A24B-68A54DF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89405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246" name="text-1191">
            <a:extLst xmlns:a="http://schemas.openxmlformats.org/drawingml/2006/main">
              <a:ext uri="{FF2B5EF4-FFF2-40B4-BE49-F238E27FC236}">
                <a16:creationId xmlns:a16="http://schemas.microsoft.com/office/drawing/2014/main" id="{F0401E90-8EF5-4CB9-9629-7B51D4B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767" y="4744022"/>
            <a:ext cx="353187" cy="170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PCE</a:t>
            </a:r>
          </a:p>
        </p:txBody>
      </p:sp>
      <p:sp>
        <p:nvSpPr>
          <p:cNvPr id="247" name="block-1192">
            <a:extLst xmlns:a="http://schemas.openxmlformats.org/drawingml/2006/main">
              <a:ext uri="{FF2B5EF4-FFF2-40B4-BE49-F238E27FC236}">
                <a16:creationId xmlns:a16="http://schemas.microsoft.com/office/drawing/2014/main" id="{8E502DBD-7AAE-4098-8484-8DC8A60A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816" y="4090416"/>
            <a:ext cx="647510" cy="241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48" name="text-1193">
            <a:extLst xmlns:a="http://schemas.openxmlformats.org/drawingml/2006/main">
              <a:ext uri="{FF2B5EF4-FFF2-40B4-BE49-F238E27FC236}">
                <a16:creationId xmlns:a16="http://schemas.microsoft.com/office/drawing/2014/main" id="{3A52622C-9372-49C3-8A30-1E742D53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248" y="4099370"/>
            <a:ext cx="588645" cy="22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comp</a:t>
            </a:r>
          </a:p>
        </p:txBody>
      </p:sp>
      <p:sp>
        <p:nvSpPr>
          <p:cNvPr id="249" name="wire-1194">
            <a:extLst xmlns:a="http://schemas.openxmlformats.org/drawingml/2006/main">
              <a:ext uri="{FF2B5EF4-FFF2-40B4-BE49-F238E27FC236}">
                <a16:creationId xmlns:a16="http://schemas.microsoft.com/office/drawing/2014/main" id="{807A930E-BE5D-41DD-8FBF-34A2A7A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360" y="4188904"/>
            <a:ext cx="9525" cy="429768"/>
          </a:xfrm>
          <a:custGeom xmlns:a="http://schemas.openxmlformats.org/drawingml/2006/main">
            <a:pathLst>
              <a:path w="9525" h="429768">
                <a:moveTo>
                  <a:pt x="0" y="4297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250" name="wire-1195">
            <a:extLst xmlns:a="http://schemas.openxmlformats.org/drawingml/2006/main">
              <a:ext uri="{FF2B5EF4-FFF2-40B4-BE49-F238E27FC236}">
                <a16:creationId xmlns:a16="http://schemas.microsoft.com/office/drawing/2014/main" id="{956CAA5A-A353-42EB-A281-86239B97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360" y="4188904"/>
            <a:ext cx="598456" cy="9525"/>
          </a:xfrm>
          <a:custGeom xmlns:a="http://schemas.openxmlformats.org/drawingml/2006/main">
            <a:pathLst>
              <a:path w="598456" h="9525">
                <a:moveTo>
                  <a:pt x="0" y="0"/>
                </a:moveTo>
                <a:lnTo>
                  <a:pt x="5984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251" name="circuit-1196">
            <a:extLst xmlns:a="http://schemas.openxmlformats.org/drawingml/2006/main">
              <a:ext uri="{FF2B5EF4-FFF2-40B4-BE49-F238E27FC236}">
                <a16:creationId xmlns:a16="http://schemas.microsoft.com/office/drawing/2014/main" id="{4886C916-D812-4CD9-9796-BDAECB7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762" y="4170102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252" name="wire-1197">
            <a:extLst xmlns:a="http://schemas.openxmlformats.org/drawingml/2006/main">
              <a:ext uri="{FF2B5EF4-FFF2-40B4-BE49-F238E27FC236}">
                <a16:creationId xmlns:a16="http://schemas.microsoft.com/office/drawing/2014/main" id="{C1A6ED8B-947A-42D5-9F9D-4AA8047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50" y="4287393"/>
            <a:ext cx="9525" cy="734187"/>
          </a:xfrm>
          <a:custGeom xmlns:a="http://schemas.openxmlformats.org/drawingml/2006/main">
            <a:pathLst>
              <a:path w="9525" h="734187">
                <a:moveTo>
                  <a:pt x="0" y="7341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253" name="wire-1198">
            <a:extLst xmlns:a="http://schemas.openxmlformats.org/drawingml/2006/main">
              <a:ext uri="{FF2B5EF4-FFF2-40B4-BE49-F238E27FC236}">
                <a16:creationId xmlns:a16="http://schemas.microsoft.com/office/drawing/2014/main" id="{F6681BEC-6975-40BF-ADE7-B6F216C9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50" y="4287393"/>
            <a:ext cx="608267" cy="9525"/>
          </a:xfrm>
          <a:custGeom xmlns:a="http://schemas.openxmlformats.org/drawingml/2006/main">
            <a:pathLst>
              <a:path w="608267" h="9525">
                <a:moveTo>
                  <a:pt x="0" y="0"/>
                </a:moveTo>
                <a:lnTo>
                  <a:pt x="608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31F20"/>
            </a:solidFill>
          </a:ln>
        </p:spPr>
      </p:sp>
      <p:sp>
        <p:nvSpPr>
          <p:cNvPr id="254" name="circuit-1199">
            <a:extLst xmlns:a="http://schemas.openxmlformats.org/drawingml/2006/main">
              <a:ext uri="{FF2B5EF4-FFF2-40B4-BE49-F238E27FC236}">
                <a16:creationId xmlns:a16="http://schemas.microsoft.com/office/drawing/2014/main" id="{210C3C68-FF4D-4A95-ABA0-A3AA03F5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762" y="4268591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255" name="text-1200">
            <a:extLst xmlns:a="http://schemas.openxmlformats.org/drawingml/2006/main">
              <a:ext uri="{FF2B5EF4-FFF2-40B4-BE49-F238E27FC236}">
                <a16:creationId xmlns:a16="http://schemas.microsoft.com/office/drawing/2014/main" id="{03B600CC-FD3F-4D41-A721-CADE962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274" y="3929253"/>
            <a:ext cx="657320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FlagsE</a:t>
            </a:r>
          </a:p>
        </p:txBody>
      </p:sp>
      <p:sp>
        <p:nvSpPr>
          <p:cNvPr id="256" name="wire-1201">
            <a:extLst xmlns:a="http://schemas.openxmlformats.org/drawingml/2006/main">
              <a:ext uri="{FF2B5EF4-FFF2-40B4-BE49-F238E27FC236}">
                <a16:creationId xmlns:a16="http://schemas.microsoft.com/office/drawing/2014/main" id="{FB3816F5-F4B9-499C-9130-661DCD5B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571" y="4054602"/>
            <a:ext cx="9525" cy="35814"/>
          </a:xfrm>
          <a:custGeom xmlns:a="http://schemas.openxmlformats.org/drawingml/2006/main">
            <a:pathLst>
              <a:path w="9525" h="35814">
                <a:moveTo>
                  <a:pt x="0" y="358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31F20"/>
            </a:solidFill>
          </a:ln>
        </p:spPr>
      </p:sp>
      <p:sp>
        <p:nvSpPr>
          <p:cNvPr id="257" name="circuit-1202">
            <a:extLst xmlns:a="http://schemas.openxmlformats.org/drawingml/2006/main">
              <a:ext uri="{FF2B5EF4-FFF2-40B4-BE49-F238E27FC236}">
                <a16:creationId xmlns:a16="http://schemas.microsoft.com/office/drawing/2014/main" id="{0BAD1EAF-07EE-4283-B608-4065247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968" y="4054602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258" name="circuit-1203">
            <a:extLst xmlns:a="http://schemas.openxmlformats.org/drawingml/2006/main">
              <a:ext uri="{FF2B5EF4-FFF2-40B4-BE49-F238E27FC236}">
                <a16:creationId xmlns:a16="http://schemas.microsoft.com/office/drawing/2014/main" id="{7CB680B0-BCAF-411A-A5B3-F744020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627" y="4529138"/>
            <a:ext cx="608267" cy="725233"/>
          </a:xfrm>
          <a:custGeom xmlns:a="http://schemas.openxmlformats.org/drawingml/2006/main">
            <a:pathLst>
              <a:path w="608267" h="725233">
                <a:moveTo>
                  <a:pt x="0" y="0"/>
                </a:moveTo>
                <a:lnTo>
                  <a:pt x="608267" y="143256"/>
                </a:lnTo>
                <a:lnTo>
                  <a:pt x="608267" y="590931"/>
                </a:lnTo>
                <a:lnTo>
                  <a:pt x="0" y="725233"/>
                </a:lnTo>
                <a:lnTo>
                  <a:pt x="0" y="483489"/>
                </a:lnTo>
                <a:lnTo>
                  <a:pt x="166783" y="367093"/>
                </a:lnTo>
                <a:lnTo>
                  <a:pt x="0" y="250698"/>
                </a:lnTo>
                <a:close/>
              </a:path>
            </a:pathLst>
          </a:cu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59" name="text-1204">
            <a:extLst xmlns:a="http://schemas.openxmlformats.org/drawingml/2006/main">
              <a:ext uri="{FF2B5EF4-FFF2-40B4-BE49-F238E27FC236}">
                <a16:creationId xmlns:a16="http://schemas.microsoft.com/office/drawing/2014/main" id="{4FA40565-322B-4258-84AA-336F073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42" y="4726115"/>
            <a:ext cx="39243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ALU</a:t>
            </a:r>
          </a:p>
        </p:txBody>
      </p:sp>
      <p:sp>
        <p:nvSpPr>
          <p:cNvPr id="260" name="wire-1205">
            <a:extLst xmlns:a="http://schemas.openxmlformats.org/drawingml/2006/main">
              <a:ext uri="{FF2B5EF4-FFF2-40B4-BE49-F238E27FC236}">
                <a16:creationId xmlns:a16="http://schemas.microsoft.com/office/drawing/2014/main" id="{DDC432BB-68E0-4BA4-BF9A-61A6C1F7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737" y="4600766"/>
            <a:ext cx="264890" cy="62674"/>
          </a:xfrm>
          <a:custGeom xmlns:a="http://schemas.openxmlformats.org/drawingml/2006/main">
            <a:pathLst>
              <a:path w="264890" h="62674">
                <a:moveTo>
                  <a:pt x="0" y="0"/>
                </a:moveTo>
                <a:lnTo>
                  <a:pt x="264890" y="6267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61" name="circuit-1206">
            <a:extLst xmlns:a="http://schemas.openxmlformats.org/drawingml/2006/main">
              <a:ext uri="{FF2B5EF4-FFF2-40B4-BE49-F238E27FC236}">
                <a16:creationId xmlns:a16="http://schemas.microsoft.com/office/drawing/2014/main" id="{E4943F06-BA80-46A0-8E42-475977A6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972" y="4634004"/>
            <a:ext cx="52654" cy="36401"/>
          </a:xfrm>
          <a:custGeom xmlns:a="http://schemas.openxmlformats.org/drawingml/2006/main">
            <a:pathLst>
              <a:path w="52654" h="36401">
                <a:moveTo>
                  <a:pt x="52654" y="29436"/>
                </a:moveTo>
                <a:lnTo>
                  <a:pt x="10341" y="0"/>
                </a:lnTo>
                <a:lnTo>
                  <a:pt x="0" y="36401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62" name="wire-1207">
            <a:extLst xmlns:a="http://schemas.openxmlformats.org/drawingml/2006/main">
              <a:ext uri="{FF2B5EF4-FFF2-40B4-BE49-F238E27FC236}">
                <a16:creationId xmlns:a16="http://schemas.microsoft.com/office/drawing/2014/main" id="{60835771-A2F5-4DB1-8A47-E538CF2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737" y="5146929"/>
            <a:ext cx="127540" cy="9525"/>
          </a:xfrm>
          <a:custGeom xmlns:a="http://schemas.openxmlformats.org/drawingml/2006/main">
            <a:pathLst>
              <a:path w="127540" h="9525">
                <a:moveTo>
                  <a:pt x="0" y="0"/>
                </a:moveTo>
                <a:lnTo>
                  <a:pt x="127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63" name="wire-1208">
            <a:extLst xmlns:a="http://schemas.openxmlformats.org/drawingml/2006/main">
              <a:ext uri="{FF2B5EF4-FFF2-40B4-BE49-F238E27FC236}">
                <a16:creationId xmlns:a16="http://schemas.microsoft.com/office/drawing/2014/main" id="{C3D98D8E-4214-425F-A770-1D4F220B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276" y="5111115"/>
            <a:ext cx="9525" cy="35814"/>
          </a:xfrm>
          <a:custGeom xmlns:a="http://schemas.openxmlformats.org/drawingml/2006/main">
            <a:pathLst>
              <a:path w="9525" h="35814">
                <a:moveTo>
                  <a:pt x="0" y="358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64" name="wire-1209">
            <a:extLst xmlns:a="http://schemas.openxmlformats.org/drawingml/2006/main">
              <a:ext uri="{FF2B5EF4-FFF2-40B4-BE49-F238E27FC236}">
                <a16:creationId xmlns:a16="http://schemas.microsoft.com/office/drawing/2014/main" id="{6A3E2787-2113-4E0D-8B29-CB3D06D1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276" y="5111115"/>
            <a:ext cx="137351" cy="9525"/>
          </a:xfrm>
          <a:custGeom xmlns:a="http://schemas.openxmlformats.org/drawingml/2006/main">
            <a:pathLst>
              <a:path w="137351" h="9525">
                <a:moveTo>
                  <a:pt x="0" y="0"/>
                </a:moveTo>
                <a:lnTo>
                  <a:pt x="1373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65" name="circuit-1210">
            <a:extLst xmlns:a="http://schemas.openxmlformats.org/drawingml/2006/main">
              <a:ext uri="{FF2B5EF4-FFF2-40B4-BE49-F238E27FC236}">
                <a16:creationId xmlns:a16="http://schemas.microsoft.com/office/drawing/2014/main" id="{69150C4B-FE4B-430A-9811-06543B3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573" y="5092313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66" name="text-1211">
            <a:extLst xmlns:a="http://schemas.openxmlformats.org/drawingml/2006/main">
              <a:ext uri="{FF2B5EF4-FFF2-40B4-BE49-F238E27FC236}">
                <a16:creationId xmlns:a16="http://schemas.microsoft.com/office/drawing/2014/main" id="{963E834C-5A3D-45F0-AB21-D6D1E485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547" y="4367975"/>
            <a:ext cx="637699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SrcAE</a:t>
            </a:r>
          </a:p>
        </p:txBody>
      </p:sp>
      <p:sp>
        <p:nvSpPr>
          <p:cNvPr id="267" name="text-1212">
            <a:extLst xmlns:a="http://schemas.openxmlformats.org/drawingml/2006/main">
              <a:ext uri="{FF2B5EF4-FFF2-40B4-BE49-F238E27FC236}">
                <a16:creationId xmlns:a16="http://schemas.microsoft.com/office/drawing/2014/main" id="{2ABD17B4-DA7F-42C3-BD09-D7150EF4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547" y="5272278"/>
            <a:ext cx="637699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SrcBE</a:t>
            </a:r>
          </a:p>
        </p:txBody>
      </p:sp>
      <p:sp>
        <p:nvSpPr>
          <p:cNvPr id="268" name="block-1213">
            <a:extLst xmlns:a="http://schemas.openxmlformats.org/drawingml/2006/main">
              <a:ext uri="{FF2B5EF4-FFF2-40B4-BE49-F238E27FC236}">
                <a16:creationId xmlns:a16="http://schemas.microsoft.com/office/drawing/2014/main" id="{4DCA916D-E6FE-4A25-A48C-295C4D5C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3938207"/>
            <a:ext cx="117729" cy="1862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69" name="circuit-1214">
            <a:extLst xmlns:a="http://schemas.openxmlformats.org/drawingml/2006/main">
              <a:ext uri="{FF2B5EF4-FFF2-40B4-BE49-F238E27FC236}">
                <a16:creationId xmlns:a16="http://schemas.microsoft.com/office/drawing/2014/main" id="{DB98D254-AAC5-42BA-9D50-48C3B905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3" y="3938207"/>
            <a:ext cx="78486" cy="44767"/>
          </a:xfrm>
          <a:custGeom xmlns:a="http://schemas.openxmlformats.org/drawingml/2006/main">
            <a:pathLst>
              <a:path w="78486" h="44767">
                <a:moveTo>
                  <a:pt x="0" y="0"/>
                </a:moveTo>
                <a:lnTo>
                  <a:pt x="39243" y="44767"/>
                </a:lnTo>
                <a:lnTo>
                  <a:pt x="7848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70" name="wire-1215">
            <a:extLst xmlns:a="http://schemas.openxmlformats.org/drawingml/2006/main">
              <a:ext uri="{FF2B5EF4-FFF2-40B4-BE49-F238E27FC236}">
                <a16:creationId xmlns:a16="http://schemas.microsoft.com/office/drawing/2014/main" id="{96D0FADD-E686-4374-B9D0-FB3E6710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756" y="3884486"/>
            <a:ext cx="9525" cy="53721"/>
          </a:xfrm>
          <a:custGeom xmlns:a="http://schemas.openxmlformats.org/drawingml/2006/main">
            <a:pathLst>
              <a:path w="9525" h="53721">
                <a:moveTo>
                  <a:pt x="0" y="0"/>
                </a:moveTo>
                <a:lnTo>
                  <a:pt x="0" y="5372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31F20"/>
            </a:solidFill>
          </a:ln>
        </p:spPr>
      </p:sp>
      <p:sp>
        <p:nvSpPr>
          <p:cNvPr id="271" name="text-1216">
            <a:extLst xmlns:a="http://schemas.openxmlformats.org/drawingml/2006/main">
              <a:ext uri="{FF2B5EF4-FFF2-40B4-BE49-F238E27FC236}">
                <a16:creationId xmlns:a16="http://schemas.microsoft.com/office/drawing/2014/main" id="{A23200E5-C492-4A33-96DD-BE835442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487" y="3687509"/>
            <a:ext cx="559213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E / M</a:t>
            </a:r>
          </a:p>
        </p:txBody>
      </p:sp>
      <p:sp>
        <p:nvSpPr>
          <p:cNvPr id="272" name="wire-1217">
            <a:extLst xmlns:a="http://schemas.openxmlformats.org/drawingml/2006/main">
              <a:ext uri="{FF2B5EF4-FFF2-40B4-BE49-F238E27FC236}">
                <a16:creationId xmlns:a16="http://schemas.microsoft.com/office/drawing/2014/main" id="{7B3AD11B-6E6D-4A67-9B5A-D459AEA8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93" y="4735068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73" name="wire-1218">
            <a:extLst xmlns:a="http://schemas.openxmlformats.org/drawingml/2006/main">
              <a:ext uri="{FF2B5EF4-FFF2-40B4-BE49-F238E27FC236}">
                <a16:creationId xmlns:a16="http://schemas.microsoft.com/office/drawing/2014/main" id="{554FAA3D-68E5-4AC7-AD4E-5A8AC6D5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4296347"/>
            <a:ext cx="9525" cy="438722"/>
          </a:xfrm>
          <a:custGeom xmlns:a="http://schemas.openxmlformats.org/drawingml/2006/main">
            <a:pathLst>
              <a:path w="9525" h="438722">
                <a:moveTo>
                  <a:pt x="0" y="4387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74" name="wire-1219">
            <a:extLst xmlns:a="http://schemas.openxmlformats.org/drawingml/2006/main">
              <a:ext uri="{FF2B5EF4-FFF2-40B4-BE49-F238E27FC236}">
                <a16:creationId xmlns:a16="http://schemas.microsoft.com/office/drawing/2014/main" id="{C14F92E0-B7EF-4A14-8B9B-A1E5FAA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4296347"/>
            <a:ext cx="176594" cy="9525"/>
          </a:xfrm>
          <a:custGeom xmlns:a="http://schemas.openxmlformats.org/drawingml/2006/main">
            <a:pathLst>
              <a:path w="176594" h="9525">
                <a:moveTo>
                  <a:pt x="0" y="0"/>
                </a:moveTo>
                <a:lnTo>
                  <a:pt x="176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75" name="circuit-1220">
            <a:extLst xmlns:a="http://schemas.openxmlformats.org/drawingml/2006/main">
              <a:ext uri="{FF2B5EF4-FFF2-40B4-BE49-F238E27FC236}">
                <a16:creationId xmlns:a16="http://schemas.microsoft.com/office/drawing/2014/main" id="{7125F50A-C1EB-4B2E-87BF-2F8616B1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837" y="427754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76" name="text-1221">
            <a:extLst xmlns:a="http://schemas.openxmlformats.org/drawingml/2006/main">
              <a:ext uri="{FF2B5EF4-FFF2-40B4-BE49-F238E27FC236}">
                <a16:creationId xmlns:a16="http://schemas.microsoft.com/office/drawing/2014/main" id="{9B0049EF-BFDB-4FC1-84D6-A3CB28CF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571" y="4350068"/>
            <a:ext cx="618077" cy="143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IEUAdrE</a:t>
            </a:r>
          </a:p>
        </p:txBody>
      </p:sp>
      <p:sp>
        <p:nvSpPr>
          <p:cNvPr id="277" name="wire-1222">
            <a:extLst xmlns:a="http://schemas.openxmlformats.org/drawingml/2006/main">
              <a:ext uri="{FF2B5EF4-FFF2-40B4-BE49-F238E27FC236}">
                <a16:creationId xmlns:a16="http://schemas.microsoft.com/office/drawing/2014/main" id="{C2138774-B44B-4024-9785-9EB07F35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4296347"/>
            <a:ext cx="196215" cy="9525"/>
          </a:xfrm>
          <a:custGeom xmlns:a="http://schemas.openxmlformats.org/drawingml/2006/main">
            <a:pathLst>
              <a:path w="196215" h="9525">
                <a:moveTo>
                  <a:pt x="0" y="0"/>
                </a:moveTo>
                <a:lnTo>
                  <a:pt x="196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278" name="circuit-1223">
            <a:extLst xmlns:a="http://schemas.openxmlformats.org/drawingml/2006/main">
              <a:ext uri="{FF2B5EF4-FFF2-40B4-BE49-F238E27FC236}">
                <a16:creationId xmlns:a16="http://schemas.microsoft.com/office/drawing/2014/main" id="{037CE3A2-FF8D-45BA-B360-0E3CB76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781" y="427754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79" name="block-1224">
            <a:extLst xmlns:a="http://schemas.openxmlformats.org/drawingml/2006/main">
              <a:ext uri="{FF2B5EF4-FFF2-40B4-BE49-F238E27FC236}">
                <a16:creationId xmlns:a16="http://schemas.microsoft.com/office/drawing/2014/main" id="{5AF0B55C-9BD8-4D7B-8E4D-E5A0620B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835" y="4153091"/>
            <a:ext cx="1569720" cy="268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80" name="text-1225">
            <a:extLst xmlns:a="http://schemas.openxmlformats.org/drawingml/2006/main">
              <a:ext uri="{FF2B5EF4-FFF2-40B4-BE49-F238E27FC236}">
                <a16:creationId xmlns:a16="http://schemas.microsoft.com/office/drawing/2014/main" id="{CDB92357-0344-44F9-8F7D-CAB6C08C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267" y="4162044"/>
            <a:ext cx="1510856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MMU</a:t>
            </a:r>
          </a:p>
        </p:txBody>
      </p:sp>
      <p:sp>
        <p:nvSpPr>
          <p:cNvPr id="281" name="text-1226">
            <a:extLst xmlns:a="http://schemas.openxmlformats.org/drawingml/2006/main">
              <a:ext uri="{FF2B5EF4-FFF2-40B4-BE49-F238E27FC236}">
                <a16:creationId xmlns:a16="http://schemas.microsoft.com/office/drawing/2014/main" id="{44A53C40-FE37-4442-AD7A-DBFDD49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396" y="4529138"/>
            <a:ext cx="686753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PAdrM</a:t>
            </a:r>
          </a:p>
        </p:txBody>
      </p:sp>
      <p:sp>
        <p:nvSpPr>
          <p:cNvPr id="282" name="wire-1227">
            <a:extLst xmlns:a="http://schemas.openxmlformats.org/drawingml/2006/main">
              <a:ext uri="{FF2B5EF4-FFF2-40B4-BE49-F238E27FC236}">
                <a16:creationId xmlns:a16="http://schemas.microsoft.com/office/drawing/2014/main" id="{E3AB066B-CC3B-4670-B2CF-5D43A097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893" y="5030534"/>
            <a:ext cx="362998" cy="9525"/>
          </a:xfrm>
          <a:custGeom xmlns:a="http://schemas.openxmlformats.org/drawingml/2006/main">
            <a:pathLst>
              <a:path w="362998" h="9525">
                <a:moveTo>
                  <a:pt x="0" y="0"/>
                </a:moveTo>
                <a:lnTo>
                  <a:pt x="362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283" name="wire-1228">
            <a:extLst xmlns:a="http://schemas.openxmlformats.org/drawingml/2006/main">
              <a:ext uri="{FF2B5EF4-FFF2-40B4-BE49-F238E27FC236}">
                <a16:creationId xmlns:a16="http://schemas.microsoft.com/office/drawing/2014/main" id="{056EFC46-B618-4BE0-85A8-05053967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5030534"/>
            <a:ext cx="68675" cy="9525"/>
          </a:xfrm>
          <a:custGeom xmlns:a="http://schemas.openxmlformats.org/drawingml/2006/main">
            <a:pathLst>
              <a:path w="68675" h="9525">
                <a:moveTo>
                  <a:pt x="0" y="0"/>
                </a:moveTo>
                <a:lnTo>
                  <a:pt x="6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284" name="wire-1229">
            <a:extLst xmlns:a="http://schemas.openxmlformats.org/drawingml/2006/main">
              <a:ext uri="{FF2B5EF4-FFF2-40B4-BE49-F238E27FC236}">
                <a16:creationId xmlns:a16="http://schemas.microsoft.com/office/drawing/2014/main" id="{E259EC83-28EC-47C5-A740-1C798D49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95" y="4018788"/>
            <a:ext cx="9525" cy="1011746"/>
          </a:xfrm>
          <a:custGeom xmlns:a="http://schemas.openxmlformats.org/drawingml/2006/main">
            <a:pathLst>
              <a:path w="9525" h="1011746">
                <a:moveTo>
                  <a:pt x="0" y="10117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285" name="wire-1230">
            <a:extLst xmlns:a="http://schemas.openxmlformats.org/drawingml/2006/main">
              <a:ext uri="{FF2B5EF4-FFF2-40B4-BE49-F238E27FC236}">
                <a16:creationId xmlns:a16="http://schemas.microsoft.com/office/drawing/2014/main" id="{126AB6F8-2044-4283-BD32-49184B40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95" y="4018788"/>
            <a:ext cx="2079879" cy="9525"/>
          </a:xfrm>
          <a:custGeom xmlns:a="http://schemas.openxmlformats.org/drawingml/2006/main">
            <a:pathLst>
              <a:path w="2079879" h="9525">
                <a:moveTo>
                  <a:pt x="0" y="0"/>
                </a:moveTo>
                <a:lnTo>
                  <a:pt x="20798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286" name="wire-1231">
            <a:extLst xmlns:a="http://schemas.openxmlformats.org/drawingml/2006/main">
              <a:ext uri="{FF2B5EF4-FFF2-40B4-BE49-F238E27FC236}">
                <a16:creationId xmlns:a16="http://schemas.microsoft.com/office/drawing/2014/main" id="{8F2CE66A-2642-4AB0-94E6-66A2364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174" y="4018788"/>
            <a:ext cx="235458" cy="9525"/>
          </a:xfrm>
          <a:custGeom xmlns:a="http://schemas.openxmlformats.org/drawingml/2006/main">
            <a:pathLst>
              <a:path w="235458" h="9525">
                <a:moveTo>
                  <a:pt x="0" y="0"/>
                </a:moveTo>
                <a:lnTo>
                  <a:pt x="2354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287" name="wire-1232">
            <a:extLst xmlns:a="http://schemas.openxmlformats.org/drawingml/2006/main">
              <a:ext uri="{FF2B5EF4-FFF2-40B4-BE49-F238E27FC236}">
                <a16:creationId xmlns:a16="http://schemas.microsoft.com/office/drawing/2014/main" id="{DD90352B-9B48-4FE9-B45F-B2B59B07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632" y="4018788"/>
            <a:ext cx="9525" cy="376047"/>
          </a:xfrm>
          <a:custGeom xmlns:a="http://schemas.openxmlformats.org/drawingml/2006/main">
            <a:pathLst>
              <a:path w="9525" h="376047">
                <a:moveTo>
                  <a:pt x="0" y="0"/>
                </a:moveTo>
                <a:lnTo>
                  <a:pt x="0" y="376047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288" name="wire-1233">
            <a:extLst xmlns:a="http://schemas.openxmlformats.org/drawingml/2006/main">
              <a:ext uri="{FF2B5EF4-FFF2-40B4-BE49-F238E27FC236}">
                <a16:creationId xmlns:a16="http://schemas.microsoft.com/office/drawing/2014/main" id="{9922DC46-717E-4B82-8FC2-2E8370AD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632" y="4394835"/>
            <a:ext cx="127540" cy="9525"/>
          </a:xfrm>
          <a:custGeom xmlns:a="http://schemas.openxmlformats.org/drawingml/2006/main">
            <a:pathLst>
              <a:path w="127540" h="9525">
                <a:moveTo>
                  <a:pt x="0" y="0"/>
                </a:moveTo>
                <a:lnTo>
                  <a:pt x="127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31F20"/>
            </a:solidFill>
          </a:ln>
        </p:spPr>
      </p:sp>
      <p:sp>
        <p:nvSpPr>
          <p:cNvPr id="289" name="circuit-1234">
            <a:extLst xmlns:a="http://schemas.openxmlformats.org/drawingml/2006/main">
              <a:ext uri="{FF2B5EF4-FFF2-40B4-BE49-F238E27FC236}">
                <a16:creationId xmlns:a16="http://schemas.microsoft.com/office/drawing/2014/main" id="{549398A9-261F-40E2-AF4F-7D19C336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118" y="4376033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290" name="text-1235">
            <a:extLst xmlns:a="http://schemas.openxmlformats.org/drawingml/2006/main">
              <a:ext uri="{FF2B5EF4-FFF2-40B4-BE49-F238E27FC236}">
                <a16:creationId xmlns:a16="http://schemas.microsoft.com/office/drawing/2014/main" id="{44A3701C-674A-49A6-84FD-FA1C6F5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889" y="3991927"/>
            <a:ext cx="1775746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IEUResultM / IFResultW</a:t>
            </a:r>
          </a:p>
        </p:txBody>
      </p:sp>
      <p:sp>
        <p:nvSpPr>
          <p:cNvPr id="291" name="wire-1236">
            <a:extLst xmlns:a="http://schemas.openxmlformats.org/drawingml/2006/main">
              <a:ext uri="{FF2B5EF4-FFF2-40B4-BE49-F238E27FC236}">
                <a16:creationId xmlns:a16="http://schemas.microsoft.com/office/drawing/2014/main" id="{2AC343F8-4D0B-49E5-B97B-9CF4626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50" y="5021580"/>
            <a:ext cx="9525" cy="778954"/>
          </a:xfrm>
          <a:custGeom xmlns:a="http://schemas.openxmlformats.org/drawingml/2006/main">
            <a:pathLst>
              <a:path w="9525" h="778954">
                <a:moveTo>
                  <a:pt x="0" y="0"/>
                </a:moveTo>
                <a:lnTo>
                  <a:pt x="0" y="778954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292" name="wire-1237">
            <a:extLst xmlns:a="http://schemas.openxmlformats.org/drawingml/2006/main">
              <a:ext uri="{FF2B5EF4-FFF2-40B4-BE49-F238E27FC236}">
                <a16:creationId xmlns:a16="http://schemas.microsoft.com/office/drawing/2014/main" id="{8850CD17-3BFE-4C96-8D49-3E38C97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550" y="5800535"/>
            <a:ext cx="1402937" cy="9525"/>
          </a:xfrm>
          <a:custGeom xmlns:a="http://schemas.openxmlformats.org/drawingml/2006/main">
            <a:pathLst>
              <a:path w="1402937" h="9525">
                <a:moveTo>
                  <a:pt x="0" y="0"/>
                </a:moveTo>
                <a:lnTo>
                  <a:pt x="1402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293" name="wire-1238">
            <a:extLst xmlns:a="http://schemas.openxmlformats.org/drawingml/2006/main">
              <a:ext uri="{FF2B5EF4-FFF2-40B4-BE49-F238E27FC236}">
                <a16:creationId xmlns:a16="http://schemas.microsoft.com/office/drawing/2014/main" id="{2C160B18-E3A0-4E62-830F-8B61EEBA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487" y="5675185"/>
            <a:ext cx="9525" cy="125349"/>
          </a:xfrm>
          <a:custGeom xmlns:a="http://schemas.openxmlformats.org/drawingml/2006/main">
            <a:pathLst>
              <a:path w="9525" h="125349">
                <a:moveTo>
                  <a:pt x="0" y="1253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294" name="wire-1239">
            <a:extLst xmlns:a="http://schemas.openxmlformats.org/drawingml/2006/main">
              <a:ext uri="{FF2B5EF4-FFF2-40B4-BE49-F238E27FC236}">
                <a16:creationId xmlns:a16="http://schemas.microsoft.com/office/drawing/2014/main" id="{A7D57D05-157B-449C-A038-B705722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487" y="5675185"/>
            <a:ext cx="186404" cy="9525"/>
          </a:xfrm>
          <a:custGeom xmlns:a="http://schemas.openxmlformats.org/drawingml/2006/main">
            <a:pathLst>
              <a:path w="186404" h="9525">
                <a:moveTo>
                  <a:pt x="0" y="0"/>
                </a:moveTo>
                <a:lnTo>
                  <a:pt x="186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295" name="wire-1240">
            <a:extLst xmlns:a="http://schemas.openxmlformats.org/drawingml/2006/main">
              <a:ext uri="{FF2B5EF4-FFF2-40B4-BE49-F238E27FC236}">
                <a16:creationId xmlns:a16="http://schemas.microsoft.com/office/drawing/2014/main" id="{55B5AA55-72A8-42E0-8696-28462759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5675185"/>
            <a:ext cx="127540" cy="9525"/>
          </a:xfrm>
          <a:custGeom xmlns:a="http://schemas.openxmlformats.org/drawingml/2006/main">
            <a:pathLst>
              <a:path w="127540" h="9525">
                <a:moveTo>
                  <a:pt x="0" y="0"/>
                </a:moveTo>
                <a:lnTo>
                  <a:pt x="127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296" name="wire-1241">
            <a:extLst xmlns:a="http://schemas.openxmlformats.org/drawingml/2006/main">
              <a:ext uri="{FF2B5EF4-FFF2-40B4-BE49-F238E27FC236}">
                <a16:creationId xmlns:a16="http://schemas.microsoft.com/office/drawing/2014/main" id="{D106EBDF-0B45-4FC1-9BA1-58C7FAD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160" y="5522976"/>
            <a:ext cx="9525" cy="152210"/>
          </a:xfrm>
          <a:custGeom xmlns:a="http://schemas.openxmlformats.org/drawingml/2006/main">
            <a:pathLst>
              <a:path w="9525" h="152210">
                <a:moveTo>
                  <a:pt x="0" y="1522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297" name="wire-1242">
            <a:extLst xmlns:a="http://schemas.openxmlformats.org/drawingml/2006/main">
              <a:ext uri="{FF2B5EF4-FFF2-40B4-BE49-F238E27FC236}">
                <a16:creationId xmlns:a16="http://schemas.microsoft.com/office/drawing/2014/main" id="{E51A6F43-D275-4539-8416-389AD4D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160" y="5522976"/>
            <a:ext cx="68675" cy="9525"/>
          </a:xfrm>
          <a:custGeom xmlns:a="http://schemas.openxmlformats.org/drawingml/2006/main">
            <a:pathLst>
              <a:path w="68675" h="9525">
                <a:moveTo>
                  <a:pt x="0" y="0"/>
                </a:moveTo>
                <a:lnTo>
                  <a:pt x="6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298" name="circuit-1243">
            <a:extLst xmlns:a="http://schemas.openxmlformats.org/drawingml/2006/main">
              <a:ext uri="{FF2B5EF4-FFF2-40B4-BE49-F238E27FC236}">
                <a16:creationId xmlns:a16="http://schemas.microsoft.com/office/drawing/2014/main" id="{3DE87E45-927E-47A4-8FF9-C437FE3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781" y="5504174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299" name="text-1244">
            <a:extLst xmlns:a="http://schemas.openxmlformats.org/drawingml/2006/main">
              <a:ext uri="{FF2B5EF4-FFF2-40B4-BE49-F238E27FC236}">
                <a16:creationId xmlns:a16="http://schemas.microsoft.com/office/drawing/2014/main" id="{70F4AA04-DF18-442D-9A79-0DEA2DF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330" y="5621464"/>
            <a:ext cx="912400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WriteDataM</a:t>
            </a:r>
          </a:p>
        </p:txBody>
      </p:sp>
      <p:sp>
        <p:nvSpPr>
          <p:cNvPr id="300" name="block-1245">
            <a:extLst xmlns:a="http://schemas.openxmlformats.org/drawingml/2006/main">
              <a:ext uri="{FF2B5EF4-FFF2-40B4-BE49-F238E27FC236}">
                <a16:creationId xmlns:a16="http://schemas.microsoft.com/office/drawing/2014/main" id="{15BC6EC8-CD1D-4348-9F5A-61229413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835" y="4708208"/>
            <a:ext cx="814292" cy="456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01" name="text-1246">
            <a:extLst xmlns:a="http://schemas.openxmlformats.org/drawingml/2006/main">
              <a:ext uri="{FF2B5EF4-FFF2-40B4-BE49-F238E27FC236}">
                <a16:creationId xmlns:a16="http://schemas.microsoft.com/office/drawing/2014/main" id="{191D90F4-66DC-4F58-A71D-1848906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267" y="4717161"/>
            <a:ext cx="755428" cy="438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D-cache</a:t>
            </a:r>
          </a:p>
        </p:txBody>
      </p:sp>
      <p:sp>
        <p:nvSpPr>
          <p:cNvPr id="302" name="block-1247">
            <a:extLst xmlns:a="http://schemas.openxmlformats.org/drawingml/2006/main">
              <a:ext uri="{FF2B5EF4-FFF2-40B4-BE49-F238E27FC236}">
                <a16:creationId xmlns:a16="http://schemas.microsoft.com/office/drawing/2014/main" id="{5DF05A5E-AF08-4376-8DC7-25293A69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835" y="5424488"/>
            <a:ext cx="1569720" cy="2954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DC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03" name="text-1248">
            <a:extLst xmlns:a="http://schemas.openxmlformats.org/drawingml/2006/main">
              <a:ext uri="{FF2B5EF4-FFF2-40B4-BE49-F238E27FC236}">
                <a16:creationId xmlns:a16="http://schemas.microsoft.com/office/drawing/2014/main" id="{ACA3C92F-A425-4F20-BCC3-6B85636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267" y="5433441"/>
            <a:ext cx="1510856" cy="277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ahbcacheinterface</a:t>
            </a:r>
          </a:p>
        </p:txBody>
      </p:sp>
      <p:sp>
        <p:nvSpPr>
          <p:cNvPr id="304" name="wire-1249">
            <a:extLst xmlns:a="http://schemas.openxmlformats.org/drawingml/2006/main">
              <a:ext uri="{FF2B5EF4-FFF2-40B4-BE49-F238E27FC236}">
                <a16:creationId xmlns:a16="http://schemas.microsoft.com/office/drawing/2014/main" id="{7744D828-D0C2-44E0-9A34-BC41447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4421696"/>
            <a:ext cx="9525" cy="107442"/>
          </a:xfrm>
          <a:custGeom xmlns:a="http://schemas.openxmlformats.org/drawingml/2006/main">
            <a:pathLst>
              <a:path w="9525" h="107442">
                <a:moveTo>
                  <a:pt x="0" y="0"/>
                </a:moveTo>
                <a:lnTo>
                  <a:pt x="0" y="10744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305" name="wire-1250">
            <a:extLst xmlns:a="http://schemas.openxmlformats.org/drawingml/2006/main">
              <a:ext uri="{FF2B5EF4-FFF2-40B4-BE49-F238E27FC236}">
                <a16:creationId xmlns:a16="http://schemas.microsoft.com/office/drawing/2014/main" id="{72E2B4DE-92D7-49C4-AEA6-630BABE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644" y="4529138"/>
            <a:ext cx="412052" cy="9525"/>
          </a:xfrm>
          <a:custGeom xmlns:a="http://schemas.openxmlformats.org/drawingml/2006/main">
            <a:pathLst>
              <a:path w="412052" h="9525">
                <a:moveTo>
                  <a:pt x="41205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306" name="wire-1251">
            <a:extLst xmlns:a="http://schemas.openxmlformats.org/drawingml/2006/main">
              <a:ext uri="{FF2B5EF4-FFF2-40B4-BE49-F238E27FC236}">
                <a16:creationId xmlns:a16="http://schemas.microsoft.com/office/drawing/2014/main" id="{E79142C6-10C1-43B8-AB95-5FADE32A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644" y="4529138"/>
            <a:ext cx="9525" cy="179070"/>
          </a:xfrm>
          <a:custGeom xmlns:a="http://schemas.openxmlformats.org/drawingml/2006/main">
            <a:pathLst>
              <a:path w="9525" h="179070">
                <a:moveTo>
                  <a:pt x="0" y="0"/>
                </a:moveTo>
                <a:lnTo>
                  <a:pt x="0" y="17907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307" name="circuit-1252">
            <a:extLst xmlns:a="http://schemas.openxmlformats.org/drawingml/2006/main">
              <a:ext uri="{FF2B5EF4-FFF2-40B4-BE49-F238E27FC236}">
                <a16:creationId xmlns:a16="http://schemas.microsoft.com/office/drawing/2014/main" id="{B9FA7A6C-F108-45DF-85D2-0F94A419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041" y="4663440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44767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08" name="wire-1253">
            <a:extLst xmlns:a="http://schemas.openxmlformats.org/drawingml/2006/main">
              <a:ext uri="{FF2B5EF4-FFF2-40B4-BE49-F238E27FC236}">
                <a16:creationId xmlns:a16="http://schemas.microsoft.com/office/drawing/2014/main" id="{4A676314-3D69-4334-89D4-1022639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4529138"/>
            <a:ext cx="892778" cy="9525"/>
          </a:xfrm>
          <a:custGeom xmlns:a="http://schemas.openxmlformats.org/drawingml/2006/main">
            <a:pathLst>
              <a:path w="892778" h="9525">
                <a:moveTo>
                  <a:pt x="0" y="0"/>
                </a:moveTo>
                <a:lnTo>
                  <a:pt x="892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309" name="wire-1254">
            <a:extLst xmlns:a="http://schemas.openxmlformats.org/drawingml/2006/main">
              <a:ext uri="{FF2B5EF4-FFF2-40B4-BE49-F238E27FC236}">
                <a16:creationId xmlns:a16="http://schemas.microsoft.com/office/drawing/2014/main" id="{D07414D7-3B34-4AC9-8DDA-AFE3A81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473" y="4529138"/>
            <a:ext cx="9525" cy="975932"/>
          </a:xfrm>
          <a:custGeom xmlns:a="http://schemas.openxmlformats.org/drawingml/2006/main">
            <a:pathLst>
              <a:path w="9525" h="975932">
                <a:moveTo>
                  <a:pt x="0" y="0"/>
                </a:moveTo>
                <a:lnTo>
                  <a:pt x="0" y="975932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310" name="wire-1255">
            <a:extLst xmlns:a="http://schemas.openxmlformats.org/drawingml/2006/main">
              <a:ext uri="{FF2B5EF4-FFF2-40B4-BE49-F238E27FC236}">
                <a16:creationId xmlns:a16="http://schemas.microsoft.com/office/drawing/2014/main" id="{50E37357-E338-46A1-8AD7-6A560D1F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505069"/>
            <a:ext cx="107918" cy="9525"/>
          </a:xfrm>
          <a:custGeom xmlns:a="http://schemas.openxmlformats.org/drawingml/2006/main">
            <a:pathLst>
              <a:path w="107918" h="9525">
                <a:moveTo>
                  <a:pt x="10791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311" name="circuit-1256">
            <a:extLst xmlns:a="http://schemas.openxmlformats.org/drawingml/2006/main">
              <a:ext uri="{FF2B5EF4-FFF2-40B4-BE49-F238E27FC236}">
                <a16:creationId xmlns:a16="http://schemas.microsoft.com/office/drawing/2014/main" id="{E8EC38CA-CEF5-48E9-90E1-9D91EA31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486267"/>
            <a:ext cx="49054" cy="37605"/>
          </a:xfrm>
          <a:custGeom xmlns:a="http://schemas.openxmlformats.org/drawingml/2006/main">
            <a:pathLst>
              <a:path w="49054" h="37605">
                <a:moveTo>
                  <a:pt x="0" y="18802"/>
                </a:moveTo>
                <a:lnTo>
                  <a:pt x="49054" y="37605"/>
                </a:lnTo>
                <a:lnTo>
                  <a:pt x="49054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0E2EF67-29C3-4BAA-BA7A-9E3C1966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08" y="451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1F20"/>
          </a:solidFill>
          <a:ln xmlns:a="http://schemas.openxmlformats.org/drawingml/2006/main" w="0">
            <a:solidFill>
              <a:srgbClr val="231F20"/>
            </a:solidFill>
          </a:ln>
        </p:spPr>
      </p:sp>
      <p:sp>
        <p:nvSpPr>
          <p:cNvPr id="313" name="text-1257">
            <a:extLst xmlns:a="http://schemas.openxmlformats.org/drawingml/2006/main">
              <a:ext uri="{FF2B5EF4-FFF2-40B4-BE49-F238E27FC236}">
                <a16:creationId xmlns:a16="http://schemas.microsoft.com/office/drawing/2014/main" id="{011A0054-0206-45CB-AC26-A3C75A7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828" y="4717161"/>
            <a:ext cx="608267" cy="15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MMIO</a:t>
            </a:r>
          </a:p>
        </p:txBody>
      </p:sp>
      <p:sp>
        <p:nvSpPr>
          <p:cNvPr id="314" name="wire-1258">
            <a:extLst xmlns:a="http://schemas.openxmlformats.org/drawingml/2006/main">
              <a:ext uri="{FF2B5EF4-FFF2-40B4-BE49-F238E27FC236}">
                <a16:creationId xmlns:a16="http://schemas.microsoft.com/office/drawing/2014/main" id="{A426D343-04C3-45A5-BACB-CE580015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5164836"/>
            <a:ext cx="9525" cy="259651"/>
          </a:xfrm>
          <a:custGeom xmlns:a="http://schemas.openxmlformats.org/drawingml/2006/main">
            <a:pathLst>
              <a:path w="9525" h="259651">
                <a:moveTo>
                  <a:pt x="0" y="0"/>
                </a:moveTo>
                <a:lnTo>
                  <a:pt x="0" y="2596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15" name="circuit-1259">
            <a:extLst xmlns:a="http://schemas.openxmlformats.org/drawingml/2006/main">
              <a:ext uri="{FF2B5EF4-FFF2-40B4-BE49-F238E27FC236}">
                <a16:creationId xmlns:a16="http://schemas.microsoft.com/office/drawing/2014/main" id="{9E773481-4C2D-4863-BE13-2CA188C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284" y="5379720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16" name="wire-1260">
            <a:extLst xmlns:a="http://schemas.openxmlformats.org/drawingml/2006/main">
              <a:ext uri="{FF2B5EF4-FFF2-40B4-BE49-F238E27FC236}">
                <a16:creationId xmlns:a16="http://schemas.microsoft.com/office/drawing/2014/main" id="{B5BF2EC0-F19F-44A1-8E41-769C424E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5164836"/>
            <a:ext cx="9525" cy="259651"/>
          </a:xfrm>
          <a:custGeom xmlns:a="http://schemas.openxmlformats.org/drawingml/2006/main">
            <a:pathLst>
              <a:path w="9525" h="259651">
                <a:moveTo>
                  <a:pt x="0" y="2596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17" name="circuit-1261">
            <a:extLst xmlns:a="http://schemas.openxmlformats.org/drawingml/2006/main">
              <a:ext uri="{FF2B5EF4-FFF2-40B4-BE49-F238E27FC236}">
                <a16:creationId xmlns:a16="http://schemas.microsoft.com/office/drawing/2014/main" id="{EB42D084-1E85-4EC8-B65D-29A1AE41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284" y="5164836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0"/>
                </a:moveTo>
                <a:lnTo>
                  <a:pt x="0" y="44768"/>
                </a:lnTo>
                <a:lnTo>
                  <a:pt x="41205" y="4476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18" name="circuit-1262">
            <a:extLst xmlns:a="http://schemas.openxmlformats.org/drawingml/2006/main">
              <a:ext uri="{FF2B5EF4-FFF2-40B4-BE49-F238E27FC236}">
                <a16:creationId xmlns:a16="http://schemas.microsoft.com/office/drawing/2014/main" id="{F13A9EBC-A1CB-45A7-BE6F-35162649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906" y="4869371"/>
            <a:ext cx="166783" cy="420815"/>
          </a:xfrm>
          <a:custGeom xmlns:a="http://schemas.openxmlformats.org/drawingml/2006/main">
            <a:pathLst>
              <a:path w="166783" h="420815">
                <a:moveTo>
                  <a:pt x="0" y="0"/>
                </a:moveTo>
                <a:lnTo>
                  <a:pt x="166783" y="53721"/>
                </a:lnTo>
                <a:lnTo>
                  <a:pt x="166783" y="367094"/>
                </a:lnTo>
                <a:lnTo>
                  <a:pt x="0" y="4208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19" name="text-1263">
            <a:extLst xmlns:a="http://schemas.openxmlformats.org/drawingml/2006/main">
              <a:ext uri="{FF2B5EF4-FFF2-40B4-BE49-F238E27FC236}">
                <a16:creationId xmlns:a16="http://schemas.microsoft.com/office/drawing/2014/main" id="{AC375E03-4934-4E8C-821D-3849678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716" y="4896231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0" name="text-1264">
            <a:extLst xmlns:a="http://schemas.openxmlformats.org/drawingml/2006/main">
              <a:ext uri="{FF2B5EF4-FFF2-40B4-BE49-F238E27FC236}">
                <a16:creationId xmlns:a16="http://schemas.microsoft.com/office/drawing/2014/main" id="{CFDEBD71-5AA2-49EE-8E6F-E17516D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716" y="5129022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1" name="wire-1265">
            <a:extLst xmlns:a="http://schemas.openxmlformats.org/drawingml/2006/main">
              <a:ext uri="{FF2B5EF4-FFF2-40B4-BE49-F238E27FC236}">
                <a16:creationId xmlns:a16="http://schemas.microsoft.com/office/drawing/2014/main" id="{215CC9CB-3FDB-4CFA-AD0E-A34A1381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127" y="4932045"/>
            <a:ext cx="892778" cy="35814"/>
          </a:xfrm>
          <a:custGeom xmlns:a="http://schemas.openxmlformats.org/drawingml/2006/main">
            <a:pathLst>
              <a:path w="892778" h="35814">
                <a:moveTo>
                  <a:pt x="0" y="0"/>
                </a:moveTo>
                <a:lnTo>
                  <a:pt x="892778" y="3581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22" name="circuit-1266">
            <a:extLst xmlns:a="http://schemas.openxmlformats.org/drawingml/2006/main">
              <a:ext uri="{FF2B5EF4-FFF2-40B4-BE49-F238E27FC236}">
                <a16:creationId xmlns:a16="http://schemas.microsoft.com/office/drawing/2014/main" id="{40254E42-8572-4C9C-8384-6552AB34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994" y="4947109"/>
            <a:ext cx="49911" cy="37568"/>
          </a:xfrm>
          <a:custGeom xmlns:a="http://schemas.openxmlformats.org/drawingml/2006/main">
            <a:pathLst>
              <a:path w="49911" h="37568">
                <a:moveTo>
                  <a:pt x="49911" y="20750"/>
                </a:moveTo>
                <a:lnTo>
                  <a:pt x="1809" y="0"/>
                </a:lnTo>
                <a:lnTo>
                  <a:pt x="0" y="3756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23" name="wire-1267">
            <a:extLst xmlns:a="http://schemas.openxmlformats.org/drawingml/2006/main">
              <a:ext uri="{FF2B5EF4-FFF2-40B4-BE49-F238E27FC236}">
                <a16:creationId xmlns:a16="http://schemas.microsoft.com/office/drawing/2014/main" id="{40337DE1-EE67-4E32-AD8B-F392C59C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314" y="5182743"/>
            <a:ext cx="9525" cy="241744"/>
          </a:xfrm>
          <a:custGeom xmlns:a="http://schemas.openxmlformats.org/drawingml/2006/main">
            <a:pathLst>
              <a:path w="9525" h="241744">
                <a:moveTo>
                  <a:pt x="0" y="2417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24" name="wire-1268">
            <a:extLst xmlns:a="http://schemas.openxmlformats.org/drawingml/2006/main">
              <a:ext uri="{FF2B5EF4-FFF2-40B4-BE49-F238E27FC236}">
                <a16:creationId xmlns:a16="http://schemas.microsoft.com/office/drawing/2014/main" id="{C76C71EF-42C8-45DA-9A70-461E0BF4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314" y="5182743"/>
            <a:ext cx="539591" cy="9525"/>
          </a:xfrm>
          <a:custGeom xmlns:a="http://schemas.openxmlformats.org/drawingml/2006/main">
            <a:pathLst>
              <a:path w="539591" h="9525">
                <a:moveTo>
                  <a:pt x="0" y="0"/>
                </a:moveTo>
                <a:lnTo>
                  <a:pt x="5395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25" name="circuit-1269">
            <a:extLst xmlns:a="http://schemas.openxmlformats.org/drawingml/2006/main">
              <a:ext uri="{FF2B5EF4-FFF2-40B4-BE49-F238E27FC236}">
                <a16:creationId xmlns:a16="http://schemas.microsoft.com/office/drawing/2014/main" id="{D1E51B6F-B799-4EB8-BE6C-58C370A7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852" y="5163941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26" name="block-1270">
            <a:extLst xmlns:a="http://schemas.openxmlformats.org/drawingml/2006/main">
              <a:ext uri="{FF2B5EF4-FFF2-40B4-BE49-F238E27FC236}">
                <a16:creationId xmlns:a16="http://schemas.microsoft.com/office/drawing/2014/main" id="{635CAF79-23BE-4ADB-85F1-9DD3A011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903" y="3938207"/>
            <a:ext cx="117729" cy="1862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27" name="circuit-1271">
            <a:extLst xmlns:a="http://schemas.openxmlformats.org/drawingml/2006/main">
              <a:ext uri="{FF2B5EF4-FFF2-40B4-BE49-F238E27FC236}">
                <a16:creationId xmlns:a16="http://schemas.microsoft.com/office/drawing/2014/main" id="{64FABFE8-93DB-4DA6-B24E-3404213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25" y="3938207"/>
            <a:ext cx="78486" cy="44767"/>
          </a:xfrm>
          <a:custGeom xmlns:a="http://schemas.openxmlformats.org/drawingml/2006/main">
            <a:pathLst>
              <a:path w="78486" h="44767">
                <a:moveTo>
                  <a:pt x="0" y="0"/>
                </a:moveTo>
                <a:lnTo>
                  <a:pt x="39243" y="44767"/>
                </a:lnTo>
                <a:lnTo>
                  <a:pt x="7848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28" name="wire-1272">
            <a:extLst xmlns:a="http://schemas.openxmlformats.org/drawingml/2006/main">
              <a:ext uri="{FF2B5EF4-FFF2-40B4-BE49-F238E27FC236}">
                <a16:creationId xmlns:a16="http://schemas.microsoft.com/office/drawing/2014/main" id="{58B9EB30-1E84-40CF-8477-FE22BE4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768" y="3884486"/>
            <a:ext cx="9525" cy="53721"/>
          </a:xfrm>
          <a:custGeom xmlns:a="http://schemas.openxmlformats.org/drawingml/2006/main">
            <a:pathLst>
              <a:path w="9525" h="53721">
                <a:moveTo>
                  <a:pt x="0" y="0"/>
                </a:moveTo>
                <a:lnTo>
                  <a:pt x="0" y="5372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31F20"/>
            </a:solidFill>
          </a:ln>
        </p:spPr>
      </p:sp>
      <p:sp>
        <p:nvSpPr>
          <p:cNvPr id="329" name="text-1273">
            <a:extLst xmlns:a="http://schemas.openxmlformats.org/drawingml/2006/main">
              <a:ext uri="{FF2B5EF4-FFF2-40B4-BE49-F238E27FC236}">
                <a16:creationId xmlns:a16="http://schemas.microsoft.com/office/drawing/2014/main" id="{CB21B3D0-A128-4EE4-A8DF-B2E90214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67" y="3687509"/>
            <a:ext cx="608267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M / W</a:t>
            </a:r>
          </a:p>
        </p:txBody>
      </p:sp>
      <p:sp>
        <p:nvSpPr>
          <p:cNvPr id="330" name="wire-1274">
            <a:extLst xmlns:a="http://schemas.openxmlformats.org/drawingml/2006/main">
              <a:ext uri="{FF2B5EF4-FFF2-40B4-BE49-F238E27FC236}">
                <a16:creationId xmlns:a16="http://schemas.microsoft.com/office/drawing/2014/main" id="{3E91B2D3-2113-4E45-BC08-EED5FFC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688" y="5084255"/>
            <a:ext cx="196215" cy="9525"/>
          </a:xfrm>
          <a:custGeom xmlns:a="http://schemas.openxmlformats.org/drawingml/2006/main">
            <a:pathLst>
              <a:path w="196215" h="9525">
                <a:moveTo>
                  <a:pt x="0" y="0"/>
                </a:moveTo>
                <a:lnTo>
                  <a:pt x="196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31F20"/>
            </a:solidFill>
          </a:ln>
        </p:spPr>
      </p:sp>
      <p:sp>
        <p:nvSpPr>
          <p:cNvPr id="331" name="wire-1275">
            <a:extLst xmlns:a="http://schemas.openxmlformats.org/drawingml/2006/main">
              <a:ext uri="{FF2B5EF4-FFF2-40B4-BE49-F238E27FC236}">
                <a16:creationId xmlns:a16="http://schemas.microsoft.com/office/drawing/2014/main" id="{81004A95-883C-4DC2-B2F1-8998596B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632" y="5084255"/>
            <a:ext cx="127540" cy="9525"/>
          </a:xfrm>
          <a:custGeom xmlns:a="http://schemas.openxmlformats.org/drawingml/2006/main">
            <a:pathLst>
              <a:path w="127540" h="9525">
                <a:moveTo>
                  <a:pt x="0" y="0"/>
                </a:moveTo>
                <a:lnTo>
                  <a:pt x="127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31F20"/>
            </a:solidFill>
          </a:ln>
        </p:spPr>
      </p:sp>
      <p:sp>
        <p:nvSpPr>
          <p:cNvPr id="332" name="circuit-1276">
            <a:extLst xmlns:a="http://schemas.openxmlformats.org/drawingml/2006/main">
              <a:ext uri="{FF2B5EF4-FFF2-40B4-BE49-F238E27FC236}">
                <a16:creationId xmlns:a16="http://schemas.microsoft.com/office/drawing/2014/main" id="{C6FA9924-915B-4903-B4C0-E71C1CB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118" y="5065452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33" name="text-1277">
            <a:extLst xmlns:a="http://schemas.openxmlformats.org/drawingml/2006/main">
              <a:ext uri="{FF2B5EF4-FFF2-40B4-BE49-F238E27FC236}">
                <a16:creationId xmlns:a16="http://schemas.microsoft.com/office/drawing/2014/main" id="{21D631A7-5B78-4348-AE36-B4D3B321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286" y="5272278"/>
            <a:ext cx="1088993" cy="170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ReadDataW</a:t>
            </a:r>
          </a:p>
        </p:txBody>
      </p:sp>
      <p:sp>
        <p:nvSpPr>
          <p:cNvPr id="334" name="wire-1278">
            <a:extLst xmlns:a="http://schemas.openxmlformats.org/drawingml/2006/main">
              <a:ext uri="{FF2B5EF4-FFF2-40B4-BE49-F238E27FC236}">
                <a16:creationId xmlns:a16="http://schemas.microsoft.com/office/drawing/2014/main" id="{B8DE1509-A481-4AD0-B9FD-B8EFB71D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603558"/>
            <a:ext cx="412051" cy="9525"/>
          </a:xfrm>
          <a:custGeom xmlns:a="http://schemas.openxmlformats.org/drawingml/2006/main">
            <a:pathLst>
              <a:path w="412051" h="9525">
                <a:moveTo>
                  <a:pt x="0" y="0"/>
                </a:moveTo>
                <a:lnTo>
                  <a:pt x="412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335" name="wire-1279">
            <a:extLst xmlns:a="http://schemas.openxmlformats.org/drawingml/2006/main">
              <a:ext uri="{FF2B5EF4-FFF2-40B4-BE49-F238E27FC236}">
                <a16:creationId xmlns:a16="http://schemas.microsoft.com/office/drawing/2014/main" id="{BF51119B-10DC-47CF-A156-AC5A7669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07" y="3651695"/>
            <a:ext cx="9525" cy="1951863"/>
          </a:xfrm>
          <a:custGeom xmlns:a="http://schemas.openxmlformats.org/drawingml/2006/main">
            <a:pathLst>
              <a:path w="9525" h="1951863">
                <a:moveTo>
                  <a:pt x="0" y="19518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336" name="wire-1280">
            <a:extLst xmlns:a="http://schemas.openxmlformats.org/drawingml/2006/main">
              <a:ext uri="{FF2B5EF4-FFF2-40B4-BE49-F238E27FC236}">
                <a16:creationId xmlns:a16="http://schemas.microsoft.com/office/drawing/2014/main" id="{6ECFBF51-F1F5-482A-82DA-1431724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07" y="3651695"/>
            <a:ext cx="147161" cy="9525"/>
          </a:xfrm>
          <a:custGeom xmlns:a="http://schemas.openxmlformats.org/drawingml/2006/main">
            <a:pathLst>
              <a:path w="147161" h="9525">
                <a:moveTo>
                  <a:pt x="0" y="0"/>
                </a:moveTo>
                <a:lnTo>
                  <a:pt x="147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337" name="circuit-1281">
            <a:extLst xmlns:a="http://schemas.openxmlformats.org/drawingml/2006/main">
              <a:ext uri="{FF2B5EF4-FFF2-40B4-BE49-F238E27FC236}">
                <a16:creationId xmlns:a16="http://schemas.microsoft.com/office/drawing/2014/main" id="{48735A98-7C65-4E58-95E1-60D6D47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714" y="3632892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38" name="wire-1282">
            <a:extLst xmlns:a="http://schemas.openxmlformats.org/drawingml/2006/main">
              <a:ext uri="{FF2B5EF4-FFF2-40B4-BE49-F238E27FC236}">
                <a16:creationId xmlns:a16="http://schemas.microsoft.com/office/drawing/2014/main" id="{3869211B-031D-4661-ACEF-1F9F10C4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603558"/>
            <a:ext cx="412051" cy="9525"/>
          </a:xfrm>
          <a:custGeom xmlns:a="http://schemas.openxmlformats.org/drawingml/2006/main">
            <a:pathLst>
              <a:path w="412051" h="9525">
                <a:moveTo>
                  <a:pt x="4120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572C3"/>
            </a:solidFill>
          </a:ln>
        </p:spPr>
      </p:sp>
      <p:sp>
        <p:nvSpPr>
          <p:cNvPr id="339" name="circuit-1283">
            <a:extLst xmlns:a="http://schemas.openxmlformats.org/drawingml/2006/main">
              <a:ext uri="{FF2B5EF4-FFF2-40B4-BE49-F238E27FC236}">
                <a16:creationId xmlns:a16="http://schemas.microsoft.com/office/drawing/2014/main" id="{AE3A4F4A-0A7B-42C1-8549-D20481FE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584755"/>
            <a:ext cx="49054" cy="37605"/>
          </a:xfrm>
          <a:custGeom xmlns:a="http://schemas.openxmlformats.org/drawingml/2006/main">
            <a:pathLst>
              <a:path w="49054" h="37605">
                <a:moveTo>
                  <a:pt x="0" y="18802"/>
                </a:moveTo>
                <a:lnTo>
                  <a:pt x="49054" y="37605"/>
                </a:lnTo>
                <a:lnTo>
                  <a:pt x="49054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40" name="circuit-1284">
            <a:extLst xmlns:a="http://schemas.openxmlformats.org/drawingml/2006/main">
              <a:ext uri="{FF2B5EF4-FFF2-40B4-BE49-F238E27FC236}">
                <a16:creationId xmlns:a16="http://schemas.microsoft.com/office/drawing/2014/main" id="{3A800A84-D9AB-4F77-A863-BBA4E9E1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172" y="4296347"/>
            <a:ext cx="166783" cy="922210"/>
          </a:xfrm>
          <a:custGeom xmlns:a="http://schemas.openxmlformats.org/drawingml/2006/main">
            <a:pathLst>
              <a:path w="166783" h="922210">
                <a:moveTo>
                  <a:pt x="0" y="0"/>
                </a:moveTo>
                <a:lnTo>
                  <a:pt x="166783" y="53721"/>
                </a:lnTo>
                <a:lnTo>
                  <a:pt x="166783" y="868490"/>
                </a:lnTo>
                <a:lnTo>
                  <a:pt x="0" y="9222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1F20"/>
            </a:solidFill>
          </a:ln>
        </p:spPr>
      </p:sp>
      <p:sp>
        <p:nvSpPr>
          <p:cNvPr id="341" name="text-1285">
            <a:extLst xmlns:a="http://schemas.openxmlformats.org/drawingml/2006/main">
              <a:ext uri="{FF2B5EF4-FFF2-40B4-BE49-F238E27FC236}">
                <a16:creationId xmlns:a16="http://schemas.microsoft.com/office/drawing/2014/main" id="{D43589E5-FEF9-4E81-B1BB-C40C43D0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983" y="4323207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2" name="text-1286">
            <a:extLst xmlns:a="http://schemas.openxmlformats.org/drawingml/2006/main">
              <a:ext uri="{FF2B5EF4-FFF2-40B4-BE49-F238E27FC236}">
                <a16:creationId xmlns:a16="http://schemas.microsoft.com/office/drawing/2014/main" id="{0CF9E4F9-EE38-4153-8AC7-655A9139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983" y="5057394"/>
            <a:ext cx="127540" cy="125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3" name="text-1287">
            <a:extLst xmlns:a="http://schemas.openxmlformats.org/drawingml/2006/main">
              <a:ext uri="{FF2B5EF4-FFF2-40B4-BE49-F238E27FC236}">
                <a16:creationId xmlns:a16="http://schemas.microsoft.com/office/drawing/2014/main" id="{C698B5B0-4E21-4259-A960-E97A37DC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604" y="4645533"/>
            <a:ext cx="127540" cy="16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231F20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344" name="text-1288">
            <a:extLst xmlns:a="http://schemas.openxmlformats.org/drawingml/2006/main">
              <a:ext uri="{FF2B5EF4-FFF2-40B4-BE49-F238E27FC236}">
                <a16:creationId xmlns:a16="http://schemas.microsoft.com/office/drawing/2014/main" id="{886E35BE-E0B9-4F9D-9CC0-CA43FB93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039" y="5334952"/>
            <a:ext cx="794671" cy="16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1F20"/>
                </a:solidFill>
                <a:latin typeface="Arial"/>
                <a:ea typeface="Arial"/>
                <a:cs typeface="Arial"/>
              </a:rPr>
              <a:t>resultmuxW</a:t>
            </a:r>
          </a:p>
        </p:txBody>
      </p:sp>
      <p:sp>
        <p:nvSpPr>
          <p:cNvPr id="345" name="wire-1289">
            <a:extLst xmlns:a="http://schemas.openxmlformats.org/drawingml/2006/main">
              <a:ext uri="{FF2B5EF4-FFF2-40B4-BE49-F238E27FC236}">
                <a16:creationId xmlns:a16="http://schemas.microsoft.com/office/drawing/2014/main" id="{51E3692F-B90A-43B3-A965-0F79214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955" y="4752975"/>
            <a:ext cx="245269" cy="9525"/>
          </a:xfrm>
          <a:custGeom xmlns:a="http://schemas.openxmlformats.org/drawingml/2006/main">
            <a:pathLst>
              <a:path w="245269" h="9525">
                <a:moveTo>
                  <a:pt x="0" y="0"/>
                </a:moveTo>
                <a:lnTo>
                  <a:pt x="245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46" name="wire-1290">
            <a:extLst xmlns:a="http://schemas.openxmlformats.org/drawingml/2006/main">
              <a:ext uri="{FF2B5EF4-FFF2-40B4-BE49-F238E27FC236}">
                <a16:creationId xmlns:a16="http://schemas.microsoft.com/office/drawing/2014/main" id="{AC5AC65B-E0D0-499B-8198-72B74F5D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224" y="4752975"/>
            <a:ext cx="9525" cy="1199769"/>
          </a:xfrm>
          <a:custGeom xmlns:a="http://schemas.openxmlformats.org/drawingml/2006/main">
            <a:pathLst>
              <a:path w="9525" h="1199769">
                <a:moveTo>
                  <a:pt x="0" y="0"/>
                </a:moveTo>
                <a:lnTo>
                  <a:pt x="0" y="11997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47" name="wire-1291">
            <a:extLst xmlns:a="http://schemas.openxmlformats.org/drawingml/2006/main">
              <a:ext uri="{FF2B5EF4-FFF2-40B4-BE49-F238E27FC236}">
                <a16:creationId xmlns:a16="http://schemas.microsoft.com/office/drawing/2014/main" id="{F82848AF-DF5F-400D-9173-C40F5A0E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29" y="5952744"/>
            <a:ext cx="6475095" cy="9525"/>
          </a:xfrm>
          <a:custGeom xmlns:a="http://schemas.openxmlformats.org/drawingml/2006/main">
            <a:pathLst>
              <a:path w="6475095" h="9525">
                <a:moveTo>
                  <a:pt x="647509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48" name="wire-1292">
            <a:extLst xmlns:a="http://schemas.openxmlformats.org/drawingml/2006/main">
              <a:ext uri="{FF2B5EF4-FFF2-40B4-BE49-F238E27FC236}">
                <a16:creationId xmlns:a16="http://schemas.microsoft.com/office/drawing/2014/main" id="{741B01A2-E373-466E-9005-C92AA667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29" y="5200650"/>
            <a:ext cx="9525" cy="752094"/>
          </a:xfrm>
          <a:custGeom xmlns:a="http://schemas.openxmlformats.org/drawingml/2006/main">
            <a:pathLst>
              <a:path w="9525" h="752094">
                <a:moveTo>
                  <a:pt x="0" y="752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49" name="wire-1293">
            <a:extLst xmlns:a="http://schemas.openxmlformats.org/drawingml/2006/main">
              <a:ext uri="{FF2B5EF4-FFF2-40B4-BE49-F238E27FC236}">
                <a16:creationId xmlns:a16="http://schemas.microsoft.com/office/drawing/2014/main" id="{13C9F0BA-E1D4-4F58-BFAB-1120C5DE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29" y="5200650"/>
            <a:ext cx="58865" cy="9525"/>
          </a:xfrm>
          <a:custGeom xmlns:a="http://schemas.openxmlformats.org/drawingml/2006/main">
            <a:pathLst>
              <a:path w="58865" h="9525">
                <a:moveTo>
                  <a:pt x="0" y="0"/>
                </a:moveTo>
                <a:lnTo>
                  <a:pt x="58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50" name="circuit-1294">
            <a:extLst xmlns:a="http://schemas.openxmlformats.org/drawingml/2006/main">
              <a:ext uri="{FF2B5EF4-FFF2-40B4-BE49-F238E27FC236}">
                <a16:creationId xmlns:a16="http://schemas.microsoft.com/office/drawing/2014/main" id="{7827EC76-3442-429E-9929-9FAC32B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939" y="5181848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51" name="text-1295">
            <a:extLst xmlns:a="http://schemas.openxmlformats.org/drawingml/2006/main">
              <a:ext uri="{FF2B5EF4-FFF2-40B4-BE49-F238E27FC236}">
                <a16:creationId xmlns:a16="http://schemas.microsoft.com/office/drawing/2014/main" id="{07A0ADE0-417C-45F5-A476-8045734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67" y="5764721"/>
            <a:ext cx="863346" cy="16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572C3"/>
                </a:solidFill>
                <a:latin typeface="Arial"/>
                <a:ea typeface="Arial"/>
                <a:cs typeface="Arial"/>
              </a:rPr>
              <a:t>ResultW</a:t>
            </a:r>
          </a:p>
        </p:txBody>
      </p:sp>
      <p:sp>
        <p:nvSpPr>
          <p:cNvPr id="352" name="wire-1296">
            <a:extLst xmlns:a="http://schemas.openxmlformats.org/drawingml/2006/main">
              <a:ext uri="{FF2B5EF4-FFF2-40B4-BE49-F238E27FC236}">
                <a16:creationId xmlns:a16="http://schemas.microsoft.com/office/drawing/2014/main" id="{177F9104-8E3E-4184-BA86-4A1CEFA2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30" y="5146929"/>
            <a:ext cx="9525" cy="805815"/>
          </a:xfrm>
          <a:custGeom xmlns:a="http://schemas.openxmlformats.org/drawingml/2006/main">
            <a:pathLst>
              <a:path w="9525" h="805815">
                <a:moveTo>
                  <a:pt x="0" y="8058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353" name="wire-1297">
            <a:extLst xmlns:a="http://schemas.openxmlformats.org/drawingml/2006/main">
              <a:ext uri="{FF2B5EF4-FFF2-40B4-BE49-F238E27FC236}">
                <a16:creationId xmlns:a16="http://schemas.microsoft.com/office/drawing/2014/main" id="{96C28579-9F1D-47B0-BA38-527E4A78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30" y="5146929"/>
            <a:ext cx="127540" cy="9525"/>
          </a:xfrm>
          <a:custGeom xmlns:a="http://schemas.openxmlformats.org/drawingml/2006/main">
            <a:pathLst>
              <a:path w="127540" h="9525">
                <a:moveTo>
                  <a:pt x="0" y="0"/>
                </a:moveTo>
                <a:lnTo>
                  <a:pt x="127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354" name="circuit-1298">
            <a:extLst xmlns:a="http://schemas.openxmlformats.org/drawingml/2006/main">
              <a:ext uri="{FF2B5EF4-FFF2-40B4-BE49-F238E27FC236}">
                <a16:creationId xmlns:a16="http://schemas.microsoft.com/office/drawing/2014/main" id="{2A2E5C35-A511-4A8A-883F-0A235F1A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416" y="5128127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24BC4B7E-E8C3-4044-A46E-119FB22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43" y="59384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1F20"/>
          </a:solidFill>
          <a:ln xmlns:a="http://schemas.openxmlformats.org/drawingml/2006/main" w="0">
            <a:solidFill>
              <a:srgbClr val="231F20"/>
            </a:solidFill>
          </a:ln>
        </p:spPr>
      </p:sp>
      <p:sp>
        <p:nvSpPr>
          <p:cNvPr id="356" name="wire-1299">
            <a:extLst xmlns:a="http://schemas.openxmlformats.org/drawingml/2006/main">
              <a:ext uri="{FF2B5EF4-FFF2-40B4-BE49-F238E27FC236}">
                <a16:creationId xmlns:a16="http://schemas.microsoft.com/office/drawing/2014/main" id="{A7AE5CAA-5516-4062-8750-1DB5FC2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30" y="4699254"/>
            <a:ext cx="9525" cy="447675"/>
          </a:xfrm>
          <a:custGeom xmlns:a="http://schemas.openxmlformats.org/drawingml/2006/main">
            <a:pathLst>
              <a:path w="9525" h="447675">
                <a:moveTo>
                  <a:pt x="0" y="447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357" name="wire-1300">
            <a:extLst xmlns:a="http://schemas.openxmlformats.org/drawingml/2006/main">
              <a:ext uri="{FF2B5EF4-FFF2-40B4-BE49-F238E27FC236}">
                <a16:creationId xmlns:a16="http://schemas.microsoft.com/office/drawing/2014/main" id="{D7B71C6C-CB49-439F-9184-460EF2F7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30" y="4699254"/>
            <a:ext cx="127540" cy="9525"/>
          </a:xfrm>
          <a:custGeom xmlns:a="http://schemas.openxmlformats.org/drawingml/2006/main">
            <a:pathLst>
              <a:path w="127540" h="9525">
                <a:moveTo>
                  <a:pt x="0" y="0"/>
                </a:moveTo>
                <a:lnTo>
                  <a:pt x="127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31F20"/>
            </a:solidFill>
          </a:ln>
        </p:spPr>
      </p:sp>
      <p:sp>
        <p:nvSpPr>
          <p:cNvPr id="358" name="circuit-1301">
            <a:extLst xmlns:a="http://schemas.openxmlformats.org/drawingml/2006/main">
              <a:ext uri="{FF2B5EF4-FFF2-40B4-BE49-F238E27FC236}">
                <a16:creationId xmlns:a16="http://schemas.microsoft.com/office/drawing/2014/main" id="{9B83628D-E9B9-4B55-8F5B-FE87C272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416" y="4680452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E359147B-9C59-49FA-B081-E81D97AB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43" y="513264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1F20"/>
          </a:solidFill>
          <a:ln xmlns:a="http://schemas.openxmlformats.org/drawingml/2006/main" w="0">
            <a:solidFill>
              <a:srgbClr val="231F20"/>
            </a:solidFill>
          </a:ln>
        </p:spPr>
      </p:sp>
      <p:sp>
        <p:nvSpPr>
          <p:cNvPr id="360" name="block-1302">
            <a:extLst xmlns:a="http://schemas.openxmlformats.org/drawingml/2006/main">
              <a:ext uri="{FF2B5EF4-FFF2-40B4-BE49-F238E27FC236}">
                <a16:creationId xmlns:a16="http://schemas.microsoft.com/office/drawing/2014/main" id="{9062ED9B-1C34-4421-89D8-2B8F448B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27" y="6033326"/>
            <a:ext cx="6808661" cy="205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31F20"/>
            </a:solidFill>
          </a:ln>
        </p:spPr>
      </p:sp>
      <p:sp>
        <p:nvSpPr>
          <p:cNvPr id="361" name="text-1303">
            <a:extLst xmlns:a="http://schemas.openxmlformats.org/drawingml/2006/main">
              <a:ext uri="{FF2B5EF4-FFF2-40B4-BE49-F238E27FC236}">
                <a16:creationId xmlns:a16="http://schemas.microsoft.com/office/drawing/2014/main" id="{7B55FFF4-983A-4E35-8361-3A0EACE8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59" y="6042279"/>
            <a:ext cx="6749796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31F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F20"/>
                </a:solidFill>
                <a:latin typeface="Arial"/>
                <a:ea typeface="Arial"/>
                <a:cs typeface="Arial"/>
              </a:rPr>
              <a:t>hazard  (Stall / Flush)</a:t>
            </a:r>
          </a:p>
        </p:txBody>
      </p:sp>
      <p:sp>
        <p:nvSpPr>
          <p:cNvPr id="362" name="wire-1304">
            <a:extLst xmlns:a="http://schemas.openxmlformats.org/drawingml/2006/main">
              <a:ext uri="{FF2B5EF4-FFF2-40B4-BE49-F238E27FC236}">
                <a16:creationId xmlns:a16="http://schemas.microsoft.com/office/drawing/2014/main" id="{5B82F5A0-C08F-40F5-8B23-F82B28D7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967" y="5997512"/>
            <a:ext cx="9525" cy="35814"/>
          </a:xfrm>
          <a:custGeom xmlns:a="http://schemas.openxmlformats.org/drawingml/2006/main">
            <a:pathLst>
              <a:path w="9525" h="35814">
                <a:moveTo>
                  <a:pt x="0" y="358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63" name="wire-1305">
            <a:extLst xmlns:a="http://schemas.openxmlformats.org/drawingml/2006/main">
              <a:ext uri="{FF2B5EF4-FFF2-40B4-BE49-F238E27FC236}">
                <a16:creationId xmlns:a16="http://schemas.microsoft.com/office/drawing/2014/main" id="{36643007-2B59-46A3-8074-02398AFF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967" y="5997512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64" name="wire-1306">
            <a:extLst xmlns:a="http://schemas.openxmlformats.org/drawingml/2006/main">
              <a:ext uri="{FF2B5EF4-FFF2-40B4-BE49-F238E27FC236}">
                <a16:creationId xmlns:a16="http://schemas.microsoft.com/office/drawing/2014/main" id="{7C81B66A-D996-4042-AF8F-355BB3F2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967" y="5845302"/>
            <a:ext cx="9525" cy="152210"/>
          </a:xfrm>
          <a:custGeom xmlns:a="http://schemas.openxmlformats.org/drawingml/2006/main">
            <a:pathLst>
              <a:path w="9525" h="152210">
                <a:moveTo>
                  <a:pt x="0" y="1522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65" name="circuit-1307">
            <a:extLst xmlns:a="http://schemas.openxmlformats.org/drawingml/2006/main">
              <a:ext uri="{FF2B5EF4-FFF2-40B4-BE49-F238E27FC236}">
                <a16:creationId xmlns:a16="http://schemas.microsoft.com/office/drawing/2014/main" id="{86E27E9B-C6FC-411C-980C-7BC4CAAB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65" y="5845302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0"/>
                </a:moveTo>
                <a:lnTo>
                  <a:pt x="0" y="44768"/>
                </a:lnTo>
                <a:lnTo>
                  <a:pt x="41205" y="4476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66" name="wire-1308">
            <a:extLst xmlns:a="http://schemas.openxmlformats.org/drawingml/2006/main">
              <a:ext uri="{FF2B5EF4-FFF2-40B4-BE49-F238E27FC236}">
                <a16:creationId xmlns:a16="http://schemas.microsoft.com/office/drawing/2014/main" id="{69ED65D1-6770-4BA1-814C-7278A669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958" y="5988558"/>
            <a:ext cx="9525" cy="44767"/>
          </a:xfrm>
          <a:custGeom xmlns:a="http://schemas.openxmlformats.org/drawingml/2006/main">
            <a:pathLst>
              <a:path w="9525" h="44767">
                <a:moveTo>
                  <a:pt x="0" y="44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67" name="wire-1309">
            <a:extLst xmlns:a="http://schemas.openxmlformats.org/drawingml/2006/main">
              <a:ext uri="{FF2B5EF4-FFF2-40B4-BE49-F238E27FC236}">
                <a16:creationId xmlns:a16="http://schemas.microsoft.com/office/drawing/2014/main" id="{B650234B-7FDB-4A76-AB98-4FB89E62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958" y="5988558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68" name="wire-1310">
            <a:extLst xmlns:a="http://schemas.openxmlformats.org/drawingml/2006/main">
              <a:ext uri="{FF2B5EF4-FFF2-40B4-BE49-F238E27FC236}">
                <a16:creationId xmlns:a16="http://schemas.microsoft.com/office/drawing/2014/main" id="{25EDA73A-C611-4EF6-BDAD-432BF163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958" y="5800535"/>
            <a:ext cx="9525" cy="188024"/>
          </a:xfrm>
          <a:custGeom xmlns:a="http://schemas.openxmlformats.org/drawingml/2006/main">
            <a:pathLst>
              <a:path w="9525" h="188024">
                <a:moveTo>
                  <a:pt x="0" y="1880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69" name="circuit-1311">
            <a:extLst xmlns:a="http://schemas.openxmlformats.org/drawingml/2006/main">
              <a:ext uri="{FF2B5EF4-FFF2-40B4-BE49-F238E27FC236}">
                <a16:creationId xmlns:a16="http://schemas.microsoft.com/office/drawing/2014/main" id="{3A0422CF-CC06-4B16-9D48-680700F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356" y="5800535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70" name="wire-1312">
            <a:extLst xmlns:a="http://schemas.openxmlformats.org/drawingml/2006/main">
              <a:ext uri="{FF2B5EF4-FFF2-40B4-BE49-F238E27FC236}">
                <a16:creationId xmlns:a16="http://schemas.microsoft.com/office/drawing/2014/main" id="{5FCF0DB6-F10D-48BD-AB35-6F00B8B9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756" y="5979605"/>
            <a:ext cx="9525" cy="53721"/>
          </a:xfrm>
          <a:custGeom xmlns:a="http://schemas.openxmlformats.org/drawingml/2006/main">
            <a:pathLst>
              <a:path w="9525" h="53721">
                <a:moveTo>
                  <a:pt x="0" y="537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71" name="wire-1313">
            <a:extLst xmlns:a="http://schemas.openxmlformats.org/drawingml/2006/main">
              <a:ext uri="{FF2B5EF4-FFF2-40B4-BE49-F238E27FC236}">
                <a16:creationId xmlns:a16="http://schemas.microsoft.com/office/drawing/2014/main" id="{F2953BD6-B598-4ABB-91E3-E9B713C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756" y="597960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72" name="wire-1314">
            <a:extLst xmlns:a="http://schemas.openxmlformats.org/drawingml/2006/main">
              <a:ext uri="{FF2B5EF4-FFF2-40B4-BE49-F238E27FC236}">
                <a16:creationId xmlns:a16="http://schemas.microsoft.com/office/drawing/2014/main" id="{CB05C08D-D483-4A5B-AD24-261CBC0D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756" y="5800535"/>
            <a:ext cx="9525" cy="179070"/>
          </a:xfrm>
          <a:custGeom xmlns:a="http://schemas.openxmlformats.org/drawingml/2006/main">
            <a:pathLst>
              <a:path w="9525" h="179070">
                <a:moveTo>
                  <a:pt x="0" y="1790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73" name="circuit-1315">
            <a:extLst xmlns:a="http://schemas.openxmlformats.org/drawingml/2006/main">
              <a:ext uri="{FF2B5EF4-FFF2-40B4-BE49-F238E27FC236}">
                <a16:creationId xmlns:a16="http://schemas.microsoft.com/office/drawing/2014/main" id="{FCF6DCE4-C0B3-43CA-905F-36FE1993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153" y="5800535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74" name="wire-1316">
            <a:extLst xmlns:a="http://schemas.openxmlformats.org/drawingml/2006/main">
              <a:ext uri="{FF2B5EF4-FFF2-40B4-BE49-F238E27FC236}">
                <a16:creationId xmlns:a16="http://schemas.microsoft.com/office/drawing/2014/main" id="{E224DB96-22A4-4D0B-A8E4-EADA4AA1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123" y="5970651"/>
            <a:ext cx="9525" cy="62675"/>
          </a:xfrm>
          <a:custGeom xmlns:a="http://schemas.openxmlformats.org/drawingml/2006/main">
            <a:pathLst>
              <a:path w="9525" h="62675">
                <a:moveTo>
                  <a:pt x="0" y="62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75" name="wire-1317">
            <a:extLst xmlns:a="http://schemas.openxmlformats.org/drawingml/2006/main">
              <a:ext uri="{FF2B5EF4-FFF2-40B4-BE49-F238E27FC236}">
                <a16:creationId xmlns:a16="http://schemas.microsoft.com/office/drawing/2014/main" id="{1DE2EC91-3B14-4668-BA55-DE2BC27C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123" y="5970651"/>
            <a:ext cx="588645" cy="9525"/>
          </a:xfrm>
          <a:custGeom xmlns:a="http://schemas.openxmlformats.org/drawingml/2006/main">
            <a:pathLst>
              <a:path w="588645" h="9525">
                <a:moveTo>
                  <a:pt x="0" y="0"/>
                </a:moveTo>
                <a:lnTo>
                  <a:pt x="588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76" name="wire-1318">
            <a:extLst xmlns:a="http://schemas.openxmlformats.org/drawingml/2006/main">
              <a:ext uri="{FF2B5EF4-FFF2-40B4-BE49-F238E27FC236}">
                <a16:creationId xmlns:a16="http://schemas.microsoft.com/office/drawing/2014/main" id="{F3FBBF74-AFEA-4C92-99B5-B82A7BF6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768" y="5800535"/>
            <a:ext cx="9525" cy="170116"/>
          </a:xfrm>
          <a:custGeom xmlns:a="http://schemas.openxmlformats.org/drawingml/2006/main">
            <a:pathLst>
              <a:path w="9525" h="170116">
                <a:moveTo>
                  <a:pt x="0" y="1701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31F20"/>
            </a:solidFill>
          </a:ln>
        </p:spPr>
      </p:sp>
      <p:sp>
        <p:nvSpPr>
          <p:cNvPr id="377" name="circuit-1319">
            <a:extLst xmlns:a="http://schemas.openxmlformats.org/drawingml/2006/main">
              <a:ext uri="{FF2B5EF4-FFF2-40B4-BE49-F238E27FC236}">
                <a16:creationId xmlns:a16="http://schemas.microsoft.com/office/drawing/2014/main" id="{81263E9F-2BA5-4135-B25E-86D49765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165" y="5800535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4763">
            <a:solidFill>
              <a:srgbClr val="231F20"/>
            </a:solidFill>
          </a:ln>
        </p:spPr>
      </p:sp>
      <p:sp>
        <p:nvSpPr>
          <p:cNvPr id="378" name="text-1320">
            <a:extLst xmlns:a="http://schemas.openxmlformats.org/drawingml/2006/main">
              <a:ext uri="{FF2B5EF4-FFF2-40B4-BE49-F238E27FC236}">
                <a16:creationId xmlns:a16="http://schemas.microsoft.com/office/drawing/2014/main" id="{E700DE2C-A590-4BA3-9257-3EDE39BA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894" y="3732276"/>
            <a:ext cx="1520666" cy="20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EXT_IO</a:t>
            </a:r>
          </a:p>
        </p:txBody>
      </p:sp>
      <p:sp>
        <p:nvSpPr>
          <p:cNvPr id="379" name="block-1321">
            <a:extLst xmlns:a="http://schemas.openxmlformats.org/drawingml/2006/main">
              <a:ext uri="{FF2B5EF4-FFF2-40B4-BE49-F238E27FC236}">
                <a16:creationId xmlns:a16="http://schemas.microsoft.com/office/drawing/2014/main" id="{A98C0CF9-C110-4265-9572-E95D4B06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894" y="4090416"/>
            <a:ext cx="1608963" cy="340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80" name="text-1322">
            <a:extLst xmlns:a="http://schemas.openxmlformats.org/drawingml/2006/main">
              <a:ext uri="{FF2B5EF4-FFF2-40B4-BE49-F238E27FC236}">
                <a16:creationId xmlns:a16="http://schemas.microsoft.com/office/drawing/2014/main" id="{DF469AB3-3B52-465B-A5AC-CE225CA1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327" y="4099370"/>
            <a:ext cx="1550099" cy="322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rasterix_apb</a:t>
            </a:r>
          </a:p>
        </p:txBody>
      </p:sp>
      <p:sp>
        <p:nvSpPr>
          <p:cNvPr id="381" name="wire-1323">
            <a:extLst xmlns:a="http://schemas.openxmlformats.org/drawingml/2006/main">
              <a:ext uri="{FF2B5EF4-FFF2-40B4-BE49-F238E27FC236}">
                <a16:creationId xmlns:a16="http://schemas.microsoft.com/office/drawing/2014/main" id="{9185D955-41E8-4695-941F-79A2E651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836" y="3991927"/>
            <a:ext cx="9525" cy="98489"/>
          </a:xfrm>
          <a:custGeom xmlns:a="http://schemas.openxmlformats.org/drawingml/2006/main">
            <a:pathLst>
              <a:path w="9525" h="98489">
                <a:moveTo>
                  <a:pt x="0" y="0"/>
                </a:moveTo>
                <a:lnTo>
                  <a:pt x="0" y="9848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82" name="circuit-1324">
            <a:extLst xmlns:a="http://schemas.openxmlformats.org/drawingml/2006/main">
              <a:ext uri="{FF2B5EF4-FFF2-40B4-BE49-F238E27FC236}">
                <a16:creationId xmlns:a16="http://schemas.microsoft.com/office/drawing/2014/main" id="{A3CE573C-D9AF-44BF-BE80-EB25B18E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8233" y="4045649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44767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83" name="block-1325">
            <a:extLst xmlns:a="http://schemas.openxmlformats.org/drawingml/2006/main">
              <a:ext uri="{FF2B5EF4-FFF2-40B4-BE49-F238E27FC236}">
                <a16:creationId xmlns:a16="http://schemas.microsoft.com/office/drawing/2014/main" id="{2307DDB7-4F71-4D4E-82ED-CEDFB7C8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894" y="4654487"/>
            <a:ext cx="745617" cy="268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84" name="text-1326">
            <a:extLst xmlns:a="http://schemas.openxmlformats.org/drawingml/2006/main">
              <a:ext uri="{FF2B5EF4-FFF2-40B4-BE49-F238E27FC236}">
                <a16:creationId xmlns:a16="http://schemas.microsoft.com/office/drawing/2014/main" id="{0C2F5B04-3F48-40A5-8BD1-FA0664E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327" y="4663440"/>
            <a:ext cx="686753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命令</a:t>
            </a:r>
          </a:p>
        </p:txBody>
      </p:sp>
      <p:sp>
        <p:nvSpPr>
          <p:cNvPr id="385" name="block-1327">
            <a:extLst xmlns:a="http://schemas.openxmlformats.org/drawingml/2006/main">
              <a:ext uri="{FF2B5EF4-FFF2-40B4-BE49-F238E27FC236}">
                <a16:creationId xmlns:a16="http://schemas.microsoft.com/office/drawing/2014/main" id="{40822E38-4B0C-4D26-902C-06E899AB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240" y="4654487"/>
            <a:ext cx="745617" cy="268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86" name="text-1328">
            <a:extLst xmlns:a="http://schemas.openxmlformats.org/drawingml/2006/main">
              <a:ext uri="{FF2B5EF4-FFF2-40B4-BE49-F238E27FC236}">
                <a16:creationId xmlns:a16="http://schemas.microsoft.com/office/drawing/2014/main" id="{53B778C8-321C-4B66-A5ED-FCEE706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673" y="4663440"/>
            <a:ext cx="686753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応答</a:t>
            </a:r>
          </a:p>
        </p:txBody>
      </p:sp>
      <p:sp>
        <p:nvSpPr>
          <p:cNvPr id="387" name="text-1329">
            <a:extLst xmlns:a="http://schemas.openxmlformats.org/drawingml/2006/main">
              <a:ext uri="{FF2B5EF4-FFF2-40B4-BE49-F238E27FC236}">
                <a16:creationId xmlns:a16="http://schemas.microsoft.com/office/drawing/2014/main" id="{6D82FD86-3A6C-416A-A1A4-A0E127F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894" y="4457510"/>
            <a:ext cx="1608963" cy="196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非同期FIFO</a:t>
            </a:r>
          </a:p>
        </p:txBody>
      </p:sp>
      <p:sp>
        <p:nvSpPr>
          <p:cNvPr id="388" name="wire-1330">
            <a:extLst xmlns:a="http://schemas.openxmlformats.org/drawingml/2006/main">
              <a:ext uri="{FF2B5EF4-FFF2-40B4-BE49-F238E27FC236}">
                <a16:creationId xmlns:a16="http://schemas.microsoft.com/office/drawing/2014/main" id="{BD12C882-3F0B-4B55-B4E7-3E5A2B65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4430649"/>
            <a:ext cx="9525" cy="223838"/>
          </a:xfrm>
          <a:custGeom xmlns:a="http://schemas.openxmlformats.org/drawingml/2006/main">
            <a:pathLst>
              <a:path w="9525" h="223838">
                <a:moveTo>
                  <a:pt x="0" y="0"/>
                </a:moveTo>
                <a:lnTo>
                  <a:pt x="0" y="223838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389" name="circuit-1331">
            <a:extLst xmlns:a="http://schemas.openxmlformats.org/drawingml/2006/main">
              <a:ext uri="{FF2B5EF4-FFF2-40B4-BE49-F238E27FC236}">
                <a16:creationId xmlns:a16="http://schemas.microsoft.com/office/drawing/2014/main" id="{61F04F2E-7036-4982-9286-876A9CAD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479" y="4609719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44767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90" name="wire-1332">
            <a:extLst xmlns:a="http://schemas.openxmlformats.org/drawingml/2006/main">
              <a:ext uri="{FF2B5EF4-FFF2-40B4-BE49-F238E27FC236}">
                <a16:creationId xmlns:a16="http://schemas.microsoft.com/office/drawing/2014/main" id="{603F6513-3A8A-488F-9EE1-811805FB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049" y="4430649"/>
            <a:ext cx="9525" cy="223838"/>
          </a:xfrm>
          <a:custGeom xmlns:a="http://schemas.openxmlformats.org/drawingml/2006/main">
            <a:pathLst>
              <a:path w="9525" h="223838">
                <a:moveTo>
                  <a:pt x="0" y="2238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391" name="circuit-1333">
            <a:extLst xmlns:a="http://schemas.openxmlformats.org/drawingml/2006/main">
              <a:ext uri="{FF2B5EF4-FFF2-40B4-BE49-F238E27FC236}">
                <a16:creationId xmlns:a16="http://schemas.microsoft.com/office/drawing/2014/main" id="{6723196E-5D29-4ABE-BEB3-E2E81AE4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46" y="4430649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92" name="block-1334">
            <a:extLst xmlns:a="http://schemas.openxmlformats.org/drawingml/2006/main">
              <a:ext uri="{FF2B5EF4-FFF2-40B4-BE49-F238E27FC236}">
                <a16:creationId xmlns:a16="http://schemas.microsoft.com/office/drawing/2014/main" id="{841BFE6A-607C-45E3-8DA1-AAE8F7EA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894" y="5084255"/>
            <a:ext cx="1608963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93" name="text-1335">
            <a:extLst xmlns:a="http://schemas.openxmlformats.org/drawingml/2006/main">
              <a:ext uri="{FF2B5EF4-FFF2-40B4-BE49-F238E27FC236}">
                <a16:creationId xmlns:a16="http://schemas.microsoft.com/office/drawing/2014/main" id="{DCE85905-0A31-42A8-9E94-855AB99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327" y="5093208"/>
            <a:ext cx="1550099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RasterIX_IF</a:t>
            </a:r>
          </a:p>
        </p:txBody>
      </p:sp>
      <p:sp>
        <p:nvSpPr>
          <p:cNvPr id="394" name="wire-1336">
            <a:extLst xmlns:a="http://schemas.openxmlformats.org/drawingml/2006/main">
              <a:ext uri="{FF2B5EF4-FFF2-40B4-BE49-F238E27FC236}">
                <a16:creationId xmlns:a16="http://schemas.microsoft.com/office/drawing/2014/main" id="{E25313EC-1C06-4DB9-B44F-5ED67DE2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4923091"/>
            <a:ext cx="9525" cy="161163"/>
          </a:xfrm>
          <a:custGeom xmlns:a="http://schemas.openxmlformats.org/drawingml/2006/main">
            <a:pathLst>
              <a:path w="9525" h="161163">
                <a:moveTo>
                  <a:pt x="0" y="0"/>
                </a:moveTo>
                <a:lnTo>
                  <a:pt x="0" y="161163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395" name="circuit-1337">
            <a:extLst xmlns:a="http://schemas.openxmlformats.org/drawingml/2006/main">
              <a:ext uri="{FF2B5EF4-FFF2-40B4-BE49-F238E27FC236}">
                <a16:creationId xmlns:a16="http://schemas.microsoft.com/office/drawing/2014/main" id="{A71CB08B-DBBD-4CC9-B496-A6A3F02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479" y="5039487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44768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96" name="wire-1338">
            <a:extLst xmlns:a="http://schemas.openxmlformats.org/drawingml/2006/main">
              <a:ext uri="{FF2B5EF4-FFF2-40B4-BE49-F238E27FC236}">
                <a16:creationId xmlns:a16="http://schemas.microsoft.com/office/drawing/2014/main" id="{81326D29-EFA1-46B4-9F07-CA60CD47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049" y="4923091"/>
            <a:ext cx="9525" cy="161163"/>
          </a:xfrm>
          <a:custGeom xmlns:a="http://schemas.openxmlformats.org/drawingml/2006/main">
            <a:pathLst>
              <a:path w="9525" h="161163">
                <a:moveTo>
                  <a:pt x="0" y="1611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397" name="circuit-1339">
            <a:extLst xmlns:a="http://schemas.openxmlformats.org/drawingml/2006/main">
              <a:ext uri="{FF2B5EF4-FFF2-40B4-BE49-F238E27FC236}">
                <a16:creationId xmlns:a16="http://schemas.microsoft.com/office/drawing/2014/main" id="{A53B3CB9-0792-482E-BC91-F8BB256E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46" y="4923091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0"/>
                </a:moveTo>
                <a:lnTo>
                  <a:pt x="0" y="44768"/>
                </a:lnTo>
                <a:lnTo>
                  <a:pt x="41205" y="44768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398" name="block-1340">
            <a:extLst xmlns:a="http://schemas.openxmlformats.org/drawingml/2006/main">
              <a:ext uri="{FF2B5EF4-FFF2-40B4-BE49-F238E27FC236}">
                <a16:creationId xmlns:a16="http://schemas.microsoft.com/office/drawing/2014/main" id="{87E413AD-2C25-42B4-BBD1-B777DAD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894" y="5782627"/>
            <a:ext cx="1608963" cy="313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8"/>
          </a:solidFill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399" name="text-1341">
            <a:extLst xmlns:a="http://schemas.openxmlformats.org/drawingml/2006/main">
              <a:ext uri="{FF2B5EF4-FFF2-40B4-BE49-F238E27FC236}">
                <a16:creationId xmlns:a16="http://schemas.microsoft.com/office/drawing/2014/main" id="{E7539887-EFCF-4292-8E5C-8C256BB0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327" y="5791581"/>
            <a:ext cx="1550099" cy="295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表示回路</a:t>
            </a:r>
          </a:p>
        </p:txBody>
      </p:sp>
      <p:sp>
        <p:nvSpPr>
          <p:cNvPr id="400" name="wire-1342">
            <a:extLst xmlns:a="http://schemas.openxmlformats.org/drawingml/2006/main">
              <a:ext uri="{FF2B5EF4-FFF2-40B4-BE49-F238E27FC236}">
                <a16:creationId xmlns:a16="http://schemas.microsoft.com/office/drawing/2014/main" id="{F4952D5D-7C43-4A7E-98F6-C0DCF9E1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191" y="5442395"/>
            <a:ext cx="9525" cy="340233"/>
          </a:xfrm>
          <a:custGeom xmlns:a="http://schemas.openxmlformats.org/drawingml/2006/main">
            <a:pathLst>
              <a:path w="9525" h="340233">
                <a:moveTo>
                  <a:pt x="0" y="0"/>
                </a:moveTo>
                <a:lnTo>
                  <a:pt x="0" y="340233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572C3"/>
            </a:solidFill>
          </a:ln>
        </p:spPr>
      </p:sp>
      <p:sp>
        <p:nvSpPr>
          <p:cNvPr id="401" name="circuit-1343">
            <a:extLst xmlns:a="http://schemas.openxmlformats.org/drawingml/2006/main">
              <a:ext uri="{FF2B5EF4-FFF2-40B4-BE49-F238E27FC236}">
                <a16:creationId xmlns:a16="http://schemas.microsoft.com/office/drawing/2014/main" id="{C5EA31DE-B0A5-4450-AC22-06E47425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588" y="5737860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44767"/>
                </a:moveTo>
                <a:lnTo>
                  <a:pt x="412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02" name="wire-1344">
            <a:extLst xmlns:a="http://schemas.openxmlformats.org/drawingml/2006/main">
              <a:ext uri="{FF2B5EF4-FFF2-40B4-BE49-F238E27FC236}">
                <a16:creationId xmlns:a16="http://schemas.microsoft.com/office/drawing/2014/main" id="{17D56E4D-8613-4862-B524-88131D42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561" y="5442395"/>
            <a:ext cx="9525" cy="340233"/>
          </a:xfrm>
          <a:custGeom xmlns:a="http://schemas.openxmlformats.org/drawingml/2006/main">
            <a:pathLst>
              <a:path w="9525" h="340233">
                <a:moveTo>
                  <a:pt x="0" y="3402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572C3"/>
            </a:solidFill>
          </a:ln>
        </p:spPr>
      </p:sp>
      <p:sp>
        <p:nvSpPr>
          <p:cNvPr id="403" name="circuit-1345">
            <a:extLst xmlns:a="http://schemas.openxmlformats.org/drawingml/2006/main">
              <a:ext uri="{FF2B5EF4-FFF2-40B4-BE49-F238E27FC236}">
                <a16:creationId xmlns:a16="http://schemas.microsoft.com/office/drawing/2014/main" id="{E45B2564-05AE-4D57-85D0-4F39E39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958" y="5442395"/>
            <a:ext cx="41205" cy="44767"/>
          </a:xfrm>
          <a:custGeom xmlns:a="http://schemas.openxmlformats.org/drawingml/2006/main">
            <a:pathLst>
              <a:path w="41205" h="44767">
                <a:moveTo>
                  <a:pt x="20603" y="0"/>
                </a:moveTo>
                <a:lnTo>
                  <a:pt x="0" y="44767"/>
                </a:lnTo>
                <a:lnTo>
                  <a:pt x="41205" y="44767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04" name="text-1346">
            <a:extLst xmlns:a="http://schemas.openxmlformats.org/drawingml/2006/main">
              <a:ext uri="{FF2B5EF4-FFF2-40B4-BE49-F238E27FC236}">
                <a16:creationId xmlns:a16="http://schemas.microsoft.com/office/drawing/2014/main" id="{8DB21121-668A-4CF5-A8D5-3844B9A5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677" y="5487162"/>
            <a:ext cx="1275398" cy="241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572C3"/>
                </a:solidFill>
                <a:latin typeface="Yu Gothic"/>
                <a:ea typeface="Yu Gothic"/>
                <a:cs typeface="Yu Gothic"/>
              </a:rPr>
              <a:t>表示先・完了</a:t>
            </a:r>
          </a:p>
        </p:txBody>
      </p:sp>
      <p:sp>
        <p:nvSpPr>
          <p:cNvPr id="405" name="wire-1347">
            <a:extLst xmlns:a="http://schemas.openxmlformats.org/drawingml/2006/main">
              <a:ext uri="{FF2B5EF4-FFF2-40B4-BE49-F238E27FC236}">
                <a16:creationId xmlns:a16="http://schemas.microsoft.com/office/drawing/2014/main" id="{C99593BE-10B7-4BC8-825B-E022C26D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733" y="5236464"/>
            <a:ext cx="147161" cy="9525"/>
          </a:xfrm>
          <a:custGeom xmlns:a="http://schemas.openxmlformats.org/drawingml/2006/main">
            <a:pathLst>
              <a:path w="147161" h="9525">
                <a:moveTo>
                  <a:pt x="1471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406" name="wire-1348">
            <a:extLst xmlns:a="http://schemas.openxmlformats.org/drawingml/2006/main">
              <a:ext uri="{FF2B5EF4-FFF2-40B4-BE49-F238E27FC236}">
                <a16:creationId xmlns:a16="http://schemas.microsoft.com/office/drawing/2014/main" id="{02709528-DAB2-4452-95EC-C8BEFE5D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733" y="3221927"/>
            <a:ext cx="9525" cy="2014538"/>
          </a:xfrm>
          <a:custGeom xmlns:a="http://schemas.openxmlformats.org/drawingml/2006/main">
            <a:pathLst>
              <a:path w="9525" h="2014538">
                <a:moveTo>
                  <a:pt x="0" y="20145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407" name="wire-1349">
            <a:extLst xmlns:a="http://schemas.openxmlformats.org/drawingml/2006/main">
              <a:ext uri="{FF2B5EF4-FFF2-40B4-BE49-F238E27FC236}">
                <a16:creationId xmlns:a16="http://schemas.microsoft.com/office/drawing/2014/main" id="{18FFBA1D-26B5-4F6B-BA5A-7C8F0DE0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733" y="3221927"/>
            <a:ext cx="588645" cy="9525"/>
          </a:xfrm>
          <a:custGeom xmlns:a="http://schemas.openxmlformats.org/drawingml/2006/main">
            <a:pathLst>
              <a:path w="588645" h="9525">
                <a:moveTo>
                  <a:pt x="0" y="0"/>
                </a:moveTo>
                <a:lnTo>
                  <a:pt x="588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408" name="wire-1350">
            <a:extLst xmlns:a="http://schemas.openxmlformats.org/drawingml/2006/main">
              <a:ext uri="{FF2B5EF4-FFF2-40B4-BE49-F238E27FC236}">
                <a16:creationId xmlns:a16="http://schemas.microsoft.com/office/drawing/2014/main" id="{5EF58DA4-D5B5-4AB1-9701-21D6812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378" y="3159252"/>
            <a:ext cx="9525" cy="62675"/>
          </a:xfrm>
          <a:custGeom xmlns:a="http://schemas.openxmlformats.org/drawingml/2006/main">
            <a:pathLst>
              <a:path w="9525" h="62675">
                <a:moveTo>
                  <a:pt x="0" y="62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409" name="circuit-1351">
            <a:extLst xmlns:a="http://schemas.openxmlformats.org/drawingml/2006/main">
              <a:ext uri="{FF2B5EF4-FFF2-40B4-BE49-F238E27FC236}">
                <a16:creationId xmlns:a16="http://schemas.microsoft.com/office/drawing/2014/main" id="{4E182D09-0E93-4CA4-8269-E74574B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775" y="3159252"/>
            <a:ext cx="41205" cy="44768"/>
          </a:xfrm>
          <a:custGeom xmlns:a="http://schemas.openxmlformats.org/drawingml/2006/main">
            <a:pathLst>
              <a:path w="41205" h="44768">
                <a:moveTo>
                  <a:pt x="20603" y="0"/>
                </a:moveTo>
                <a:lnTo>
                  <a:pt x="0" y="44768"/>
                </a:lnTo>
                <a:lnTo>
                  <a:pt x="41205" y="44768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10" name="wire-1352">
            <a:extLst xmlns:a="http://schemas.openxmlformats.org/drawingml/2006/main">
              <a:ext uri="{FF2B5EF4-FFF2-40B4-BE49-F238E27FC236}">
                <a16:creationId xmlns:a16="http://schemas.microsoft.com/office/drawing/2014/main" id="{A55A0092-010E-4607-9641-9C828FA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733" y="5236464"/>
            <a:ext cx="147161" cy="9525"/>
          </a:xfrm>
          <a:custGeom xmlns:a="http://schemas.openxmlformats.org/drawingml/2006/main">
            <a:pathLst>
              <a:path w="147161" h="9525">
                <a:moveTo>
                  <a:pt x="0" y="0"/>
                </a:moveTo>
                <a:lnTo>
                  <a:pt x="147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72C3"/>
            </a:solidFill>
          </a:ln>
        </p:spPr>
      </p:sp>
      <p:sp>
        <p:nvSpPr>
          <p:cNvPr id="411" name="circuit-1353">
            <a:extLst xmlns:a="http://schemas.openxmlformats.org/drawingml/2006/main">
              <a:ext uri="{FF2B5EF4-FFF2-40B4-BE49-F238E27FC236}">
                <a16:creationId xmlns:a16="http://schemas.microsoft.com/office/drawing/2014/main" id="{75169807-0AB1-42EB-AD27-4C3F6981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841" y="5217662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12" name="wire-1354">
            <a:extLst xmlns:a="http://schemas.openxmlformats.org/drawingml/2006/main">
              <a:ext uri="{FF2B5EF4-FFF2-40B4-BE49-F238E27FC236}">
                <a16:creationId xmlns:a16="http://schemas.microsoft.com/office/drawing/2014/main" id="{92E4333B-20F5-425E-9763-DF427B95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916" y="3159252"/>
            <a:ext cx="9525" cy="71628"/>
          </a:xfrm>
          <a:custGeom xmlns:a="http://schemas.openxmlformats.org/drawingml/2006/main">
            <a:pathLst>
              <a:path w="9525" h="71628">
                <a:moveTo>
                  <a:pt x="0" y="0"/>
                </a:moveTo>
                <a:lnTo>
                  <a:pt x="0" y="71628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13" name="wire-1355">
            <a:extLst xmlns:a="http://schemas.openxmlformats.org/drawingml/2006/main">
              <a:ext uri="{FF2B5EF4-FFF2-40B4-BE49-F238E27FC236}">
                <a16:creationId xmlns:a16="http://schemas.microsoft.com/office/drawing/2014/main" id="{2E0C1EA4-A98B-43E5-BB86-19E1F2F8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916" y="3230880"/>
            <a:ext cx="745617" cy="9525"/>
          </a:xfrm>
          <a:custGeom xmlns:a="http://schemas.openxmlformats.org/drawingml/2006/main">
            <a:pathLst>
              <a:path w="745617" h="9525">
                <a:moveTo>
                  <a:pt x="0" y="0"/>
                </a:moveTo>
                <a:lnTo>
                  <a:pt x="7456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14" name="wire-1356">
            <a:extLst xmlns:a="http://schemas.openxmlformats.org/drawingml/2006/main">
              <a:ext uri="{FF2B5EF4-FFF2-40B4-BE49-F238E27FC236}">
                <a16:creationId xmlns:a16="http://schemas.microsoft.com/office/drawing/2014/main" id="{190B5059-811D-4F8D-8AB3-120AFA6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533" y="3230880"/>
            <a:ext cx="9525" cy="2712911"/>
          </a:xfrm>
          <a:custGeom xmlns:a="http://schemas.openxmlformats.org/drawingml/2006/main">
            <a:pathLst>
              <a:path w="9525" h="2712911">
                <a:moveTo>
                  <a:pt x="0" y="0"/>
                </a:moveTo>
                <a:lnTo>
                  <a:pt x="0" y="271291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15" name="wire-1357">
            <a:extLst xmlns:a="http://schemas.openxmlformats.org/drawingml/2006/main">
              <a:ext uri="{FF2B5EF4-FFF2-40B4-BE49-F238E27FC236}">
                <a16:creationId xmlns:a16="http://schemas.microsoft.com/office/drawing/2014/main" id="{9FCD831E-5755-43CC-A379-9640D14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857" y="5943791"/>
            <a:ext cx="68675" cy="9525"/>
          </a:xfrm>
          <a:custGeom xmlns:a="http://schemas.openxmlformats.org/drawingml/2006/main">
            <a:pathLst>
              <a:path w="68675" h="9525">
                <a:moveTo>
                  <a:pt x="68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572C3"/>
            </a:solidFill>
          </a:ln>
        </p:spPr>
      </p:sp>
      <p:sp>
        <p:nvSpPr>
          <p:cNvPr id="416" name="circuit-1358">
            <a:extLst xmlns:a="http://schemas.openxmlformats.org/drawingml/2006/main">
              <a:ext uri="{FF2B5EF4-FFF2-40B4-BE49-F238E27FC236}">
                <a16:creationId xmlns:a16="http://schemas.microsoft.com/office/drawing/2014/main" id="{CD0893E2-456E-4066-B11B-353A767C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857" y="5924988"/>
            <a:ext cx="49054" cy="37605"/>
          </a:xfrm>
          <a:custGeom xmlns:a="http://schemas.openxmlformats.org/drawingml/2006/main">
            <a:pathLst>
              <a:path w="49054" h="37605">
                <a:moveTo>
                  <a:pt x="0" y="18802"/>
                </a:moveTo>
                <a:lnTo>
                  <a:pt x="49054" y="37605"/>
                </a:lnTo>
                <a:lnTo>
                  <a:pt x="49054" y="0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17" name="wire-1359">
            <a:extLst xmlns:a="http://schemas.openxmlformats.org/drawingml/2006/main">
              <a:ext uri="{FF2B5EF4-FFF2-40B4-BE49-F238E27FC236}">
                <a16:creationId xmlns:a16="http://schemas.microsoft.com/office/drawing/2014/main" id="{D6C6B679-E0D6-4489-9BD9-E6F020D5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376" y="6096000"/>
            <a:ext cx="9525" cy="134303"/>
          </a:xfrm>
          <a:custGeom xmlns:a="http://schemas.openxmlformats.org/drawingml/2006/main">
            <a:pathLst>
              <a:path w="9525" h="134303">
                <a:moveTo>
                  <a:pt x="0" y="0"/>
                </a:moveTo>
                <a:lnTo>
                  <a:pt x="0" y="1343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418" name="wire-1360">
            <a:extLst xmlns:a="http://schemas.openxmlformats.org/drawingml/2006/main">
              <a:ext uri="{FF2B5EF4-FFF2-40B4-BE49-F238E27FC236}">
                <a16:creationId xmlns:a16="http://schemas.microsoft.com/office/drawing/2014/main" id="{9CF3035B-6A5C-43C2-8CF9-C79B249A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376" y="6230303"/>
            <a:ext cx="794671" cy="9525"/>
          </a:xfrm>
          <a:custGeom xmlns:a="http://schemas.openxmlformats.org/drawingml/2006/main">
            <a:pathLst>
              <a:path w="794671" h="9525">
                <a:moveTo>
                  <a:pt x="0" y="0"/>
                </a:moveTo>
                <a:lnTo>
                  <a:pt x="7946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72C3"/>
            </a:solidFill>
          </a:ln>
        </p:spPr>
      </p:sp>
      <p:sp>
        <p:nvSpPr>
          <p:cNvPr id="419" name="circuit-1361">
            <a:extLst xmlns:a="http://schemas.openxmlformats.org/drawingml/2006/main">
              <a:ext uri="{FF2B5EF4-FFF2-40B4-BE49-F238E27FC236}">
                <a16:creationId xmlns:a16="http://schemas.microsoft.com/office/drawing/2014/main" id="{1B7E9E83-93A8-41F0-A12F-14CEEA1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993" y="6211500"/>
            <a:ext cx="49054" cy="37605"/>
          </a:xfrm>
          <a:custGeom xmlns:a="http://schemas.openxmlformats.org/drawingml/2006/main">
            <a:pathLst>
              <a:path w="49054" h="37605">
                <a:moveTo>
                  <a:pt x="49054" y="18802"/>
                </a:moveTo>
                <a:lnTo>
                  <a:pt x="0" y="0"/>
                </a:lnTo>
                <a:lnTo>
                  <a:pt x="0" y="37605"/>
                </a:lnTo>
                <a:close/>
              </a:path>
            </a:pathLst>
          </a:custGeom>
          <a:solidFill xmlns:a="http://schemas.openxmlformats.org/drawingml/2006/main">
            <a:srgbClr val="1572C3"/>
          </a:solidFill>
          <a:ln xmlns:a="http://schemas.openxmlformats.org/drawingml/2006/main" w="4763">
            <a:solidFill>
              <a:srgbClr val="1572C3"/>
            </a:solidFill>
          </a:ln>
        </p:spPr>
      </p:sp>
      <p:sp>
        <p:nvSpPr>
          <p:cNvPr id="420" name="text-1362">
            <a:extLst xmlns:a="http://schemas.openxmlformats.org/drawingml/2006/main">
              <a:ext uri="{FF2B5EF4-FFF2-40B4-BE49-F238E27FC236}">
                <a16:creationId xmlns:a16="http://schemas.microsoft.com/office/drawing/2014/main" id="{80984126-429E-4E55-AB13-B26E97E2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894" y="6230303"/>
            <a:ext cx="1618774" cy="205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572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2C3"/>
                </a:solidFill>
                <a:latin typeface="Arial"/>
                <a:ea typeface="Arial"/>
                <a:cs typeface="Arial"/>
              </a:rPr>
              <a:t>HDMI OUT</a:t>
            </a:r>
          </a:p>
        </p:txBody>
      </p:sp>
    </p:spTree>
    <p:extLst>
      <p:ext uri="{BB962C8B-B14F-4D97-AF65-F5344CB8AC3E}">
        <p14:creationId xmlns:p14="http://schemas.microsoft.com/office/powerpoint/2010/main" val="884471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Presentation</dc:title>
  <dcterms:created xsi:type="dcterms:W3CDTF">2026-10-25T13:15:15.2980000Z</dcterms:created>
  <dcterms:modified xsi:type="dcterms:W3CDTF">2026-10-25T13:15:15.2980000Z</dcterms:modified>
</coreProperties>
</file>